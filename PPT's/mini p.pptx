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4" r:id="rId1"/>
    <p:sldMasterId id="2147483675" r:id="rId2"/>
  </p:sldMasterIdLst>
  <p:notesMasterIdLst>
    <p:notesMasterId r:id="rId45"/>
  </p:notesMasterIdLst>
  <p:sldIdLst>
    <p:sldId id="256" r:id="rId3"/>
    <p:sldId id="257" r:id="rId4"/>
    <p:sldId id="258" r:id="rId5"/>
    <p:sldId id="259" r:id="rId6"/>
    <p:sldId id="260" r:id="rId7"/>
    <p:sldId id="261" r:id="rId8"/>
    <p:sldId id="262" r:id="rId9"/>
    <p:sldId id="263" r:id="rId10"/>
    <p:sldId id="264" r:id="rId11"/>
    <p:sldId id="265" r:id="rId12"/>
    <p:sldId id="297" r:id="rId13"/>
    <p:sldId id="266" r:id="rId14"/>
    <p:sldId id="267" r:id="rId15"/>
    <p:sldId id="268" r:id="rId16"/>
    <p:sldId id="269" r:id="rId17"/>
    <p:sldId id="270" r:id="rId18"/>
    <p:sldId id="271" r:id="rId19"/>
    <p:sldId id="272" r:id="rId20"/>
    <p:sldId id="273" r:id="rId21"/>
    <p:sldId id="274" r:id="rId22"/>
    <p:sldId id="275" r:id="rId23"/>
    <p:sldId id="276" r:id="rId24"/>
    <p:sldId id="277" r:id="rId25"/>
    <p:sldId id="278" r:id="rId26"/>
    <p:sldId id="279" r:id="rId27"/>
    <p:sldId id="280" r:id="rId28"/>
    <p:sldId id="281" r:id="rId29"/>
    <p:sldId id="282" r:id="rId30"/>
    <p:sldId id="283" r:id="rId31"/>
    <p:sldId id="284" r:id="rId32"/>
    <p:sldId id="285" r:id="rId33"/>
    <p:sldId id="286" r:id="rId34"/>
    <p:sldId id="287" r:id="rId35"/>
    <p:sldId id="288" r:id="rId36"/>
    <p:sldId id="289" r:id="rId37"/>
    <p:sldId id="290" r:id="rId38"/>
    <p:sldId id="291" r:id="rId39"/>
    <p:sldId id="292" r:id="rId40"/>
    <p:sldId id="293" r:id="rId41"/>
    <p:sldId id="294" r:id="rId42"/>
    <p:sldId id="295" r:id="rId43"/>
    <p:sldId id="296" r:id="rId44"/>
  </p:sldIdLst>
  <p:sldSz cx="9144000" cy="5143500" type="screen16x9"/>
  <p:notesSz cx="6858000" cy="9144000"/>
  <p:embeddedFontLst>
    <p:embeddedFont>
      <p:font typeface="Amatic SC" panose="00000500000000000000" pitchFamily="2" charset="-79"/>
      <p:regular r:id="rId46"/>
      <p:bold r:id="rId47"/>
    </p:embeddedFont>
    <p:embeddedFont>
      <p:font typeface="DM Sans" pitchFamily="2" charset="0"/>
      <p:regular r:id="rId48"/>
      <p:bold r:id="rId49"/>
      <p:italic r:id="rId50"/>
      <p:boldItalic r:id="rId51"/>
    </p:embeddedFont>
    <p:embeddedFont>
      <p:font typeface="DM Sans Light" panose="020B0604020202020204" charset="0"/>
      <p:regular r:id="rId52"/>
      <p:bold r:id="rId53"/>
      <p:italic r:id="rId54"/>
      <p:boldItalic r:id="rId55"/>
    </p:embeddedFont>
    <p:embeddedFont>
      <p:font typeface="Lexend" panose="020B0604020202020204" charset="0"/>
      <p:regular r:id="rId56"/>
      <p:bold r:id="rId57"/>
    </p:embeddedFont>
    <p:embeddedFont>
      <p:font typeface="Lexend SemiBold" panose="020B0604020202020204" charset="0"/>
      <p:regular r:id="rId58"/>
      <p:bold r:id="rId59"/>
    </p:embeddedFont>
    <p:embeddedFont>
      <p:font typeface="Open Sans" panose="020B0606030504020204" pitchFamily="34" charset="0"/>
      <p:regular r:id="rId60"/>
      <p:bold r:id="rId61"/>
      <p:italic r:id="rId62"/>
      <p:boldItalic r:id="rId63"/>
    </p:embeddedFont>
    <p:embeddedFont>
      <p:font typeface="Proxima Nova" panose="020B0604020202020204" charset="0"/>
      <p:regular r:id="rId64"/>
      <p:bold r:id="rId65"/>
      <p:italic r:id="rId66"/>
      <p:boldItalic r:id="rId67"/>
    </p:embeddedFont>
    <p:embeddedFont>
      <p:font typeface="Roboto Medium" panose="02000000000000000000" pitchFamily="2" charset="0"/>
      <p:regular r:id="rId68"/>
      <p:bold r:id="rId69"/>
      <p:italic r:id="rId70"/>
      <p:boldItalic r:id="rId7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DCB763DE-65B5-4D63-BB31-BC02D93AD25C}">
  <a:tblStyle styleId="{DCB763DE-65B5-4D63-BB31-BC02D93AD25C}"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868F0100-6A76-4F03-8A68-313F2614347D}"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972" autoAdjust="0"/>
    <p:restoredTop sz="94660"/>
  </p:normalViewPr>
  <p:slideViewPr>
    <p:cSldViewPr snapToGrid="0">
      <p:cViewPr varScale="1">
        <p:scale>
          <a:sx n="75" d="100"/>
          <a:sy n="75" d="100"/>
        </p:scale>
        <p:origin x="682" y="53"/>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font" Target="fonts/font2.fntdata"/><Relationship Id="rId63" Type="http://schemas.openxmlformats.org/officeDocument/2006/relationships/font" Target="fonts/font18.fntdata"/><Relationship Id="rId68" Type="http://schemas.openxmlformats.org/officeDocument/2006/relationships/font" Target="fonts/font23.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notesMaster" Target="notesMasters/notesMaster1.xml"/><Relationship Id="rId53" Type="http://schemas.openxmlformats.org/officeDocument/2006/relationships/font" Target="fonts/font8.fntdata"/><Relationship Id="rId58" Type="http://schemas.openxmlformats.org/officeDocument/2006/relationships/font" Target="fonts/font13.fntdata"/><Relationship Id="rId66" Type="http://schemas.openxmlformats.org/officeDocument/2006/relationships/font" Target="fonts/font21.fntdata"/><Relationship Id="rId74" Type="http://schemas.openxmlformats.org/officeDocument/2006/relationships/theme" Target="theme/theme1.xml"/><Relationship Id="rId5" Type="http://schemas.openxmlformats.org/officeDocument/2006/relationships/slide" Target="slides/slide3.xml"/><Relationship Id="rId61" Type="http://schemas.openxmlformats.org/officeDocument/2006/relationships/font" Target="fonts/font16.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font" Target="fonts/font3.fntdata"/><Relationship Id="rId56" Type="http://schemas.openxmlformats.org/officeDocument/2006/relationships/font" Target="fonts/font11.fntdata"/><Relationship Id="rId64" Type="http://schemas.openxmlformats.org/officeDocument/2006/relationships/font" Target="fonts/font19.fntdata"/><Relationship Id="rId69" Type="http://schemas.openxmlformats.org/officeDocument/2006/relationships/font" Target="fonts/font24.fntdata"/><Relationship Id="rId8" Type="http://schemas.openxmlformats.org/officeDocument/2006/relationships/slide" Target="slides/slide6.xml"/><Relationship Id="rId51" Type="http://schemas.openxmlformats.org/officeDocument/2006/relationships/font" Target="fonts/font6.fntdata"/><Relationship Id="rId72" Type="http://schemas.openxmlformats.org/officeDocument/2006/relationships/presProps" Target="pres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1.fntdata"/><Relationship Id="rId59" Type="http://schemas.openxmlformats.org/officeDocument/2006/relationships/font" Target="fonts/font14.fntdata"/><Relationship Id="rId67" Type="http://schemas.openxmlformats.org/officeDocument/2006/relationships/font" Target="fonts/font22.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9.fntdata"/><Relationship Id="rId62" Type="http://schemas.openxmlformats.org/officeDocument/2006/relationships/font" Target="fonts/font17.fntdata"/><Relationship Id="rId70" Type="http://schemas.openxmlformats.org/officeDocument/2006/relationships/font" Target="fonts/font25.fntdata"/><Relationship Id="rId75"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4.fntdata"/><Relationship Id="rId57" Type="http://schemas.openxmlformats.org/officeDocument/2006/relationships/font" Target="fonts/font12.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7.fntdata"/><Relationship Id="rId60" Type="http://schemas.openxmlformats.org/officeDocument/2006/relationships/font" Target="fonts/font15.fntdata"/><Relationship Id="rId65" Type="http://schemas.openxmlformats.org/officeDocument/2006/relationships/font" Target="fonts/font20.fntdata"/><Relationship Id="rId73"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font" Target="fonts/font5.fntdata"/><Relationship Id="rId55" Type="http://schemas.openxmlformats.org/officeDocument/2006/relationships/font" Target="fonts/font10.fntdata"/><Relationship Id="rId7" Type="http://schemas.openxmlformats.org/officeDocument/2006/relationships/slide" Target="slides/slide5.xml"/><Relationship Id="rId71" Type="http://schemas.openxmlformats.org/officeDocument/2006/relationships/font" Target="fonts/font26.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7"/>
        <p:cNvGrpSpPr/>
        <p:nvPr/>
      </p:nvGrpSpPr>
      <p:grpSpPr>
        <a:xfrm>
          <a:off x="0" y="0"/>
          <a:ext cx="0" cy="0"/>
          <a:chOff x="0" y="0"/>
          <a:chExt cx="0" cy="0"/>
        </a:xfrm>
      </p:grpSpPr>
      <p:sp>
        <p:nvSpPr>
          <p:cNvPr id="298" name="Google Shape;298;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9" name="Google Shape;299;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2"/>
        <p:cNvGrpSpPr/>
        <p:nvPr/>
      </p:nvGrpSpPr>
      <p:grpSpPr>
        <a:xfrm>
          <a:off x="0" y="0"/>
          <a:ext cx="0" cy="0"/>
          <a:chOff x="0" y="0"/>
          <a:chExt cx="0" cy="0"/>
        </a:xfrm>
      </p:grpSpPr>
      <p:sp>
        <p:nvSpPr>
          <p:cNvPr id="323" name="Google Shape;323;g10fb8bc67f7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4" name="Google Shape;324;g10fb8bc67f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1"/>
        <p:cNvGrpSpPr/>
        <p:nvPr/>
      </p:nvGrpSpPr>
      <p:grpSpPr>
        <a:xfrm>
          <a:off x="0" y="0"/>
          <a:ext cx="0" cy="0"/>
          <a:chOff x="0" y="0"/>
          <a:chExt cx="0" cy="0"/>
        </a:xfrm>
      </p:grpSpPr>
      <p:sp>
        <p:nvSpPr>
          <p:cNvPr id="332" name="Google Shape;332;g1ff18b49f31_1_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3" name="Google Shape;333;g1ff18b49f31_1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9"/>
        <p:cNvGrpSpPr/>
        <p:nvPr/>
      </p:nvGrpSpPr>
      <p:grpSpPr>
        <a:xfrm>
          <a:off x="0" y="0"/>
          <a:ext cx="0" cy="0"/>
          <a:chOff x="0" y="0"/>
          <a:chExt cx="0" cy="0"/>
        </a:xfrm>
      </p:grpSpPr>
      <p:sp>
        <p:nvSpPr>
          <p:cNvPr id="360" name="Google Shape;360;g1125d80b419_0_2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1" name="Google Shape;361;g1125d80b419_0_2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6"/>
        <p:cNvGrpSpPr/>
        <p:nvPr/>
      </p:nvGrpSpPr>
      <p:grpSpPr>
        <a:xfrm>
          <a:off x="0" y="0"/>
          <a:ext cx="0" cy="0"/>
          <a:chOff x="0" y="0"/>
          <a:chExt cx="0" cy="0"/>
        </a:xfrm>
      </p:grpSpPr>
      <p:sp>
        <p:nvSpPr>
          <p:cNvPr id="367" name="Google Shape;367;g13376c31365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8" name="Google Shape;368;g13376c3136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1"/>
        <p:cNvGrpSpPr/>
        <p:nvPr/>
      </p:nvGrpSpPr>
      <p:grpSpPr>
        <a:xfrm>
          <a:off x="0" y="0"/>
          <a:ext cx="0" cy="0"/>
          <a:chOff x="0" y="0"/>
          <a:chExt cx="0" cy="0"/>
        </a:xfrm>
      </p:grpSpPr>
      <p:sp>
        <p:nvSpPr>
          <p:cNvPr id="382" name="Google Shape;382;g110860aa576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3" name="Google Shape;383;g110860aa57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0"/>
        <p:cNvGrpSpPr/>
        <p:nvPr/>
      </p:nvGrpSpPr>
      <p:grpSpPr>
        <a:xfrm>
          <a:off x="0" y="0"/>
          <a:ext cx="0" cy="0"/>
          <a:chOff x="0" y="0"/>
          <a:chExt cx="0" cy="0"/>
        </a:xfrm>
      </p:grpSpPr>
      <p:sp>
        <p:nvSpPr>
          <p:cNvPr id="401" name="Google Shape;401;g1125d80b419_0_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2" name="Google Shape;402;g1125d80b419_0_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4"/>
        <p:cNvGrpSpPr/>
        <p:nvPr/>
      </p:nvGrpSpPr>
      <p:grpSpPr>
        <a:xfrm>
          <a:off x="0" y="0"/>
          <a:ext cx="0" cy="0"/>
          <a:chOff x="0" y="0"/>
          <a:chExt cx="0" cy="0"/>
        </a:xfrm>
      </p:grpSpPr>
      <p:sp>
        <p:nvSpPr>
          <p:cNvPr id="425" name="Google Shape;425;g1125d80b419_0_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6" name="Google Shape;426;g1125d80b419_0_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7"/>
        <p:cNvGrpSpPr/>
        <p:nvPr/>
      </p:nvGrpSpPr>
      <p:grpSpPr>
        <a:xfrm>
          <a:off x="0" y="0"/>
          <a:ext cx="0" cy="0"/>
          <a:chOff x="0" y="0"/>
          <a:chExt cx="0" cy="0"/>
        </a:xfrm>
      </p:grpSpPr>
      <p:sp>
        <p:nvSpPr>
          <p:cNvPr id="458" name="Google Shape;458;g1125d80b419_0_1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9" name="Google Shape;459;g1125d80b419_0_1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0"/>
        <p:cNvGrpSpPr/>
        <p:nvPr/>
      </p:nvGrpSpPr>
      <p:grpSpPr>
        <a:xfrm>
          <a:off x="0" y="0"/>
          <a:ext cx="0" cy="0"/>
          <a:chOff x="0" y="0"/>
          <a:chExt cx="0" cy="0"/>
        </a:xfrm>
      </p:grpSpPr>
      <p:sp>
        <p:nvSpPr>
          <p:cNvPr id="501" name="Google Shape;501;g1ff18b49f31_1_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2" name="Google Shape;502;g1ff18b49f31_1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7">
          <a:extLst>
            <a:ext uri="{FF2B5EF4-FFF2-40B4-BE49-F238E27FC236}">
              <a16:creationId xmlns:a16="http://schemas.microsoft.com/office/drawing/2014/main" id="{436253D4-A519-E1D9-2C15-C0AFF0A6BC0C}"/>
            </a:ext>
          </a:extLst>
        </p:cNvPr>
        <p:cNvGrpSpPr/>
        <p:nvPr/>
      </p:nvGrpSpPr>
      <p:grpSpPr>
        <a:xfrm>
          <a:off x="0" y="0"/>
          <a:ext cx="0" cy="0"/>
          <a:chOff x="0" y="0"/>
          <a:chExt cx="0" cy="0"/>
        </a:xfrm>
      </p:grpSpPr>
      <p:sp>
        <p:nvSpPr>
          <p:cNvPr id="458" name="Google Shape;458;g1125d80b419_0_108:notes">
            <a:extLst>
              <a:ext uri="{FF2B5EF4-FFF2-40B4-BE49-F238E27FC236}">
                <a16:creationId xmlns:a16="http://schemas.microsoft.com/office/drawing/2014/main" id="{41195547-86C7-DDF1-8DF6-F322AF74374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9" name="Google Shape;459;g1125d80b419_0_108:notes">
            <a:extLst>
              <a:ext uri="{FF2B5EF4-FFF2-40B4-BE49-F238E27FC236}">
                <a16:creationId xmlns:a16="http://schemas.microsoft.com/office/drawing/2014/main" id="{1FE5FF78-41AF-6BE7-D03F-C50708D003B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423282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6"/>
        <p:cNvGrpSpPr/>
        <p:nvPr/>
      </p:nvGrpSpPr>
      <p:grpSpPr>
        <a:xfrm>
          <a:off x="0" y="0"/>
          <a:ext cx="0" cy="0"/>
          <a:chOff x="0" y="0"/>
          <a:chExt cx="0" cy="0"/>
        </a:xfrm>
      </p:grpSpPr>
      <p:sp>
        <p:nvSpPr>
          <p:cNvPr id="537" name="Google Shape;537;g1125d80b419_0_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8" name="Google Shape;538;g1125d80b419_0_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9"/>
        <p:cNvGrpSpPr/>
        <p:nvPr/>
      </p:nvGrpSpPr>
      <p:grpSpPr>
        <a:xfrm>
          <a:off x="0" y="0"/>
          <a:ext cx="0" cy="0"/>
          <a:chOff x="0" y="0"/>
          <a:chExt cx="0" cy="0"/>
        </a:xfrm>
      </p:grpSpPr>
      <p:sp>
        <p:nvSpPr>
          <p:cNvPr id="550" name="Google Shape;550;g1ff18b49f31_1_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1" name="Google Shape;551;g1ff18b49f31_1_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5"/>
        <p:cNvGrpSpPr/>
        <p:nvPr/>
      </p:nvGrpSpPr>
      <p:grpSpPr>
        <a:xfrm>
          <a:off x="0" y="0"/>
          <a:ext cx="0" cy="0"/>
          <a:chOff x="0" y="0"/>
          <a:chExt cx="0" cy="0"/>
        </a:xfrm>
      </p:grpSpPr>
      <p:sp>
        <p:nvSpPr>
          <p:cNvPr id="556" name="Google Shape;556;g1e3e3d52f13_0_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7" name="Google Shape;557;g1e3e3d52f13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5"/>
        <p:cNvGrpSpPr/>
        <p:nvPr/>
      </p:nvGrpSpPr>
      <p:grpSpPr>
        <a:xfrm>
          <a:off x="0" y="0"/>
          <a:ext cx="0" cy="0"/>
          <a:chOff x="0" y="0"/>
          <a:chExt cx="0" cy="0"/>
        </a:xfrm>
      </p:grpSpPr>
      <p:sp>
        <p:nvSpPr>
          <p:cNvPr id="566" name="Google Shape;566;g1ff18b49f31_1_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7" name="Google Shape;567;g1ff18b49f31_1_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7"/>
        <p:cNvGrpSpPr/>
        <p:nvPr/>
      </p:nvGrpSpPr>
      <p:grpSpPr>
        <a:xfrm>
          <a:off x="0" y="0"/>
          <a:ext cx="0" cy="0"/>
          <a:chOff x="0" y="0"/>
          <a:chExt cx="0" cy="0"/>
        </a:xfrm>
      </p:grpSpPr>
      <p:sp>
        <p:nvSpPr>
          <p:cNvPr id="588" name="Google Shape;588;g204a31f3634_0_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9" name="Google Shape;589;g204a31f3634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3"/>
        <p:cNvGrpSpPr/>
        <p:nvPr/>
      </p:nvGrpSpPr>
      <p:grpSpPr>
        <a:xfrm>
          <a:off x="0" y="0"/>
          <a:ext cx="0" cy="0"/>
          <a:chOff x="0" y="0"/>
          <a:chExt cx="0" cy="0"/>
        </a:xfrm>
      </p:grpSpPr>
      <p:sp>
        <p:nvSpPr>
          <p:cNvPr id="594" name="Google Shape;594;g204a31f3634_0_1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5" name="Google Shape;595;g204a31f3634_0_1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8"/>
        <p:cNvGrpSpPr/>
        <p:nvPr/>
      </p:nvGrpSpPr>
      <p:grpSpPr>
        <a:xfrm>
          <a:off x="0" y="0"/>
          <a:ext cx="0" cy="0"/>
          <a:chOff x="0" y="0"/>
          <a:chExt cx="0" cy="0"/>
        </a:xfrm>
      </p:grpSpPr>
      <p:sp>
        <p:nvSpPr>
          <p:cNvPr id="629" name="Google Shape;629;g1125d80b419_0_7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0" name="Google Shape;630;g1125d80b419_0_7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2"/>
        <p:cNvGrpSpPr/>
        <p:nvPr/>
      </p:nvGrpSpPr>
      <p:grpSpPr>
        <a:xfrm>
          <a:off x="0" y="0"/>
          <a:ext cx="0" cy="0"/>
          <a:chOff x="0" y="0"/>
          <a:chExt cx="0" cy="0"/>
        </a:xfrm>
      </p:grpSpPr>
      <p:sp>
        <p:nvSpPr>
          <p:cNvPr id="643" name="Google Shape;643;g1ff18b49f31_1_3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4" name="Google Shape;644;g1ff18b49f31_1_3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1125d80b419_0_1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8" name="Google Shape;688;g1125d80b419_0_1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4"/>
        <p:cNvGrpSpPr/>
        <p:nvPr/>
      </p:nvGrpSpPr>
      <p:grpSpPr>
        <a:xfrm>
          <a:off x="0" y="0"/>
          <a:ext cx="0" cy="0"/>
          <a:chOff x="0" y="0"/>
          <a:chExt cx="0" cy="0"/>
        </a:xfrm>
      </p:grpSpPr>
      <p:sp>
        <p:nvSpPr>
          <p:cNvPr id="725" name="Google Shape;725;g1125d80b419_0_2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6" name="Google Shape;726;g1125d80b419_0_2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0"/>
        <p:cNvGrpSpPr/>
        <p:nvPr/>
      </p:nvGrpSpPr>
      <p:grpSpPr>
        <a:xfrm>
          <a:off x="0" y="0"/>
          <a:ext cx="0" cy="0"/>
          <a:chOff x="0" y="0"/>
          <a:chExt cx="0" cy="0"/>
        </a:xfrm>
      </p:grpSpPr>
      <p:sp>
        <p:nvSpPr>
          <p:cNvPr id="761" name="Google Shape;761;g25adab20cc0_0_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2" name="Google Shape;762;g25adab20cc0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0"/>
        <p:cNvGrpSpPr/>
        <p:nvPr/>
      </p:nvGrpSpPr>
      <p:grpSpPr>
        <a:xfrm>
          <a:off x="0" y="0"/>
          <a:ext cx="0" cy="0"/>
          <a:chOff x="0" y="0"/>
          <a:chExt cx="0" cy="0"/>
        </a:xfrm>
      </p:grpSpPr>
      <p:sp>
        <p:nvSpPr>
          <p:cNvPr id="1111" name="Google Shape;1111;g25adab20cc0_0_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2" name="Google Shape;1112;g25adab20cc0_0_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0"/>
        <p:cNvGrpSpPr/>
        <p:nvPr/>
      </p:nvGrpSpPr>
      <p:grpSpPr>
        <a:xfrm>
          <a:off x="0" y="0"/>
          <a:ext cx="0" cy="0"/>
          <a:chOff x="0" y="0"/>
          <a:chExt cx="0" cy="0"/>
        </a:xfrm>
      </p:grpSpPr>
      <p:sp>
        <p:nvSpPr>
          <p:cNvPr id="1141" name="Google Shape;1141;g25adab20cc0_0_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2" name="Google Shape;1142;g25adab20cc0_0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7"/>
        <p:cNvGrpSpPr/>
        <p:nvPr/>
      </p:nvGrpSpPr>
      <p:grpSpPr>
        <a:xfrm>
          <a:off x="0" y="0"/>
          <a:ext cx="0" cy="0"/>
          <a:chOff x="0" y="0"/>
          <a:chExt cx="0" cy="0"/>
        </a:xfrm>
      </p:grpSpPr>
      <p:sp>
        <p:nvSpPr>
          <p:cNvPr id="1148" name="Google Shape;1148;g25adab20cc0_3_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9" name="Google Shape;1149;g25adab20cc0_3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3"/>
        <p:cNvGrpSpPr/>
        <p:nvPr/>
      </p:nvGrpSpPr>
      <p:grpSpPr>
        <a:xfrm>
          <a:off x="0" y="0"/>
          <a:ext cx="0" cy="0"/>
          <a:chOff x="0" y="0"/>
          <a:chExt cx="0" cy="0"/>
        </a:xfrm>
      </p:grpSpPr>
      <p:sp>
        <p:nvSpPr>
          <p:cNvPr id="1154" name="Google Shape;1154;g25adab20cc0_3_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5" name="Google Shape;1155;g25adab20cc0_3_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9"/>
        <p:cNvGrpSpPr/>
        <p:nvPr/>
      </p:nvGrpSpPr>
      <p:grpSpPr>
        <a:xfrm>
          <a:off x="0" y="0"/>
          <a:ext cx="0" cy="0"/>
          <a:chOff x="0" y="0"/>
          <a:chExt cx="0" cy="0"/>
        </a:xfrm>
      </p:grpSpPr>
      <p:sp>
        <p:nvSpPr>
          <p:cNvPr id="1160" name="Google Shape;1160;g25adab20cc0_3_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1" name="Google Shape;1161;g25adab20cc0_3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5"/>
        <p:cNvGrpSpPr/>
        <p:nvPr/>
      </p:nvGrpSpPr>
      <p:grpSpPr>
        <a:xfrm>
          <a:off x="0" y="0"/>
          <a:ext cx="0" cy="0"/>
          <a:chOff x="0" y="0"/>
          <a:chExt cx="0" cy="0"/>
        </a:xfrm>
      </p:grpSpPr>
      <p:sp>
        <p:nvSpPr>
          <p:cNvPr id="1186" name="Google Shape;1186;g25adab20cc0_3_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7" name="Google Shape;1187;g25adab20cc0_3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1"/>
        <p:cNvGrpSpPr/>
        <p:nvPr/>
      </p:nvGrpSpPr>
      <p:grpSpPr>
        <a:xfrm>
          <a:off x="0" y="0"/>
          <a:ext cx="0" cy="0"/>
          <a:chOff x="0" y="0"/>
          <a:chExt cx="0" cy="0"/>
        </a:xfrm>
      </p:grpSpPr>
      <p:sp>
        <p:nvSpPr>
          <p:cNvPr id="1202" name="Google Shape;1202;g25adab20cc0_3_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3" name="Google Shape;1203;g25adab20cc0_3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0"/>
        <p:cNvGrpSpPr/>
        <p:nvPr/>
      </p:nvGrpSpPr>
      <p:grpSpPr>
        <a:xfrm>
          <a:off x="0" y="0"/>
          <a:ext cx="0" cy="0"/>
          <a:chOff x="0" y="0"/>
          <a:chExt cx="0" cy="0"/>
        </a:xfrm>
      </p:grpSpPr>
      <p:sp>
        <p:nvSpPr>
          <p:cNvPr id="1541" name="Google Shape;1541;g25adab20cc0_3_3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2" name="Google Shape;1542;g25adab20cc0_3_3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41"/>
        <p:cNvGrpSpPr/>
        <p:nvPr/>
      </p:nvGrpSpPr>
      <p:grpSpPr>
        <a:xfrm>
          <a:off x="0" y="0"/>
          <a:ext cx="0" cy="0"/>
          <a:chOff x="0" y="0"/>
          <a:chExt cx="0" cy="0"/>
        </a:xfrm>
      </p:grpSpPr>
      <p:sp>
        <p:nvSpPr>
          <p:cNvPr id="3742" name="Google Shape;3742;g25adab20cc0_3_25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43" name="Google Shape;3743;g25adab20cc0_3_25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60"/>
        <p:cNvGrpSpPr/>
        <p:nvPr/>
      </p:nvGrpSpPr>
      <p:grpSpPr>
        <a:xfrm>
          <a:off x="0" y="0"/>
          <a:ext cx="0" cy="0"/>
          <a:chOff x="0" y="0"/>
          <a:chExt cx="0" cy="0"/>
        </a:xfrm>
      </p:grpSpPr>
      <p:sp>
        <p:nvSpPr>
          <p:cNvPr id="4161" name="Google Shape;4161;g25adab20cc0_3_30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62" name="Google Shape;4162;g25adab20cc0_3_30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30"/>
        <p:cNvGrpSpPr/>
        <p:nvPr/>
      </p:nvGrpSpPr>
      <p:grpSpPr>
        <a:xfrm>
          <a:off x="0" y="0"/>
          <a:ext cx="0" cy="0"/>
          <a:chOff x="0" y="0"/>
          <a:chExt cx="0" cy="0"/>
        </a:xfrm>
      </p:grpSpPr>
      <p:sp>
        <p:nvSpPr>
          <p:cNvPr id="4331" name="Google Shape;4331;g25adab20cc0_3_31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32" name="Google Shape;4332;g25adab20cc0_3_3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35"/>
        <p:cNvGrpSpPr/>
        <p:nvPr/>
      </p:nvGrpSpPr>
      <p:grpSpPr>
        <a:xfrm>
          <a:off x="0" y="0"/>
          <a:ext cx="0" cy="0"/>
          <a:chOff x="0" y="0"/>
          <a:chExt cx="0" cy="0"/>
        </a:xfrm>
      </p:grpSpPr>
      <p:sp>
        <p:nvSpPr>
          <p:cNvPr id="4736" name="Google Shape;4736;g25adab20cc0_3_358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37" name="Google Shape;4737;g25adab20cc0_3_35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15"/>
        <p:cNvGrpSpPr/>
        <p:nvPr/>
      </p:nvGrpSpPr>
      <p:grpSpPr>
        <a:xfrm>
          <a:off x="0" y="0"/>
          <a:ext cx="0" cy="0"/>
          <a:chOff x="0" y="0"/>
          <a:chExt cx="0" cy="0"/>
        </a:xfrm>
      </p:grpSpPr>
      <p:sp>
        <p:nvSpPr>
          <p:cNvPr id="5116" name="Google Shape;5116;g25adab20cc0_3_39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17" name="Google Shape;5117;g25adab20cc0_3_39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92"/>
        <p:cNvGrpSpPr/>
        <p:nvPr/>
      </p:nvGrpSpPr>
      <p:grpSpPr>
        <a:xfrm>
          <a:off x="0" y="0"/>
          <a:ext cx="0" cy="0"/>
          <a:chOff x="0" y="0"/>
          <a:chExt cx="0" cy="0"/>
        </a:xfrm>
      </p:grpSpPr>
      <p:sp>
        <p:nvSpPr>
          <p:cNvPr id="5893" name="Google Shape;5893;g25adab20cc0_3_47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94" name="Google Shape;5894;g25adab20cc0_3_47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99"/>
        <p:cNvGrpSpPr/>
        <p:nvPr/>
      </p:nvGrpSpPr>
      <p:grpSpPr>
        <a:xfrm>
          <a:off x="0" y="0"/>
          <a:ext cx="0" cy="0"/>
          <a:chOff x="0" y="0"/>
          <a:chExt cx="0" cy="0"/>
        </a:xfrm>
      </p:grpSpPr>
      <p:sp>
        <p:nvSpPr>
          <p:cNvPr id="7300" name="Google Shape;7300;g25adab20cc0_3_614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01" name="Google Shape;7301;g25adab20cc0_3_6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93"/>
        <p:cNvGrpSpPr/>
        <p:nvPr/>
      </p:nvGrpSpPr>
      <p:grpSpPr>
        <a:xfrm>
          <a:off x="0" y="0"/>
          <a:ext cx="0" cy="0"/>
          <a:chOff x="0" y="0"/>
          <a:chExt cx="0" cy="0"/>
        </a:xfrm>
      </p:grpSpPr>
      <p:sp>
        <p:nvSpPr>
          <p:cNvPr id="9694" name="Google Shape;9694;g25adab20cc0_3_85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95" name="Google Shape;9695;g25adab20cc0_3_85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07"/>
        <p:cNvGrpSpPr/>
        <p:nvPr/>
      </p:nvGrpSpPr>
      <p:grpSpPr>
        <a:xfrm>
          <a:off x="0" y="0"/>
          <a:ext cx="0" cy="0"/>
          <a:chOff x="0" y="0"/>
          <a:chExt cx="0" cy="0"/>
        </a:xfrm>
      </p:grpSpPr>
      <p:sp>
        <p:nvSpPr>
          <p:cNvPr id="11708" name="Google Shape;11708;g25adab20cc0_3_105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09" name="Google Shape;11709;g25adab20cc0_3_105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43"/>
        <p:cNvGrpSpPr/>
        <p:nvPr/>
      </p:nvGrpSpPr>
      <p:grpSpPr>
        <a:xfrm>
          <a:off x="0" y="0"/>
          <a:ext cx="0" cy="0"/>
          <a:chOff x="0" y="0"/>
          <a:chExt cx="0" cy="0"/>
        </a:xfrm>
      </p:grpSpPr>
      <p:sp>
        <p:nvSpPr>
          <p:cNvPr id="13344" name="Google Shape;13344;g25adab20cc0_3_1219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45" name="Google Shape;13345;g25adab20cc0_3_121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85"/>
        <p:cNvGrpSpPr/>
        <p:nvPr/>
      </p:nvGrpSpPr>
      <p:grpSpPr>
        <a:xfrm>
          <a:off x="0" y="0"/>
          <a:ext cx="0" cy="0"/>
          <a:chOff x="0" y="0"/>
          <a:chExt cx="0" cy="0"/>
        </a:xfrm>
      </p:grpSpPr>
      <p:sp>
        <p:nvSpPr>
          <p:cNvPr id="14386" name="Google Shape;14386;g25adab20cc0_3_132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387" name="Google Shape;14387;g25adab20cc0_3_132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28"/>
        <p:cNvGrpSpPr/>
        <p:nvPr/>
      </p:nvGrpSpPr>
      <p:grpSpPr>
        <a:xfrm>
          <a:off x="0" y="0"/>
          <a:ext cx="0" cy="0"/>
          <a:chOff x="0" y="0"/>
          <a:chExt cx="0" cy="0"/>
        </a:xfrm>
      </p:grpSpPr>
      <p:sp>
        <p:nvSpPr>
          <p:cNvPr id="15929" name="Google Shape;15929;g25adab20cc0_3_187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30" name="Google Shape;15930;g25adab20cc0_3_187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5.pn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7.png"/></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image" Target="../media/image10.png"/><Relationship Id="rId4" Type="http://schemas.openxmlformats.org/officeDocument/2006/relationships/image" Target="../media/image9.png"/></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12.png"/></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6.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13.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6.png"/></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5.png"/></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14.png"/></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5.png"/></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5.png"/></Relationships>
</file>

<file path=ppt/slideLayouts/_rels/slideLayout22.xml.rels><?xml version="1.0" encoding="UTF-8" standalone="yes"?>
<Relationships xmlns="http://schemas.openxmlformats.org/package/2006/relationships"><Relationship Id="rId3" Type="http://schemas.openxmlformats.org/officeDocument/2006/relationships/hyperlink" Target="https://bit.ly/3A1uf1Q" TargetMode="External"/><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13.png"/></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6.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 name="Google Shape;10;p2"/>
          <p:cNvSpPr txBox="1">
            <a:spLocks noGrp="1"/>
          </p:cNvSpPr>
          <p:nvPr>
            <p:ph type="ctrTitle"/>
          </p:nvPr>
        </p:nvSpPr>
        <p:spPr>
          <a:xfrm>
            <a:off x="715180" y="1375950"/>
            <a:ext cx="4731000" cy="2233800"/>
          </a:xfrm>
          <a:prstGeom prst="rect">
            <a:avLst/>
          </a:prstGeom>
        </p:spPr>
        <p:txBody>
          <a:bodyPr spcFirstLastPara="1" wrap="square" lIns="91425" tIns="91425" rIns="91425" bIns="91425" anchor="b" anchorCtr="0">
            <a:noAutofit/>
          </a:bodyPr>
          <a:lstStyle>
            <a:lvl1pPr lvl="0">
              <a:lnSpc>
                <a:spcPct val="80000"/>
              </a:lnSpc>
              <a:spcBef>
                <a:spcPts val="0"/>
              </a:spcBef>
              <a:spcAft>
                <a:spcPts val="0"/>
              </a:spcAft>
              <a:buClr>
                <a:srgbClr val="191919"/>
              </a:buClr>
              <a:buSzPts val="5200"/>
              <a:buFont typeface="Lexend"/>
              <a:buNone/>
              <a:defRPr sz="7200">
                <a:latin typeface="Lexend"/>
                <a:ea typeface="Lexend"/>
                <a:cs typeface="Lexend"/>
                <a:sym typeface="Lexend"/>
              </a:defRPr>
            </a:lvl1pPr>
            <a:lvl2pPr lvl="1" algn="ctr">
              <a:lnSpc>
                <a:spcPct val="100000"/>
              </a:lnSpc>
              <a:spcBef>
                <a:spcPts val="0"/>
              </a:spcBef>
              <a:spcAft>
                <a:spcPts val="0"/>
              </a:spcAft>
              <a:buClr>
                <a:srgbClr val="191919"/>
              </a:buClr>
              <a:buSzPts val="5200"/>
              <a:buNone/>
              <a:defRPr sz="5200">
                <a:solidFill>
                  <a:srgbClr val="191919"/>
                </a:solidFill>
              </a:defRPr>
            </a:lvl2pPr>
            <a:lvl3pPr lvl="2" algn="ctr">
              <a:lnSpc>
                <a:spcPct val="100000"/>
              </a:lnSpc>
              <a:spcBef>
                <a:spcPts val="0"/>
              </a:spcBef>
              <a:spcAft>
                <a:spcPts val="0"/>
              </a:spcAft>
              <a:buClr>
                <a:srgbClr val="191919"/>
              </a:buClr>
              <a:buSzPts val="5200"/>
              <a:buNone/>
              <a:defRPr sz="5200">
                <a:solidFill>
                  <a:srgbClr val="191919"/>
                </a:solidFill>
              </a:defRPr>
            </a:lvl3pPr>
            <a:lvl4pPr lvl="3" algn="ctr">
              <a:lnSpc>
                <a:spcPct val="100000"/>
              </a:lnSpc>
              <a:spcBef>
                <a:spcPts val="0"/>
              </a:spcBef>
              <a:spcAft>
                <a:spcPts val="0"/>
              </a:spcAft>
              <a:buClr>
                <a:srgbClr val="191919"/>
              </a:buClr>
              <a:buSzPts val="5200"/>
              <a:buNone/>
              <a:defRPr sz="5200">
                <a:solidFill>
                  <a:srgbClr val="191919"/>
                </a:solidFill>
              </a:defRPr>
            </a:lvl4pPr>
            <a:lvl5pPr lvl="4" algn="ctr">
              <a:lnSpc>
                <a:spcPct val="100000"/>
              </a:lnSpc>
              <a:spcBef>
                <a:spcPts val="0"/>
              </a:spcBef>
              <a:spcAft>
                <a:spcPts val="0"/>
              </a:spcAft>
              <a:buClr>
                <a:srgbClr val="191919"/>
              </a:buClr>
              <a:buSzPts val="5200"/>
              <a:buNone/>
              <a:defRPr sz="5200">
                <a:solidFill>
                  <a:srgbClr val="191919"/>
                </a:solidFill>
              </a:defRPr>
            </a:lvl5pPr>
            <a:lvl6pPr lvl="5" algn="ctr">
              <a:lnSpc>
                <a:spcPct val="100000"/>
              </a:lnSpc>
              <a:spcBef>
                <a:spcPts val="0"/>
              </a:spcBef>
              <a:spcAft>
                <a:spcPts val="0"/>
              </a:spcAft>
              <a:buClr>
                <a:srgbClr val="191919"/>
              </a:buClr>
              <a:buSzPts val="5200"/>
              <a:buNone/>
              <a:defRPr sz="5200">
                <a:solidFill>
                  <a:srgbClr val="191919"/>
                </a:solidFill>
              </a:defRPr>
            </a:lvl6pPr>
            <a:lvl7pPr lvl="6" algn="ctr">
              <a:lnSpc>
                <a:spcPct val="100000"/>
              </a:lnSpc>
              <a:spcBef>
                <a:spcPts val="0"/>
              </a:spcBef>
              <a:spcAft>
                <a:spcPts val="0"/>
              </a:spcAft>
              <a:buClr>
                <a:srgbClr val="191919"/>
              </a:buClr>
              <a:buSzPts val="5200"/>
              <a:buNone/>
              <a:defRPr sz="5200">
                <a:solidFill>
                  <a:srgbClr val="191919"/>
                </a:solidFill>
              </a:defRPr>
            </a:lvl7pPr>
            <a:lvl8pPr lvl="7" algn="ctr">
              <a:lnSpc>
                <a:spcPct val="100000"/>
              </a:lnSpc>
              <a:spcBef>
                <a:spcPts val="0"/>
              </a:spcBef>
              <a:spcAft>
                <a:spcPts val="0"/>
              </a:spcAft>
              <a:buClr>
                <a:srgbClr val="191919"/>
              </a:buClr>
              <a:buSzPts val="5200"/>
              <a:buNone/>
              <a:defRPr sz="5200">
                <a:solidFill>
                  <a:srgbClr val="191919"/>
                </a:solidFill>
              </a:defRPr>
            </a:lvl8pPr>
            <a:lvl9pPr lvl="8" algn="ctr">
              <a:lnSpc>
                <a:spcPct val="100000"/>
              </a:lnSpc>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txBox="1">
            <a:spLocks noGrp="1"/>
          </p:cNvSpPr>
          <p:nvPr>
            <p:ph type="subTitle" idx="1"/>
          </p:nvPr>
        </p:nvSpPr>
        <p:spPr>
          <a:xfrm>
            <a:off x="715100" y="3676350"/>
            <a:ext cx="4731000" cy="4095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200"/>
              <a:buNone/>
              <a:defRPr sz="14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12" name="Google Shape;12;p2"/>
          <p:cNvSpPr/>
          <p:nvPr/>
        </p:nvSpPr>
        <p:spPr>
          <a:xfrm rot="-5400000">
            <a:off x="7915500" y="4851076"/>
            <a:ext cx="1358782" cy="1185435"/>
          </a:xfrm>
          <a:custGeom>
            <a:avLst/>
            <a:gdLst/>
            <a:ahLst/>
            <a:cxnLst/>
            <a:rect l="l" t="t" r="r" b="b"/>
            <a:pathLst>
              <a:path w="14368" h="12535" extrusionOk="0">
                <a:moveTo>
                  <a:pt x="89" y="0"/>
                </a:moveTo>
                <a:cubicBezTo>
                  <a:pt x="46" y="0"/>
                  <a:pt x="0" y="46"/>
                  <a:pt x="0" y="92"/>
                </a:cubicBezTo>
                <a:cubicBezTo>
                  <a:pt x="0" y="135"/>
                  <a:pt x="46" y="181"/>
                  <a:pt x="89" y="181"/>
                </a:cubicBezTo>
                <a:lnTo>
                  <a:pt x="991" y="181"/>
                </a:lnTo>
                <a:cubicBezTo>
                  <a:pt x="1034" y="181"/>
                  <a:pt x="1080" y="135"/>
                  <a:pt x="1080" y="92"/>
                </a:cubicBezTo>
                <a:cubicBezTo>
                  <a:pt x="1080" y="46"/>
                  <a:pt x="1034" y="0"/>
                  <a:pt x="991" y="0"/>
                </a:cubicBezTo>
                <a:close/>
                <a:moveTo>
                  <a:pt x="2341" y="0"/>
                </a:moveTo>
                <a:cubicBezTo>
                  <a:pt x="2295" y="0"/>
                  <a:pt x="2249" y="46"/>
                  <a:pt x="2249" y="92"/>
                </a:cubicBezTo>
                <a:cubicBezTo>
                  <a:pt x="2249" y="135"/>
                  <a:pt x="2295" y="181"/>
                  <a:pt x="2341" y="181"/>
                </a:cubicBezTo>
                <a:lnTo>
                  <a:pt x="3240" y="181"/>
                </a:lnTo>
                <a:cubicBezTo>
                  <a:pt x="3286" y="181"/>
                  <a:pt x="3330" y="135"/>
                  <a:pt x="3330" y="92"/>
                </a:cubicBezTo>
                <a:cubicBezTo>
                  <a:pt x="3330" y="46"/>
                  <a:pt x="3286" y="0"/>
                  <a:pt x="3240" y="0"/>
                </a:cubicBezTo>
                <a:close/>
                <a:moveTo>
                  <a:pt x="4590" y="0"/>
                </a:moveTo>
                <a:cubicBezTo>
                  <a:pt x="4545" y="0"/>
                  <a:pt x="4501" y="46"/>
                  <a:pt x="4501" y="92"/>
                </a:cubicBezTo>
                <a:cubicBezTo>
                  <a:pt x="4501" y="135"/>
                  <a:pt x="4545" y="181"/>
                  <a:pt x="4590" y="181"/>
                </a:cubicBezTo>
                <a:lnTo>
                  <a:pt x="5490" y="181"/>
                </a:lnTo>
                <a:cubicBezTo>
                  <a:pt x="5536" y="181"/>
                  <a:pt x="5581" y="135"/>
                  <a:pt x="5581" y="92"/>
                </a:cubicBezTo>
                <a:cubicBezTo>
                  <a:pt x="5581" y="46"/>
                  <a:pt x="5536" y="0"/>
                  <a:pt x="5490" y="0"/>
                </a:cubicBezTo>
                <a:close/>
                <a:moveTo>
                  <a:pt x="6840" y="0"/>
                </a:moveTo>
                <a:cubicBezTo>
                  <a:pt x="6796" y="0"/>
                  <a:pt x="6751" y="46"/>
                  <a:pt x="6751" y="92"/>
                </a:cubicBezTo>
                <a:cubicBezTo>
                  <a:pt x="6751" y="135"/>
                  <a:pt x="6796" y="181"/>
                  <a:pt x="6840" y="181"/>
                </a:cubicBezTo>
                <a:lnTo>
                  <a:pt x="6942" y="181"/>
                </a:lnTo>
                <a:cubicBezTo>
                  <a:pt x="7212" y="181"/>
                  <a:pt x="7472" y="192"/>
                  <a:pt x="7731" y="227"/>
                </a:cubicBezTo>
                <a:cubicBezTo>
                  <a:pt x="7774" y="227"/>
                  <a:pt x="7820" y="192"/>
                  <a:pt x="7831" y="149"/>
                </a:cubicBezTo>
                <a:cubicBezTo>
                  <a:pt x="7831" y="92"/>
                  <a:pt x="7798" y="46"/>
                  <a:pt x="7752" y="46"/>
                </a:cubicBezTo>
                <a:cubicBezTo>
                  <a:pt x="7482" y="14"/>
                  <a:pt x="7212" y="0"/>
                  <a:pt x="6942" y="0"/>
                </a:cubicBezTo>
                <a:close/>
                <a:moveTo>
                  <a:pt x="9064" y="314"/>
                </a:moveTo>
                <a:cubicBezTo>
                  <a:pt x="9020" y="314"/>
                  <a:pt x="8987" y="335"/>
                  <a:pt x="8978" y="373"/>
                </a:cubicBezTo>
                <a:cubicBezTo>
                  <a:pt x="8957" y="419"/>
                  <a:pt x="8989" y="473"/>
                  <a:pt x="9035" y="486"/>
                </a:cubicBezTo>
                <a:cubicBezTo>
                  <a:pt x="9316" y="575"/>
                  <a:pt x="9596" y="675"/>
                  <a:pt x="9867" y="800"/>
                </a:cubicBezTo>
                <a:cubicBezTo>
                  <a:pt x="9877" y="802"/>
                  <a:pt x="9887" y="803"/>
                  <a:pt x="9898" y="803"/>
                </a:cubicBezTo>
                <a:cubicBezTo>
                  <a:pt x="9936" y="803"/>
                  <a:pt x="9974" y="787"/>
                  <a:pt x="9991" y="743"/>
                </a:cubicBezTo>
                <a:cubicBezTo>
                  <a:pt x="10002" y="700"/>
                  <a:pt x="9991" y="654"/>
                  <a:pt x="9945" y="632"/>
                </a:cubicBezTo>
                <a:cubicBezTo>
                  <a:pt x="9664" y="508"/>
                  <a:pt x="9383" y="405"/>
                  <a:pt x="9092" y="316"/>
                </a:cubicBezTo>
                <a:cubicBezTo>
                  <a:pt x="9082" y="314"/>
                  <a:pt x="9073" y="314"/>
                  <a:pt x="9064" y="314"/>
                </a:cubicBezTo>
                <a:close/>
                <a:moveTo>
                  <a:pt x="11079" y="1276"/>
                </a:moveTo>
                <a:cubicBezTo>
                  <a:pt x="11052" y="1276"/>
                  <a:pt x="11024" y="1291"/>
                  <a:pt x="11003" y="1318"/>
                </a:cubicBezTo>
                <a:cubicBezTo>
                  <a:pt x="10982" y="1364"/>
                  <a:pt x="10992" y="1418"/>
                  <a:pt x="11025" y="1442"/>
                </a:cubicBezTo>
                <a:cubicBezTo>
                  <a:pt x="11273" y="1610"/>
                  <a:pt x="11511" y="1791"/>
                  <a:pt x="11735" y="1993"/>
                </a:cubicBezTo>
                <a:cubicBezTo>
                  <a:pt x="11749" y="2007"/>
                  <a:pt x="11766" y="2013"/>
                  <a:pt x="11785" y="2013"/>
                </a:cubicBezTo>
                <a:cubicBezTo>
                  <a:pt x="11811" y="2013"/>
                  <a:pt x="11839" y="2001"/>
                  <a:pt x="11859" y="1982"/>
                </a:cubicBezTo>
                <a:cubicBezTo>
                  <a:pt x="11892" y="1947"/>
                  <a:pt x="11892" y="1890"/>
                  <a:pt x="11848" y="1858"/>
                </a:cubicBezTo>
                <a:cubicBezTo>
                  <a:pt x="11622" y="1656"/>
                  <a:pt x="11387" y="1464"/>
                  <a:pt x="11127" y="1296"/>
                </a:cubicBezTo>
                <a:cubicBezTo>
                  <a:pt x="11113" y="1282"/>
                  <a:pt x="11096" y="1276"/>
                  <a:pt x="11079" y="1276"/>
                </a:cubicBezTo>
                <a:close/>
                <a:moveTo>
                  <a:pt x="12715" y="2811"/>
                </a:moveTo>
                <a:cubicBezTo>
                  <a:pt x="12696" y="2811"/>
                  <a:pt x="12676" y="2816"/>
                  <a:pt x="12658" y="2825"/>
                </a:cubicBezTo>
                <a:cubicBezTo>
                  <a:pt x="12623" y="2860"/>
                  <a:pt x="12613" y="2916"/>
                  <a:pt x="12645" y="2960"/>
                </a:cubicBezTo>
                <a:cubicBezTo>
                  <a:pt x="12826" y="3186"/>
                  <a:pt x="12996" y="3432"/>
                  <a:pt x="13153" y="3691"/>
                </a:cubicBezTo>
                <a:cubicBezTo>
                  <a:pt x="13166" y="3714"/>
                  <a:pt x="13195" y="3731"/>
                  <a:pt x="13225" y="3731"/>
                </a:cubicBezTo>
                <a:cubicBezTo>
                  <a:pt x="13242" y="3731"/>
                  <a:pt x="13260" y="3726"/>
                  <a:pt x="13277" y="3713"/>
                </a:cubicBezTo>
                <a:cubicBezTo>
                  <a:pt x="13320" y="3691"/>
                  <a:pt x="13333" y="3635"/>
                  <a:pt x="13309" y="3591"/>
                </a:cubicBezTo>
                <a:cubicBezTo>
                  <a:pt x="13153" y="3332"/>
                  <a:pt x="12972" y="3084"/>
                  <a:pt x="12793" y="2849"/>
                </a:cubicBezTo>
                <a:cubicBezTo>
                  <a:pt x="12773" y="2822"/>
                  <a:pt x="12744" y="2811"/>
                  <a:pt x="12715" y="2811"/>
                </a:cubicBezTo>
                <a:close/>
                <a:moveTo>
                  <a:pt x="13818" y="4763"/>
                </a:moveTo>
                <a:cubicBezTo>
                  <a:pt x="13806" y="4763"/>
                  <a:pt x="13793" y="4766"/>
                  <a:pt x="13782" y="4771"/>
                </a:cubicBezTo>
                <a:cubicBezTo>
                  <a:pt x="13738" y="4782"/>
                  <a:pt x="13714" y="4839"/>
                  <a:pt x="13725" y="4885"/>
                </a:cubicBezTo>
                <a:cubicBezTo>
                  <a:pt x="13828" y="5166"/>
                  <a:pt x="13917" y="5446"/>
                  <a:pt x="13984" y="5738"/>
                </a:cubicBezTo>
                <a:cubicBezTo>
                  <a:pt x="13993" y="5777"/>
                  <a:pt x="14036" y="5809"/>
                  <a:pt x="14077" y="5809"/>
                </a:cubicBezTo>
                <a:cubicBezTo>
                  <a:pt x="14084" y="5809"/>
                  <a:pt x="14091" y="5808"/>
                  <a:pt x="14098" y="5806"/>
                </a:cubicBezTo>
                <a:cubicBezTo>
                  <a:pt x="14143" y="5795"/>
                  <a:pt x="14176" y="5738"/>
                  <a:pt x="14165" y="5695"/>
                </a:cubicBezTo>
                <a:cubicBezTo>
                  <a:pt x="14098" y="5401"/>
                  <a:pt x="14008" y="5109"/>
                  <a:pt x="13895" y="4828"/>
                </a:cubicBezTo>
                <a:cubicBezTo>
                  <a:pt x="13887" y="4786"/>
                  <a:pt x="13854" y="4763"/>
                  <a:pt x="13818" y="4763"/>
                </a:cubicBezTo>
                <a:close/>
                <a:moveTo>
                  <a:pt x="14265" y="6953"/>
                </a:moveTo>
                <a:cubicBezTo>
                  <a:pt x="14211" y="6967"/>
                  <a:pt x="14176" y="6999"/>
                  <a:pt x="14176" y="7056"/>
                </a:cubicBezTo>
                <a:cubicBezTo>
                  <a:pt x="14187" y="7180"/>
                  <a:pt x="14187" y="7304"/>
                  <a:pt x="14187" y="7426"/>
                </a:cubicBezTo>
                <a:lnTo>
                  <a:pt x="14187" y="7944"/>
                </a:lnTo>
                <a:cubicBezTo>
                  <a:pt x="14187" y="8001"/>
                  <a:pt x="14222" y="8033"/>
                  <a:pt x="14278" y="8033"/>
                </a:cubicBezTo>
                <a:cubicBezTo>
                  <a:pt x="14322" y="8033"/>
                  <a:pt x="14368" y="8001"/>
                  <a:pt x="14368" y="7944"/>
                </a:cubicBezTo>
                <a:lnTo>
                  <a:pt x="14368" y="7426"/>
                </a:lnTo>
                <a:cubicBezTo>
                  <a:pt x="14368" y="7291"/>
                  <a:pt x="14368" y="7169"/>
                  <a:pt x="14357" y="7045"/>
                </a:cubicBezTo>
                <a:cubicBezTo>
                  <a:pt x="14357" y="6999"/>
                  <a:pt x="14311" y="6953"/>
                  <a:pt x="14265" y="6953"/>
                </a:cubicBezTo>
                <a:close/>
                <a:moveTo>
                  <a:pt x="14278" y="9205"/>
                </a:moveTo>
                <a:cubicBezTo>
                  <a:pt x="14222" y="9205"/>
                  <a:pt x="14187" y="9248"/>
                  <a:pt x="14187" y="9294"/>
                </a:cubicBezTo>
                <a:lnTo>
                  <a:pt x="14187" y="10193"/>
                </a:lnTo>
                <a:cubicBezTo>
                  <a:pt x="14187" y="10250"/>
                  <a:pt x="14222" y="10285"/>
                  <a:pt x="14278" y="10285"/>
                </a:cubicBezTo>
                <a:cubicBezTo>
                  <a:pt x="14322" y="10285"/>
                  <a:pt x="14368" y="10250"/>
                  <a:pt x="14368" y="10193"/>
                </a:cubicBezTo>
                <a:lnTo>
                  <a:pt x="14368" y="9294"/>
                </a:lnTo>
                <a:cubicBezTo>
                  <a:pt x="14368" y="9248"/>
                  <a:pt x="14322" y="9205"/>
                  <a:pt x="14278" y="9205"/>
                </a:cubicBezTo>
                <a:close/>
                <a:moveTo>
                  <a:pt x="14278" y="11454"/>
                </a:moveTo>
                <a:cubicBezTo>
                  <a:pt x="14222" y="11454"/>
                  <a:pt x="14187" y="11500"/>
                  <a:pt x="14187" y="11543"/>
                </a:cubicBezTo>
                <a:lnTo>
                  <a:pt x="14187" y="12445"/>
                </a:lnTo>
                <a:cubicBezTo>
                  <a:pt x="14187" y="12502"/>
                  <a:pt x="14222" y="12534"/>
                  <a:pt x="14278" y="12534"/>
                </a:cubicBezTo>
                <a:cubicBezTo>
                  <a:pt x="14322" y="12534"/>
                  <a:pt x="14368" y="12502"/>
                  <a:pt x="14368" y="12445"/>
                </a:cubicBezTo>
                <a:lnTo>
                  <a:pt x="14368" y="11543"/>
                </a:lnTo>
                <a:cubicBezTo>
                  <a:pt x="14368" y="11500"/>
                  <a:pt x="14322" y="11454"/>
                  <a:pt x="14278" y="11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rot="5400000">
            <a:off x="690700" y="-1414000"/>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4"/>
        <p:cNvGrpSpPr/>
        <p:nvPr/>
      </p:nvGrpSpPr>
      <p:grpSpPr>
        <a:xfrm>
          <a:off x="0" y="0"/>
          <a:ext cx="0" cy="0"/>
          <a:chOff x="0" y="0"/>
          <a:chExt cx="0" cy="0"/>
        </a:xfrm>
      </p:grpSpPr>
      <p:pic>
        <p:nvPicPr>
          <p:cNvPr id="15" name="Google Shape;15;p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 name="Google Shape;16;p3"/>
          <p:cNvSpPr txBox="1">
            <a:spLocks noGrp="1"/>
          </p:cNvSpPr>
          <p:nvPr>
            <p:ph type="title"/>
          </p:nvPr>
        </p:nvSpPr>
        <p:spPr>
          <a:xfrm>
            <a:off x="715100" y="1526175"/>
            <a:ext cx="3851100" cy="1845300"/>
          </a:xfrm>
          <a:prstGeom prst="rect">
            <a:avLst/>
          </a:prstGeom>
        </p:spPr>
        <p:txBody>
          <a:bodyPr spcFirstLastPara="1" wrap="square" lIns="91425" tIns="91425" rIns="91425" bIns="91425" anchor="t" anchorCtr="0">
            <a:noAutofit/>
          </a:bodyPr>
          <a:lstStyle>
            <a:lvl1pPr lvl="0">
              <a:spcBef>
                <a:spcPts val="0"/>
              </a:spcBef>
              <a:spcAft>
                <a:spcPts val="0"/>
              </a:spcAft>
              <a:buSzPts val="5000"/>
              <a:buFont typeface="Lexend"/>
              <a:buNone/>
              <a:defRPr sz="4800">
                <a:latin typeface="Lexend"/>
                <a:ea typeface="Lexend"/>
                <a:cs typeface="Lexend"/>
                <a:sym typeface="Lexend"/>
              </a:defRPr>
            </a:lvl1pPr>
            <a:lvl2pPr lvl="1" algn="ctr">
              <a:spcBef>
                <a:spcPts val="0"/>
              </a:spcBef>
              <a:spcAft>
                <a:spcPts val="0"/>
              </a:spcAft>
              <a:buSzPts val="5000"/>
              <a:buNone/>
              <a:defRPr sz="5000"/>
            </a:lvl2pPr>
            <a:lvl3pPr lvl="2" algn="ctr">
              <a:spcBef>
                <a:spcPts val="0"/>
              </a:spcBef>
              <a:spcAft>
                <a:spcPts val="0"/>
              </a:spcAft>
              <a:buSzPts val="5000"/>
              <a:buNone/>
              <a:defRPr sz="5000"/>
            </a:lvl3pPr>
            <a:lvl4pPr lvl="3" algn="ctr">
              <a:spcBef>
                <a:spcPts val="0"/>
              </a:spcBef>
              <a:spcAft>
                <a:spcPts val="0"/>
              </a:spcAft>
              <a:buSzPts val="5000"/>
              <a:buNone/>
              <a:defRPr sz="5000"/>
            </a:lvl4pPr>
            <a:lvl5pPr lvl="4" algn="ctr">
              <a:spcBef>
                <a:spcPts val="0"/>
              </a:spcBef>
              <a:spcAft>
                <a:spcPts val="0"/>
              </a:spcAft>
              <a:buSzPts val="5000"/>
              <a:buNone/>
              <a:defRPr sz="5000"/>
            </a:lvl5pPr>
            <a:lvl6pPr lvl="5" algn="ctr">
              <a:spcBef>
                <a:spcPts val="0"/>
              </a:spcBef>
              <a:spcAft>
                <a:spcPts val="0"/>
              </a:spcAft>
              <a:buSzPts val="5000"/>
              <a:buNone/>
              <a:defRPr sz="5000"/>
            </a:lvl6pPr>
            <a:lvl7pPr lvl="6" algn="ctr">
              <a:spcBef>
                <a:spcPts val="0"/>
              </a:spcBef>
              <a:spcAft>
                <a:spcPts val="0"/>
              </a:spcAft>
              <a:buSzPts val="5000"/>
              <a:buNone/>
              <a:defRPr sz="5000"/>
            </a:lvl7pPr>
            <a:lvl8pPr lvl="7" algn="ctr">
              <a:spcBef>
                <a:spcPts val="0"/>
              </a:spcBef>
              <a:spcAft>
                <a:spcPts val="0"/>
              </a:spcAft>
              <a:buSzPts val="5000"/>
              <a:buNone/>
              <a:defRPr sz="5000"/>
            </a:lvl8pPr>
            <a:lvl9pPr lvl="8" algn="ctr">
              <a:spcBef>
                <a:spcPts val="0"/>
              </a:spcBef>
              <a:spcAft>
                <a:spcPts val="0"/>
              </a:spcAft>
              <a:buSzPts val="5000"/>
              <a:buNone/>
              <a:defRPr sz="5000"/>
            </a:lvl9pPr>
          </a:lstStyle>
          <a:p>
            <a:endParaRPr/>
          </a:p>
        </p:txBody>
      </p:sp>
      <p:sp>
        <p:nvSpPr>
          <p:cNvPr id="17" name="Google Shape;17;p3"/>
          <p:cNvSpPr txBox="1">
            <a:spLocks noGrp="1"/>
          </p:cNvSpPr>
          <p:nvPr>
            <p:ph type="title" idx="2" hasCustomPrompt="1"/>
          </p:nvPr>
        </p:nvSpPr>
        <p:spPr>
          <a:xfrm>
            <a:off x="715100" y="914400"/>
            <a:ext cx="1009800" cy="8529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6000"/>
              <a:buFont typeface="Lexend"/>
              <a:buNone/>
              <a:defRPr sz="4600">
                <a:solidFill>
                  <a:schemeClr val="lt1"/>
                </a:solidFill>
                <a:latin typeface="Lexend"/>
                <a:ea typeface="Lexend"/>
                <a:cs typeface="Lexend"/>
                <a:sym typeface="Lexend"/>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grpSp>
        <p:nvGrpSpPr>
          <p:cNvPr id="18" name="Google Shape;18;p3"/>
          <p:cNvGrpSpPr/>
          <p:nvPr/>
        </p:nvGrpSpPr>
        <p:grpSpPr>
          <a:xfrm>
            <a:off x="-465737" y="-2286575"/>
            <a:ext cx="9742529" cy="9700686"/>
            <a:chOff x="-465737" y="-2286575"/>
            <a:chExt cx="9742529" cy="9700686"/>
          </a:xfrm>
        </p:grpSpPr>
        <p:grpSp>
          <p:nvGrpSpPr>
            <p:cNvPr id="19" name="Google Shape;19;p3"/>
            <p:cNvGrpSpPr/>
            <p:nvPr/>
          </p:nvGrpSpPr>
          <p:grpSpPr>
            <a:xfrm rot="-5400000" flipH="1">
              <a:off x="-1250979" y="4843057"/>
              <a:ext cx="3356296" cy="1785813"/>
              <a:chOff x="1386775" y="2177075"/>
              <a:chExt cx="3887302" cy="2068350"/>
            </a:xfrm>
          </p:grpSpPr>
          <p:sp>
            <p:nvSpPr>
              <p:cNvPr id="20" name="Google Shape;20;p3"/>
              <p:cNvSpPr/>
              <p:nvPr/>
            </p:nvSpPr>
            <p:spPr>
              <a:xfrm>
                <a:off x="1386775" y="2177075"/>
                <a:ext cx="2047396" cy="2047396"/>
              </a:xfrm>
              <a:custGeom>
                <a:avLst/>
                <a:gdLst/>
                <a:ahLst/>
                <a:cxnLst/>
                <a:rect l="l" t="t" r="r" b="b"/>
                <a:pathLst>
                  <a:path w="17495" h="17495" extrusionOk="0">
                    <a:moveTo>
                      <a:pt x="8755" y="0"/>
                    </a:moveTo>
                    <a:cubicBezTo>
                      <a:pt x="8652" y="0"/>
                      <a:pt x="8539" y="11"/>
                      <a:pt x="8439" y="11"/>
                    </a:cubicBezTo>
                    <a:cubicBezTo>
                      <a:pt x="8393" y="11"/>
                      <a:pt x="8350" y="57"/>
                      <a:pt x="8350" y="103"/>
                    </a:cubicBezTo>
                    <a:cubicBezTo>
                      <a:pt x="8360" y="157"/>
                      <a:pt x="8393" y="192"/>
                      <a:pt x="8450" y="192"/>
                    </a:cubicBezTo>
                    <a:cubicBezTo>
                      <a:pt x="8552" y="181"/>
                      <a:pt x="8652" y="181"/>
                      <a:pt x="8755" y="181"/>
                    </a:cubicBezTo>
                    <a:cubicBezTo>
                      <a:pt x="8944" y="181"/>
                      <a:pt x="9146" y="192"/>
                      <a:pt x="9338" y="203"/>
                    </a:cubicBezTo>
                    <a:cubicBezTo>
                      <a:pt x="9384" y="203"/>
                      <a:pt x="9430" y="170"/>
                      <a:pt x="9430" y="125"/>
                    </a:cubicBezTo>
                    <a:cubicBezTo>
                      <a:pt x="9440" y="68"/>
                      <a:pt x="9395" y="22"/>
                      <a:pt x="9349" y="22"/>
                    </a:cubicBezTo>
                    <a:cubicBezTo>
                      <a:pt x="9146" y="11"/>
                      <a:pt x="8957" y="0"/>
                      <a:pt x="8755" y="0"/>
                    </a:cubicBezTo>
                    <a:close/>
                    <a:moveTo>
                      <a:pt x="7089" y="157"/>
                    </a:moveTo>
                    <a:cubicBezTo>
                      <a:pt x="6784" y="224"/>
                      <a:pt x="6492" y="292"/>
                      <a:pt x="6200" y="384"/>
                    </a:cubicBezTo>
                    <a:cubicBezTo>
                      <a:pt x="6154" y="395"/>
                      <a:pt x="6133" y="451"/>
                      <a:pt x="6144" y="494"/>
                    </a:cubicBezTo>
                    <a:cubicBezTo>
                      <a:pt x="6153" y="533"/>
                      <a:pt x="6193" y="554"/>
                      <a:pt x="6233" y="554"/>
                    </a:cubicBezTo>
                    <a:cubicBezTo>
                      <a:pt x="6241" y="554"/>
                      <a:pt x="6249" y="553"/>
                      <a:pt x="6257" y="551"/>
                    </a:cubicBezTo>
                    <a:cubicBezTo>
                      <a:pt x="6538" y="473"/>
                      <a:pt x="6829" y="395"/>
                      <a:pt x="7121" y="338"/>
                    </a:cubicBezTo>
                    <a:cubicBezTo>
                      <a:pt x="7167" y="327"/>
                      <a:pt x="7202" y="281"/>
                      <a:pt x="7189" y="238"/>
                    </a:cubicBezTo>
                    <a:cubicBezTo>
                      <a:pt x="7178" y="181"/>
                      <a:pt x="7135" y="157"/>
                      <a:pt x="7089" y="157"/>
                    </a:cubicBezTo>
                    <a:close/>
                    <a:moveTo>
                      <a:pt x="10674" y="222"/>
                    </a:moveTo>
                    <a:cubicBezTo>
                      <a:pt x="10631" y="222"/>
                      <a:pt x="10597" y="246"/>
                      <a:pt x="10588" y="292"/>
                    </a:cubicBezTo>
                    <a:cubicBezTo>
                      <a:pt x="10577" y="338"/>
                      <a:pt x="10610" y="384"/>
                      <a:pt x="10655" y="395"/>
                    </a:cubicBezTo>
                    <a:cubicBezTo>
                      <a:pt x="10947" y="462"/>
                      <a:pt x="11228" y="540"/>
                      <a:pt x="11509" y="643"/>
                    </a:cubicBezTo>
                    <a:cubicBezTo>
                      <a:pt x="11516" y="645"/>
                      <a:pt x="11524" y="646"/>
                      <a:pt x="11531" y="646"/>
                    </a:cubicBezTo>
                    <a:cubicBezTo>
                      <a:pt x="11572" y="646"/>
                      <a:pt x="11613" y="623"/>
                      <a:pt x="11622" y="586"/>
                    </a:cubicBezTo>
                    <a:cubicBezTo>
                      <a:pt x="11644" y="540"/>
                      <a:pt x="11622" y="484"/>
                      <a:pt x="11565" y="473"/>
                    </a:cubicBezTo>
                    <a:cubicBezTo>
                      <a:pt x="11285" y="373"/>
                      <a:pt x="10993" y="292"/>
                      <a:pt x="10699" y="224"/>
                    </a:cubicBezTo>
                    <a:cubicBezTo>
                      <a:pt x="10690" y="223"/>
                      <a:pt x="10682" y="222"/>
                      <a:pt x="10674" y="222"/>
                    </a:cubicBezTo>
                    <a:close/>
                    <a:moveTo>
                      <a:pt x="4975" y="869"/>
                    </a:moveTo>
                    <a:cubicBezTo>
                      <a:pt x="4964" y="869"/>
                      <a:pt x="4952" y="872"/>
                      <a:pt x="4939" y="878"/>
                    </a:cubicBezTo>
                    <a:cubicBezTo>
                      <a:pt x="4659" y="1013"/>
                      <a:pt x="4399" y="1159"/>
                      <a:pt x="4140" y="1318"/>
                    </a:cubicBezTo>
                    <a:cubicBezTo>
                      <a:pt x="4097" y="1340"/>
                      <a:pt x="4083" y="1396"/>
                      <a:pt x="4108" y="1440"/>
                    </a:cubicBezTo>
                    <a:cubicBezTo>
                      <a:pt x="4129" y="1470"/>
                      <a:pt x="4162" y="1485"/>
                      <a:pt x="4192" y="1485"/>
                    </a:cubicBezTo>
                    <a:cubicBezTo>
                      <a:pt x="4207" y="1485"/>
                      <a:pt x="4220" y="1482"/>
                      <a:pt x="4232" y="1475"/>
                    </a:cubicBezTo>
                    <a:cubicBezTo>
                      <a:pt x="4488" y="1318"/>
                      <a:pt x="4748" y="1170"/>
                      <a:pt x="5018" y="1035"/>
                    </a:cubicBezTo>
                    <a:cubicBezTo>
                      <a:pt x="5064" y="1024"/>
                      <a:pt x="5074" y="967"/>
                      <a:pt x="5053" y="924"/>
                    </a:cubicBezTo>
                    <a:cubicBezTo>
                      <a:pt x="5035" y="890"/>
                      <a:pt x="5007" y="869"/>
                      <a:pt x="4975" y="869"/>
                    </a:cubicBezTo>
                    <a:close/>
                    <a:moveTo>
                      <a:pt x="12788" y="994"/>
                    </a:moveTo>
                    <a:cubicBezTo>
                      <a:pt x="12753" y="994"/>
                      <a:pt x="12718" y="1014"/>
                      <a:pt x="12702" y="1048"/>
                    </a:cubicBezTo>
                    <a:cubicBezTo>
                      <a:pt x="12681" y="1091"/>
                      <a:pt x="12691" y="1148"/>
                      <a:pt x="12737" y="1170"/>
                    </a:cubicBezTo>
                    <a:cubicBezTo>
                      <a:pt x="13007" y="1305"/>
                      <a:pt x="13253" y="1453"/>
                      <a:pt x="13501" y="1620"/>
                    </a:cubicBezTo>
                    <a:cubicBezTo>
                      <a:pt x="13519" y="1634"/>
                      <a:pt x="13539" y="1640"/>
                      <a:pt x="13557" y="1640"/>
                    </a:cubicBezTo>
                    <a:cubicBezTo>
                      <a:pt x="13585" y="1640"/>
                      <a:pt x="13611" y="1625"/>
                      <a:pt x="13626" y="1599"/>
                    </a:cubicBezTo>
                    <a:cubicBezTo>
                      <a:pt x="13658" y="1553"/>
                      <a:pt x="13647" y="1496"/>
                      <a:pt x="13601" y="1475"/>
                    </a:cubicBezTo>
                    <a:cubicBezTo>
                      <a:pt x="13356" y="1305"/>
                      <a:pt x="13096" y="1148"/>
                      <a:pt x="12826" y="1002"/>
                    </a:cubicBezTo>
                    <a:cubicBezTo>
                      <a:pt x="12814" y="996"/>
                      <a:pt x="12801" y="994"/>
                      <a:pt x="12788" y="994"/>
                    </a:cubicBezTo>
                    <a:close/>
                    <a:moveTo>
                      <a:pt x="3105" y="2103"/>
                    </a:moveTo>
                    <a:cubicBezTo>
                      <a:pt x="3083" y="2103"/>
                      <a:pt x="3060" y="2112"/>
                      <a:pt x="3038" y="2128"/>
                    </a:cubicBezTo>
                    <a:cubicBezTo>
                      <a:pt x="2814" y="2317"/>
                      <a:pt x="2598" y="2533"/>
                      <a:pt x="2385" y="2757"/>
                    </a:cubicBezTo>
                    <a:cubicBezTo>
                      <a:pt x="2353" y="2790"/>
                      <a:pt x="2353" y="2846"/>
                      <a:pt x="2385" y="2881"/>
                    </a:cubicBezTo>
                    <a:cubicBezTo>
                      <a:pt x="2408" y="2898"/>
                      <a:pt x="2434" y="2906"/>
                      <a:pt x="2458" y="2906"/>
                    </a:cubicBezTo>
                    <a:cubicBezTo>
                      <a:pt x="2482" y="2906"/>
                      <a:pt x="2504" y="2898"/>
                      <a:pt x="2520" y="2881"/>
                    </a:cubicBezTo>
                    <a:cubicBezTo>
                      <a:pt x="2723" y="2655"/>
                      <a:pt x="2936" y="2452"/>
                      <a:pt x="3163" y="2263"/>
                    </a:cubicBezTo>
                    <a:cubicBezTo>
                      <a:pt x="3195" y="2228"/>
                      <a:pt x="3206" y="2171"/>
                      <a:pt x="3173" y="2139"/>
                    </a:cubicBezTo>
                    <a:cubicBezTo>
                      <a:pt x="3155" y="2114"/>
                      <a:pt x="3131" y="2103"/>
                      <a:pt x="3105" y="2103"/>
                    </a:cubicBezTo>
                    <a:close/>
                    <a:moveTo>
                      <a:pt x="14609" y="2293"/>
                    </a:moveTo>
                    <a:cubicBezTo>
                      <a:pt x="14587" y="2293"/>
                      <a:pt x="14564" y="2301"/>
                      <a:pt x="14546" y="2317"/>
                    </a:cubicBezTo>
                    <a:cubicBezTo>
                      <a:pt x="14514" y="2352"/>
                      <a:pt x="14514" y="2409"/>
                      <a:pt x="14546" y="2441"/>
                    </a:cubicBezTo>
                    <a:cubicBezTo>
                      <a:pt x="14773" y="2644"/>
                      <a:pt x="14976" y="2857"/>
                      <a:pt x="15178" y="3084"/>
                    </a:cubicBezTo>
                    <a:cubicBezTo>
                      <a:pt x="15197" y="3103"/>
                      <a:pt x="15224" y="3114"/>
                      <a:pt x="15250" y="3114"/>
                    </a:cubicBezTo>
                    <a:cubicBezTo>
                      <a:pt x="15269" y="3114"/>
                      <a:pt x="15288" y="3108"/>
                      <a:pt x="15302" y="3095"/>
                    </a:cubicBezTo>
                    <a:cubicBezTo>
                      <a:pt x="15335" y="3060"/>
                      <a:pt x="15346" y="3006"/>
                      <a:pt x="15313" y="2960"/>
                    </a:cubicBezTo>
                    <a:cubicBezTo>
                      <a:pt x="15111" y="2736"/>
                      <a:pt x="14897" y="2520"/>
                      <a:pt x="14671" y="2317"/>
                    </a:cubicBezTo>
                    <a:cubicBezTo>
                      <a:pt x="14654" y="2301"/>
                      <a:pt x="14632" y="2293"/>
                      <a:pt x="14609" y="2293"/>
                    </a:cubicBezTo>
                    <a:close/>
                    <a:moveTo>
                      <a:pt x="1607" y="3773"/>
                    </a:moveTo>
                    <a:cubicBezTo>
                      <a:pt x="1580" y="3773"/>
                      <a:pt x="1552" y="3788"/>
                      <a:pt x="1532" y="3816"/>
                    </a:cubicBezTo>
                    <a:cubicBezTo>
                      <a:pt x="1362" y="4061"/>
                      <a:pt x="1205" y="4321"/>
                      <a:pt x="1059" y="4591"/>
                    </a:cubicBezTo>
                    <a:cubicBezTo>
                      <a:pt x="1035" y="4636"/>
                      <a:pt x="1046" y="4693"/>
                      <a:pt x="1092" y="4715"/>
                    </a:cubicBezTo>
                    <a:cubicBezTo>
                      <a:pt x="1104" y="4721"/>
                      <a:pt x="1118" y="4723"/>
                      <a:pt x="1131" y="4723"/>
                    </a:cubicBezTo>
                    <a:cubicBezTo>
                      <a:pt x="1166" y="4723"/>
                      <a:pt x="1200" y="4705"/>
                      <a:pt x="1216" y="4680"/>
                    </a:cubicBezTo>
                    <a:cubicBezTo>
                      <a:pt x="1362" y="4410"/>
                      <a:pt x="1508" y="4164"/>
                      <a:pt x="1678" y="3916"/>
                    </a:cubicBezTo>
                    <a:cubicBezTo>
                      <a:pt x="1710" y="3870"/>
                      <a:pt x="1699" y="3816"/>
                      <a:pt x="1653" y="3791"/>
                    </a:cubicBezTo>
                    <a:cubicBezTo>
                      <a:pt x="1641" y="3779"/>
                      <a:pt x="1624" y="3773"/>
                      <a:pt x="1607" y="3773"/>
                    </a:cubicBezTo>
                    <a:close/>
                    <a:moveTo>
                      <a:pt x="16059" y="4008"/>
                    </a:moveTo>
                    <a:cubicBezTo>
                      <a:pt x="16041" y="4008"/>
                      <a:pt x="16024" y="4015"/>
                      <a:pt x="16010" y="4029"/>
                    </a:cubicBezTo>
                    <a:cubicBezTo>
                      <a:pt x="15964" y="4051"/>
                      <a:pt x="15953" y="4107"/>
                      <a:pt x="15977" y="4153"/>
                    </a:cubicBezTo>
                    <a:cubicBezTo>
                      <a:pt x="16134" y="4399"/>
                      <a:pt x="16280" y="4658"/>
                      <a:pt x="16415" y="4917"/>
                    </a:cubicBezTo>
                    <a:cubicBezTo>
                      <a:pt x="16431" y="4951"/>
                      <a:pt x="16466" y="4972"/>
                      <a:pt x="16501" y="4972"/>
                    </a:cubicBezTo>
                    <a:cubicBezTo>
                      <a:pt x="16514" y="4972"/>
                      <a:pt x="16527" y="4969"/>
                      <a:pt x="16539" y="4963"/>
                    </a:cubicBezTo>
                    <a:cubicBezTo>
                      <a:pt x="16585" y="4939"/>
                      <a:pt x="16607" y="4882"/>
                      <a:pt x="16585" y="4839"/>
                    </a:cubicBezTo>
                    <a:cubicBezTo>
                      <a:pt x="16450" y="4569"/>
                      <a:pt x="16291" y="4310"/>
                      <a:pt x="16134" y="4051"/>
                    </a:cubicBezTo>
                    <a:cubicBezTo>
                      <a:pt x="16113" y="4023"/>
                      <a:pt x="16085" y="4008"/>
                      <a:pt x="16059" y="4008"/>
                    </a:cubicBezTo>
                    <a:close/>
                    <a:moveTo>
                      <a:pt x="582" y="5775"/>
                    </a:moveTo>
                    <a:cubicBezTo>
                      <a:pt x="548" y="5775"/>
                      <a:pt x="516" y="5799"/>
                      <a:pt x="506" y="5841"/>
                    </a:cubicBezTo>
                    <a:cubicBezTo>
                      <a:pt x="406" y="6122"/>
                      <a:pt x="317" y="6413"/>
                      <a:pt x="249" y="6705"/>
                    </a:cubicBezTo>
                    <a:cubicBezTo>
                      <a:pt x="236" y="6751"/>
                      <a:pt x="260" y="6807"/>
                      <a:pt x="317" y="6818"/>
                    </a:cubicBezTo>
                    <a:cubicBezTo>
                      <a:pt x="322" y="6820"/>
                      <a:pt x="328" y="6820"/>
                      <a:pt x="334" y="6820"/>
                    </a:cubicBezTo>
                    <a:cubicBezTo>
                      <a:pt x="371" y="6820"/>
                      <a:pt x="407" y="6791"/>
                      <a:pt x="417" y="6751"/>
                    </a:cubicBezTo>
                    <a:cubicBezTo>
                      <a:pt x="495" y="6459"/>
                      <a:pt x="573" y="6178"/>
                      <a:pt x="676" y="5895"/>
                    </a:cubicBezTo>
                    <a:cubicBezTo>
                      <a:pt x="687" y="5852"/>
                      <a:pt x="665" y="5795"/>
                      <a:pt x="619" y="5784"/>
                    </a:cubicBezTo>
                    <a:cubicBezTo>
                      <a:pt x="607" y="5778"/>
                      <a:pt x="595" y="5775"/>
                      <a:pt x="582" y="5775"/>
                    </a:cubicBezTo>
                    <a:close/>
                    <a:moveTo>
                      <a:pt x="17003" y="6039"/>
                    </a:moveTo>
                    <a:cubicBezTo>
                      <a:pt x="16994" y="6039"/>
                      <a:pt x="16985" y="6041"/>
                      <a:pt x="16976" y="6043"/>
                    </a:cubicBezTo>
                    <a:cubicBezTo>
                      <a:pt x="16933" y="6065"/>
                      <a:pt x="16909" y="6111"/>
                      <a:pt x="16922" y="6154"/>
                    </a:cubicBezTo>
                    <a:cubicBezTo>
                      <a:pt x="17012" y="6435"/>
                      <a:pt x="17090" y="6729"/>
                      <a:pt x="17147" y="7021"/>
                    </a:cubicBezTo>
                    <a:cubicBezTo>
                      <a:pt x="17156" y="7061"/>
                      <a:pt x="17192" y="7090"/>
                      <a:pt x="17229" y="7090"/>
                    </a:cubicBezTo>
                    <a:cubicBezTo>
                      <a:pt x="17235" y="7090"/>
                      <a:pt x="17241" y="7090"/>
                      <a:pt x="17246" y="7088"/>
                    </a:cubicBezTo>
                    <a:cubicBezTo>
                      <a:pt x="17303" y="7077"/>
                      <a:pt x="17327" y="7031"/>
                      <a:pt x="17327" y="6988"/>
                    </a:cubicBezTo>
                    <a:cubicBezTo>
                      <a:pt x="17260" y="6683"/>
                      <a:pt x="17179" y="6392"/>
                      <a:pt x="17090" y="6097"/>
                    </a:cubicBezTo>
                    <a:cubicBezTo>
                      <a:pt x="17081" y="6062"/>
                      <a:pt x="17042" y="6039"/>
                      <a:pt x="17003" y="6039"/>
                    </a:cubicBezTo>
                    <a:close/>
                    <a:moveTo>
                      <a:pt x="125" y="7966"/>
                    </a:moveTo>
                    <a:cubicBezTo>
                      <a:pt x="79" y="7966"/>
                      <a:pt x="33" y="8001"/>
                      <a:pt x="33" y="8055"/>
                    </a:cubicBezTo>
                    <a:cubicBezTo>
                      <a:pt x="12" y="8282"/>
                      <a:pt x="1" y="8517"/>
                      <a:pt x="1" y="8754"/>
                    </a:cubicBezTo>
                    <a:cubicBezTo>
                      <a:pt x="1" y="8822"/>
                      <a:pt x="12" y="8889"/>
                      <a:pt x="12" y="8957"/>
                    </a:cubicBezTo>
                    <a:cubicBezTo>
                      <a:pt x="12" y="9013"/>
                      <a:pt x="47" y="9046"/>
                      <a:pt x="101" y="9046"/>
                    </a:cubicBezTo>
                    <a:cubicBezTo>
                      <a:pt x="147" y="9046"/>
                      <a:pt x="193" y="9000"/>
                      <a:pt x="193" y="8957"/>
                    </a:cubicBezTo>
                    <a:cubicBezTo>
                      <a:pt x="193" y="8889"/>
                      <a:pt x="182" y="8822"/>
                      <a:pt x="182" y="8754"/>
                    </a:cubicBezTo>
                    <a:cubicBezTo>
                      <a:pt x="182" y="8517"/>
                      <a:pt x="193" y="8292"/>
                      <a:pt x="214" y="8068"/>
                    </a:cubicBezTo>
                    <a:cubicBezTo>
                      <a:pt x="214" y="8022"/>
                      <a:pt x="182" y="7976"/>
                      <a:pt x="125" y="7966"/>
                    </a:cubicBezTo>
                    <a:close/>
                    <a:moveTo>
                      <a:pt x="17395" y="8247"/>
                    </a:moveTo>
                    <a:cubicBezTo>
                      <a:pt x="17349" y="8247"/>
                      <a:pt x="17303" y="8292"/>
                      <a:pt x="17314" y="8338"/>
                    </a:cubicBezTo>
                    <a:lnTo>
                      <a:pt x="17314" y="8754"/>
                    </a:lnTo>
                    <a:cubicBezTo>
                      <a:pt x="17314" y="9057"/>
                      <a:pt x="17303" y="9351"/>
                      <a:pt x="17271" y="9642"/>
                    </a:cubicBezTo>
                    <a:cubicBezTo>
                      <a:pt x="17271" y="9688"/>
                      <a:pt x="17303" y="9732"/>
                      <a:pt x="17360" y="9742"/>
                    </a:cubicBezTo>
                    <a:cubicBezTo>
                      <a:pt x="17406" y="9742"/>
                      <a:pt x="17449" y="9710"/>
                      <a:pt x="17449" y="9653"/>
                    </a:cubicBezTo>
                    <a:cubicBezTo>
                      <a:pt x="17484" y="9362"/>
                      <a:pt x="17495" y="9057"/>
                      <a:pt x="17495" y="8754"/>
                    </a:cubicBezTo>
                    <a:lnTo>
                      <a:pt x="17495" y="8338"/>
                    </a:lnTo>
                    <a:cubicBezTo>
                      <a:pt x="17484" y="8282"/>
                      <a:pt x="17449" y="8247"/>
                      <a:pt x="17395" y="8247"/>
                    </a:cubicBezTo>
                    <a:close/>
                    <a:moveTo>
                      <a:pt x="235" y="10213"/>
                    </a:moveTo>
                    <a:cubicBezTo>
                      <a:pt x="228" y="10213"/>
                      <a:pt x="221" y="10214"/>
                      <a:pt x="214" y="10215"/>
                    </a:cubicBezTo>
                    <a:cubicBezTo>
                      <a:pt x="168" y="10215"/>
                      <a:pt x="136" y="10272"/>
                      <a:pt x="147" y="10317"/>
                    </a:cubicBezTo>
                    <a:cubicBezTo>
                      <a:pt x="203" y="10620"/>
                      <a:pt x="271" y="10914"/>
                      <a:pt x="349" y="11206"/>
                    </a:cubicBezTo>
                    <a:cubicBezTo>
                      <a:pt x="367" y="11244"/>
                      <a:pt x="402" y="11265"/>
                      <a:pt x="439" y="11265"/>
                    </a:cubicBezTo>
                    <a:cubicBezTo>
                      <a:pt x="447" y="11265"/>
                      <a:pt x="455" y="11264"/>
                      <a:pt x="463" y="11263"/>
                    </a:cubicBezTo>
                    <a:cubicBezTo>
                      <a:pt x="506" y="11252"/>
                      <a:pt x="541" y="11195"/>
                      <a:pt x="530" y="11149"/>
                    </a:cubicBezTo>
                    <a:cubicBezTo>
                      <a:pt x="438" y="10868"/>
                      <a:pt x="371" y="10577"/>
                      <a:pt x="328" y="10282"/>
                    </a:cubicBezTo>
                    <a:cubicBezTo>
                      <a:pt x="318" y="10245"/>
                      <a:pt x="282" y="10213"/>
                      <a:pt x="235" y="10213"/>
                    </a:cubicBezTo>
                    <a:close/>
                    <a:moveTo>
                      <a:pt x="17125" y="10887"/>
                    </a:moveTo>
                    <a:cubicBezTo>
                      <a:pt x="17084" y="10887"/>
                      <a:pt x="17042" y="10912"/>
                      <a:pt x="17033" y="10957"/>
                    </a:cubicBezTo>
                    <a:cubicBezTo>
                      <a:pt x="16955" y="11241"/>
                      <a:pt x="16866" y="11522"/>
                      <a:pt x="16763" y="11803"/>
                    </a:cubicBezTo>
                    <a:cubicBezTo>
                      <a:pt x="16742" y="11848"/>
                      <a:pt x="16763" y="11902"/>
                      <a:pt x="16809" y="11916"/>
                    </a:cubicBezTo>
                    <a:cubicBezTo>
                      <a:pt x="16824" y="11922"/>
                      <a:pt x="16838" y="11924"/>
                      <a:pt x="16851" y="11924"/>
                    </a:cubicBezTo>
                    <a:cubicBezTo>
                      <a:pt x="16887" y="11924"/>
                      <a:pt x="16915" y="11904"/>
                      <a:pt x="16933" y="11870"/>
                    </a:cubicBezTo>
                    <a:cubicBezTo>
                      <a:pt x="17033" y="11578"/>
                      <a:pt x="17136" y="11295"/>
                      <a:pt x="17214" y="11003"/>
                    </a:cubicBezTo>
                    <a:cubicBezTo>
                      <a:pt x="17225" y="10947"/>
                      <a:pt x="17192" y="10903"/>
                      <a:pt x="17147" y="10890"/>
                    </a:cubicBezTo>
                    <a:cubicBezTo>
                      <a:pt x="17139" y="10888"/>
                      <a:pt x="17132" y="10887"/>
                      <a:pt x="17125" y="10887"/>
                    </a:cubicBezTo>
                    <a:close/>
                    <a:moveTo>
                      <a:pt x="916" y="12345"/>
                    </a:moveTo>
                    <a:cubicBezTo>
                      <a:pt x="903" y="12345"/>
                      <a:pt x="891" y="12348"/>
                      <a:pt x="878" y="12353"/>
                    </a:cubicBezTo>
                    <a:cubicBezTo>
                      <a:pt x="832" y="12375"/>
                      <a:pt x="811" y="12432"/>
                      <a:pt x="832" y="12478"/>
                    </a:cubicBezTo>
                    <a:cubicBezTo>
                      <a:pt x="967" y="12748"/>
                      <a:pt x="1103" y="13018"/>
                      <a:pt x="1262" y="13277"/>
                    </a:cubicBezTo>
                    <a:cubicBezTo>
                      <a:pt x="1283" y="13306"/>
                      <a:pt x="1316" y="13321"/>
                      <a:pt x="1345" y="13321"/>
                    </a:cubicBezTo>
                    <a:cubicBezTo>
                      <a:pt x="1359" y="13321"/>
                      <a:pt x="1373" y="13317"/>
                      <a:pt x="1383" y="13309"/>
                    </a:cubicBezTo>
                    <a:cubicBezTo>
                      <a:pt x="1429" y="13277"/>
                      <a:pt x="1440" y="13220"/>
                      <a:pt x="1418" y="13185"/>
                    </a:cubicBezTo>
                    <a:cubicBezTo>
                      <a:pt x="1262" y="12928"/>
                      <a:pt x="1127" y="12669"/>
                      <a:pt x="1003" y="12399"/>
                    </a:cubicBezTo>
                    <a:cubicBezTo>
                      <a:pt x="985" y="12366"/>
                      <a:pt x="951" y="12345"/>
                      <a:pt x="916" y="12345"/>
                    </a:cubicBezTo>
                    <a:close/>
                    <a:moveTo>
                      <a:pt x="16268" y="12961"/>
                    </a:moveTo>
                    <a:cubicBezTo>
                      <a:pt x="16236" y="12961"/>
                      <a:pt x="16205" y="12976"/>
                      <a:pt x="16191" y="13007"/>
                    </a:cubicBezTo>
                    <a:cubicBezTo>
                      <a:pt x="16045" y="13266"/>
                      <a:pt x="15886" y="13512"/>
                      <a:pt x="15707" y="13760"/>
                    </a:cubicBezTo>
                    <a:cubicBezTo>
                      <a:pt x="15683" y="13793"/>
                      <a:pt x="15683" y="13849"/>
                      <a:pt x="15729" y="13884"/>
                    </a:cubicBezTo>
                    <a:cubicBezTo>
                      <a:pt x="15745" y="13892"/>
                      <a:pt x="15762" y="13895"/>
                      <a:pt x="15778" y="13895"/>
                    </a:cubicBezTo>
                    <a:cubicBezTo>
                      <a:pt x="15809" y="13895"/>
                      <a:pt x="15837" y="13883"/>
                      <a:pt x="15853" y="13860"/>
                    </a:cubicBezTo>
                    <a:cubicBezTo>
                      <a:pt x="16031" y="13614"/>
                      <a:pt x="16202" y="13355"/>
                      <a:pt x="16347" y="13096"/>
                    </a:cubicBezTo>
                    <a:cubicBezTo>
                      <a:pt x="16369" y="13050"/>
                      <a:pt x="16358" y="12996"/>
                      <a:pt x="16315" y="12972"/>
                    </a:cubicBezTo>
                    <a:cubicBezTo>
                      <a:pt x="16300" y="12965"/>
                      <a:pt x="16284" y="12961"/>
                      <a:pt x="16268" y="12961"/>
                    </a:cubicBezTo>
                    <a:close/>
                    <a:moveTo>
                      <a:pt x="2122" y="14235"/>
                    </a:moveTo>
                    <a:cubicBezTo>
                      <a:pt x="2103" y="14235"/>
                      <a:pt x="2085" y="14241"/>
                      <a:pt x="2072" y="14254"/>
                    </a:cubicBezTo>
                    <a:cubicBezTo>
                      <a:pt x="2037" y="14289"/>
                      <a:pt x="2026" y="14346"/>
                      <a:pt x="2058" y="14378"/>
                    </a:cubicBezTo>
                    <a:cubicBezTo>
                      <a:pt x="2250" y="14616"/>
                      <a:pt x="2463" y="14840"/>
                      <a:pt x="2679" y="15043"/>
                    </a:cubicBezTo>
                    <a:cubicBezTo>
                      <a:pt x="2696" y="15059"/>
                      <a:pt x="2718" y="15067"/>
                      <a:pt x="2740" y="15067"/>
                    </a:cubicBezTo>
                    <a:cubicBezTo>
                      <a:pt x="2762" y="15067"/>
                      <a:pt x="2785" y="15059"/>
                      <a:pt x="2801" y="15043"/>
                    </a:cubicBezTo>
                    <a:cubicBezTo>
                      <a:pt x="2836" y="15008"/>
                      <a:pt x="2836" y="14954"/>
                      <a:pt x="2801" y="14918"/>
                    </a:cubicBezTo>
                    <a:cubicBezTo>
                      <a:pt x="2588" y="14716"/>
                      <a:pt x="2385" y="14492"/>
                      <a:pt x="2193" y="14265"/>
                    </a:cubicBezTo>
                    <a:cubicBezTo>
                      <a:pt x="2175" y="14246"/>
                      <a:pt x="2147" y="14235"/>
                      <a:pt x="2122" y="14235"/>
                    </a:cubicBezTo>
                    <a:close/>
                    <a:moveTo>
                      <a:pt x="14913" y="14746"/>
                    </a:moveTo>
                    <a:cubicBezTo>
                      <a:pt x="14890" y="14746"/>
                      <a:pt x="14868" y="14755"/>
                      <a:pt x="14851" y="14773"/>
                    </a:cubicBezTo>
                    <a:cubicBezTo>
                      <a:pt x="14638" y="14986"/>
                      <a:pt x="14425" y="15188"/>
                      <a:pt x="14187" y="15369"/>
                    </a:cubicBezTo>
                    <a:cubicBezTo>
                      <a:pt x="14155" y="15402"/>
                      <a:pt x="14141" y="15459"/>
                      <a:pt x="14176" y="15504"/>
                    </a:cubicBezTo>
                    <a:cubicBezTo>
                      <a:pt x="14195" y="15523"/>
                      <a:pt x="14222" y="15535"/>
                      <a:pt x="14249" y="15535"/>
                    </a:cubicBezTo>
                    <a:cubicBezTo>
                      <a:pt x="14267" y="15535"/>
                      <a:pt x="14286" y="15529"/>
                      <a:pt x="14301" y="15515"/>
                    </a:cubicBezTo>
                    <a:cubicBezTo>
                      <a:pt x="14536" y="15323"/>
                      <a:pt x="14762" y="15121"/>
                      <a:pt x="14976" y="14897"/>
                    </a:cubicBezTo>
                    <a:cubicBezTo>
                      <a:pt x="15008" y="14862"/>
                      <a:pt x="15008" y="14805"/>
                      <a:pt x="14976" y="14773"/>
                    </a:cubicBezTo>
                    <a:cubicBezTo>
                      <a:pt x="14958" y="14755"/>
                      <a:pt x="14935" y="14746"/>
                      <a:pt x="14913" y="14746"/>
                    </a:cubicBezTo>
                    <a:close/>
                    <a:moveTo>
                      <a:pt x="3785" y="15751"/>
                    </a:moveTo>
                    <a:cubicBezTo>
                      <a:pt x="3755" y="15751"/>
                      <a:pt x="3727" y="15763"/>
                      <a:pt x="3714" y="15785"/>
                    </a:cubicBezTo>
                    <a:cubicBezTo>
                      <a:pt x="3678" y="15831"/>
                      <a:pt x="3692" y="15885"/>
                      <a:pt x="3724" y="15909"/>
                    </a:cubicBezTo>
                    <a:cubicBezTo>
                      <a:pt x="3973" y="16088"/>
                      <a:pt x="4232" y="16247"/>
                      <a:pt x="4502" y="16393"/>
                    </a:cubicBezTo>
                    <a:cubicBezTo>
                      <a:pt x="4516" y="16403"/>
                      <a:pt x="4532" y="16408"/>
                      <a:pt x="4547" y="16408"/>
                    </a:cubicBezTo>
                    <a:cubicBezTo>
                      <a:pt x="4579" y="16408"/>
                      <a:pt x="4609" y="16388"/>
                      <a:pt x="4623" y="16358"/>
                    </a:cubicBezTo>
                    <a:cubicBezTo>
                      <a:pt x="4648" y="16314"/>
                      <a:pt x="4637" y="16269"/>
                      <a:pt x="4591" y="16236"/>
                    </a:cubicBezTo>
                    <a:cubicBezTo>
                      <a:pt x="4332" y="16101"/>
                      <a:pt x="4073" y="15931"/>
                      <a:pt x="3838" y="15764"/>
                    </a:cubicBezTo>
                    <a:cubicBezTo>
                      <a:pt x="3821" y="15755"/>
                      <a:pt x="3803" y="15751"/>
                      <a:pt x="3785" y="15751"/>
                    </a:cubicBezTo>
                    <a:close/>
                    <a:moveTo>
                      <a:pt x="13143" y="16123"/>
                    </a:moveTo>
                    <a:cubicBezTo>
                      <a:pt x="13127" y="16123"/>
                      <a:pt x="13111" y="16126"/>
                      <a:pt x="13096" y="16134"/>
                    </a:cubicBezTo>
                    <a:cubicBezTo>
                      <a:pt x="12837" y="16290"/>
                      <a:pt x="12578" y="16425"/>
                      <a:pt x="12308" y="16549"/>
                    </a:cubicBezTo>
                    <a:cubicBezTo>
                      <a:pt x="12265" y="16574"/>
                      <a:pt x="12240" y="16628"/>
                      <a:pt x="12265" y="16674"/>
                    </a:cubicBezTo>
                    <a:cubicBezTo>
                      <a:pt x="12281" y="16709"/>
                      <a:pt x="12312" y="16723"/>
                      <a:pt x="12345" y="16723"/>
                    </a:cubicBezTo>
                    <a:cubicBezTo>
                      <a:pt x="12355" y="16723"/>
                      <a:pt x="12365" y="16722"/>
                      <a:pt x="12375" y="16719"/>
                    </a:cubicBezTo>
                    <a:cubicBezTo>
                      <a:pt x="12656" y="16584"/>
                      <a:pt x="12926" y="16449"/>
                      <a:pt x="13185" y="16290"/>
                    </a:cubicBezTo>
                    <a:cubicBezTo>
                      <a:pt x="13231" y="16269"/>
                      <a:pt x="13242" y="16212"/>
                      <a:pt x="13221" y="16169"/>
                    </a:cubicBezTo>
                    <a:cubicBezTo>
                      <a:pt x="13204" y="16138"/>
                      <a:pt x="13175" y="16123"/>
                      <a:pt x="13143" y="16123"/>
                    </a:cubicBezTo>
                    <a:close/>
                    <a:moveTo>
                      <a:pt x="5771" y="16791"/>
                    </a:moveTo>
                    <a:cubicBezTo>
                      <a:pt x="5731" y="16791"/>
                      <a:pt x="5699" y="16819"/>
                      <a:pt x="5682" y="16854"/>
                    </a:cubicBezTo>
                    <a:cubicBezTo>
                      <a:pt x="5671" y="16898"/>
                      <a:pt x="5693" y="16944"/>
                      <a:pt x="5739" y="16965"/>
                    </a:cubicBezTo>
                    <a:cubicBezTo>
                      <a:pt x="6019" y="17068"/>
                      <a:pt x="6311" y="17157"/>
                      <a:pt x="6605" y="17235"/>
                    </a:cubicBezTo>
                    <a:cubicBezTo>
                      <a:pt x="6612" y="17237"/>
                      <a:pt x="6618" y="17238"/>
                      <a:pt x="6625" y="17238"/>
                    </a:cubicBezTo>
                    <a:cubicBezTo>
                      <a:pt x="6664" y="17238"/>
                      <a:pt x="6707" y="17207"/>
                      <a:pt x="6716" y="17168"/>
                    </a:cubicBezTo>
                    <a:cubicBezTo>
                      <a:pt x="6730" y="17124"/>
                      <a:pt x="6694" y="17068"/>
                      <a:pt x="6649" y="17057"/>
                    </a:cubicBezTo>
                    <a:cubicBezTo>
                      <a:pt x="6357" y="16989"/>
                      <a:pt x="6076" y="16898"/>
                      <a:pt x="5806" y="16798"/>
                    </a:cubicBezTo>
                    <a:cubicBezTo>
                      <a:pt x="5794" y="16793"/>
                      <a:pt x="5782" y="16791"/>
                      <a:pt x="5771" y="16791"/>
                    </a:cubicBezTo>
                    <a:close/>
                    <a:moveTo>
                      <a:pt x="11084" y="17004"/>
                    </a:moveTo>
                    <a:cubicBezTo>
                      <a:pt x="11073" y="17004"/>
                      <a:pt x="11061" y="17006"/>
                      <a:pt x="11050" y="17011"/>
                    </a:cubicBezTo>
                    <a:cubicBezTo>
                      <a:pt x="10766" y="17089"/>
                      <a:pt x="10475" y="17146"/>
                      <a:pt x="10183" y="17203"/>
                    </a:cubicBezTo>
                    <a:cubicBezTo>
                      <a:pt x="10137" y="17214"/>
                      <a:pt x="10105" y="17259"/>
                      <a:pt x="10115" y="17303"/>
                    </a:cubicBezTo>
                    <a:cubicBezTo>
                      <a:pt x="10115" y="17349"/>
                      <a:pt x="10159" y="17384"/>
                      <a:pt x="10215" y="17384"/>
                    </a:cubicBezTo>
                    <a:cubicBezTo>
                      <a:pt x="10520" y="17327"/>
                      <a:pt x="10812" y="17259"/>
                      <a:pt x="11104" y="17181"/>
                    </a:cubicBezTo>
                    <a:cubicBezTo>
                      <a:pt x="11150" y="17168"/>
                      <a:pt x="11171" y="17114"/>
                      <a:pt x="11160" y="17068"/>
                    </a:cubicBezTo>
                    <a:cubicBezTo>
                      <a:pt x="11152" y="17032"/>
                      <a:pt x="11122" y="17004"/>
                      <a:pt x="11084" y="17004"/>
                    </a:cubicBezTo>
                    <a:close/>
                    <a:moveTo>
                      <a:pt x="7966" y="17281"/>
                    </a:moveTo>
                    <a:cubicBezTo>
                      <a:pt x="7920" y="17281"/>
                      <a:pt x="7877" y="17316"/>
                      <a:pt x="7864" y="17359"/>
                    </a:cubicBezTo>
                    <a:cubicBezTo>
                      <a:pt x="7864" y="17416"/>
                      <a:pt x="7899" y="17462"/>
                      <a:pt x="7955" y="17462"/>
                    </a:cubicBezTo>
                    <a:cubicBezTo>
                      <a:pt x="8215" y="17484"/>
                      <a:pt x="8485" y="17494"/>
                      <a:pt x="8755" y="17494"/>
                    </a:cubicBezTo>
                    <a:lnTo>
                      <a:pt x="8855" y="17494"/>
                    </a:lnTo>
                    <a:cubicBezTo>
                      <a:pt x="8911" y="17494"/>
                      <a:pt x="8944" y="17462"/>
                      <a:pt x="8944" y="17405"/>
                    </a:cubicBezTo>
                    <a:cubicBezTo>
                      <a:pt x="8944" y="17359"/>
                      <a:pt x="8900" y="17316"/>
                      <a:pt x="8855" y="17316"/>
                    </a:cubicBezTo>
                    <a:lnTo>
                      <a:pt x="8755" y="17316"/>
                    </a:lnTo>
                    <a:cubicBezTo>
                      <a:pt x="8485" y="17316"/>
                      <a:pt x="8225" y="17303"/>
                      <a:pt x="7966" y="1728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3"/>
              <p:cNvSpPr/>
              <p:nvPr/>
            </p:nvSpPr>
            <p:spPr>
              <a:xfrm>
                <a:off x="2793445" y="4224477"/>
                <a:ext cx="2480632" cy="20948"/>
              </a:xfrm>
              <a:custGeom>
                <a:avLst/>
                <a:gdLst/>
                <a:ahLst/>
                <a:cxnLst/>
                <a:rect l="l" t="t" r="r" b="b"/>
                <a:pathLst>
                  <a:path w="21197" h="179" extrusionOk="0">
                    <a:moveTo>
                      <a:pt x="93" y="0"/>
                    </a:moveTo>
                    <a:cubicBezTo>
                      <a:pt x="47" y="0"/>
                      <a:pt x="1" y="43"/>
                      <a:pt x="1" y="89"/>
                    </a:cubicBezTo>
                    <a:cubicBezTo>
                      <a:pt x="1" y="146"/>
                      <a:pt x="47" y="178"/>
                      <a:pt x="93" y="178"/>
                    </a:cubicBezTo>
                    <a:lnTo>
                      <a:pt x="992" y="178"/>
                    </a:lnTo>
                    <a:cubicBezTo>
                      <a:pt x="1038" y="178"/>
                      <a:pt x="1081" y="146"/>
                      <a:pt x="1081" y="89"/>
                    </a:cubicBezTo>
                    <a:cubicBezTo>
                      <a:pt x="1081" y="43"/>
                      <a:pt x="1038" y="0"/>
                      <a:pt x="992" y="0"/>
                    </a:cubicBezTo>
                    <a:close/>
                    <a:moveTo>
                      <a:pt x="2342" y="0"/>
                    </a:moveTo>
                    <a:cubicBezTo>
                      <a:pt x="2296" y="0"/>
                      <a:pt x="2253" y="43"/>
                      <a:pt x="2253" y="89"/>
                    </a:cubicBezTo>
                    <a:cubicBezTo>
                      <a:pt x="2253" y="146"/>
                      <a:pt x="2296" y="178"/>
                      <a:pt x="2342" y="178"/>
                    </a:cubicBezTo>
                    <a:lnTo>
                      <a:pt x="3241" y="178"/>
                    </a:lnTo>
                    <a:cubicBezTo>
                      <a:pt x="3287" y="178"/>
                      <a:pt x="3333" y="146"/>
                      <a:pt x="3333" y="89"/>
                    </a:cubicBezTo>
                    <a:cubicBezTo>
                      <a:pt x="3333" y="43"/>
                      <a:pt x="3287" y="0"/>
                      <a:pt x="3241" y="0"/>
                    </a:cubicBezTo>
                    <a:close/>
                    <a:moveTo>
                      <a:pt x="4591" y="0"/>
                    </a:moveTo>
                    <a:cubicBezTo>
                      <a:pt x="4548" y="0"/>
                      <a:pt x="4502" y="43"/>
                      <a:pt x="4502" y="89"/>
                    </a:cubicBezTo>
                    <a:cubicBezTo>
                      <a:pt x="4502" y="146"/>
                      <a:pt x="4548" y="178"/>
                      <a:pt x="4591" y="178"/>
                    </a:cubicBezTo>
                    <a:lnTo>
                      <a:pt x="5493" y="178"/>
                    </a:lnTo>
                    <a:cubicBezTo>
                      <a:pt x="5536" y="178"/>
                      <a:pt x="5582" y="146"/>
                      <a:pt x="5582" y="89"/>
                    </a:cubicBezTo>
                    <a:cubicBezTo>
                      <a:pt x="5582" y="43"/>
                      <a:pt x="5536" y="0"/>
                      <a:pt x="5493" y="0"/>
                    </a:cubicBezTo>
                    <a:close/>
                    <a:moveTo>
                      <a:pt x="6843" y="0"/>
                    </a:moveTo>
                    <a:cubicBezTo>
                      <a:pt x="6797" y="0"/>
                      <a:pt x="6751" y="43"/>
                      <a:pt x="6751" y="89"/>
                    </a:cubicBezTo>
                    <a:cubicBezTo>
                      <a:pt x="6751" y="146"/>
                      <a:pt x="6797" y="178"/>
                      <a:pt x="6843" y="178"/>
                    </a:cubicBezTo>
                    <a:lnTo>
                      <a:pt x="7742" y="178"/>
                    </a:lnTo>
                    <a:cubicBezTo>
                      <a:pt x="7788" y="178"/>
                      <a:pt x="7831" y="146"/>
                      <a:pt x="7831" y="89"/>
                    </a:cubicBezTo>
                    <a:cubicBezTo>
                      <a:pt x="7831" y="43"/>
                      <a:pt x="7788" y="0"/>
                      <a:pt x="7742" y="0"/>
                    </a:cubicBezTo>
                    <a:close/>
                    <a:moveTo>
                      <a:pt x="9092" y="0"/>
                    </a:moveTo>
                    <a:cubicBezTo>
                      <a:pt x="9046" y="0"/>
                      <a:pt x="9003" y="43"/>
                      <a:pt x="9003" y="89"/>
                    </a:cubicBezTo>
                    <a:cubicBezTo>
                      <a:pt x="9003" y="146"/>
                      <a:pt x="9046" y="178"/>
                      <a:pt x="9092" y="178"/>
                    </a:cubicBezTo>
                    <a:lnTo>
                      <a:pt x="9991" y="178"/>
                    </a:lnTo>
                    <a:cubicBezTo>
                      <a:pt x="10037" y="178"/>
                      <a:pt x="10083" y="146"/>
                      <a:pt x="10083" y="89"/>
                    </a:cubicBezTo>
                    <a:cubicBezTo>
                      <a:pt x="10083" y="43"/>
                      <a:pt x="10037" y="0"/>
                      <a:pt x="9991" y="0"/>
                    </a:cubicBezTo>
                    <a:close/>
                    <a:moveTo>
                      <a:pt x="11341" y="0"/>
                    </a:moveTo>
                    <a:cubicBezTo>
                      <a:pt x="11298" y="0"/>
                      <a:pt x="11252" y="43"/>
                      <a:pt x="11252" y="89"/>
                    </a:cubicBezTo>
                    <a:cubicBezTo>
                      <a:pt x="11252" y="146"/>
                      <a:pt x="11298" y="178"/>
                      <a:pt x="11341" y="178"/>
                    </a:cubicBezTo>
                    <a:lnTo>
                      <a:pt x="12243" y="178"/>
                    </a:lnTo>
                    <a:cubicBezTo>
                      <a:pt x="12286" y="178"/>
                      <a:pt x="12332" y="146"/>
                      <a:pt x="12332" y="89"/>
                    </a:cubicBezTo>
                    <a:cubicBezTo>
                      <a:pt x="12332" y="43"/>
                      <a:pt x="12286" y="0"/>
                      <a:pt x="12243" y="0"/>
                    </a:cubicBezTo>
                    <a:close/>
                    <a:moveTo>
                      <a:pt x="13593" y="0"/>
                    </a:moveTo>
                    <a:cubicBezTo>
                      <a:pt x="13547" y="0"/>
                      <a:pt x="13501" y="43"/>
                      <a:pt x="13501" y="89"/>
                    </a:cubicBezTo>
                    <a:cubicBezTo>
                      <a:pt x="13501" y="146"/>
                      <a:pt x="13547" y="178"/>
                      <a:pt x="13593" y="178"/>
                    </a:cubicBezTo>
                    <a:lnTo>
                      <a:pt x="14492" y="178"/>
                    </a:lnTo>
                    <a:cubicBezTo>
                      <a:pt x="14538" y="178"/>
                      <a:pt x="14581" y="146"/>
                      <a:pt x="14581" y="89"/>
                    </a:cubicBezTo>
                    <a:cubicBezTo>
                      <a:pt x="14581" y="43"/>
                      <a:pt x="14538" y="0"/>
                      <a:pt x="14492" y="0"/>
                    </a:cubicBezTo>
                    <a:close/>
                    <a:moveTo>
                      <a:pt x="15842" y="0"/>
                    </a:moveTo>
                    <a:cubicBezTo>
                      <a:pt x="15796" y="0"/>
                      <a:pt x="15753" y="43"/>
                      <a:pt x="15753" y="89"/>
                    </a:cubicBezTo>
                    <a:cubicBezTo>
                      <a:pt x="15753" y="146"/>
                      <a:pt x="15796" y="178"/>
                      <a:pt x="15842" y="178"/>
                    </a:cubicBezTo>
                    <a:lnTo>
                      <a:pt x="16741" y="178"/>
                    </a:lnTo>
                    <a:cubicBezTo>
                      <a:pt x="16787" y="178"/>
                      <a:pt x="16833" y="146"/>
                      <a:pt x="16833" y="89"/>
                    </a:cubicBezTo>
                    <a:cubicBezTo>
                      <a:pt x="16833" y="43"/>
                      <a:pt x="16787" y="0"/>
                      <a:pt x="16741" y="0"/>
                    </a:cubicBezTo>
                    <a:close/>
                    <a:moveTo>
                      <a:pt x="18092" y="0"/>
                    </a:moveTo>
                    <a:cubicBezTo>
                      <a:pt x="18048" y="0"/>
                      <a:pt x="18002" y="43"/>
                      <a:pt x="18002" y="89"/>
                    </a:cubicBezTo>
                    <a:cubicBezTo>
                      <a:pt x="18002" y="146"/>
                      <a:pt x="18048" y="178"/>
                      <a:pt x="18092" y="178"/>
                    </a:cubicBezTo>
                    <a:lnTo>
                      <a:pt x="18993" y="178"/>
                    </a:lnTo>
                    <a:cubicBezTo>
                      <a:pt x="19037" y="178"/>
                      <a:pt x="19082" y="146"/>
                      <a:pt x="19082" y="89"/>
                    </a:cubicBezTo>
                    <a:cubicBezTo>
                      <a:pt x="19082" y="43"/>
                      <a:pt x="19037" y="0"/>
                      <a:pt x="18993" y="0"/>
                    </a:cubicBezTo>
                    <a:close/>
                    <a:moveTo>
                      <a:pt x="20343" y="0"/>
                    </a:moveTo>
                    <a:cubicBezTo>
                      <a:pt x="20298" y="0"/>
                      <a:pt x="20252" y="43"/>
                      <a:pt x="20252" y="89"/>
                    </a:cubicBezTo>
                    <a:cubicBezTo>
                      <a:pt x="20252" y="146"/>
                      <a:pt x="20298" y="178"/>
                      <a:pt x="20343" y="178"/>
                    </a:cubicBezTo>
                    <a:lnTo>
                      <a:pt x="21108" y="178"/>
                    </a:lnTo>
                    <a:cubicBezTo>
                      <a:pt x="21164" y="178"/>
                      <a:pt x="21197" y="146"/>
                      <a:pt x="21197" y="89"/>
                    </a:cubicBezTo>
                    <a:cubicBezTo>
                      <a:pt x="21197" y="43"/>
                      <a:pt x="21164" y="0"/>
                      <a:pt x="211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 name="Google Shape;22;p3"/>
            <p:cNvSpPr/>
            <p:nvPr/>
          </p:nvSpPr>
          <p:spPr>
            <a:xfrm rot="10800000">
              <a:off x="7900775" y="-2286575"/>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3"/>
        <p:cNvGrpSpPr/>
        <p:nvPr/>
      </p:nvGrpSpPr>
      <p:grpSpPr>
        <a:xfrm>
          <a:off x="0" y="0"/>
          <a:ext cx="0" cy="0"/>
          <a:chOff x="0" y="0"/>
          <a:chExt cx="0" cy="0"/>
        </a:xfrm>
      </p:grpSpPr>
      <p:pic>
        <p:nvPicPr>
          <p:cNvPr id="24" name="Google Shape;24;p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5" name="Google Shape;25;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3000"/>
              <a:buFont typeface="Lexend"/>
              <a:buNone/>
              <a:defRPr>
                <a:latin typeface="Lexend"/>
                <a:ea typeface="Lexend"/>
                <a:cs typeface="Lexend"/>
                <a:sym typeface="Lexend"/>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a:endParaRPr/>
          </a:p>
        </p:txBody>
      </p:sp>
      <p:sp>
        <p:nvSpPr>
          <p:cNvPr id="26" name="Google Shape;26;p4"/>
          <p:cNvSpPr txBox="1">
            <a:spLocks noGrp="1"/>
          </p:cNvSpPr>
          <p:nvPr>
            <p:ph type="body" idx="1"/>
          </p:nvPr>
        </p:nvSpPr>
        <p:spPr>
          <a:xfrm>
            <a:off x="720000" y="1178013"/>
            <a:ext cx="7704000" cy="3858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Char char="●"/>
              <a:defRPr/>
            </a:lvl1pPr>
            <a:lvl2pPr marL="914400" lvl="1" indent="-304800" rtl="0">
              <a:lnSpc>
                <a:spcPct val="100000"/>
              </a:lnSpc>
              <a:spcBef>
                <a:spcPts val="0"/>
              </a:spcBef>
              <a:spcAft>
                <a:spcPts val="0"/>
              </a:spcAft>
              <a:buSzPts val="1200"/>
              <a:buChar char="○"/>
              <a:defRPr/>
            </a:lvl2pPr>
            <a:lvl3pPr marL="1371600" lvl="2" indent="-304800" rtl="0">
              <a:lnSpc>
                <a:spcPct val="100000"/>
              </a:lnSpc>
              <a:spcBef>
                <a:spcPts val="0"/>
              </a:spcBef>
              <a:spcAft>
                <a:spcPts val="0"/>
              </a:spcAft>
              <a:buSzPts val="1200"/>
              <a:buChar char="■"/>
              <a:defRPr/>
            </a:lvl3pPr>
            <a:lvl4pPr marL="1828800" lvl="3" indent="-304800" rtl="0">
              <a:lnSpc>
                <a:spcPct val="100000"/>
              </a:lnSpc>
              <a:spcBef>
                <a:spcPts val="0"/>
              </a:spcBef>
              <a:spcAft>
                <a:spcPts val="0"/>
              </a:spcAft>
              <a:buSzPts val="1200"/>
              <a:buChar char="●"/>
              <a:defRPr/>
            </a:lvl4pPr>
            <a:lvl5pPr marL="2286000" lvl="4" indent="-304800" rtl="0">
              <a:lnSpc>
                <a:spcPct val="100000"/>
              </a:lnSpc>
              <a:spcBef>
                <a:spcPts val="0"/>
              </a:spcBef>
              <a:spcAft>
                <a:spcPts val="0"/>
              </a:spcAft>
              <a:buSzPts val="1200"/>
              <a:buChar char="○"/>
              <a:defRPr/>
            </a:lvl5pPr>
            <a:lvl6pPr marL="2743200" lvl="5" indent="-304800" rtl="0">
              <a:lnSpc>
                <a:spcPct val="100000"/>
              </a:lnSpc>
              <a:spcBef>
                <a:spcPts val="0"/>
              </a:spcBef>
              <a:spcAft>
                <a:spcPts val="0"/>
              </a:spcAft>
              <a:buSzPts val="1200"/>
              <a:buChar char="■"/>
              <a:defRPr/>
            </a:lvl6pPr>
            <a:lvl7pPr marL="3200400" lvl="6" indent="-304800" rtl="0">
              <a:lnSpc>
                <a:spcPct val="100000"/>
              </a:lnSpc>
              <a:spcBef>
                <a:spcPts val="0"/>
              </a:spcBef>
              <a:spcAft>
                <a:spcPts val="0"/>
              </a:spcAft>
              <a:buSzPts val="1200"/>
              <a:buChar char="●"/>
              <a:defRPr/>
            </a:lvl7pPr>
            <a:lvl8pPr marL="3657600" lvl="7" indent="-304800" rtl="0">
              <a:lnSpc>
                <a:spcPct val="100000"/>
              </a:lnSpc>
              <a:spcBef>
                <a:spcPts val="0"/>
              </a:spcBef>
              <a:spcAft>
                <a:spcPts val="0"/>
              </a:spcAft>
              <a:buSzPts val="1200"/>
              <a:buChar char="○"/>
              <a:defRPr/>
            </a:lvl8pPr>
            <a:lvl9pPr marL="4114800" lvl="8" indent="-304800" rtl="0">
              <a:lnSpc>
                <a:spcPct val="100000"/>
              </a:lnSpc>
              <a:spcBef>
                <a:spcPts val="0"/>
              </a:spcBef>
              <a:spcAft>
                <a:spcPts val="0"/>
              </a:spcAft>
              <a:buSzPts val="1200"/>
              <a:buChar char="■"/>
              <a:defRPr/>
            </a:lvl9pPr>
          </a:lstStyle>
          <a:p>
            <a:endParaRPr/>
          </a:p>
        </p:txBody>
      </p:sp>
      <p:grpSp>
        <p:nvGrpSpPr>
          <p:cNvPr id="27" name="Google Shape;27;p4"/>
          <p:cNvGrpSpPr/>
          <p:nvPr/>
        </p:nvGrpSpPr>
        <p:grpSpPr>
          <a:xfrm>
            <a:off x="0" y="-1991325"/>
            <a:ext cx="9800016" cy="7785261"/>
            <a:chOff x="0" y="-1991325"/>
            <a:chExt cx="9800016" cy="7785261"/>
          </a:xfrm>
        </p:grpSpPr>
        <p:sp>
          <p:nvSpPr>
            <p:cNvPr id="28" name="Google Shape;28;p4"/>
            <p:cNvSpPr/>
            <p:nvPr/>
          </p:nvSpPr>
          <p:spPr>
            <a:xfrm>
              <a:off x="0" y="4608501"/>
              <a:ext cx="1358782" cy="1185435"/>
            </a:xfrm>
            <a:custGeom>
              <a:avLst/>
              <a:gdLst/>
              <a:ahLst/>
              <a:cxnLst/>
              <a:rect l="l" t="t" r="r" b="b"/>
              <a:pathLst>
                <a:path w="14368" h="12535" extrusionOk="0">
                  <a:moveTo>
                    <a:pt x="89" y="0"/>
                  </a:moveTo>
                  <a:cubicBezTo>
                    <a:pt x="46" y="0"/>
                    <a:pt x="0" y="46"/>
                    <a:pt x="0" y="92"/>
                  </a:cubicBezTo>
                  <a:cubicBezTo>
                    <a:pt x="0" y="135"/>
                    <a:pt x="46" y="181"/>
                    <a:pt x="89" y="181"/>
                  </a:cubicBezTo>
                  <a:lnTo>
                    <a:pt x="991" y="181"/>
                  </a:lnTo>
                  <a:cubicBezTo>
                    <a:pt x="1034" y="181"/>
                    <a:pt x="1080" y="135"/>
                    <a:pt x="1080" y="92"/>
                  </a:cubicBezTo>
                  <a:cubicBezTo>
                    <a:pt x="1080" y="46"/>
                    <a:pt x="1034" y="0"/>
                    <a:pt x="991" y="0"/>
                  </a:cubicBezTo>
                  <a:close/>
                  <a:moveTo>
                    <a:pt x="2341" y="0"/>
                  </a:moveTo>
                  <a:cubicBezTo>
                    <a:pt x="2295" y="0"/>
                    <a:pt x="2249" y="46"/>
                    <a:pt x="2249" y="92"/>
                  </a:cubicBezTo>
                  <a:cubicBezTo>
                    <a:pt x="2249" y="135"/>
                    <a:pt x="2295" y="181"/>
                    <a:pt x="2341" y="181"/>
                  </a:cubicBezTo>
                  <a:lnTo>
                    <a:pt x="3240" y="181"/>
                  </a:lnTo>
                  <a:cubicBezTo>
                    <a:pt x="3286" y="181"/>
                    <a:pt x="3330" y="135"/>
                    <a:pt x="3330" y="92"/>
                  </a:cubicBezTo>
                  <a:cubicBezTo>
                    <a:pt x="3330" y="46"/>
                    <a:pt x="3286" y="0"/>
                    <a:pt x="3240" y="0"/>
                  </a:cubicBezTo>
                  <a:close/>
                  <a:moveTo>
                    <a:pt x="4590" y="0"/>
                  </a:moveTo>
                  <a:cubicBezTo>
                    <a:pt x="4545" y="0"/>
                    <a:pt x="4501" y="46"/>
                    <a:pt x="4501" y="92"/>
                  </a:cubicBezTo>
                  <a:cubicBezTo>
                    <a:pt x="4501" y="135"/>
                    <a:pt x="4545" y="181"/>
                    <a:pt x="4590" y="181"/>
                  </a:cubicBezTo>
                  <a:lnTo>
                    <a:pt x="5490" y="181"/>
                  </a:lnTo>
                  <a:cubicBezTo>
                    <a:pt x="5536" y="181"/>
                    <a:pt x="5581" y="135"/>
                    <a:pt x="5581" y="92"/>
                  </a:cubicBezTo>
                  <a:cubicBezTo>
                    <a:pt x="5581" y="46"/>
                    <a:pt x="5536" y="0"/>
                    <a:pt x="5490" y="0"/>
                  </a:cubicBezTo>
                  <a:close/>
                  <a:moveTo>
                    <a:pt x="6840" y="0"/>
                  </a:moveTo>
                  <a:cubicBezTo>
                    <a:pt x="6796" y="0"/>
                    <a:pt x="6751" y="46"/>
                    <a:pt x="6751" y="92"/>
                  </a:cubicBezTo>
                  <a:cubicBezTo>
                    <a:pt x="6751" y="135"/>
                    <a:pt x="6796" y="181"/>
                    <a:pt x="6840" y="181"/>
                  </a:cubicBezTo>
                  <a:lnTo>
                    <a:pt x="6942" y="181"/>
                  </a:lnTo>
                  <a:cubicBezTo>
                    <a:pt x="7212" y="181"/>
                    <a:pt x="7472" y="192"/>
                    <a:pt x="7731" y="227"/>
                  </a:cubicBezTo>
                  <a:cubicBezTo>
                    <a:pt x="7774" y="227"/>
                    <a:pt x="7820" y="192"/>
                    <a:pt x="7831" y="149"/>
                  </a:cubicBezTo>
                  <a:cubicBezTo>
                    <a:pt x="7831" y="92"/>
                    <a:pt x="7798" y="46"/>
                    <a:pt x="7752" y="46"/>
                  </a:cubicBezTo>
                  <a:cubicBezTo>
                    <a:pt x="7482" y="14"/>
                    <a:pt x="7212" y="0"/>
                    <a:pt x="6942" y="0"/>
                  </a:cubicBezTo>
                  <a:close/>
                  <a:moveTo>
                    <a:pt x="9064" y="314"/>
                  </a:moveTo>
                  <a:cubicBezTo>
                    <a:pt x="9020" y="314"/>
                    <a:pt x="8987" y="335"/>
                    <a:pt x="8978" y="373"/>
                  </a:cubicBezTo>
                  <a:cubicBezTo>
                    <a:pt x="8957" y="419"/>
                    <a:pt x="8989" y="473"/>
                    <a:pt x="9035" y="486"/>
                  </a:cubicBezTo>
                  <a:cubicBezTo>
                    <a:pt x="9316" y="575"/>
                    <a:pt x="9596" y="675"/>
                    <a:pt x="9867" y="800"/>
                  </a:cubicBezTo>
                  <a:cubicBezTo>
                    <a:pt x="9877" y="802"/>
                    <a:pt x="9887" y="803"/>
                    <a:pt x="9898" y="803"/>
                  </a:cubicBezTo>
                  <a:cubicBezTo>
                    <a:pt x="9936" y="803"/>
                    <a:pt x="9974" y="787"/>
                    <a:pt x="9991" y="743"/>
                  </a:cubicBezTo>
                  <a:cubicBezTo>
                    <a:pt x="10002" y="700"/>
                    <a:pt x="9991" y="654"/>
                    <a:pt x="9945" y="632"/>
                  </a:cubicBezTo>
                  <a:cubicBezTo>
                    <a:pt x="9664" y="508"/>
                    <a:pt x="9383" y="405"/>
                    <a:pt x="9092" y="316"/>
                  </a:cubicBezTo>
                  <a:cubicBezTo>
                    <a:pt x="9082" y="314"/>
                    <a:pt x="9073" y="314"/>
                    <a:pt x="9064" y="314"/>
                  </a:cubicBezTo>
                  <a:close/>
                  <a:moveTo>
                    <a:pt x="11079" y="1276"/>
                  </a:moveTo>
                  <a:cubicBezTo>
                    <a:pt x="11052" y="1276"/>
                    <a:pt x="11024" y="1291"/>
                    <a:pt x="11003" y="1318"/>
                  </a:cubicBezTo>
                  <a:cubicBezTo>
                    <a:pt x="10982" y="1364"/>
                    <a:pt x="10992" y="1418"/>
                    <a:pt x="11025" y="1442"/>
                  </a:cubicBezTo>
                  <a:cubicBezTo>
                    <a:pt x="11273" y="1610"/>
                    <a:pt x="11511" y="1791"/>
                    <a:pt x="11735" y="1993"/>
                  </a:cubicBezTo>
                  <a:cubicBezTo>
                    <a:pt x="11749" y="2007"/>
                    <a:pt x="11766" y="2013"/>
                    <a:pt x="11785" y="2013"/>
                  </a:cubicBezTo>
                  <a:cubicBezTo>
                    <a:pt x="11811" y="2013"/>
                    <a:pt x="11839" y="2001"/>
                    <a:pt x="11859" y="1982"/>
                  </a:cubicBezTo>
                  <a:cubicBezTo>
                    <a:pt x="11892" y="1947"/>
                    <a:pt x="11892" y="1890"/>
                    <a:pt x="11848" y="1858"/>
                  </a:cubicBezTo>
                  <a:cubicBezTo>
                    <a:pt x="11622" y="1656"/>
                    <a:pt x="11387" y="1464"/>
                    <a:pt x="11127" y="1296"/>
                  </a:cubicBezTo>
                  <a:cubicBezTo>
                    <a:pt x="11113" y="1282"/>
                    <a:pt x="11096" y="1276"/>
                    <a:pt x="11079" y="1276"/>
                  </a:cubicBezTo>
                  <a:close/>
                  <a:moveTo>
                    <a:pt x="12715" y="2811"/>
                  </a:moveTo>
                  <a:cubicBezTo>
                    <a:pt x="12696" y="2811"/>
                    <a:pt x="12676" y="2816"/>
                    <a:pt x="12658" y="2825"/>
                  </a:cubicBezTo>
                  <a:cubicBezTo>
                    <a:pt x="12623" y="2860"/>
                    <a:pt x="12613" y="2916"/>
                    <a:pt x="12645" y="2960"/>
                  </a:cubicBezTo>
                  <a:cubicBezTo>
                    <a:pt x="12826" y="3186"/>
                    <a:pt x="12996" y="3432"/>
                    <a:pt x="13153" y="3691"/>
                  </a:cubicBezTo>
                  <a:cubicBezTo>
                    <a:pt x="13166" y="3714"/>
                    <a:pt x="13195" y="3731"/>
                    <a:pt x="13225" y="3731"/>
                  </a:cubicBezTo>
                  <a:cubicBezTo>
                    <a:pt x="13242" y="3731"/>
                    <a:pt x="13260" y="3726"/>
                    <a:pt x="13277" y="3713"/>
                  </a:cubicBezTo>
                  <a:cubicBezTo>
                    <a:pt x="13320" y="3691"/>
                    <a:pt x="13333" y="3635"/>
                    <a:pt x="13309" y="3591"/>
                  </a:cubicBezTo>
                  <a:cubicBezTo>
                    <a:pt x="13153" y="3332"/>
                    <a:pt x="12972" y="3084"/>
                    <a:pt x="12793" y="2849"/>
                  </a:cubicBezTo>
                  <a:cubicBezTo>
                    <a:pt x="12773" y="2822"/>
                    <a:pt x="12744" y="2811"/>
                    <a:pt x="12715" y="2811"/>
                  </a:cubicBezTo>
                  <a:close/>
                  <a:moveTo>
                    <a:pt x="13818" y="4763"/>
                  </a:moveTo>
                  <a:cubicBezTo>
                    <a:pt x="13806" y="4763"/>
                    <a:pt x="13793" y="4766"/>
                    <a:pt x="13782" y="4771"/>
                  </a:cubicBezTo>
                  <a:cubicBezTo>
                    <a:pt x="13738" y="4782"/>
                    <a:pt x="13714" y="4839"/>
                    <a:pt x="13725" y="4885"/>
                  </a:cubicBezTo>
                  <a:cubicBezTo>
                    <a:pt x="13828" y="5166"/>
                    <a:pt x="13917" y="5446"/>
                    <a:pt x="13984" y="5738"/>
                  </a:cubicBezTo>
                  <a:cubicBezTo>
                    <a:pt x="13993" y="5777"/>
                    <a:pt x="14036" y="5809"/>
                    <a:pt x="14077" y="5809"/>
                  </a:cubicBezTo>
                  <a:cubicBezTo>
                    <a:pt x="14084" y="5809"/>
                    <a:pt x="14091" y="5808"/>
                    <a:pt x="14098" y="5806"/>
                  </a:cubicBezTo>
                  <a:cubicBezTo>
                    <a:pt x="14143" y="5795"/>
                    <a:pt x="14176" y="5738"/>
                    <a:pt x="14165" y="5695"/>
                  </a:cubicBezTo>
                  <a:cubicBezTo>
                    <a:pt x="14098" y="5401"/>
                    <a:pt x="14008" y="5109"/>
                    <a:pt x="13895" y="4828"/>
                  </a:cubicBezTo>
                  <a:cubicBezTo>
                    <a:pt x="13887" y="4786"/>
                    <a:pt x="13854" y="4763"/>
                    <a:pt x="13818" y="4763"/>
                  </a:cubicBezTo>
                  <a:close/>
                  <a:moveTo>
                    <a:pt x="14265" y="6953"/>
                  </a:moveTo>
                  <a:cubicBezTo>
                    <a:pt x="14211" y="6967"/>
                    <a:pt x="14176" y="6999"/>
                    <a:pt x="14176" y="7056"/>
                  </a:cubicBezTo>
                  <a:cubicBezTo>
                    <a:pt x="14187" y="7180"/>
                    <a:pt x="14187" y="7304"/>
                    <a:pt x="14187" y="7426"/>
                  </a:cubicBezTo>
                  <a:lnTo>
                    <a:pt x="14187" y="7944"/>
                  </a:lnTo>
                  <a:cubicBezTo>
                    <a:pt x="14187" y="8001"/>
                    <a:pt x="14222" y="8033"/>
                    <a:pt x="14278" y="8033"/>
                  </a:cubicBezTo>
                  <a:cubicBezTo>
                    <a:pt x="14322" y="8033"/>
                    <a:pt x="14368" y="8001"/>
                    <a:pt x="14368" y="7944"/>
                  </a:cubicBezTo>
                  <a:lnTo>
                    <a:pt x="14368" y="7426"/>
                  </a:lnTo>
                  <a:cubicBezTo>
                    <a:pt x="14368" y="7291"/>
                    <a:pt x="14368" y="7169"/>
                    <a:pt x="14357" y="7045"/>
                  </a:cubicBezTo>
                  <a:cubicBezTo>
                    <a:pt x="14357" y="6999"/>
                    <a:pt x="14311" y="6953"/>
                    <a:pt x="14265" y="6953"/>
                  </a:cubicBezTo>
                  <a:close/>
                  <a:moveTo>
                    <a:pt x="14278" y="9205"/>
                  </a:moveTo>
                  <a:cubicBezTo>
                    <a:pt x="14222" y="9205"/>
                    <a:pt x="14187" y="9248"/>
                    <a:pt x="14187" y="9294"/>
                  </a:cubicBezTo>
                  <a:lnTo>
                    <a:pt x="14187" y="10193"/>
                  </a:lnTo>
                  <a:cubicBezTo>
                    <a:pt x="14187" y="10250"/>
                    <a:pt x="14222" y="10285"/>
                    <a:pt x="14278" y="10285"/>
                  </a:cubicBezTo>
                  <a:cubicBezTo>
                    <a:pt x="14322" y="10285"/>
                    <a:pt x="14368" y="10250"/>
                    <a:pt x="14368" y="10193"/>
                  </a:cubicBezTo>
                  <a:lnTo>
                    <a:pt x="14368" y="9294"/>
                  </a:lnTo>
                  <a:cubicBezTo>
                    <a:pt x="14368" y="9248"/>
                    <a:pt x="14322" y="9205"/>
                    <a:pt x="14278" y="9205"/>
                  </a:cubicBezTo>
                  <a:close/>
                  <a:moveTo>
                    <a:pt x="14278" y="11454"/>
                  </a:moveTo>
                  <a:cubicBezTo>
                    <a:pt x="14222" y="11454"/>
                    <a:pt x="14187" y="11500"/>
                    <a:pt x="14187" y="11543"/>
                  </a:cubicBezTo>
                  <a:lnTo>
                    <a:pt x="14187" y="12445"/>
                  </a:lnTo>
                  <a:cubicBezTo>
                    <a:pt x="14187" y="12502"/>
                    <a:pt x="14222" y="12534"/>
                    <a:pt x="14278" y="12534"/>
                  </a:cubicBezTo>
                  <a:cubicBezTo>
                    <a:pt x="14322" y="12534"/>
                    <a:pt x="14368" y="12502"/>
                    <a:pt x="14368" y="12445"/>
                  </a:cubicBezTo>
                  <a:lnTo>
                    <a:pt x="14368" y="11543"/>
                  </a:lnTo>
                  <a:cubicBezTo>
                    <a:pt x="14368" y="11500"/>
                    <a:pt x="14322" y="11454"/>
                    <a:pt x="14278" y="11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4"/>
            <p:cNvSpPr/>
            <p:nvPr/>
          </p:nvSpPr>
          <p:spPr>
            <a:xfrm rot="10800000">
              <a:off x="8424000" y="-1991325"/>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4"/>
          <p:cNvGrpSpPr/>
          <p:nvPr/>
        </p:nvGrpSpPr>
        <p:grpSpPr>
          <a:xfrm>
            <a:off x="222000" y="761275"/>
            <a:ext cx="8665701" cy="4131886"/>
            <a:chOff x="222000" y="761275"/>
            <a:chExt cx="8665701" cy="4131886"/>
          </a:xfrm>
        </p:grpSpPr>
        <p:pic>
          <p:nvPicPr>
            <p:cNvPr id="31" name="Google Shape;31;p4"/>
            <p:cNvPicPr preferRelativeResize="0"/>
            <p:nvPr/>
          </p:nvPicPr>
          <p:blipFill>
            <a:blip r:embed="rId3">
              <a:alphaModFix/>
            </a:blip>
            <a:stretch>
              <a:fillRect/>
            </a:stretch>
          </p:blipFill>
          <p:spPr>
            <a:xfrm>
              <a:off x="222000" y="4323835"/>
              <a:ext cx="569325" cy="569325"/>
            </a:xfrm>
            <a:prstGeom prst="rect">
              <a:avLst/>
            </a:prstGeom>
            <a:noFill/>
            <a:ln>
              <a:noFill/>
            </a:ln>
          </p:spPr>
        </p:pic>
        <p:pic>
          <p:nvPicPr>
            <p:cNvPr id="32" name="Google Shape;32;p4"/>
            <p:cNvPicPr preferRelativeResize="0"/>
            <p:nvPr/>
          </p:nvPicPr>
          <p:blipFill>
            <a:blip r:embed="rId4">
              <a:alphaModFix/>
            </a:blip>
            <a:stretch>
              <a:fillRect/>
            </a:stretch>
          </p:blipFill>
          <p:spPr>
            <a:xfrm>
              <a:off x="8424000" y="761275"/>
              <a:ext cx="463701" cy="463701"/>
            </a:xfrm>
            <a:prstGeom prst="rect">
              <a:avLst/>
            </a:prstGeom>
            <a:noFill/>
            <a:ln>
              <a:noFill/>
            </a:ln>
          </p:spPr>
        </p:pic>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3"/>
        <p:cNvGrpSpPr/>
        <p:nvPr/>
      </p:nvGrpSpPr>
      <p:grpSpPr>
        <a:xfrm>
          <a:off x="0" y="0"/>
          <a:ext cx="0" cy="0"/>
          <a:chOff x="0" y="0"/>
          <a:chExt cx="0" cy="0"/>
        </a:xfrm>
      </p:grpSpPr>
      <p:pic>
        <p:nvPicPr>
          <p:cNvPr id="34" name="Google Shape;34;p5"/>
          <p:cNvPicPr preferRelativeResize="0"/>
          <p:nvPr/>
        </p:nvPicPr>
        <p:blipFill>
          <a:blip r:embed="rId2">
            <a:alphaModFix/>
          </a:blip>
          <a:stretch>
            <a:fillRect/>
          </a:stretch>
        </p:blipFill>
        <p:spPr>
          <a:xfrm>
            <a:off x="0" y="0"/>
            <a:ext cx="9144000" cy="5143500"/>
          </a:xfrm>
          <a:prstGeom prst="rect">
            <a:avLst/>
          </a:prstGeom>
          <a:noFill/>
          <a:ln>
            <a:noFill/>
          </a:ln>
        </p:spPr>
      </p:pic>
      <p:sp>
        <p:nvSpPr>
          <p:cNvPr id="35" name="Google Shape;35;p5"/>
          <p:cNvSpPr txBox="1">
            <a:spLocks noGrp="1"/>
          </p:cNvSpPr>
          <p:nvPr>
            <p:ph type="subTitle" idx="1"/>
          </p:nvPr>
        </p:nvSpPr>
        <p:spPr>
          <a:xfrm>
            <a:off x="1290775" y="2099650"/>
            <a:ext cx="2907600" cy="451800"/>
          </a:xfrm>
          <a:prstGeom prst="rect">
            <a:avLst/>
          </a:prstGeom>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algn="ctr">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algn="ctr">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algn="ctr">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algn="ctr">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algn="ctr">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algn="ctr">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algn="ctr">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algn="ctr">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sp>
        <p:nvSpPr>
          <p:cNvPr id="36" name="Google Shape;36;p5"/>
          <p:cNvSpPr txBox="1">
            <a:spLocks noGrp="1"/>
          </p:cNvSpPr>
          <p:nvPr>
            <p:ph type="subTitle" idx="2"/>
          </p:nvPr>
        </p:nvSpPr>
        <p:spPr>
          <a:xfrm>
            <a:off x="4945650" y="2099650"/>
            <a:ext cx="2907600" cy="451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sp>
        <p:nvSpPr>
          <p:cNvPr id="37" name="Google Shape;37;p5"/>
          <p:cNvSpPr txBox="1">
            <a:spLocks noGrp="1"/>
          </p:cNvSpPr>
          <p:nvPr>
            <p:ph type="subTitle" idx="3"/>
          </p:nvPr>
        </p:nvSpPr>
        <p:spPr>
          <a:xfrm>
            <a:off x="1290775" y="2490775"/>
            <a:ext cx="2907600" cy="1413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8" name="Google Shape;38;p5"/>
          <p:cNvSpPr txBox="1">
            <a:spLocks noGrp="1"/>
          </p:cNvSpPr>
          <p:nvPr>
            <p:ph type="subTitle" idx="4"/>
          </p:nvPr>
        </p:nvSpPr>
        <p:spPr>
          <a:xfrm>
            <a:off x="4945650" y="2490775"/>
            <a:ext cx="2907600" cy="1413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9" name="Google Shape;39;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Lexend"/>
              <a:buNone/>
              <a:defRPr>
                <a:latin typeface="Lexend"/>
                <a:ea typeface="Lexend"/>
                <a:cs typeface="Lexend"/>
                <a:sym typeface="Lexend"/>
              </a:defRPr>
            </a:lvl1pPr>
            <a:lvl2pPr lvl="1" rtl="0">
              <a:spcBef>
                <a:spcPts val="0"/>
              </a:spcBef>
              <a:spcAft>
                <a:spcPts val="0"/>
              </a:spcAft>
              <a:buSzPts val="3000"/>
              <a:buFont typeface="Lexend"/>
              <a:buNone/>
              <a:defRPr>
                <a:latin typeface="Lexend"/>
                <a:ea typeface="Lexend"/>
                <a:cs typeface="Lexend"/>
                <a:sym typeface="Lexend"/>
              </a:defRPr>
            </a:lvl2pPr>
            <a:lvl3pPr lvl="2" rtl="0">
              <a:spcBef>
                <a:spcPts val="0"/>
              </a:spcBef>
              <a:spcAft>
                <a:spcPts val="0"/>
              </a:spcAft>
              <a:buSzPts val="3000"/>
              <a:buFont typeface="Lexend"/>
              <a:buNone/>
              <a:defRPr>
                <a:latin typeface="Lexend"/>
                <a:ea typeface="Lexend"/>
                <a:cs typeface="Lexend"/>
                <a:sym typeface="Lexend"/>
              </a:defRPr>
            </a:lvl3pPr>
            <a:lvl4pPr lvl="3" rtl="0">
              <a:spcBef>
                <a:spcPts val="0"/>
              </a:spcBef>
              <a:spcAft>
                <a:spcPts val="0"/>
              </a:spcAft>
              <a:buSzPts val="3000"/>
              <a:buFont typeface="Lexend"/>
              <a:buNone/>
              <a:defRPr>
                <a:latin typeface="Lexend"/>
                <a:ea typeface="Lexend"/>
                <a:cs typeface="Lexend"/>
                <a:sym typeface="Lexend"/>
              </a:defRPr>
            </a:lvl4pPr>
            <a:lvl5pPr lvl="4" rtl="0">
              <a:spcBef>
                <a:spcPts val="0"/>
              </a:spcBef>
              <a:spcAft>
                <a:spcPts val="0"/>
              </a:spcAft>
              <a:buSzPts val="3000"/>
              <a:buFont typeface="Lexend"/>
              <a:buNone/>
              <a:defRPr>
                <a:latin typeface="Lexend"/>
                <a:ea typeface="Lexend"/>
                <a:cs typeface="Lexend"/>
                <a:sym typeface="Lexend"/>
              </a:defRPr>
            </a:lvl5pPr>
            <a:lvl6pPr lvl="5" rtl="0">
              <a:spcBef>
                <a:spcPts val="0"/>
              </a:spcBef>
              <a:spcAft>
                <a:spcPts val="0"/>
              </a:spcAft>
              <a:buSzPts val="3000"/>
              <a:buFont typeface="Lexend"/>
              <a:buNone/>
              <a:defRPr>
                <a:latin typeface="Lexend"/>
                <a:ea typeface="Lexend"/>
                <a:cs typeface="Lexend"/>
                <a:sym typeface="Lexend"/>
              </a:defRPr>
            </a:lvl6pPr>
            <a:lvl7pPr lvl="6" rtl="0">
              <a:spcBef>
                <a:spcPts val="0"/>
              </a:spcBef>
              <a:spcAft>
                <a:spcPts val="0"/>
              </a:spcAft>
              <a:buSzPts val="3000"/>
              <a:buFont typeface="Lexend"/>
              <a:buNone/>
              <a:defRPr>
                <a:latin typeface="Lexend"/>
                <a:ea typeface="Lexend"/>
                <a:cs typeface="Lexend"/>
                <a:sym typeface="Lexend"/>
              </a:defRPr>
            </a:lvl7pPr>
            <a:lvl8pPr lvl="7" rtl="0">
              <a:spcBef>
                <a:spcPts val="0"/>
              </a:spcBef>
              <a:spcAft>
                <a:spcPts val="0"/>
              </a:spcAft>
              <a:buSzPts val="3000"/>
              <a:buFont typeface="Lexend"/>
              <a:buNone/>
              <a:defRPr>
                <a:latin typeface="Lexend"/>
                <a:ea typeface="Lexend"/>
                <a:cs typeface="Lexend"/>
                <a:sym typeface="Lexend"/>
              </a:defRPr>
            </a:lvl8pPr>
            <a:lvl9pPr lvl="8" rtl="0">
              <a:spcBef>
                <a:spcPts val="0"/>
              </a:spcBef>
              <a:spcAft>
                <a:spcPts val="0"/>
              </a:spcAft>
              <a:buSzPts val="3000"/>
              <a:buFont typeface="Lexend"/>
              <a:buNone/>
              <a:defRPr>
                <a:latin typeface="Lexend"/>
                <a:ea typeface="Lexend"/>
                <a:cs typeface="Lexend"/>
                <a:sym typeface="Lexend"/>
              </a:defRPr>
            </a:lvl9pPr>
          </a:lstStyle>
          <a:p>
            <a:endParaRPr/>
          </a:p>
        </p:txBody>
      </p:sp>
      <p:grpSp>
        <p:nvGrpSpPr>
          <p:cNvPr id="40" name="Google Shape;40;p5"/>
          <p:cNvGrpSpPr/>
          <p:nvPr/>
        </p:nvGrpSpPr>
        <p:grpSpPr>
          <a:xfrm>
            <a:off x="-985884" y="-993416"/>
            <a:ext cx="10595318" cy="6136925"/>
            <a:chOff x="-985884" y="-993416"/>
            <a:chExt cx="10595318" cy="6136925"/>
          </a:xfrm>
        </p:grpSpPr>
        <p:sp>
          <p:nvSpPr>
            <p:cNvPr id="41" name="Google Shape;41;p5"/>
            <p:cNvSpPr/>
            <p:nvPr/>
          </p:nvSpPr>
          <p:spPr>
            <a:xfrm rot="-5400000">
              <a:off x="8337325" y="3871401"/>
              <a:ext cx="1358782" cy="1185435"/>
            </a:xfrm>
            <a:custGeom>
              <a:avLst/>
              <a:gdLst/>
              <a:ahLst/>
              <a:cxnLst/>
              <a:rect l="l" t="t" r="r" b="b"/>
              <a:pathLst>
                <a:path w="14368" h="12535" extrusionOk="0">
                  <a:moveTo>
                    <a:pt x="89" y="0"/>
                  </a:moveTo>
                  <a:cubicBezTo>
                    <a:pt x="46" y="0"/>
                    <a:pt x="0" y="46"/>
                    <a:pt x="0" y="92"/>
                  </a:cubicBezTo>
                  <a:cubicBezTo>
                    <a:pt x="0" y="135"/>
                    <a:pt x="46" y="181"/>
                    <a:pt x="89" y="181"/>
                  </a:cubicBezTo>
                  <a:lnTo>
                    <a:pt x="991" y="181"/>
                  </a:lnTo>
                  <a:cubicBezTo>
                    <a:pt x="1034" y="181"/>
                    <a:pt x="1080" y="135"/>
                    <a:pt x="1080" y="92"/>
                  </a:cubicBezTo>
                  <a:cubicBezTo>
                    <a:pt x="1080" y="46"/>
                    <a:pt x="1034" y="0"/>
                    <a:pt x="991" y="0"/>
                  </a:cubicBezTo>
                  <a:close/>
                  <a:moveTo>
                    <a:pt x="2341" y="0"/>
                  </a:moveTo>
                  <a:cubicBezTo>
                    <a:pt x="2295" y="0"/>
                    <a:pt x="2249" y="46"/>
                    <a:pt x="2249" y="92"/>
                  </a:cubicBezTo>
                  <a:cubicBezTo>
                    <a:pt x="2249" y="135"/>
                    <a:pt x="2295" y="181"/>
                    <a:pt x="2341" y="181"/>
                  </a:cubicBezTo>
                  <a:lnTo>
                    <a:pt x="3240" y="181"/>
                  </a:lnTo>
                  <a:cubicBezTo>
                    <a:pt x="3286" y="181"/>
                    <a:pt x="3330" y="135"/>
                    <a:pt x="3330" y="92"/>
                  </a:cubicBezTo>
                  <a:cubicBezTo>
                    <a:pt x="3330" y="46"/>
                    <a:pt x="3286" y="0"/>
                    <a:pt x="3240" y="0"/>
                  </a:cubicBezTo>
                  <a:close/>
                  <a:moveTo>
                    <a:pt x="4590" y="0"/>
                  </a:moveTo>
                  <a:cubicBezTo>
                    <a:pt x="4545" y="0"/>
                    <a:pt x="4501" y="46"/>
                    <a:pt x="4501" y="92"/>
                  </a:cubicBezTo>
                  <a:cubicBezTo>
                    <a:pt x="4501" y="135"/>
                    <a:pt x="4545" y="181"/>
                    <a:pt x="4590" y="181"/>
                  </a:cubicBezTo>
                  <a:lnTo>
                    <a:pt x="5490" y="181"/>
                  </a:lnTo>
                  <a:cubicBezTo>
                    <a:pt x="5536" y="181"/>
                    <a:pt x="5581" y="135"/>
                    <a:pt x="5581" y="92"/>
                  </a:cubicBezTo>
                  <a:cubicBezTo>
                    <a:pt x="5581" y="46"/>
                    <a:pt x="5536" y="0"/>
                    <a:pt x="5490" y="0"/>
                  </a:cubicBezTo>
                  <a:close/>
                  <a:moveTo>
                    <a:pt x="6840" y="0"/>
                  </a:moveTo>
                  <a:cubicBezTo>
                    <a:pt x="6796" y="0"/>
                    <a:pt x="6751" y="46"/>
                    <a:pt x="6751" y="92"/>
                  </a:cubicBezTo>
                  <a:cubicBezTo>
                    <a:pt x="6751" y="135"/>
                    <a:pt x="6796" y="181"/>
                    <a:pt x="6840" y="181"/>
                  </a:cubicBezTo>
                  <a:lnTo>
                    <a:pt x="6942" y="181"/>
                  </a:lnTo>
                  <a:cubicBezTo>
                    <a:pt x="7212" y="181"/>
                    <a:pt x="7472" y="192"/>
                    <a:pt x="7731" y="227"/>
                  </a:cubicBezTo>
                  <a:cubicBezTo>
                    <a:pt x="7774" y="227"/>
                    <a:pt x="7820" y="192"/>
                    <a:pt x="7831" y="149"/>
                  </a:cubicBezTo>
                  <a:cubicBezTo>
                    <a:pt x="7831" y="92"/>
                    <a:pt x="7798" y="46"/>
                    <a:pt x="7752" y="46"/>
                  </a:cubicBezTo>
                  <a:cubicBezTo>
                    <a:pt x="7482" y="14"/>
                    <a:pt x="7212" y="0"/>
                    <a:pt x="6942" y="0"/>
                  </a:cubicBezTo>
                  <a:close/>
                  <a:moveTo>
                    <a:pt x="9064" y="314"/>
                  </a:moveTo>
                  <a:cubicBezTo>
                    <a:pt x="9020" y="314"/>
                    <a:pt x="8987" y="335"/>
                    <a:pt x="8978" y="373"/>
                  </a:cubicBezTo>
                  <a:cubicBezTo>
                    <a:pt x="8957" y="419"/>
                    <a:pt x="8989" y="473"/>
                    <a:pt x="9035" y="486"/>
                  </a:cubicBezTo>
                  <a:cubicBezTo>
                    <a:pt x="9316" y="575"/>
                    <a:pt x="9596" y="675"/>
                    <a:pt x="9867" y="800"/>
                  </a:cubicBezTo>
                  <a:cubicBezTo>
                    <a:pt x="9877" y="802"/>
                    <a:pt x="9887" y="803"/>
                    <a:pt x="9898" y="803"/>
                  </a:cubicBezTo>
                  <a:cubicBezTo>
                    <a:pt x="9936" y="803"/>
                    <a:pt x="9974" y="787"/>
                    <a:pt x="9991" y="743"/>
                  </a:cubicBezTo>
                  <a:cubicBezTo>
                    <a:pt x="10002" y="700"/>
                    <a:pt x="9991" y="654"/>
                    <a:pt x="9945" y="632"/>
                  </a:cubicBezTo>
                  <a:cubicBezTo>
                    <a:pt x="9664" y="508"/>
                    <a:pt x="9383" y="405"/>
                    <a:pt x="9092" y="316"/>
                  </a:cubicBezTo>
                  <a:cubicBezTo>
                    <a:pt x="9082" y="314"/>
                    <a:pt x="9073" y="314"/>
                    <a:pt x="9064" y="314"/>
                  </a:cubicBezTo>
                  <a:close/>
                  <a:moveTo>
                    <a:pt x="11079" y="1276"/>
                  </a:moveTo>
                  <a:cubicBezTo>
                    <a:pt x="11052" y="1276"/>
                    <a:pt x="11024" y="1291"/>
                    <a:pt x="11003" y="1318"/>
                  </a:cubicBezTo>
                  <a:cubicBezTo>
                    <a:pt x="10982" y="1364"/>
                    <a:pt x="10992" y="1418"/>
                    <a:pt x="11025" y="1442"/>
                  </a:cubicBezTo>
                  <a:cubicBezTo>
                    <a:pt x="11273" y="1610"/>
                    <a:pt x="11511" y="1791"/>
                    <a:pt x="11735" y="1993"/>
                  </a:cubicBezTo>
                  <a:cubicBezTo>
                    <a:pt x="11749" y="2007"/>
                    <a:pt x="11766" y="2013"/>
                    <a:pt x="11785" y="2013"/>
                  </a:cubicBezTo>
                  <a:cubicBezTo>
                    <a:pt x="11811" y="2013"/>
                    <a:pt x="11839" y="2001"/>
                    <a:pt x="11859" y="1982"/>
                  </a:cubicBezTo>
                  <a:cubicBezTo>
                    <a:pt x="11892" y="1947"/>
                    <a:pt x="11892" y="1890"/>
                    <a:pt x="11848" y="1858"/>
                  </a:cubicBezTo>
                  <a:cubicBezTo>
                    <a:pt x="11622" y="1656"/>
                    <a:pt x="11387" y="1464"/>
                    <a:pt x="11127" y="1296"/>
                  </a:cubicBezTo>
                  <a:cubicBezTo>
                    <a:pt x="11113" y="1282"/>
                    <a:pt x="11096" y="1276"/>
                    <a:pt x="11079" y="1276"/>
                  </a:cubicBezTo>
                  <a:close/>
                  <a:moveTo>
                    <a:pt x="12715" y="2811"/>
                  </a:moveTo>
                  <a:cubicBezTo>
                    <a:pt x="12696" y="2811"/>
                    <a:pt x="12676" y="2816"/>
                    <a:pt x="12658" y="2825"/>
                  </a:cubicBezTo>
                  <a:cubicBezTo>
                    <a:pt x="12623" y="2860"/>
                    <a:pt x="12613" y="2916"/>
                    <a:pt x="12645" y="2960"/>
                  </a:cubicBezTo>
                  <a:cubicBezTo>
                    <a:pt x="12826" y="3186"/>
                    <a:pt x="12996" y="3432"/>
                    <a:pt x="13153" y="3691"/>
                  </a:cubicBezTo>
                  <a:cubicBezTo>
                    <a:pt x="13166" y="3714"/>
                    <a:pt x="13195" y="3731"/>
                    <a:pt x="13225" y="3731"/>
                  </a:cubicBezTo>
                  <a:cubicBezTo>
                    <a:pt x="13242" y="3731"/>
                    <a:pt x="13260" y="3726"/>
                    <a:pt x="13277" y="3713"/>
                  </a:cubicBezTo>
                  <a:cubicBezTo>
                    <a:pt x="13320" y="3691"/>
                    <a:pt x="13333" y="3635"/>
                    <a:pt x="13309" y="3591"/>
                  </a:cubicBezTo>
                  <a:cubicBezTo>
                    <a:pt x="13153" y="3332"/>
                    <a:pt x="12972" y="3084"/>
                    <a:pt x="12793" y="2849"/>
                  </a:cubicBezTo>
                  <a:cubicBezTo>
                    <a:pt x="12773" y="2822"/>
                    <a:pt x="12744" y="2811"/>
                    <a:pt x="12715" y="2811"/>
                  </a:cubicBezTo>
                  <a:close/>
                  <a:moveTo>
                    <a:pt x="13818" y="4763"/>
                  </a:moveTo>
                  <a:cubicBezTo>
                    <a:pt x="13806" y="4763"/>
                    <a:pt x="13793" y="4766"/>
                    <a:pt x="13782" y="4771"/>
                  </a:cubicBezTo>
                  <a:cubicBezTo>
                    <a:pt x="13738" y="4782"/>
                    <a:pt x="13714" y="4839"/>
                    <a:pt x="13725" y="4885"/>
                  </a:cubicBezTo>
                  <a:cubicBezTo>
                    <a:pt x="13828" y="5166"/>
                    <a:pt x="13917" y="5446"/>
                    <a:pt x="13984" y="5738"/>
                  </a:cubicBezTo>
                  <a:cubicBezTo>
                    <a:pt x="13993" y="5777"/>
                    <a:pt x="14036" y="5809"/>
                    <a:pt x="14077" y="5809"/>
                  </a:cubicBezTo>
                  <a:cubicBezTo>
                    <a:pt x="14084" y="5809"/>
                    <a:pt x="14091" y="5808"/>
                    <a:pt x="14098" y="5806"/>
                  </a:cubicBezTo>
                  <a:cubicBezTo>
                    <a:pt x="14143" y="5795"/>
                    <a:pt x="14176" y="5738"/>
                    <a:pt x="14165" y="5695"/>
                  </a:cubicBezTo>
                  <a:cubicBezTo>
                    <a:pt x="14098" y="5401"/>
                    <a:pt x="14008" y="5109"/>
                    <a:pt x="13895" y="4828"/>
                  </a:cubicBezTo>
                  <a:cubicBezTo>
                    <a:pt x="13887" y="4786"/>
                    <a:pt x="13854" y="4763"/>
                    <a:pt x="13818" y="4763"/>
                  </a:cubicBezTo>
                  <a:close/>
                  <a:moveTo>
                    <a:pt x="14265" y="6953"/>
                  </a:moveTo>
                  <a:cubicBezTo>
                    <a:pt x="14211" y="6967"/>
                    <a:pt x="14176" y="6999"/>
                    <a:pt x="14176" y="7056"/>
                  </a:cubicBezTo>
                  <a:cubicBezTo>
                    <a:pt x="14187" y="7180"/>
                    <a:pt x="14187" y="7304"/>
                    <a:pt x="14187" y="7426"/>
                  </a:cubicBezTo>
                  <a:lnTo>
                    <a:pt x="14187" y="7944"/>
                  </a:lnTo>
                  <a:cubicBezTo>
                    <a:pt x="14187" y="8001"/>
                    <a:pt x="14222" y="8033"/>
                    <a:pt x="14278" y="8033"/>
                  </a:cubicBezTo>
                  <a:cubicBezTo>
                    <a:pt x="14322" y="8033"/>
                    <a:pt x="14368" y="8001"/>
                    <a:pt x="14368" y="7944"/>
                  </a:cubicBezTo>
                  <a:lnTo>
                    <a:pt x="14368" y="7426"/>
                  </a:lnTo>
                  <a:cubicBezTo>
                    <a:pt x="14368" y="7291"/>
                    <a:pt x="14368" y="7169"/>
                    <a:pt x="14357" y="7045"/>
                  </a:cubicBezTo>
                  <a:cubicBezTo>
                    <a:pt x="14357" y="6999"/>
                    <a:pt x="14311" y="6953"/>
                    <a:pt x="14265" y="6953"/>
                  </a:cubicBezTo>
                  <a:close/>
                  <a:moveTo>
                    <a:pt x="14278" y="9205"/>
                  </a:moveTo>
                  <a:cubicBezTo>
                    <a:pt x="14222" y="9205"/>
                    <a:pt x="14187" y="9248"/>
                    <a:pt x="14187" y="9294"/>
                  </a:cubicBezTo>
                  <a:lnTo>
                    <a:pt x="14187" y="10193"/>
                  </a:lnTo>
                  <a:cubicBezTo>
                    <a:pt x="14187" y="10250"/>
                    <a:pt x="14222" y="10285"/>
                    <a:pt x="14278" y="10285"/>
                  </a:cubicBezTo>
                  <a:cubicBezTo>
                    <a:pt x="14322" y="10285"/>
                    <a:pt x="14368" y="10250"/>
                    <a:pt x="14368" y="10193"/>
                  </a:cubicBezTo>
                  <a:lnTo>
                    <a:pt x="14368" y="9294"/>
                  </a:lnTo>
                  <a:cubicBezTo>
                    <a:pt x="14368" y="9248"/>
                    <a:pt x="14322" y="9205"/>
                    <a:pt x="14278" y="9205"/>
                  </a:cubicBezTo>
                  <a:close/>
                  <a:moveTo>
                    <a:pt x="14278" y="11454"/>
                  </a:moveTo>
                  <a:cubicBezTo>
                    <a:pt x="14222" y="11454"/>
                    <a:pt x="14187" y="11500"/>
                    <a:pt x="14187" y="11543"/>
                  </a:cubicBezTo>
                  <a:lnTo>
                    <a:pt x="14187" y="12445"/>
                  </a:lnTo>
                  <a:cubicBezTo>
                    <a:pt x="14187" y="12502"/>
                    <a:pt x="14222" y="12534"/>
                    <a:pt x="14278" y="12534"/>
                  </a:cubicBezTo>
                  <a:cubicBezTo>
                    <a:pt x="14322" y="12534"/>
                    <a:pt x="14368" y="12502"/>
                    <a:pt x="14368" y="12445"/>
                  </a:cubicBezTo>
                  <a:lnTo>
                    <a:pt x="14368" y="11543"/>
                  </a:lnTo>
                  <a:cubicBezTo>
                    <a:pt x="14368" y="11500"/>
                    <a:pt x="14322" y="11454"/>
                    <a:pt x="14278" y="11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5"/>
            <p:cNvSpPr/>
            <p:nvPr/>
          </p:nvSpPr>
          <p:spPr>
            <a:xfrm rot="5400000">
              <a:off x="-82675" y="-1896625"/>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 name="Google Shape;43;p5"/>
          <p:cNvGrpSpPr/>
          <p:nvPr/>
        </p:nvGrpSpPr>
        <p:grpSpPr>
          <a:xfrm>
            <a:off x="135760" y="197677"/>
            <a:ext cx="8531381" cy="4709379"/>
            <a:chOff x="135760" y="197677"/>
            <a:chExt cx="8531381" cy="4709379"/>
          </a:xfrm>
        </p:grpSpPr>
        <p:pic>
          <p:nvPicPr>
            <p:cNvPr id="44" name="Google Shape;44;p5"/>
            <p:cNvPicPr preferRelativeResize="0"/>
            <p:nvPr/>
          </p:nvPicPr>
          <p:blipFill>
            <a:blip r:embed="rId3">
              <a:alphaModFix/>
            </a:blip>
            <a:stretch>
              <a:fillRect/>
            </a:stretch>
          </p:blipFill>
          <p:spPr>
            <a:xfrm>
              <a:off x="135760" y="197677"/>
              <a:ext cx="451967" cy="370226"/>
            </a:xfrm>
            <a:prstGeom prst="rect">
              <a:avLst/>
            </a:prstGeom>
            <a:noFill/>
            <a:ln>
              <a:noFill/>
            </a:ln>
          </p:spPr>
        </p:pic>
        <p:pic>
          <p:nvPicPr>
            <p:cNvPr id="45" name="Google Shape;45;p5"/>
            <p:cNvPicPr preferRelativeResize="0"/>
            <p:nvPr/>
          </p:nvPicPr>
          <p:blipFill>
            <a:blip r:embed="rId4">
              <a:alphaModFix/>
            </a:blip>
            <a:stretch>
              <a:fillRect/>
            </a:stretch>
          </p:blipFill>
          <p:spPr>
            <a:xfrm>
              <a:off x="8190662" y="4490922"/>
              <a:ext cx="476478" cy="416134"/>
            </a:xfrm>
            <a:prstGeom prst="rect">
              <a:avLst/>
            </a:prstGeom>
            <a:noFill/>
            <a:ln>
              <a:noFill/>
            </a:ln>
          </p:spPr>
        </p:pic>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6"/>
        <p:cNvGrpSpPr/>
        <p:nvPr/>
      </p:nvGrpSpPr>
      <p:grpSpPr>
        <a:xfrm>
          <a:off x="0" y="0"/>
          <a:ext cx="0" cy="0"/>
          <a:chOff x="0" y="0"/>
          <a:chExt cx="0" cy="0"/>
        </a:xfrm>
      </p:grpSpPr>
      <p:pic>
        <p:nvPicPr>
          <p:cNvPr id="47" name="Google Shape;47;p6"/>
          <p:cNvPicPr preferRelativeResize="0"/>
          <p:nvPr/>
        </p:nvPicPr>
        <p:blipFill>
          <a:blip r:embed="rId2">
            <a:alphaModFix/>
          </a:blip>
          <a:stretch>
            <a:fillRect/>
          </a:stretch>
        </p:blipFill>
        <p:spPr>
          <a:xfrm>
            <a:off x="0" y="0"/>
            <a:ext cx="9144000" cy="5143500"/>
          </a:xfrm>
          <a:prstGeom prst="rect">
            <a:avLst/>
          </a:prstGeom>
          <a:noFill/>
          <a:ln>
            <a:noFill/>
          </a:ln>
        </p:spPr>
      </p:pic>
      <p:sp>
        <p:nvSpPr>
          <p:cNvPr id="48" name="Google Shape;48;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Lexend"/>
              <a:buNone/>
              <a:defRPr>
                <a:latin typeface="Lexend"/>
                <a:ea typeface="Lexend"/>
                <a:cs typeface="Lexend"/>
                <a:sym typeface="Lexen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49" name="Google Shape;49;p6"/>
          <p:cNvGrpSpPr/>
          <p:nvPr/>
        </p:nvGrpSpPr>
        <p:grpSpPr>
          <a:xfrm>
            <a:off x="-465434" y="-1487675"/>
            <a:ext cx="10265458" cy="6698709"/>
            <a:chOff x="-465434" y="-1487675"/>
            <a:chExt cx="10265458" cy="6698709"/>
          </a:xfrm>
        </p:grpSpPr>
        <p:sp>
          <p:nvSpPr>
            <p:cNvPr id="50" name="Google Shape;50;p6"/>
            <p:cNvSpPr/>
            <p:nvPr/>
          </p:nvSpPr>
          <p:spPr>
            <a:xfrm rot="5400000" flipH="1">
              <a:off x="-552108" y="3938926"/>
              <a:ext cx="1358782" cy="1185435"/>
            </a:xfrm>
            <a:custGeom>
              <a:avLst/>
              <a:gdLst/>
              <a:ahLst/>
              <a:cxnLst/>
              <a:rect l="l" t="t" r="r" b="b"/>
              <a:pathLst>
                <a:path w="14368" h="12535" extrusionOk="0">
                  <a:moveTo>
                    <a:pt x="89" y="0"/>
                  </a:moveTo>
                  <a:cubicBezTo>
                    <a:pt x="46" y="0"/>
                    <a:pt x="0" y="46"/>
                    <a:pt x="0" y="92"/>
                  </a:cubicBezTo>
                  <a:cubicBezTo>
                    <a:pt x="0" y="135"/>
                    <a:pt x="46" y="181"/>
                    <a:pt x="89" y="181"/>
                  </a:cubicBezTo>
                  <a:lnTo>
                    <a:pt x="991" y="181"/>
                  </a:lnTo>
                  <a:cubicBezTo>
                    <a:pt x="1034" y="181"/>
                    <a:pt x="1080" y="135"/>
                    <a:pt x="1080" y="92"/>
                  </a:cubicBezTo>
                  <a:cubicBezTo>
                    <a:pt x="1080" y="46"/>
                    <a:pt x="1034" y="0"/>
                    <a:pt x="991" y="0"/>
                  </a:cubicBezTo>
                  <a:close/>
                  <a:moveTo>
                    <a:pt x="2341" y="0"/>
                  </a:moveTo>
                  <a:cubicBezTo>
                    <a:pt x="2295" y="0"/>
                    <a:pt x="2249" y="46"/>
                    <a:pt x="2249" y="92"/>
                  </a:cubicBezTo>
                  <a:cubicBezTo>
                    <a:pt x="2249" y="135"/>
                    <a:pt x="2295" y="181"/>
                    <a:pt x="2341" y="181"/>
                  </a:cubicBezTo>
                  <a:lnTo>
                    <a:pt x="3240" y="181"/>
                  </a:lnTo>
                  <a:cubicBezTo>
                    <a:pt x="3286" y="181"/>
                    <a:pt x="3330" y="135"/>
                    <a:pt x="3330" y="92"/>
                  </a:cubicBezTo>
                  <a:cubicBezTo>
                    <a:pt x="3330" y="46"/>
                    <a:pt x="3286" y="0"/>
                    <a:pt x="3240" y="0"/>
                  </a:cubicBezTo>
                  <a:close/>
                  <a:moveTo>
                    <a:pt x="4590" y="0"/>
                  </a:moveTo>
                  <a:cubicBezTo>
                    <a:pt x="4545" y="0"/>
                    <a:pt x="4501" y="46"/>
                    <a:pt x="4501" y="92"/>
                  </a:cubicBezTo>
                  <a:cubicBezTo>
                    <a:pt x="4501" y="135"/>
                    <a:pt x="4545" y="181"/>
                    <a:pt x="4590" y="181"/>
                  </a:cubicBezTo>
                  <a:lnTo>
                    <a:pt x="5490" y="181"/>
                  </a:lnTo>
                  <a:cubicBezTo>
                    <a:pt x="5536" y="181"/>
                    <a:pt x="5581" y="135"/>
                    <a:pt x="5581" y="92"/>
                  </a:cubicBezTo>
                  <a:cubicBezTo>
                    <a:pt x="5581" y="46"/>
                    <a:pt x="5536" y="0"/>
                    <a:pt x="5490" y="0"/>
                  </a:cubicBezTo>
                  <a:close/>
                  <a:moveTo>
                    <a:pt x="6840" y="0"/>
                  </a:moveTo>
                  <a:cubicBezTo>
                    <a:pt x="6796" y="0"/>
                    <a:pt x="6751" y="46"/>
                    <a:pt x="6751" y="92"/>
                  </a:cubicBezTo>
                  <a:cubicBezTo>
                    <a:pt x="6751" y="135"/>
                    <a:pt x="6796" y="181"/>
                    <a:pt x="6840" y="181"/>
                  </a:cubicBezTo>
                  <a:lnTo>
                    <a:pt x="6942" y="181"/>
                  </a:lnTo>
                  <a:cubicBezTo>
                    <a:pt x="7212" y="181"/>
                    <a:pt x="7472" y="192"/>
                    <a:pt x="7731" y="227"/>
                  </a:cubicBezTo>
                  <a:cubicBezTo>
                    <a:pt x="7774" y="227"/>
                    <a:pt x="7820" y="192"/>
                    <a:pt x="7831" y="149"/>
                  </a:cubicBezTo>
                  <a:cubicBezTo>
                    <a:pt x="7831" y="92"/>
                    <a:pt x="7798" y="46"/>
                    <a:pt x="7752" y="46"/>
                  </a:cubicBezTo>
                  <a:cubicBezTo>
                    <a:pt x="7482" y="14"/>
                    <a:pt x="7212" y="0"/>
                    <a:pt x="6942" y="0"/>
                  </a:cubicBezTo>
                  <a:close/>
                  <a:moveTo>
                    <a:pt x="9064" y="314"/>
                  </a:moveTo>
                  <a:cubicBezTo>
                    <a:pt x="9020" y="314"/>
                    <a:pt x="8987" y="335"/>
                    <a:pt x="8978" y="373"/>
                  </a:cubicBezTo>
                  <a:cubicBezTo>
                    <a:pt x="8957" y="419"/>
                    <a:pt x="8989" y="473"/>
                    <a:pt x="9035" y="486"/>
                  </a:cubicBezTo>
                  <a:cubicBezTo>
                    <a:pt x="9316" y="575"/>
                    <a:pt x="9596" y="675"/>
                    <a:pt x="9867" y="800"/>
                  </a:cubicBezTo>
                  <a:cubicBezTo>
                    <a:pt x="9877" y="802"/>
                    <a:pt x="9887" y="803"/>
                    <a:pt x="9898" y="803"/>
                  </a:cubicBezTo>
                  <a:cubicBezTo>
                    <a:pt x="9936" y="803"/>
                    <a:pt x="9974" y="787"/>
                    <a:pt x="9991" y="743"/>
                  </a:cubicBezTo>
                  <a:cubicBezTo>
                    <a:pt x="10002" y="700"/>
                    <a:pt x="9991" y="654"/>
                    <a:pt x="9945" y="632"/>
                  </a:cubicBezTo>
                  <a:cubicBezTo>
                    <a:pt x="9664" y="508"/>
                    <a:pt x="9383" y="405"/>
                    <a:pt x="9092" y="316"/>
                  </a:cubicBezTo>
                  <a:cubicBezTo>
                    <a:pt x="9082" y="314"/>
                    <a:pt x="9073" y="314"/>
                    <a:pt x="9064" y="314"/>
                  </a:cubicBezTo>
                  <a:close/>
                  <a:moveTo>
                    <a:pt x="11079" y="1276"/>
                  </a:moveTo>
                  <a:cubicBezTo>
                    <a:pt x="11052" y="1276"/>
                    <a:pt x="11024" y="1291"/>
                    <a:pt x="11003" y="1318"/>
                  </a:cubicBezTo>
                  <a:cubicBezTo>
                    <a:pt x="10982" y="1364"/>
                    <a:pt x="10992" y="1418"/>
                    <a:pt x="11025" y="1442"/>
                  </a:cubicBezTo>
                  <a:cubicBezTo>
                    <a:pt x="11273" y="1610"/>
                    <a:pt x="11511" y="1791"/>
                    <a:pt x="11735" y="1993"/>
                  </a:cubicBezTo>
                  <a:cubicBezTo>
                    <a:pt x="11749" y="2007"/>
                    <a:pt x="11766" y="2013"/>
                    <a:pt x="11785" y="2013"/>
                  </a:cubicBezTo>
                  <a:cubicBezTo>
                    <a:pt x="11811" y="2013"/>
                    <a:pt x="11839" y="2001"/>
                    <a:pt x="11859" y="1982"/>
                  </a:cubicBezTo>
                  <a:cubicBezTo>
                    <a:pt x="11892" y="1947"/>
                    <a:pt x="11892" y="1890"/>
                    <a:pt x="11848" y="1858"/>
                  </a:cubicBezTo>
                  <a:cubicBezTo>
                    <a:pt x="11622" y="1656"/>
                    <a:pt x="11387" y="1464"/>
                    <a:pt x="11127" y="1296"/>
                  </a:cubicBezTo>
                  <a:cubicBezTo>
                    <a:pt x="11113" y="1282"/>
                    <a:pt x="11096" y="1276"/>
                    <a:pt x="11079" y="1276"/>
                  </a:cubicBezTo>
                  <a:close/>
                  <a:moveTo>
                    <a:pt x="12715" y="2811"/>
                  </a:moveTo>
                  <a:cubicBezTo>
                    <a:pt x="12696" y="2811"/>
                    <a:pt x="12676" y="2816"/>
                    <a:pt x="12658" y="2825"/>
                  </a:cubicBezTo>
                  <a:cubicBezTo>
                    <a:pt x="12623" y="2860"/>
                    <a:pt x="12613" y="2916"/>
                    <a:pt x="12645" y="2960"/>
                  </a:cubicBezTo>
                  <a:cubicBezTo>
                    <a:pt x="12826" y="3186"/>
                    <a:pt x="12996" y="3432"/>
                    <a:pt x="13153" y="3691"/>
                  </a:cubicBezTo>
                  <a:cubicBezTo>
                    <a:pt x="13166" y="3714"/>
                    <a:pt x="13195" y="3731"/>
                    <a:pt x="13225" y="3731"/>
                  </a:cubicBezTo>
                  <a:cubicBezTo>
                    <a:pt x="13242" y="3731"/>
                    <a:pt x="13260" y="3726"/>
                    <a:pt x="13277" y="3713"/>
                  </a:cubicBezTo>
                  <a:cubicBezTo>
                    <a:pt x="13320" y="3691"/>
                    <a:pt x="13333" y="3635"/>
                    <a:pt x="13309" y="3591"/>
                  </a:cubicBezTo>
                  <a:cubicBezTo>
                    <a:pt x="13153" y="3332"/>
                    <a:pt x="12972" y="3084"/>
                    <a:pt x="12793" y="2849"/>
                  </a:cubicBezTo>
                  <a:cubicBezTo>
                    <a:pt x="12773" y="2822"/>
                    <a:pt x="12744" y="2811"/>
                    <a:pt x="12715" y="2811"/>
                  </a:cubicBezTo>
                  <a:close/>
                  <a:moveTo>
                    <a:pt x="13818" y="4763"/>
                  </a:moveTo>
                  <a:cubicBezTo>
                    <a:pt x="13806" y="4763"/>
                    <a:pt x="13793" y="4766"/>
                    <a:pt x="13782" y="4771"/>
                  </a:cubicBezTo>
                  <a:cubicBezTo>
                    <a:pt x="13738" y="4782"/>
                    <a:pt x="13714" y="4839"/>
                    <a:pt x="13725" y="4885"/>
                  </a:cubicBezTo>
                  <a:cubicBezTo>
                    <a:pt x="13828" y="5166"/>
                    <a:pt x="13917" y="5446"/>
                    <a:pt x="13984" y="5738"/>
                  </a:cubicBezTo>
                  <a:cubicBezTo>
                    <a:pt x="13993" y="5777"/>
                    <a:pt x="14036" y="5809"/>
                    <a:pt x="14077" y="5809"/>
                  </a:cubicBezTo>
                  <a:cubicBezTo>
                    <a:pt x="14084" y="5809"/>
                    <a:pt x="14091" y="5808"/>
                    <a:pt x="14098" y="5806"/>
                  </a:cubicBezTo>
                  <a:cubicBezTo>
                    <a:pt x="14143" y="5795"/>
                    <a:pt x="14176" y="5738"/>
                    <a:pt x="14165" y="5695"/>
                  </a:cubicBezTo>
                  <a:cubicBezTo>
                    <a:pt x="14098" y="5401"/>
                    <a:pt x="14008" y="5109"/>
                    <a:pt x="13895" y="4828"/>
                  </a:cubicBezTo>
                  <a:cubicBezTo>
                    <a:pt x="13887" y="4786"/>
                    <a:pt x="13854" y="4763"/>
                    <a:pt x="13818" y="4763"/>
                  </a:cubicBezTo>
                  <a:close/>
                  <a:moveTo>
                    <a:pt x="14265" y="6953"/>
                  </a:moveTo>
                  <a:cubicBezTo>
                    <a:pt x="14211" y="6967"/>
                    <a:pt x="14176" y="6999"/>
                    <a:pt x="14176" y="7056"/>
                  </a:cubicBezTo>
                  <a:cubicBezTo>
                    <a:pt x="14187" y="7180"/>
                    <a:pt x="14187" y="7304"/>
                    <a:pt x="14187" y="7426"/>
                  </a:cubicBezTo>
                  <a:lnTo>
                    <a:pt x="14187" y="7944"/>
                  </a:lnTo>
                  <a:cubicBezTo>
                    <a:pt x="14187" y="8001"/>
                    <a:pt x="14222" y="8033"/>
                    <a:pt x="14278" y="8033"/>
                  </a:cubicBezTo>
                  <a:cubicBezTo>
                    <a:pt x="14322" y="8033"/>
                    <a:pt x="14368" y="8001"/>
                    <a:pt x="14368" y="7944"/>
                  </a:cubicBezTo>
                  <a:lnTo>
                    <a:pt x="14368" y="7426"/>
                  </a:lnTo>
                  <a:cubicBezTo>
                    <a:pt x="14368" y="7291"/>
                    <a:pt x="14368" y="7169"/>
                    <a:pt x="14357" y="7045"/>
                  </a:cubicBezTo>
                  <a:cubicBezTo>
                    <a:pt x="14357" y="6999"/>
                    <a:pt x="14311" y="6953"/>
                    <a:pt x="14265" y="6953"/>
                  </a:cubicBezTo>
                  <a:close/>
                  <a:moveTo>
                    <a:pt x="14278" y="9205"/>
                  </a:moveTo>
                  <a:cubicBezTo>
                    <a:pt x="14222" y="9205"/>
                    <a:pt x="14187" y="9248"/>
                    <a:pt x="14187" y="9294"/>
                  </a:cubicBezTo>
                  <a:lnTo>
                    <a:pt x="14187" y="10193"/>
                  </a:lnTo>
                  <a:cubicBezTo>
                    <a:pt x="14187" y="10250"/>
                    <a:pt x="14222" y="10285"/>
                    <a:pt x="14278" y="10285"/>
                  </a:cubicBezTo>
                  <a:cubicBezTo>
                    <a:pt x="14322" y="10285"/>
                    <a:pt x="14368" y="10250"/>
                    <a:pt x="14368" y="10193"/>
                  </a:cubicBezTo>
                  <a:lnTo>
                    <a:pt x="14368" y="9294"/>
                  </a:lnTo>
                  <a:cubicBezTo>
                    <a:pt x="14368" y="9248"/>
                    <a:pt x="14322" y="9205"/>
                    <a:pt x="14278" y="9205"/>
                  </a:cubicBezTo>
                  <a:close/>
                  <a:moveTo>
                    <a:pt x="14278" y="11454"/>
                  </a:moveTo>
                  <a:cubicBezTo>
                    <a:pt x="14222" y="11454"/>
                    <a:pt x="14187" y="11500"/>
                    <a:pt x="14187" y="11543"/>
                  </a:cubicBezTo>
                  <a:lnTo>
                    <a:pt x="14187" y="12445"/>
                  </a:lnTo>
                  <a:cubicBezTo>
                    <a:pt x="14187" y="12502"/>
                    <a:pt x="14222" y="12534"/>
                    <a:pt x="14278" y="12534"/>
                  </a:cubicBezTo>
                  <a:cubicBezTo>
                    <a:pt x="14322" y="12534"/>
                    <a:pt x="14368" y="12502"/>
                    <a:pt x="14368" y="12445"/>
                  </a:cubicBezTo>
                  <a:lnTo>
                    <a:pt x="14368" y="11543"/>
                  </a:lnTo>
                  <a:cubicBezTo>
                    <a:pt x="14368" y="11500"/>
                    <a:pt x="14322" y="11454"/>
                    <a:pt x="14278" y="11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6"/>
            <p:cNvSpPr/>
            <p:nvPr/>
          </p:nvSpPr>
          <p:spPr>
            <a:xfrm rot="10800000" flipH="1">
              <a:off x="8424008" y="-1487675"/>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 name="Google Shape;52;p6"/>
          <p:cNvGrpSpPr/>
          <p:nvPr/>
        </p:nvGrpSpPr>
        <p:grpSpPr>
          <a:xfrm>
            <a:off x="452167" y="106693"/>
            <a:ext cx="8190899" cy="4907433"/>
            <a:chOff x="452167" y="106693"/>
            <a:chExt cx="8190899" cy="4907433"/>
          </a:xfrm>
        </p:grpSpPr>
        <p:pic>
          <p:nvPicPr>
            <p:cNvPr id="53" name="Google Shape;53;p6"/>
            <p:cNvPicPr preferRelativeResize="0"/>
            <p:nvPr/>
          </p:nvPicPr>
          <p:blipFill>
            <a:blip r:embed="rId3">
              <a:alphaModFix/>
            </a:blip>
            <a:stretch>
              <a:fillRect/>
            </a:stretch>
          </p:blipFill>
          <p:spPr>
            <a:xfrm>
              <a:off x="452167" y="4488250"/>
              <a:ext cx="525881" cy="525876"/>
            </a:xfrm>
            <a:prstGeom prst="rect">
              <a:avLst/>
            </a:prstGeom>
            <a:noFill/>
            <a:ln>
              <a:noFill/>
            </a:ln>
          </p:spPr>
        </p:pic>
        <p:pic>
          <p:nvPicPr>
            <p:cNvPr id="54" name="Google Shape;54;p6"/>
            <p:cNvPicPr preferRelativeResize="0"/>
            <p:nvPr/>
          </p:nvPicPr>
          <p:blipFill>
            <a:blip r:embed="rId4">
              <a:alphaModFix/>
            </a:blip>
            <a:stretch>
              <a:fillRect/>
            </a:stretch>
          </p:blipFill>
          <p:spPr>
            <a:xfrm>
              <a:off x="8214748" y="106693"/>
              <a:ext cx="428318" cy="428311"/>
            </a:xfrm>
            <a:prstGeom prst="rect">
              <a:avLst/>
            </a:prstGeom>
            <a:noFill/>
            <a:ln>
              <a:noFill/>
            </a:ln>
          </p:spPr>
        </p:pic>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5"/>
        <p:cNvGrpSpPr/>
        <p:nvPr/>
      </p:nvGrpSpPr>
      <p:grpSpPr>
        <a:xfrm>
          <a:off x="0" y="0"/>
          <a:ext cx="0" cy="0"/>
          <a:chOff x="0" y="0"/>
          <a:chExt cx="0" cy="0"/>
        </a:xfrm>
      </p:grpSpPr>
      <p:pic>
        <p:nvPicPr>
          <p:cNvPr id="56" name="Google Shape;56;p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57" name="Google Shape;57;p7"/>
          <p:cNvGrpSpPr/>
          <p:nvPr/>
        </p:nvGrpSpPr>
        <p:grpSpPr>
          <a:xfrm>
            <a:off x="-660925" y="-32798"/>
            <a:ext cx="6896808" cy="6806983"/>
            <a:chOff x="-660925" y="-32798"/>
            <a:chExt cx="6896808" cy="6806983"/>
          </a:xfrm>
        </p:grpSpPr>
        <p:sp>
          <p:nvSpPr>
            <p:cNvPr id="58" name="Google Shape;58;p7"/>
            <p:cNvSpPr/>
            <p:nvPr/>
          </p:nvSpPr>
          <p:spPr>
            <a:xfrm rot="-5400000" flipH="1">
              <a:off x="4963775" y="53876"/>
              <a:ext cx="1358782" cy="1185435"/>
            </a:xfrm>
            <a:custGeom>
              <a:avLst/>
              <a:gdLst/>
              <a:ahLst/>
              <a:cxnLst/>
              <a:rect l="l" t="t" r="r" b="b"/>
              <a:pathLst>
                <a:path w="14368" h="12535" extrusionOk="0">
                  <a:moveTo>
                    <a:pt x="89" y="0"/>
                  </a:moveTo>
                  <a:cubicBezTo>
                    <a:pt x="46" y="0"/>
                    <a:pt x="0" y="46"/>
                    <a:pt x="0" y="92"/>
                  </a:cubicBezTo>
                  <a:cubicBezTo>
                    <a:pt x="0" y="135"/>
                    <a:pt x="46" y="181"/>
                    <a:pt x="89" y="181"/>
                  </a:cubicBezTo>
                  <a:lnTo>
                    <a:pt x="991" y="181"/>
                  </a:lnTo>
                  <a:cubicBezTo>
                    <a:pt x="1034" y="181"/>
                    <a:pt x="1080" y="135"/>
                    <a:pt x="1080" y="92"/>
                  </a:cubicBezTo>
                  <a:cubicBezTo>
                    <a:pt x="1080" y="46"/>
                    <a:pt x="1034" y="0"/>
                    <a:pt x="991" y="0"/>
                  </a:cubicBezTo>
                  <a:close/>
                  <a:moveTo>
                    <a:pt x="2341" y="0"/>
                  </a:moveTo>
                  <a:cubicBezTo>
                    <a:pt x="2295" y="0"/>
                    <a:pt x="2249" y="46"/>
                    <a:pt x="2249" y="92"/>
                  </a:cubicBezTo>
                  <a:cubicBezTo>
                    <a:pt x="2249" y="135"/>
                    <a:pt x="2295" y="181"/>
                    <a:pt x="2341" y="181"/>
                  </a:cubicBezTo>
                  <a:lnTo>
                    <a:pt x="3240" y="181"/>
                  </a:lnTo>
                  <a:cubicBezTo>
                    <a:pt x="3286" y="181"/>
                    <a:pt x="3330" y="135"/>
                    <a:pt x="3330" y="92"/>
                  </a:cubicBezTo>
                  <a:cubicBezTo>
                    <a:pt x="3330" y="46"/>
                    <a:pt x="3286" y="0"/>
                    <a:pt x="3240" y="0"/>
                  </a:cubicBezTo>
                  <a:close/>
                  <a:moveTo>
                    <a:pt x="4590" y="0"/>
                  </a:moveTo>
                  <a:cubicBezTo>
                    <a:pt x="4545" y="0"/>
                    <a:pt x="4501" y="46"/>
                    <a:pt x="4501" y="92"/>
                  </a:cubicBezTo>
                  <a:cubicBezTo>
                    <a:pt x="4501" y="135"/>
                    <a:pt x="4545" y="181"/>
                    <a:pt x="4590" y="181"/>
                  </a:cubicBezTo>
                  <a:lnTo>
                    <a:pt x="5490" y="181"/>
                  </a:lnTo>
                  <a:cubicBezTo>
                    <a:pt x="5536" y="181"/>
                    <a:pt x="5581" y="135"/>
                    <a:pt x="5581" y="92"/>
                  </a:cubicBezTo>
                  <a:cubicBezTo>
                    <a:pt x="5581" y="46"/>
                    <a:pt x="5536" y="0"/>
                    <a:pt x="5490" y="0"/>
                  </a:cubicBezTo>
                  <a:close/>
                  <a:moveTo>
                    <a:pt x="6840" y="0"/>
                  </a:moveTo>
                  <a:cubicBezTo>
                    <a:pt x="6796" y="0"/>
                    <a:pt x="6751" y="46"/>
                    <a:pt x="6751" y="92"/>
                  </a:cubicBezTo>
                  <a:cubicBezTo>
                    <a:pt x="6751" y="135"/>
                    <a:pt x="6796" y="181"/>
                    <a:pt x="6840" y="181"/>
                  </a:cubicBezTo>
                  <a:lnTo>
                    <a:pt x="6942" y="181"/>
                  </a:lnTo>
                  <a:cubicBezTo>
                    <a:pt x="7212" y="181"/>
                    <a:pt x="7472" y="192"/>
                    <a:pt x="7731" y="227"/>
                  </a:cubicBezTo>
                  <a:cubicBezTo>
                    <a:pt x="7774" y="227"/>
                    <a:pt x="7820" y="192"/>
                    <a:pt x="7831" y="149"/>
                  </a:cubicBezTo>
                  <a:cubicBezTo>
                    <a:pt x="7831" y="92"/>
                    <a:pt x="7798" y="46"/>
                    <a:pt x="7752" y="46"/>
                  </a:cubicBezTo>
                  <a:cubicBezTo>
                    <a:pt x="7482" y="14"/>
                    <a:pt x="7212" y="0"/>
                    <a:pt x="6942" y="0"/>
                  </a:cubicBezTo>
                  <a:close/>
                  <a:moveTo>
                    <a:pt x="9064" y="314"/>
                  </a:moveTo>
                  <a:cubicBezTo>
                    <a:pt x="9020" y="314"/>
                    <a:pt x="8987" y="335"/>
                    <a:pt x="8978" y="373"/>
                  </a:cubicBezTo>
                  <a:cubicBezTo>
                    <a:pt x="8957" y="419"/>
                    <a:pt x="8989" y="473"/>
                    <a:pt x="9035" y="486"/>
                  </a:cubicBezTo>
                  <a:cubicBezTo>
                    <a:pt x="9316" y="575"/>
                    <a:pt x="9596" y="675"/>
                    <a:pt x="9867" y="800"/>
                  </a:cubicBezTo>
                  <a:cubicBezTo>
                    <a:pt x="9877" y="802"/>
                    <a:pt x="9887" y="803"/>
                    <a:pt x="9898" y="803"/>
                  </a:cubicBezTo>
                  <a:cubicBezTo>
                    <a:pt x="9936" y="803"/>
                    <a:pt x="9974" y="787"/>
                    <a:pt x="9991" y="743"/>
                  </a:cubicBezTo>
                  <a:cubicBezTo>
                    <a:pt x="10002" y="700"/>
                    <a:pt x="9991" y="654"/>
                    <a:pt x="9945" y="632"/>
                  </a:cubicBezTo>
                  <a:cubicBezTo>
                    <a:pt x="9664" y="508"/>
                    <a:pt x="9383" y="405"/>
                    <a:pt x="9092" y="316"/>
                  </a:cubicBezTo>
                  <a:cubicBezTo>
                    <a:pt x="9082" y="314"/>
                    <a:pt x="9073" y="314"/>
                    <a:pt x="9064" y="314"/>
                  </a:cubicBezTo>
                  <a:close/>
                  <a:moveTo>
                    <a:pt x="11079" y="1276"/>
                  </a:moveTo>
                  <a:cubicBezTo>
                    <a:pt x="11052" y="1276"/>
                    <a:pt x="11024" y="1291"/>
                    <a:pt x="11003" y="1318"/>
                  </a:cubicBezTo>
                  <a:cubicBezTo>
                    <a:pt x="10982" y="1364"/>
                    <a:pt x="10992" y="1418"/>
                    <a:pt x="11025" y="1442"/>
                  </a:cubicBezTo>
                  <a:cubicBezTo>
                    <a:pt x="11273" y="1610"/>
                    <a:pt x="11511" y="1791"/>
                    <a:pt x="11735" y="1993"/>
                  </a:cubicBezTo>
                  <a:cubicBezTo>
                    <a:pt x="11749" y="2007"/>
                    <a:pt x="11766" y="2013"/>
                    <a:pt x="11785" y="2013"/>
                  </a:cubicBezTo>
                  <a:cubicBezTo>
                    <a:pt x="11811" y="2013"/>
                    <a:pt x="11839" y="2001"/>
                    <a:pt x="11859" y="1982"/>
                  </a:cubicBezTo>
                  <a:cubicBezTo>
                    <a:pt x="11892" y="1947"/>
                    <a:pt x="11892" y="1890"/>
                    <a:pt x="11848" y="1858"/>
                  </a:cubicBezTo>
                  <a:cubicBezTo>
                    <a:pt x="11622" y="1656"/>
                    <a:pt x="11387" y="1464"/>
                    <a:pt x="11127" y="1296"/>
                  </a:cubicBezTo>
                  <a:cubicBezTo>
                    <a:pt x="11113" y="1282"/>
                    <a:pt x="11096" y="1276"/>
                    <a:pt x="11079" y="1276"/>
                  </a:cubicBezTo>
                  <a:close/>
                  <a:moveTo>
                    <a:pt x="12715" y="2811"/>
                  </a:moveTo>
                  <a:cubicBezTo>
                    <a:pt x="12696" y="2811"/>
                    <a:pt x="12676" y="2816"/>
                    <a:pt x="12658" y="2825"/>
                  </a:cubicBezTo>
                  <a:cubicBezTo>
                    <a:pt x="12623" y="2860"/>
                    <a:pt x="12613" y="2916"/>
                    <a:pt x="12645" y="2960"/>
                  </a:cubicBezTo>
                  <a:cubicBezTo>
                    <a:pt x="12826" y="3186"/>
                    <a:pt x="12996" y="3432"/>
                    <a:pt x="13153" y="3691"/>
                  </a:cubicBezTo>
                  <a:cubicBezTo>
                    <a:pt x="13166" y="3714"/>
                    <a:pt x="13195" y="3731"/>
                    <a:pt x="13225" y="3731"/>
                  </a:cubicBezTo>
                  <a:cubicBezTo>
                    <a:pt x="13242" y="3731"/>
                    <a:pt x="13260" y="3726"/>
                    <a:pt x="13277" y="3713"/>
                  </a:cubicBezTo>
                  <a:cubicBezTo>
                    <a:pt x="13320" y="3691"/>
                    <a:pt x="13333" y="3635"/>
                    <a:pt x="13309" y="3591"/>
                  </a:cubicBezTo>
                  <a:cubicBezTo>
                    <a:pt x="13153" y="3332"/>
                    <a:pt x="12972" y="3084"/>
                    <a:pt x="12793" y="2849"/>
                  </a:cubicBezTo>
                  <a:cubicBezTo>
                    <a:pt x="12773" y="2822"/>
                    <a:pt x="12744" y="2811"/>
                    <a:pt x="12715" y="2811"/>
                  </a:cubicBezTo>
                  <a:close/>
                  <a:moveTo>
                    <a:pt x="13818" y="4763"/>
                  </a:moveTo>
                  <a:cubicBezTo>
                    <a:pt x="13806" y="4763"/>
                    <a:pt x="13793" y="4766"/>
                    <a:pt x="13782" y="4771"/>
                  </a:cubicBezTo>
                  <a:cubicBezTo>
                    <a:pt x="13738" y="4782"/>
                    <a:pt x="13714" y="4839"/>
                    <a:pt x="13725" y="4885"/>
                  </a:cubicBezTo>
                  <a:cubicBezTo>
                    <a:pt x="13828" y="5166"/>
                    <a:pt x="13917" y="5446"/>
                    <a:pt x="13984" y="5738"/>
                  </a:cubicBezTo>
                  <a:cubicBezTo>
                    <a:pt x="13993" y="5777"/>
                    <a:pt x="14036" y="5809"/>
                    <a:pt x="14077" y="5809"/>
                  </a:cubicBezTo>
                  <a:cubicBezTo>
                    <a:pt x="14084" y="5809"/>
                    <a:pt x="14091" y="5808"/>
                    <a:pt x="14098" y="5806"/>
                  </a:cubicBezTo>
                  <a:cubicBezTo>
                    <a:pt x="14143" y="5795"/>
                    <a:pt x="14176" y="5738"/>
                    <a:pt x="14165" y="5695"/>
                  </a:cubicBezTo>
                  <a:cubicBezTo>
                    <a:pt x="14098" y="5401"/>
                    <a:pt x="14008" y="5109"/>
                    <a:pt x="13895" y="4828"/>
                  </a:cubicBezTo>
                  <a:cubicBezTo>
                    <a:pt x="13887" y="4786"/>
                    <a:pt x="13854" y="4763"/>
                    <a:pt x="13818" y="4763"/>
                  </a:cubicBezTo>
                  <a:close/>
                  <a:moveTo>
                    <a:pt x="14265" y="6953"/>
                  </a:moveTo>
                  <a:cubicBezTo>
                    <a:pt x="14211" y="6967"/>
                    <a:pt x="14176" y="6999"/>
                    <a:pt x="14176" y="7056"/>
                  </a:cubicBezTo>
                  <a:cubicBezTo>
                    <a:pt x="14187" y="7180"/>
                    <a:pt x="14187" y="7304"/>
                    <a:pt x="14187" y="7426"/>
                  </a:cubicBezTo>
                  <a:lnTo>
                    <a:pt x="14187" y="7944"/>
                  </a:lnTo>
                  <a:cubicBezTo>
                    <a:pt x="14187" y="8001"/>
                    <a:pt x="14222" y="8033"/>
                    <a:pt x="14278" y="8033"/>
                  </a:cubicBezTo>
                  <a:cubicBezTo>
                    <a:pt x="14322" y="8033"/>
                    <a:pt x="14368" y="8001"/>
                    <a:pt x="14368" y="7944"/>
                  </a:cubicBezTo>
                  <a:lnTo>
                    <a:pt x="14368" y="7426"/>
                  </a:lnTo>
                  <a:cubicBezTo>
                    <a:pt x="14368" y="7291"/>
                    <a:pt x="14368" y="7169"/>
                    <a:pt x="14357" y="7045"/>
                  </a:cubicBezTo>
                  <a:cubicBezTo>
                    <a:pt x="14357" y="6999"/>
                    <a:pt x="14311" y="6953"/>
                    <a:pt x="14265" y="6953"/>
                  </a:cubicBezTo>
                  <a:close/>
                  <a:moveTo>
                    <a:pt x="14278" y="9205"/>
                  </a:moveTo>
                  <a:cubicBezTo>
                    <a:pt x="14222" y="9205"/>
                    <a:pt x="14187" y="9248"/>
                    <a:pt x="14187" y="9294"/>
                  </a:cubicBezTo>
                  <a:lnTo>
                    <a:pt x="14187" y="10193"/>
                  </a:lnTo>
                  <a:cubicBezTo>
                    <a:pt x="14187" y="10250"/>
                    <a:pt x="14222" y="10285"/>
                    <a:pt x="14278" y="10285"/>
                  </a:cubicBezTo>
                  <a:cubicBezTo>
                    <a:pt x="14322" y="10285"/>
                    <a:pt x="14368" y="10250"/>
                    <a:pt x="14368" y="10193"/>
                  </a:cubicBezTo>
                  <a:lnTo>
                    <a:pt x="14368" y="9294"/>
                  </a:lnTo>
                  <a:cubicBezTo>
                    <a:pt x="14368" y="9248"/>
                    <a:pt x="14322" y="9205"/>
                    <a:pt x="14278" y="9205"/>
                  </a:cubicBezTo>
                  <a:close/>
                  <a:moveTo>
                    <a:pt x="14278" y="11454"/>
                  </a:moveTo>
                  <a:cubicBezTo>
                    <a:pt x="14222" y="11454"/>
                    <a:pt x="14187" y="11500"/>
                    <a:pt x="14187" y="11543"/>
                  </a:cubicBezTo>
                  <a:lnTo>
                    <a:pt x="14187" y="12445"/>
                  </a:lnTo>
                  <a:cubicBezTo>
                    <a:pt x="14187" y="12502"/>
                    <a:pt x="14222" y="12534"/>
                    <a:pt x="14278" y="12534"/>
                  </a:cubicBezTo>
                  <a:cubicBezTo>
                    <a:pt x="14322" y="12534"/>
                    <a:pt x="14368" y="12502"/>
                    <a:pt x="14368" y="12445"/>
                  </a:cubicBezTo>
                  <a:lnTo>
                    <a:pt x="14368" y="11543"/>
                  </a:lnTo>
                  <a:cubicBezTo>
                    <a:pt x="14368" y="11500"/>
                    <a:pt x="14322" y="11454"/>
                    <a:pt x="14278" y="11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7"/>
            <p:cNvSpPr/>
            <p:nvPr/>
          </p:nvSpPr>
          <p:spPr>
            <a:xfrm>
              <a:off x="-660925" y="3591750"/>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 name="Google Shape;60;p7"/>
          <p:cNvSpPr txBox="1">
            <a:spLocks noGrp="1"/>
          </p:cNvSpPr>
          <p:nvPr>
            <p:ph type="title"/>
          </p:nvPr>
        </p:nvSpPr>
        <p:spPr>
          <a:xfrm>
            <a:off x="820100" y="962125"/>
            <a:ext cx="42804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3000"/>
              <a:buFont typeface="Lexend"/>
              <a:buNone/>
              <a:defRPr>
                <a:latin typeface="Lexend"/>
                <a:ea typeface="Lexend"/>
                <a:cs typeface="Lexend"/>
                <a:sym typeface="Lexend"/>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a:endParaRPr/>
          </a:p>
        </p:txBody>
      </p:sp>
      <p:sp>
        <p:nvSpPr>
          <p:cNvPr id="61" name="Google Shape;61;p7"/>
          <p:cNvSpPr txBox="1">
            <a:spLocks noGrp="1"/>
          </p:cNvSpPr>
          <p:nvPr>
            <p:ph type="body" idx="1"/>
          </p:nvPr>
        </p:nvSpPr>
        <p:spPr>
          <a:xfrm>
            <a:off x="820113" y="1618575"/>
            <a:ext cx="4280400" cy="24039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lt1"/>
              </a:buClr>
              <a:buSzPts val="1200"/>
              <a:buChar char="●"/>
              <a:defRPr/>
            </a:lvl1pPr>
            <a:lvl2pPr marL="914400" lvl="1" indent="-304800" rtl="0">
              <a:lnSpc>
                <a:spcPct val="100000"/>
              </a:lnSpc>
              <a:spcBef>
                <a:spcPts val="0"/>
              </a:spcBef>
              <a:spcAft>
                <a:spcPts val="0"/>
              </a:spcAft>
              <a:buSzPts val="1200"/>
              <a:buChar char="○"/>
              <a:defRPr/>
            </a:lvl2pPr>
            <a:lvl3pPr marL="1371600" lvl="2" indent="-304800" rtl="0">
              <a:lnSpc>
                <a:spcPct val="100000"/>
              </a:lnSpc>
              <a:spcBef>
                <a:spcPts val="0"/>
              </a:spcBef>
              <a:spcAft>
                <a:spcPts val="0"/>
              </a:spcAft>
              <a:buSzPts val="1200"/>
              <a:buChar char="■"/>
              <a:defRPr/>
            </a:lvl3pPr>
            <a:lvl4pPr marL="1828800" lvl="3" indent="-304800" rtl="0">
              <a:lnSpc>
                <a:spcPct val="100000"/>
              </a:lnSpc>
              <a:spcBef>
                <a:spcPts val="0"/>
              </a:spcBef>
              <a:spcAft>
                <a:spcPts val="0"/>
              </a:spcAft>
              <a:buSzPts val="1200"/>
              <a:buChar char="●"/>
              <a:defRPr/>
            </a:lvl4pPr>
            <a:lvl5pPr marL="2286000" lvl="4" indent="-304800" rtl="0">
              <a:lnSpc>
                <a:spcPct val="100000"/>
              </a:lnSpc>
              <a:spcBef>
                <a:spcPts val="0"/>
              </a:spcBef>
              <a:spcAft>
                <a:spcPts val="0"/>
              </a:spcAft>
              <a:buSzPts val="1200"/>
              <a:buChar char="○"/>
              <a:defRPr/>
            </a:lvl5pPr>
            <a:lvl6pPr marL="2743200" lvl="5" indent="-304800" rtl="0">
              <a:lnSpc>
                <a:spcPct val="100000"/>
              </a:lnSpc>
              <a:spcBef>
                <a:spcPts val="0"/>
              </a:spcBef>
              <a:spcAft>
                <a:spcPts val="0"/>
              </a:spcAft>
              <a:buSzPts val="1200"/>
              <a:buChar char="■"/>
              <a:defRPr/>
            </a:lvl6pPr>
            <a:lvl7pPr marL="3200400" lvl="6" indent="-304800" rtl="0">
              <a:lnSpc>
                <a:spcPct val="100000"/>
              </a:lnSpc>
              <a:spcBef>
                <a:spcPts val="0"/>
              </a:spcBef>
              <a:spcAft>
                <a:spcPts val="0"/>
              </a:spcAft>
              <a:buSzPts val="1200"/>
              <a:buChar char="●"/>
              <a:defRPr/>
            </a:lvl7pPr>
            <a:lvl8pPr marL="3657600" lvl="7" indent="-304800" rtl="0">
              <a:lnSpc>
                <a:spcPct val="100000"/>
              </a:lnSpc>
              <a:spcBef>
                <a:spcPts val="0"/>
              </a:spcBef>
              <a:spcAft>
                <a:spcPts val="0"/>
              </a:spcAft>
              <a:buSzPts val="1200"/>
              <a:buChar char="○"/>
              <a:defRPr/>
            </a:lvl8pPr>
            <a:lvl9pPr marL="4114800" lvl="8" indent="-304800" rtl="0">
              <a:lnSpc>
                <a:spcPct val="100000"/>
              </a:lnSpc>
              <a:spcBef>
                <a:spcPts val="0"/>
              </a:spcBef>
              <a:spcAft>
                <a:spcPts val="0"/>
              </a:spcAft>
              <a:buSzPts val="1200"/>
              <a:buChar char="■"/>
              <a:defRPr/>
            </a:lvl9pPr>
          </a:lstStyle>
          <a:p>
            <a:endParaRPr/>
          </a:p>
        </p:txBody>
      </p:sp>
      <p:sp>
        <p:nvSpPr>
          <p:cNvPr id="62" name="Google Shape;62;p7"/>
          <p:cNvSpPr>
            <a:spLocks noGrp="1"/>
          </p:cNvSpPr>
          <p:nvPr>
            <p:ph type="pic" idx="2"/>
          </p:nvPr>
        </p:nvSpPr>
        <p:spPr>
          <a:xfrm>
            <a:off x="5631000" y="0"/>
            <a:ext cx="3513000" cy="5143500"/>
          </a:xfrm>
          <a:prstGeom prst="rect">
            <a:avLst/>
          </a:prstGeom>
          <a:noFill/>
          <a:ln>
            <a:noFill/>
          </a:ln>
        </p:spPr>
      </p:sp>
      <p:grpSp>
        <p:nvGrpSpPr>
          <p:cNvPr id="63" name="Google Shape;63;p7"/>
          <p:cNvGrpSpPr/>
          <p:nvPr/>
        </p:nvGrpSpPr>
        <p:grpSpPr>
          <a:xfrm>
            <a:off x="470413" y="202326"/>
            <a:ext cx="4810213" cy="4629798"/>
            <a:chOff x="470413" y="202326"/>
            <a:chExt cx="4810213" cy="4629798"/>
          </a:xfrm>
        </p:grpSpPr>
        <p:pic>
          <p:nvPicPr>
            <p:cNvPr id="64" name="Google Shape;64;p7"/>
            <p:cNvPicPr preferRelativeResize="0"/>
            <p:nvPr/>
          </p:nvPicPr>
          <p:blipFill>
            <a:blip r:embed="rId3">
              <a:alphaModFix/>
            </a:blip>
            <a:stretch>
              <a:fillRect/>
            </a:stretch>
          </p:blipFill>
          <p:spPr>
            <a:xfrm>
              <a:off x="4841075" y="202326"/>
              <a:ext cx="439551" cy="439551"/>
            </a:xfrm>
            <a:prstGeom prst="rect">
              <a:avLst/>
            </a:prstGeom>
            <a:noFill/>
            <a:ln>
              <a:noFill/>
            </a:ln>
          </p:spPr>
        </p:pic>
        <p:pic>
          <p:nvPicPr>
            <p:cNvPr id="65" name="Google Shape;65;p7"/>
            <p:cNvPicPr preferRelativeResize="0"/>
            <p:nvPr/>
          </p:nvPicPr>
          <p:blipFill>
            <a:blip r:embed="rId4">
              <a:alphaModFix/>
            </a:blip>
            <a:stretch>
              <a:fillRect/>
            </a:stretch>
          </p:blipFill>
          <p:spPr>
            <a:xfrm>
              <a:off x="470413" y="4342724"/>
              <a:ext cx="489376" cy="489401"/>
            </a:xfrm>
            <a:prstGeom prst="rect">
              <a:avLst/>
            </a:prstGeom>
            <a:noFill/>
            <a:ln>
              <a:noFill/>
            </a:ln>
          </p:spPr>
        </p:pic>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66"/>
        <p:cNvGrpSpPr/>
        <p:nvPr/>
      </p:nvGrpSpPr>
      <p:grpSpPr>
        <a:xfrm>
          <a:off x="0" y="0"/>
          <a:ext cx="0" cy="0"/>
          <a:chOff x="0" y="0"/>
          <a:chExt cx="0" cy="0"/>
        </a:xfrm>
      </p:grpSpPr>
      <p:pic>
        <p:nvPicPr>
          <p:cNvPr id="67" name="Google Shape;67;p8"/>
          <p:cNvPicPr preferRelativeResize="0"/>
          <p:nvPr/>
        </p:nvPicPr>
        <p:blipFill>
          <a:blip r:embed="rId2">
            <a:alphaModFix/>
          </a:blip>
          <a:stretch>
            <a:fillRect/>
          </a:stretch>
        </p:blipFill>
        <p:spPr>
          <a:xfrm>
            <a:off x="0" y="0"/>
            <a:ext cx="9144000" cy="5143500"/>
          </a:xfrm>
          <a:prstGeom prst="rect">
            <a:avLst/>
          </a:prstGeom>
          <a:noFill/>
          <a:ln>
            <a:noFill/>
          </a:ln>
        </p:spPr>
      </p:pic>
      <p:sp>
        <p:nvSpPr>
          <p:cNvPr id="68" name="Google Shape;68;p8"/>
          <p:cNvSpPr txBox="1">
            <a:spLocks noGrp="1"/>
          </p:cNvSpPr>
          <p:nvPr>
            <p:ph type="title"/>
          </p:nvPr>
        </p:nvSpPr>
        <p:spPr>
          <a:xfrm>
            <a:off x="715100" y="1307100"/>
            <a:ext cx="4667700" cy="2529300"/>
          </a:xfrm>
          <a:prstGeom prst="rect">
            <a:avLst/>
          </a:prstGeom>
        </p:spPr>
        <p:txBody>
          <a:bodyPr spcFirstLastPara="1" wrap="square" lIns="91425" tIns="91425" rIns="91425" bIns="91425" anchor="ctr" anchorCtr="0">
            <a:noAutofit/>
          </a:bodyPr>
          <a:lstStyle>
            <a:lvl1pPr lvl="0">
              <a:spcBef>
                <a:spcPts val="0"/>
              </a:spcBef>
              <a:spcAft>
                <a:spcPts val="0"/>
              </a:spcAft>
              <a:buSzPts val="6000"/>
              <a:buFont typeface="Lexend"/>
              <a:buNone/>
              <a:defRPr sz="6000">
                <a:latin typeface="Lexend"/>
                <a:ea typeface="Lexend"/>
                <a:cs typeface="Lexend"/>
                <a:sym typeface="Lexend"/>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grpSp>
        <p:nvGrpSpPr>
          <p:cNvPr id="69" name="Google Shape;69;p8"/>
          <p:cNvGrpSpPr/>
          <p:nvPr/>
        </p:nvGrpSpPr>
        <p:grpSpPr>
          <a:xfrm>
            <a:off x="5248232" y="1935097"/>
            <a:ext cx="4020505" cy="2515103"/>
            <a:chOff x="5248232" y="1935097"/>
            <a:chExt cx="4020505" cy="2515103"/>
          </a:xfrm>
        </p:grpSpPr>
        <p:grpSp>
          <p:nvGrpSpPr>
            <p:cNvPr id="70" name="Google Shape;70;p8"/>
            <p:cNvGrpSpPr/>
            <p:nvPr/>
          </p:nvGrpSpPr>
          <p:grpSpPr>
            <a:xfrm>
              <a:off x="5946147" y="1935097"/>
              <a:ext cx="3197845" cy="1533723"/>
              <a:chOff x="4407722" y="3395897"/>
              <a:chExt cx="3197845" cy="1533723"/>
            </a:xfrm>
          </p:grpSpPr>
          <p:sp>
            <p:nvSpPr>
              <p:cNvPr id="71" name="Google Shape;71;p8"/>
              <p:cNvSpPr/>
              <p:nvPr/>
            </p:nvSpPr>
            <p:spPr>
              <a:xfrm>
                <a:off x="4407722" y="3395897"/>
                <a:ext cx="1073173" cy="1533723"/>
              </a:xfrm>
              <a:custGeom>
                <a:avLst/>
                <a:gdLst/>
                <a:ahLst/>
                <a:cxnLst/>
                <a:rect l="l" t="t" r="r" b="b"/>
                <a:pathLst>
                  <a:path w="6683" h="9551" extrusionOk="0">
                    <a:moveTo>
                      <a:pt x="3340" y="0"/>
                    </a:moveTo>
                    <a:lnTo>
                      <a:pt x="448" y="1564"/>
                    </a:lnTo>
                    <a:lnTo>
                      <a:pt x="0" y="1564"/>
                    </a:lnTo>
                    <a:lnTo>
                      <a:pt x="0" y="9551"/>
                    </a:lnTo>
                    <a:lnTo>
                      <a:pt x="6683" y="9551"/>
                    </a:lnTo>
                    <a:lnTo>
                      <a:pt x="6683" y="1564"/>
                    </a:lnTo>
                    <a:lnTo>
                      <a:pt x="6232" y="1564"/>
                    </a:lnTo>
                    <a:lnTo>
                      <a:pt x="33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8"/>
              <p:cNvSpPr/>
              <p:nvPr/>
            </p:nvSpPr>
            <p:spPr>
              <a:xfrm>
                <a:off x="6454191" y="3681251"/>
                <a:ext cx="1151377" cy="1248368"/>
              </a:xfrm>
              <a:custGeom>
                <a:avLst/>
                <a:gdLst/>
                <a:ahLst/>
                <a:cxnLst/>
                <a:rect l="l" t="t" r="r" b="b"/>
                <a:pathLst>
                  <a:path w="7170" h="7774" extrusionOk="0">
                    <a:moveTo>
                      <a:pt x="1013" y="0"/>
                    </a:moveTo>
                    <a:cubicBezTo>
                      <a:pt x="935" y="0"/>
                      <a:pt x="878" y="57"/>
                      <a:pt x="878" y="135"/>
                    </a:cubicBezTo>
                    <a:cubicBezTo>
                      <a:pt x="878" y="192"/>
                      <a:pt x="902" y="227"/>
                      <a:pt x="946" y="259"/>
                    </a:cubicBezTo>
                    <a:lnTo>
                      <a:pt x="946" y="1048"/>
                    </a:lnTo>
                    <a:cubicBezTo>
                      <a:pt x="597" y="1283"/>
                      <a:pt x="284" y="1563"/>
                      <a:pt x="1" y="1879"/>
                    </a:cubicBezTo>
                    <a:lnTo>
                      <a:pt x="1" y="7774"/>
                    </a:lnTo>
                    <a:lnTo>
                      <a:pt x="7169" y="7774"/>
                    </a:lnTo>
                    <a:lnTo>
                      <a:pt x="7169" y="1879"/>
                    </a:lnTo>
                    <a:cubicBezTo>
                      <a:pt x="6303" y="878"/>
                      <a:pt x="5020" y="238"/>
                      <a:pt x="3592" y="238"/>
                    </a:cubicBezTo>
                    <a:cubicBezTo>
                      <a:pt x="2668" y="238"/>
                      <a:pt x="1812" y="508"/>
                      <a:pt x="1081" y="956"/>
                    </a:cubicBezTo>
                    <a:lnTo>
                      <a:pt x="1081" y="259"/>
                    </a:lnTo>
                    <a:cubicBezTo>
                      <a:pt x="1127" y="227"/>
                      <a:pt x="1162" y="192"/>
                      <a:pt x="1162" y="135"/>
                    </a:cubicBezTo>
                    <a:cubicBezTo>
                      <a:pt x="1162" y="57"/>
                      <a:pt x="1094" y="0"/>
                      <a:pt x="10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8"/>
              <p:cNvSpPr/>
              <p:nvPr/>
            </p:nvSpPr>
            <p:spPr>
              <a:xfrm>
                <a:off x="5551073" y="3646887"/>
                <a:ext cx="854781" cy="1282733"/>
              </a:xfrm>
              <a:custGeom>
                <a:avLst/>
                <a:gdLst/>
                <a:ahLst/>
                <a:cxnLst/>
                <a:rect l="l" t="t" r="r" b="b"/>
                <a:pathLst>
                  <a:path w="5323" h="7988" extrusionOk="0">
                    <a:moveTo>
                      <a:pt x="2655" y="1"/>
                    </a:moveTo>
                    <a:lnTo>
                      <a:pt x="249" y="1891"/>
                    </a:lnTo>
                    <a:lnTo>
                      <a:pt x="249" y="1926"/>
                    </a:lnTo>
                    <a:lnTo>
                      <a:pt x="0" y="1926"/>
                    </a:lnTo>
                    <a:lnTo>
                      <a:pt x="0" y="2331"/>
                    </a:lnTo>
                    <a:lnTo>
                      <a:pt x="249" y="2331"/>
                    </a:lnTo>
                    <a:lnTo>
                      <a:pt x="249" y="7988"/>
                    </a:lnTo>
                    <a:lnTo>
                      <a:pt x="5074" y="7988"/>
                    </a:lnTo>
                    <a:lnTo>
                      <a:pt x="5074" y="2331"/>
                    </a:lnTo>
                    <a:lnTo>
                      <a:pt x="5322" y="2331"/>
                    </a:lnTo>
                    <a:lnTo>
                      <a:pt x="5322" y="1926"/>
                    </a:lnTo>
                    <a:lnTo>
                      <a:pt x="5074" y="1926"/>
                    </a:lnTo>
                    <a:lnTo>
                      <a:pt x="5074" y="1891"/>
                    </a:lnTo>
                    <a:lnTo>
                      <a:pt x="26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 name="Google Shape;74;p8"/>
            <p:cNvGrpSpPr/>
            <p:nvPr/>
          </p:nvGrpSpPr>
          <p:grpSpPr>
            <a:xfrm flipH="1">
              <a:off x="7108078" y="3366128"/>
              <a:ext cx="2160660" cy="1084072"/>
              <a:chOff x="1605575" y="2552825"/>
              <a:chExt cx="339225" cy="170200"/>
            </a:xfrm>
          </p:grpSpPr>
          <p:sp>
            <p:nvSpPr>
              <p:cNvPr id="75" name="Google Shape;75;p8"/>
              <p:cNvSpPr/>
              <p:nvPr/>
            </p:nvSpPr>
            <p:spPr>
              <a:xfrm>
                <a:off x="1659325" y="2674650"/>
                <a:ext cx="33225" cy="33175"/>
              </a:xfrm>
              <a:custGeom>
                <a:avLst/>
                <a:gdLst/>
                <a:ahLst/>
                <a:cxnLst/>
                <a:rect l="l" t="t" r="r" b="b"/>
                <a:pathLst>
                  <a:path w="1329" h="1327" extrusionOk="0">
                    <a:moveTo>
                      <a:pt x="664" y="1"/>
                    </a:moveTo>
                    <a:cubicBezTo>
                      <a:pt x="294" y="1"/>
                      <a:pt x="0" y="303"/>
                      <a:pt x="0" y="662"/>
                    </a:cubicBezTo>
                    <a:cubicBezTo>
                      <a:pt x="0" y="1035"/>
                      <a:pt x="294" y="1327"/>
                      <a:pt x="664" y="1327"/>
                    </a:cubicBezTo>
                    <a:cubicBezTo>
                      <a:pt x="1023" y="1327"/>
                      <a:pt x="1329" y="1035"/>
                      <a:pt x="1329" y="662"/>
                    </a:cubicBezTo>
                    <a:cubicBezTo>
                      <a:pt x="1329" y="303"/>
                      <a:pt x="1023"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8"/>
              <p:cNvSpPr/>
              <p:nvPr/>
            </p:nvSpPr>
            <p:spPr>
              <a:xfrm>
                <a:off x="1644125" y="2659475"/>
                <a:ext cx="63625" cy="63550"/>
              </a:xfrm>
              <a:custGeom>
                <a:avLst/>
                <a:gdLst/>
                <a:ahLst/>
                <a:cxnLst/>
                <a:rect l="l" t="t" r="r" b="b"/>
                <a:pathLst>
                  <a:path w="2545" h="2542" extrusionOk="0">
                    <a:moveTo>
                      <a:pt x="1272" y="324"/>
                    </a:moveTo>
                    <a:cubicBezTo>
                      <a:pt x="1791" y="324"/>
                      <a:pt x="2217" y="754"/>
                      <a:pt x="2217" y="1269"/>
                    </a:cubicBezTo>
                    <a:cubicBezTo>
                      <a:pt x="2217" y="1799"/>
                      <a:pt x="1791" y="2214"/>
                      <a:pt x="1272" y="2214"/>
                    </a:cubicBezTo>
                    <a:cubicBezTo>
                      <a:pt x="754" y="2214"/>
                      <a:pt x="327" y="1799"/>
                      <a:pt x="327" y="1269"/>
                    </a:cubicBezTo>
                    <a:cubicBezTo>
                      <a:pt x="327" y="754"/>
                      <a:pt x="754" y="324"/>
                      <a:pt x="1272" y="324"/>
                    </a:cubicBezTo>
                    <a:close/>
                    <a:moveTo>
                      <a:pt x="1272" y="0"/>
                    </a:moveTo>
                    <a:cubicBezTo>
                      <a:pt x="565" y="0"/>
                      <a:pt x="1" y="573"/>
                      <a:pt x="1" y="1269"/>
                    </a:cubicBezTo>
                    <a:cubicBezTo>
                      <a:pt x="1" y="1979"/>
                      <a:pt x="565" y="2541"/>
                      <a:pt x="1272" y="2541"/>
                    </a:cubicBezTo>
                    <a:cubicBezTo>
                      <a:pt x="1969" y="2541"/>
                      <a:pt x="2544" y="1979"/>
                      <a:pt x="2544" y="1269"/>
                    </a:cubicBezTo>
                    <a:cubicBezTo>
                      <a:pt x="2544" y="573"/>
                      <a:pt x="1969" y="0"/>
                      <a:pt x="12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8"/>
              <p:cNvSpPr/>
              <p:nvPr/>
            </p:nvSpPr>
            <p:spPr>
              <a:xfrm>
                <a:off x="1863500" y="2674650"/>
                <a:ext cx="32975" cy="33175"/>
              </a:xfrm>
              <a:custGeom>
                <a:avLst/>
                <a:gdLst/>
                <a:ahLst/>
                <a:cxnLst/>
                <a:rect l="l" t="t" r="r" b="b"/>
                <a:pathLst>
                  <a:path w="1319" h="1327" extrusionOk="0">
                    <a:moveTo>
                      <a:pt x="665" y="1"/>
                    </a:moveTo>
                    <a:cubicBezTo>
                      <a:pt x="295" y="1"/>
                      <a:pt x="1" y="303"/>
                      <a:pt x="1" y="662"/>
                    </a:cubicBezTo>
                    <a:cubicBezTo>
                      <a:pt x="1" y="1035"/>
                      <a:pt x="295" y="1327"/>
                      <a:pt x="665" y="1327"/>
                    </a:cubicBezTo>
                    <a:cubicBezTo>
                      <a:pt x="1024" y="1327"/>
                      <a:pt x="1319" y="1035"/>
                      <a:pt x="1319" y="662"/>
                    </a:cubicBezTo>
                    <a:cubicBezTo>
                      <a:pt x="1319" y="303"/>
                      <a:pt x="1024" y="1"/>
                      <a:pt x="6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8"/>
              <p:cNvSpPr/>
              <p:nvPr/>
            </p:nvSpPr>
            <p:spPr>
              <a:xfrm>
                <a:off x="1848050" y="2659475"/>
                <a:ext cx="63875" cy="63550"/>
              </a:xfrm>
              <a:custGeom>
                <a:avLst/>
                <a:gdLst/>
                <a:ahLst/>
                <a:cxnLst/>
                <a:rect l="l" t="t" r="r" b="b"/>
                <a:pathLst>
                  <a:path w="2555" h="2542" extrusionOk="0">
                    <a:moveTo>
                      <a:pt x="1283" y="324"/>
                    </a:moveTo>
                    <a:cubicBezTo>
                      <a:pt x="1802" y="324"/>
                      <a:pt x="2217" y="754"/>
                      <a:pt x="2217" y="1269"/>
                    </a:cubicBezTo>
                    <a:cubicBezTo>
                      <a:pt x="2217" y="1799"/>
                      <a:pt x="1802" y="2214"/>
                      <a:pt x="1283" y="2214"/>
                    </a:cubicBezTo>
                    <a:cubicBezTo>
                      <a:pt x="754" y="2214"/>
                      <a:pt x="338" y="1799"/>
                      <a:pt x="338" y="1269"/>
                    </a:cubicBezTo>
                    <a:cubicBezTo>
                      <a:pt x="338" y="754"/>
                      <a:pt x="754" y="324"/>
                      <a:pt x="1283" y="324"/>
                    </a:cubicBezTo>
                    <a:close/>
                    <a:moveTo>
                      <a:pt x="1283" y="0"/>
                    </a:moveTo>
                    <a:cubicBezTo>
                      <a:pt x="576" y="0"/>
                      <a:pt x="1" y="573"/>
                      <a:pt x="1" y="1269"/>
                    </a:cubicBezTo>
                    <a:cubicBezTo>
                      <a:pt x="1" y="1979"/>
                      <a:pt x="576" y="2541"/>
                      <a:pt x="1283" y="2541"/>
                    </a:cubicBezTo>
                    <a:cubicBezTo>
                      <a:pt x="1980" y="2541"/>
                      <a:pt x="2555" y="1979"/>
                      <a:pt x="2555" y="1269"/>
                    </a:cubicBezTo>
                    <a:cubicBezTo>
                      <a:pt x="2555" y="573"/>
                      <a:pt x="1980" y="0"/>
                      <a:pt x="12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8"/>
              <p:cNvSpPr/>
              <p:nvPr/>
            </p:nvSpPr>
            <p:spPr>
              <a:xfrm>
                <a:off x="1605575" y="2552825"/>
                <a:ext cx="339225" cy="138400"/>
              </a:xfrm>
              <a:custGeom>
                <a:avLst/>
                <a:gdLst/>
                <a:ahLst/>
                <a:cxnLst/>
                <a:rect l="l" t="t" r="r" b="b"/>
                <a:pathLst>
                  <a:path w="13569" h="5536" extrusionOk="0">
                    <a:moveTo>
                      <a:pt x="6684" y="270"/>
                    </a:moveTo>
                    <a:lnTo>
                      <a:pt x="6684" y="564"/>
                    </a:lnTo>
                    <a:lnTo>
                      <a:pt x="1589" y="564"/>
                    </a:lnTo>
                    <a:lnTo>
                      <a:pt x="1589" y="270"/>
                    </a:lnTo>
                    <a:close/>
                    <a:moveTo>
                      <a:pt x="4537" y="834"/>
                    </a:moveTo>
                    <a:lnTo>
                      <a:pt x="4537" y="2579"/>
                    </a:lnTo>
                    <a:lnTo>
                      <a:pt x="1351" y="2579"/>
                    </a:lnTo>
                    <a:lnTo>
                      <a:pt x="1351" y="834"/>
                    </a:lnTo>
                    <a:close/>
                    <a:moveTo>
                      <a:pt x="7315" y="834"/>
                    </a:moveTo>
                    <a:lnTo>
                      <a:pt x="8857" y="2579"/>
                    </a:lnTo>
                    <a:lnTo>
                      <a:pt x="5053" y="2579"/>
                    </a:lnTo>
                    <a:lnTo>
                      <a:pt x="5053" y="834"/>
                    </a:lnTo>
                    <a:close/>
                    <a:moveTo>
                      <a:pt x="12400" y="2938"/>
                    </a:moveTo>
                    <a:lnTo>
                      <a:pt x="12400" y="2938"/>
                    </a:lnTo>
                    <a:cubicBezTo>
                      <a:pt x="12400" y="2938"/>
                      <a:pt x="13221" y="3073"/>
                      <a:pt x="13153" y="3805"/>
                    </a:cubicBezTo>
                    <a:cubicBezTo>
                      <a:pt x="13153" y="3805"/>
                      <a:pt x="13108" y="3812"/>
                      <a:pt x="13039" y="3812"/>
                    </a:cubicBezTo>
                    <a:cubicBezTo>
                      <a:pt x="12799" y="3812"/>
                      <a:pt x="12278" y="3724"/>
                      <a:pt x="12400" y="2938"/>
                    </a:cubicBezTo>
                    <a:close/>
                    <a:moveTo>
                      <a:pt x="508" y="0"/>
                    </a:moveTo>
                    <a:lnTo>
                      <a:pt x="508" y="270"/>
                    </a:lnTo>
                    <a:lnTo>
                      <a:pt x="1351" y="270"/>
                    </a:lnTo>
                    <a:lnTo>
                      <a:pt x="1351" y="564"/>
                    </a:lnTo>
                    <a:lnTo>
                      <a:pt x="778" y="564"/>
                    </a:lnTo>
                    <a:lnTo>
                      <a:pt x="508" y="878"/>
                    </a:lnTo>
                    <a:lnTo>
                      <a:pt x="508" y="1644"/>
                    </a:lnTo>
                    <a:lnTo>
                      <a:pt x="160" y="1644"/>
                    </a:lnTo>
                    <a:cubicBezTo>
                      <a:pt x="68" y="1644"/>
                      <a:pt x="1" y="1712"/>
                      <a:pt x="1" y="1790"/>
                    </a:cubicBezTo>
                    <a:lnTo>
                      <a:pt x="1" y="3737"/>
                    </a:lnTo>
                    <a:cubicBezTo>
                      <a:pt x="1" y="3826"/>
                      <a:pt x="68" y="3894"/>
                      <a:pt x="160" y="3894"/>
                    </a:cubicBezTo>
                    <a:lnTo>
                      <a:pt x="508" y="3894"/>
                    </a:lnTo>
                    <a:lnTo>
                      <a:pt x="508" y="4039"/>
                    </a:lnTo>
                    <a:lnTo>
                      <a:pt x="271" y="4039"/>
                    </a:lnTo>
                    <a:lnTo>
                      <a:pt x="271" y="5535"/>
                    </a:lnTo>
                    <a:lnTo>
                      <a:pt x="1364" y="5535"/>
                    </a:lnTo>
                    <a:cubicBezTo>
                      <a:pt x="1364" y="5535"/>
                      <a:pt x="1351" y="4064"/>
                      <a:pt x="2814" y="4064"/>
                    </a:cubicBezTo>
                    <a:cubicBezTo>
                      <a:pt x="4278" y="4064"/>
                      <a:pt x="4299" y="5535"/>
                      <a:pt x="4299" y="5535"/>
                    </a:cubicBezTo>
                    <a:lnTo>
                      <a:pt x="9497" y="5535"/>
                    </a:lnTo>
                    <a:cubicBezTo>
                      <a:pt x="9497" y="5535"/>
                      <a:pt x="9586" y="4064"/>
                      <a:pt x="10982" y="4064"/>
                    </a:cubicBezTo>
                    <a:cubicBezTo>
                      <a:pt x="12367" y="4064"/>
                      <a:pt x="12489" y="5535"/>
                      <a:pt x="12489" y="5535"/>
                    </a:cubicBezTo>
                    <a:lnTo>
                      <a:pt x="13569" y="5535"/>
                    </a:lnTo>
                    <a:lnTo>
                      <a:pt x="13569" y="4007"/>
                    </a:lnTo>
                    <a:lnTo>
                      <a:pt x="13288" y="4007"/>
                    </a:lnTo>
                    <a:lnTo>
                      <a:pt x="13288" y="3624"/>
                    </a:lnTo>
                    <a:cubicBezTo>
                      <a:pt x="13288" y="3624"/>
                      <a:pt x="13469" y="2824"/>
                      <a:pt x="12321" y="2814"/>
                    </a:cubicBezTo>
                    <a:cubicBezTo>
                      <a:pt x="11185" y="2792"/>
                      <a:pt x="9632" y="2533"/>
                      <a:pt x="9632" y="2533"/>
                    </a:cubicBezTo>
                    <a:lnTo>
                      <a:pt x="7561" y="564"/>
                    </a:lnTo>
                    <a:lnTo>
                      <a:pt x="6921" y="564"/>
                    </a:lnTo>
                    <a:lnTo>
                      <a:pt x="6921" y="270"/>
                    </a:lnTo>
                    <a:lnTo>
                      <a:pt x="7561" y="270"/>
                    </a:lnTo>
                    <a:lnTo>
                      <a:pt x="75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 name="Google Shape;80;p8"/>
            <p:cNvGrpSpPr/>
            <p:nvPr/>
          </p:nvGrpSpPr>
          <p:grpSpPr>
            <a:xfrm>
              <a:off x="5248232" y="3080516"/>
              <a:ext cx="480794" cy="1084049"/>
              <a:chOff x="8269928" y="582825"/>
              <a:chExt cx="654855" cy="1476504"/>
            </a:xfrm>
          </p:grpSpPr>
          <p:sp>
            <p:nvSpPr>
              <p:cNvPr id="81" name="Google Shape;81;p8"/>
              <p:cNvSpPr/>
              <p:nvPr/>
            </p:nvSpPr>
            <p:spPr>
              <a:xfrm>
                <a:off x="8529367" y="1590445"/>
                <a:ext cx="136249" cy="468884"/>
              </a:xfrm>
              <a:custGeom>
                <a:avLst/>
                <a:gdLst/>
                <a:ahLst/>
                <a:cxnLst/>
                <a:rect l="l" t="t" r="r" b="b"/>
                <a:pathLst>
                  <a:path w="981" h="3376" extrusionOk="0">
                    <a:moveTo>
                      <a:pt x="1" y="1"/>
                    </a:moveTo>
                    <a:lnTo>
                      <a:pt x="1" y="3376"/>
                    </a:lnTo>
                    <a:lnTo>
                      <a:pt x="981" y="3376"/>
                    </a:lnTo>
                    <a:lnTo>
                      <a:pt x="98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8"/>
              <p:cNvSpPr/>
              <p:nvPr/>
            </p:nvSpPr>
            <p:spPr>
              <a:xfrm>
                <a:off x="8269928" y="582825"/>
                <a:ext cx="654855" cy="1129711"/>
              </a:xfrm>
              <a:custGeom>
                <a:avLst/>
                <a:gdLst/>
                <a:ahLst/>
                <a:cxnLst/>
                <a:rect l="l" t="t" r="r" b="b"/>
                <a:pathLst>
                  <a:path w="4715" h="8134" extrusionOk="0">
                    <a:moveTo>
                      <a:pt x="2363" y="1"/>
                    </a:moveTo>
                    <a:cubicBezTo>
                      <a:pt x="1059" y="1"/>
                      <a:pt x="0" y="4477"/>
                      <a:pt x="0" y="5771"/>
                    </a:cubicBezTo>
                    <a:cubicBezTo>
                      <a:pt x="0" y="7075"/>
                      <a:pt x="1059" y="8133"/>
                      <a:pt x="2363" y="8133"/>
                    </a:cubicBezTo>
                    <a:cubicBezTo>
                      <a:pt x="3659" y="8133"/>
                      <a:pt x="4715" y="7075"/>
                      <a:pt x="4715" y="5771"/>
                    </a:cubicBezTo>
                    <a:cubicBezTo>
                      <a:pt x="4715" y="4477"/>
                      <a:pt x="3659" y="1"/>
                      <a:pt x="23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 name="Google Shape;83;p8"/>
            <p:cNvGrpSpPr/>
            <p:nvPr/>
          </p:nvGrpSpPr>
          <p:grpSpPr>
            <a:xfrm>
              <a:off x="5782207" y="3080516"/>
              <a:ext cx="480794" cy="1084049"/>
              <a:chOff x="8269928" y="582825"/>
              <a:chExt cx="654855" cy="1476504"/>
            </a:xfrm>
          </p:grpSpPr>
          <p:sp>
            <p:nvSpPr>
              <p:cNvPr id="84" name="Google Shape;84;p8"/>
              <p:cNvSpPr/>
              <p:nvPr/>
            </p:nvSpPr>
            <p:spPr>
              <a:xfrm>
                <a:off x="8529367" y="1590445"/>
                <a:ext cx="136249" cy="468884"/>
              </a:xfrm>
              <a:custGeom>
                <a:avLst/>
                <a:gdLst/>
                <a:ahLst/>
                <a:cxnLst/>
                <a:rect l="l" t="t" r="r" b="b"/>
                <a:pathLst>
                  <a:path w="981" h="3376" extrusionOk="0">
                    <a:moveTo>
                      <a:pt x="1" y="1"/>
                    </a:moveTo>
                    <a:lnTo>
                      <a:pt x="1" y="3376"/>
                    </a:lnTo>
                    <a:lnTo>
                      <a:pt x="981" y="3376"/>
                    </a:lnTo>
                    <a:lnTo>
                      <a:pt x="98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8"/>
              <p:cNvSpPr/>
              <p:nvPr/>
            </p:nvSpPr>
            <p:spPr>
              <a:xfrm>
                <a:off x="8269928" y="582825"/>
                <a:ext cx="654855" cy="1129711"/>
              </a:xfrm>
              <a:custGeom>
                <a:avLst/>
                <a:gdLst/>
                <a:ahLst/>
                <a:cxnLst/>
                <a:rect l="l" t="t" r="r" b="b"/>
                <a:pathLst>
                  <a:path w="4715" h="8134" extrusionOk="0">
                    <a:moveTo>
                      <a:pt x="2363" y="1"/>
                    </a:moveTo>
                    <a:cubicBezTo>
                      <a:pt x="1059" y="1"/>
                      <a:pt x="0" y="4477"/>
                      <a:pt x="0" y="5771"/>
                    </a:cubicBezTo>
                    <a:cubicBezTo>
                      <a:pt x="0" y="7075"/>
                      <a:pt x="1059" y="8133"/>
                      <a:pt x="2363" y="8133"/>
                    </a:cubicBezTo>
                    <a:cubicBezTo>
                      <a:pt x="3659" y="8133"/>
                      <a:pt x="4715" y="7075"/>
                      <a:pt x="4715" y="5771"/>
                    </a:cubicBezTo>
                    <a:cubicBezTo>
                      <a:pt x="4715" y="4477"/>
                      <a:pt x="3659" y="1"/>
                      <a:pt x="23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 name="Google Shape;86;p8"/>
          <p:cNvGrpSpPr/>
          <p:nvPr/>
        </p:nvGrpSpPr>
        <p:grpSpPr>
          <a:xfrm>
            <a:off x="5039028" y="-1373570"/>
            <a:ext cx="3170518" cy="7731396"/>
            <a:chOff x="5039028" y="-1373570"/>
            <a:chExt cx="3170518" cy="7731396"/>
          </a:xfrm>
        </p:grpSpPr>
        <p:grpSp>
          <p:nvGrpSpPr>
            <p:cNvPr id="87" name="Google Shape;87;p8"/>
            <p:cNvGrpSpPr/>
            <p:nvPr/>
          </p:nvGrpSpPr>
          <p:grpSpPr>
            <a:xfrm>
              <a:off x="5039028" y="1935100"/>
              <a:ext cx="2094174" cy="4422725"/>
              <a:chOff x="5039028" y="1935100"/>
              <a:chExt cx="2094174" cy="4422725"/>
            </a:xfrm>
          </p:grpSpPr>
          <p:pic>
            <p:nvPicPr>
              <p:cNvPr id="88" name="Google Shape;88;p8"/>
              <p:cNvPicPr preferRelativeResize="0"/>
              <p:nvPr/>
            </p:nvPicPr>
            <p:blipFill>
              <a:blip r:embed="rId3">
                <a:alphaModFix/>
              </a:blip>
              <a:stretch>
                <a:fillRect/>
              </a:stretch>
            </p:blipFill>
            <p:spPr>
              <a:xfrm>
                <a:off x="6189352" y="1935100"/>
                <a:ext cx="943850" cy="2684703"/>
              </a:xfrm>
              <a:prstGeom prst="rect">
                <a:avLst/>
              </a:prstGeom>
              <a:noFill/>
              <a:ln>
                <a:noFill/>
              </a:ln>
            </p:spPr>
          </p:pic>
          <p:pic>
            <p:nvPicPr>
              <p:cNvPr id="89" name="Google Shape;89;p8"/>
              <p:cNvPicPr preferRelativeResize="0"/>
              <p:nvPr/>
            </p:nvPicPr>
            <p:blipFill>
              <a:blip r:embed="rId4">
                <a:alphaModFix/>
              </a:blip>
              <a:stretch>
                <a:fillRect/>
              </a:stretch>
            </p:blipFill>
            <p:spPr>
              <a:xfrm>
                <a:off x="5039028" y="3669400"/>
                <a:ext cx="899208" cy="2688425"/>
              </a:xfrm>
              <a:prstGeom prst="rect">
                <a:avLst/>
              </a:prstGeom>
              <a:noFill/>
              <a:ln>
                <a:noFill/>
              </a:ln>
            </p:spPr>
          </p:pic>
        </p:grpSp>
        <p:pic>
          <p:nvPicPr>
            <p:cNvPr id="90" name="Google Shape;90;p8"/>
            <p:cNvPicPr preferRelativeResize="0"/>
            <p:nvPr/>
          </p:nvPicPr>
          <p:blipFill>
            <a:blip r:embed="rId5">
              <a:alphaModFix/>
            </a:blip>
            <a:stretch>
              <a:fillRect/>
            </a:stretch>
          </p:blipFill>
          <p:spPr>
            <a:xfrm>
              <a:off x="7875914" y="-1373570"/>
              <a:ext cx="333632" cy="3050363"/>
            </a:xfrm>
            <a:prstGeom prst="rect">
              <a:avLst/>
            </a:prstGeom>
            <a:noFill/>
            <a:ln>
              <a:noFill/>
            </a:ln>
          </p:spPr>
        </p:pic>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91"/>
        <p:cNvGrpSpPr/>
        <p:nvPr/>
      </p:nvGrpSpPr>
      <p:grpSpPr>
        <a:xfrm>
          <a:off x="0" y="0"/>
          <a:ext cx="0" cy="0"/>
          <a:chOff x="0" y="0"/>
          <a:chExt cx="0" cy="0"/>
        </a:xfrm>
      </p:grpSpPr>
      <p:pic>
        <p:nvPicPr>
          <p:cNvPr id="92" name="Google Shape;92;p9"/>
          <p:cNvPicPr preferRelativeResize="0"/>
          <p:nvPr/>
        </p:nvPicPr>
        <p:blipFill>
          <a:blip r:embed="rId2">
            <a:alphaModFix/>
          </a:blip>
          <a:stretch>
            <a:fillRect/>
          </a:stretch>
        </p:blipFill>
        <p:spPr>
          <a:xfrm>
            <a:off x="0" y="0"/>
            <a:ext cx="9144000" cy="5143500"/>
          </a:xfrm>
          <a:prstGeom prst="rect">
            <a:avLst/>
          </a:prstGeom>
          <a:noFill/>
          <a:ln>
            <a:noFill/>
          </a:ln>
        </p:spPr>
      </p:pic>
      <p:sp>
        <p:nvSpPr>
          <p:cNvPr id="93" name="Google Shape;93;p9"/>
          <p:cNvSpPr txBox="1">
            <a:spLocks noGrp="1"/>
          </p:cNvSpPr>
          <p:nvPr>
            <p:ph type="title"/>
          </p:nvPr>
        </p:nvSpPr>
        <p:spPr>
          <a:xfrm>
            <a:off x="4333275" y="1293100"/>
            <a:ext cx="4095600" cy="8418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Font typeface="Lexend"/>
              <a:buNone/>
              <a:defRPr sz="4500">
                <a:latin typeface="Lexend"/>
                <a:ea typeface="Lexend"/>
                <a:cs typeface="Lexend"/>
                <a:sym typeface="Lexend"/>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endParaRPr/>
          </a:p>
        </p:txBody>
      </p:sp>
      <p:sp>
        <p:nvSpPr>
          <p:cNvPr id="94" name="Google Shape;94;p9"/>
          <p:cNvSpPr txBox="1">
            <a:spLocks noGrp="1"/>
          </p:cNvSpPr>
          <p:nvPr>
            <p:ph type="subTitle" idx="1"/>
          </p:nvPr>
        </p:nvSpPr>
        <p:spPr>
          <a:xfrm>
            <a:off x="4333319" y="2168600"/>
            <a:ext cx="4095600" cy="168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grpSp>
        <p:nvGrpSpPr>
          <p:cNvPr id="95" name="Google Shape;95;p9"/>
          <p:cNvGrpSpPr/>
          <p:nvPr/>
        </p:nvGrpSpPr>
        <p:grpSpPr>
          <a:xfrm>
            <a:off x="-988181" y="1096624"/>
            <a:ext cx="5109339" cy="3451119"/>
            <a:chOff x="-988181" y="1096624"/>
            <a:chExt cx="5109339" cy="3451119"/>
          </a:xfrm>
        </p:grpSpPr>
        <p:grpSp>
          <p:nvGrpSpPr>
            <p:cNvPr id="96" name="Google Shape;96;p9"/>
            <p:cNvGrpSpPr/>
            <p:nvPr/>
          </p:nvGrpSpPr>
          <p:grpSpPr>
            <a:xfrm>
              <a:off x="-988181" y="1096624"/>
              <a:ext cx="5109339" cy="1621530"/>
              <a:chOff x="2561019" y="3324674"/>
              <a:chExt cx="5109339" cy="1621530"/>
            </a:xfrm>
          </p:grpSpPr>
          <p:sp>
            <p:nvSpPr>
              <p:cNvPr id="97" name="Google Shape;97;p9"/>
              <p:cNvSpPr/>
              <p:nvPr/>
            </p:nvSpPr>
            <p:spPr>
              <a:xfrm>
                <a:off x="4407722" y="3395897"/>
                <a:ext cx="1073173" cy="1533723"/>
              </a:xfrm>
              <a:custGeom>
                <a:avLst/>
                <a:gdLst/>
                <a:ahLst/>
                <a:cxnLst/>
                <a:rect l="l" t="t" r="r" b="b"/>
                <a:pathLst>
                  <a:path w="6683" h="9551" extrusionOk="0">
                    <a:moveTo>
                      <a:pt x="3340" y="0"/>
                    </a:moveTo>
                    <a:lnTo>
                      <a:pt x="448" y="1564"/>
                    </a:lnTo>
                    <a:lnTo>
                      <a:pt x="0" y="1564"/>
                    </a:lnTo>
                    <a:lnTo>
                      <a:pt x="0" y="9551"/>
                    </a:lnTo>
                    <a:lnTo>
                      <a:pt x="6683" y="9551"/>
                    </a:lnTo>
                    <a:lnTo>
                      <a:pt x="6683" y="1564"/>
                    </a:lnTo>
                    <a:lnTo>
                      <a:pt x="6232" y="1564"/>
                    </a:lnTo>
                    <a:lnTo>
                      <a:pt x="33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9"/>
              <p:cNvSpPr/>
              <p:nvPr/>
            </p:nvSpPr>
            <p:spPr>
              <a:xfrm>
                <a:off x="2561019" y="3522436"/>
                <a:ext cx="1756130" cy="1407184"/>
              </a:xfrm>
              <a:custGeom>
                <a:avLst/>
                <a:gdLst/>
                <a:ahLst/>
                <a:cxnLst/>
                <a:rect l="l" t="t" r="r" b="b"/>
                <a:pathLst>
                  <a:path w="10936" h="8763" extrusionOk="0">
                    <a:moveTo>
                      <a:pt x="10825" y="1"/>
                    </a:moveTo>
                    <a:lnTo>
                      <a:pt x="114" y="4556"/>
                    </a:lnTo>
                    <a:lnTo>
                      <a:pt x="0" y="4556"/>
                    </a:lnTo>
                    <a:lnTo>
                      <a:pt x="0" y="4904"/>
                    </a:lnTo>
                    <a:lnTo>
                      <a:pt x="114" y="4904"/>
                    </a:lnTo>
                    <a:lnTo>
                      <a:pt x="114" y="8763"/>
                    </a:lnTo>
                    <a:lnTo>
                      <a:pt x="10825" y="8763"/>
                    </a:lnTo>
                    <a:lnTo>
                      <a:pt x="10825" y="4904"/>
                    </a:lnTo>
                    <a:lnTo>
                      <a:pt x="10936" y="4904"/>
                    </a:lnTo>
                    <a:lnTo>
                      <a:pt x="10936" y="4556"/>
                    </a:lnTo>
                    <a:lnTo>
                      <a:pt x="10825" y="4556"/>
                    </a:lnTo>
                    <a:lnTo>
                      <a:pt x="10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9"/>
              <p:cNvSpPr/>
              <p:nvPr/>
            </p:nvSpPr>
            <p:spPr>
              <a:xfrm>
                <a:off x="5571465" y="3324674"/>
                <a:ext cx="2098893" cy="1621530"/>
              </a:xfrm>
              <a:custGeom>
                <a:avLst/>
                <a:gdLst/>
                <a:ahLst/>
                <a:cxnLst/>
                <a:rect l="l" t="t" r="r" b="b"/>
                <a:pathLst>
                  <a:path w="8315" h="6424" extrusionOk="0">
                    <a:moveTo>
                      <a:pt x="2115" y="0"/>
                    </a:moveTo>
                    <a:lnTo>
                      <a:pt x="676" y="778"/>
                    </a:lnTo>
                    <a:lnTo>
                      <a:pt x="676" y="2644"/>
                    </a:lnTo>
                    <a:lnTo>
                      <a:pt x="282" y="2644"/>
                    </a:lnTo>
                    <a:lnTo>
                      <a:pt x="282" y="3916"/>
                    </a:lnTo>
                    <a:lnTo>
                      <a:pt x="1" y="3916"/>
                    </a:lnTo>
                    <a:lnTo>
                      <a:pt x="1" y="6424"/>
                    </a:lnTo>
                    <a:lnTo>
                      <a:pt x="676" y="6424"/>
                    </a:lnTo>
                    <a:lnTo>
                      <a:pt x="676" y="5176"/>
                    </a:lnTo>
                    <a:lnTo>
                      <a:pt x="1394" y="5176"/>
                    </a:lnTo>
                    <a:lnTo>
                      <a:pt x="1394" y="6424"/>
                    </a:lnTo>
                    <a:lnTo>
                      <a:pt x="8314" y="6424"/>
                    </a:lnTo>
                    <a:lnTo>
                      <a:pt x="8314" y="3916"/>
                    </a:lnTo>
                    <a:lnTo>
                      <a:pt x="7888" y="3916"/>
                    </a:lnTo>
                    <a:lnTo>
                      <a:pt x="7888" y="2644"/>
                    </a:lnTo>
                    <a:lnTo>
                      <a:pt x="7494" y="2644"/>
                    </a:lnTo>
                    <a:lnTo>
                      <a:pt x="7494" y="0"/>
                    </a:lnTo>
                    <a:lnTo>
                      <a:pt x="6052" y="778"/>
                    </a:lnTo>
                    <a:lnTo>
                      <a:pt x="6052" y="2644"/>
                    </a:lnTo>
                    <a:lnTo>
                      <a:pt x="5660" y="2644"/>
                    </a:lnTo>
                    <a:lnTo>
                      <a:pt x="5660" y="3916"/>
                    </a:lnTo>
                    <a:lnTo>
                      <a:pt x="5188" y="3916"/>
                    </a:lnTo>
                    <a:lnTo>
                      <a:pt x="5188" y="2644"/>
                    </a:lnTo>
                    <a:lnTo>
                      <a:pt x="4793" y="2644"/>
                    </a:lnTo>
                    <a:lnTo>
                      <a:pt x="4793" y="0"/>
                    </a:lnTo>
                    <a:lnTo>
                      <a:pt x="3352" y="778"/>
                    </a:lnTo>
                    <a:lnTo>
                      <a:pt x="3352" y="2644"/>
                    </a:lnTo>
                    <a:lnTo>
                      <a:pt x="2960" y="2644"/>
                    </a:lnTo>
                    <a:lnTo>
                      <a:pt x="2960" y="3916"/>
                    </a:lnTo>
                    <a:lnTo>
                      <a:pt x="2509" y="3916"/>
                    </a:lnTo>
                    <a:lnTo>
                      <a:pt x="2509" y="2644"/>
                    </a:lnTo>
                    <a:lnTo>
                      <a:pt x="2115" y="2644"/>
                    </a:lnTo>
                    <a:lnTo>
                      <a:pt x="21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 name="Google Shape;100;p9"/>
            <p:cNvGrpSpPr/>
            <p:nvPr/>
          </p:nvGrpSpPr>
          <p:grpSpPr>
            <a:xfrm>
              <a:off x="1051151" y="2369903"/>
              <a:ext cx="1505530" cy="1621637"/>
              <a:chOff x="1243901" y="2257778"/>
              <a:chExt cx="1505530" cy="1621637"/>
            </a:xfrm>
          </p:grpSpPr>
          <p:grpSp>
            <p:nvGrpSpPr>
              <p:cNvPr id="101" name="Google Shape;101;p9"/>
              <p:cNvGrpSpPr/>
              <p:nvPr/>
            </p:nvGrpSpPr>
            <p:grpSpPr>
              <a:xfrm>
                <a:off x="1243901" y="2820323"/>
                <a:ext cx="626486" cy="1059091"/>
                <a:chOff x="2242975" y="1605226"/>
                <a:chExt cx="827700" cy="1399249"/>
              </a:xfrm>
            </p:grpSpPr>
            <p:sp>
              <p:nvSpPr>
                <p:cNvPr id="102" name="Google Shape;102;p9"/>
                <p:cNvSpPr/>
                <p:nvPr/>
              </p:nvSpPr>
              <p:spPr>
                <a:xfrm>
                  <a:off x="2333283" y="1605226"/>
                  <a:ext cx="294995" cy="261706"/>
                </a:xfrm>
                <a:custGeom>
                  <a:avLst/>
                  <a:gdLst/>
                  <a:ahLst/>
                  <a:cxnLst/>
                  <a:rect l="l" t="t" r="r" b="b"/>
                  <a:pathLst>
                    <a:path w="13700" h="12154" extrusionOk="0">
                      <a:moveTo>
                        <a:pt x="6841" y="1"/>
                      </a:moveTo>
                      <a:cubicBezTo>
                        <a:pt x="6177" y="1"/>
                        <a:pt x="5503" y="110"/>
                        <a:pt x="4841" y="342"/>
                      </a:cubicBezTo>
                      <a:cubicBezTo>
                        <a:pt x="1674" y="1460"/>
                        <a:pt x="0" y="4931"/>
                        <a:pt x="1123" y="8094"/>
                      </a:cubicBezTo>
                      <a:cubicBezTo>
                        <a:pt x="1993" y="10597"/>
                        <a:pt x="4342" y="12154"/>
                        <a:pt x="6851" y="12154"/>
                      </a:cubicBezTo>
                      <a:cubicBezTo>
                        <a:pt x="7517" y="12154"/>
                        <a:pt x="8194" y="12044"/>
                        <a:pt x="8859" y="11813"/>
                      </a:cubicBezTo>
                      <a:cubicBezTo>
                        <a:pt x="12026" y="10711"/>
                        <a:pt x="13700" y="7240"/>
                        <a:pt x="12577" y="4077"/>
                      </a:cubicBezTo>
                      <a:cubicBezTo>
                        <a:pt x="11706" y="1572"/>
                        <a:pt x="9352" y="1"/>
                        <a:pt x="68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9"/>
                <p:cNvSpPr/>
                <p:nvPr/>
              </p:nvSpPr>
              <p:spPr>
                <a:xfrm>
                  <a:off x="2242975" y="1880650"/>
                  <a:ext cx="827700" cy="1123825"/>
                </a:xfrm>
                <a:custGeom>
                  <a:avLst/>
                  <a:gdLst/>
                  <a:ahLst/>
                  <a:cxnLst/>
                  <a:rect l="l" t="t" r="r" b="b"/>
                  <a:pathLst>
                    <a:path w="33108" h="44953" extrusionOk="0">
                      <a:moveTo>
                        <a:pt x="15131" y="1"/>
                      </a:moveTo>
                      <a:cubicBezTo>
                        <a:pt x="15027" y="1"/>
                        <a:pt x="14923" y="7"/>
                        <a:pt x="14819" y="20"/>
                      </a:cubicBezTo>
                      <a:lnTo>
                        <a:pt x="6976" y="1066"/>
                      </a:lnTo>
                      <a:cubicBezTo>
                        <a:pt x="6246" y="1156"/>
                        <a:pt x="5606" y="1565"/>
                        <a:pt x="5213" y="2189"/>
                      </a:cubicBezTo>
                      <a:lnTo>
                        <a:pt x="483" y="9626"/>
                      </a:lnTo>
                      <a:cubicBezTo>
                        <a:pt x="129" y="10176"/>
                        <a:pt x="0" y="10851"/>
                        <a:pt x="146" y="11491"/>
                      </a:cubicBezTo>
                      <a:lnTo>
                        <a:pt x="1870" y="19248"/>
                      </a:lnTo>
                      <a:cubicBezTo>
                        <a:pt x="2135" y="20405"/>
                        <a:pt x="3151" y="21186"/>
                        <a:pt x="4291" y="21186"/>
                      </a:cubicBezTo>
                      <a:cubicBezTo>
                        <a:pt x="4466" y="21186"/>
                        <a:pt x="4645" y="21169"/>
                        <a:pt x="4842" y="21131"/>
                      </a:cubicBezTo>
                      <a:cubicBezTo>
                        <a:pt x="6174" y="20832"/>
                        <a:pt x="7010" y="19513"/>
                        <a:pt x="6707" y="18164"/>
                      </a:cubicBezTo>
                      <a:lnTo>
                        <a:pt x="5213" y="11419"/>
                      </a:lnTo>
                      <a:lnTo>
                        <a:pt x="6746" y="9002"/>
                      </a:lnTo>
                      <a:lnTo>
                        <a:pt x="7757" y="17698"/>
                      </a:lnTo>
                      <a:lnTo>
                        <a:pt x="8594" y="29742"/>
                      </a:lnTo>
                      <a:lnTo>
                        <a:pt x="3685" y="41516"/>
                      </a:lnTo>
                      <a:cubicBezTo>
                        <a:pt x="3168" y="42780"/>
                        <a:pt x="3757" y="44240"/>
                        <a:pt x="5017" y="44756"/>
                      </a:cubicBezTo>
                      <a:cubicBezTo>
                        <a:pt x="5337" y="44897"/>
                        <a:pt x="5657" y="44953"/>
                        <a:pt x="5977" y="44953"/>
                      </a:cubicBezTo>
                      <a:cubicBezTo>
                        <a:pt x="6959" y="44953"/>
                        <a:pt x="7864" y="44381"/>
                        <a:pt x="8274" y="43420"/>
                      </a:cubicBezTo>
                      <a:lnTo>
                        <a:pt x="13397" y="31112"/>
                      </a:lnTo>
                      <a:cubicBezTo>
                        <a:pt x="13538" y="30758"/>
                        <a:pt x="13593" y="30382"/>
                        <a:pt x="13576" y="29989"/>
                      </a:cubicBezTo>
                      <a:lnTo>
                        <a:pt x="13183" y="24388"/>
                      </a:lnTo>
                      <a:lnTo>
                        <a:pt x="16261" y="24388"/>
                      </a:lnTo>
                      <a:lnTo>
                        <a:pt x="19694" y="31253"/>
                      </a:lnTo>
                      <a:lnTo>
                        <a:pt x="22221" y="42993"/>
                      </a:lnTo>
                      <a:cubicBezTo>
                        <a:pt x="22469" y="44150"/>
                        <a:pt x="23481" y="44953"/>
                        <a:pt x="24637" y="44953"/>
                      </a:cubicBezTo>
                      <a:cubicBezTo>
                        <a:pt x="24800" y="44953"/>
                        <a:pt x="24975" y="44931"/>
                        <a:pt x="25154" y="44897"/>
                      </a:cubicBezTo>
                      <a:cubicBezTo>
                        <a:pt x="26490" y="44611"/>
                        <a:pt x="27344" y="43296"/>
                        <a:pt x="27058" y="41964"/>
                      </a:cubicBezTo>
                      <a:lnTo>
                        <a:pt x="24480" y="29904"/>
                      </a:lnTo>
                      <a:cubicBezTo>
                        <a:pt x="24424" y="29690"/>
                        <a:pt x="24356" y="29494"/>
                        <a:pt x="24266" y="29315"/>
                      </a:cubicBezTo>
                      <a:lnTo>
                        <a:pt x="18341" y="17485"/>
                      </a:lnTo>
                      <a:lnTo>
                        <a:pt x="17380" y="9267"/>
                      </a:lnTo>
                      <a:lnTo>
                        <a:pt x="21436" y="14373"/>
                      </a:lnTo>
                      <a:cubicBezTo>
                        <a:pt x="21828" y="14872"/>
                        <a:pt x="22396" y="15193"/>
                        <a:pt x="23037" y="15282"/>
                      </a:cubicBezTo>
                      <a:lnTo>
                        <a:pt x="30136" y="16260"/>
                      </a:lnTo>
                      <a:cubicBezTo>
                        <a:pt x="30254" y="16277"/>
                        <a:pt x="30371" y="16285"/>
                        <a:pt x="30487" y="16285"/>
                      </a:cubicBezTo>
                      <a:cubicBezTo>
                        <a:pt x="31695" y="16285"/>
                        <a:pt x="32749" y="15377"/>
                        <a:pt x="32928" y="14142"/>
                      </a:cubicBezTo>
                      <a:cubicBezTo>
                        <a:pt x="33107" y="12789"/>
                        <a:pt x="32164" y="11547"/>
                        <a:pt x="30811" y="11350"/>
                      </a:cubicBezTo>
                      <a:lnTo>
                        <a:pt x="24693" y="10514"/>
                      </a:lnTo>
                      <a:lnTo>
                        <a:pt x="17077" y="925"/>
                      </a:lnTo>
                      <a:cubicBezTo>
                        <a:pt x="16608" y="333"/>
                        <a:pt x="15880" y="1"/>
                        <a:pt x="15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 name="Google Shape;104;p9"/>
              <p:cNvGrpSpPr/>
              <p:nvPr/>
            </p:nvGrpSpPr>
            <p:grpSpPr>
              <a:xfrm>
                <a:off x="1740896" y="2257778"/>
                <a:ext cx="1008536" cy="1621515"/>
                <a:chOff x="1450050" y="2975575"/>
                <a:chExt cx="285850" cy="459600"/>
              </a:xfrm>
            </p:grpSpPr>
            <p:sp>
              <p:nvSpPr>
                <p:cNvPr id="105" name="Google Shape;105;p9"/>
                <p:cNvSpPr/>
                <p:nvPr/>
              </p:nvSpPr>
              <p:spPr>
                <a:xfrm>
                  <a:off x="1540925" y="2975575"/>
                  <a:ext cx="79600" cy="79625"/>
                </a:xfrm>
                <a:custGeom>
                  <a:avLst/>
                  <a:gdLst/>
                  <a:ahLst/>
                  <a:cxnLst/>
                  <a:rect l="l" t="t" r="r" b="b"/>
                  <a:pathLst>
                    <a:path w="3184" h="3185" extrusionOk="0">
                      <a:moveTo>
                        <a:pt x="1588" y="1"/>
                      </a:moveTo>
                      <a:cubicBezTo>
                        <a:pt x="710" y="1"/>
                        <a:pt x="0" y="722"/>
                        <a:pt x="0" y="1599"/>
                      </a:cubicBezTo>
                      <a:cubicBezTo>
                        <a:pt x="0" y="2477"/>
                        <a:pt x="710" y="3184"/>
                        <a:pt x="1588" y="3184"/>
                      </a:cubicBezTo>
                      <a:cubicBezTo>
                        <a:pt x="2476" y="3184"/>
                        <a:pt x="3184" y="2477"/>
                        <a:pt x="3184" y="1599"/>
                      </a:cubicBezTo>
                      <a:cubicBezTo>
                        <a:pt x="3184" y="722"/>
                        <a:pt x="2476" y="1"/>
                        <a:pt x="15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9"/>
                <p:cNvSpPr/>
                <p:nvPr/>
              </p:nvSpPr>
              <p:spPr>
                <a:xfrm>
                  <a:off x="1450050" y="3059600"/>
                  <a:ext cx="285850" cy="375575"/>
                </a:xfrm>
                <a:custGeom>
                  <a:avLst/>
                  <a:gdLst/>
                  <a:ahLst/>
                  <a:cxnLst/>
                  <a:rect l="l" t="t" r="r" b="b"/>
                  <a:pathLst>
                    <a:path w="11434" h="15023" extrusionOk="0">
                      <a:moveTo>
                        <a:pt x="6150" y="1"/>
                      </a:moveTo>
                      <a:cubicBezTo>
                        <a:pt x="6129" y="1"/>
                        <a:pt x="6113" y="2"/>
                        <a:pt x="6100" y="4"/>
                      </a:cubicBezTo>
                      <a:cubicBezTo>
                        <a:pt x="6087" y="4"/>
                        <a:pt x="6076" y="4"/>
                        <a:pt x="6065" y="15"/>
                      </a:cubicBezTo>
                      <a:cubicBezTo>
                        <a:pt x="5898" y="82"/>
                        <a:pt x="4086" y="768"/>
                        <a:pt x="3983" y="1184"/>
                      </a:cubicBezTo>
                      <a:cubicBezTo>
                        <a:pt x="3873" y="1635"/>
                        <a:pt x="2982" y="3774"/>
                        <a:pt x="2555" y="4133"/>
                      </a:cubicBezTo>
                      <a:cubicBezTo>
                        <a:pt x="2218" y="4424"/>
                        <a:pt x="1183" y="4999"/>
                        <a:pt x="565" y="5259"/>
                      </a:cubicBezTo>
                      <a:cubicBezTo>
                        <a:pt x="249" y="5326"/>
                        <a:pt x="1" y="5596"/>
                        <a:pt x="1" y="5934"/>
                      </a:cubicBezTo>
                      <a:cubicBezTo>
                        <a:pt x="1" y="6314"/>
                        <a:pt x="317" y="6630"/>
                        <a:pt x="700" y="6630"/>
                      </a:cubicBezTo>
                      <a:cubicBezTo>
                        <a:pt x="835" y="6630"/>
                        <a:pt x="957" y="6584"/>
                        <a:pt x="1059" y="6528"/>
                      </a:cubicBezTo>
                      <a:cubicBezTo>
                        <a:pt x="1621" y="6417"/>
                        <a:pt x="2758" y="5799"/>
                        <a:pt x="3084" y="5550"/>
                      </a:cubicBezTo>
                      <a:cubicBezTo>
                        <a:pt x="3319" y="5380"/>
                        <a:pt x="4513" y="4683"/>
                        <a:pt x="4726" y="4257"/>
                      </a:cubicBezTo>
                      <a:cubicBezTo>
                        <a:pt x="4756" y="4201"/>
                        <a:pt x="4811" y="4175"/>
                        <a:pt x="4866" y="4175"/>
                      </a:cubicBezTo>
                      <a:cubicBezTo>
                        <a:pt x="4934" y="4175"/>
                        <a:pt x="5001" y="4215"/>
                        <a:pt x="5020" y="4289"/>
                      </a:cubicBezTo>
                      <a:cubicBezTo>
                        <a:pt x="5155" y="4964"/>
                        <a:pt x="5031" y="6595"/>
                        <a:pt x="5031" y="6787"/>
                      </a:cubicBezTo>
                      <a:cubicBezTo>
                        <a:pt x="5031" y="7057"/>
                        <a:pt x="3670" y="9093"/>
                        <a:pt x="3198" y="9970"/>
                      </a:cubicBezTo>
                      <a:cubicBezTo>
                        <a:pt x="2871" y="10591"/>
                        <a:pt x="2679" y="13594"/>
                        <a:pt x="2679" y="14290"/>
                      </a:cubicBezTo>
                      <a:cubicBezTo>
                        <a:pt x="2679" y="14315"/>
                        <a:pt x="2690" y="14336"/>
                        <a:pt x="2701" y="14358"/>
                      </a:cubicBezTo>
                      <a:cubicBezTo>
                        <a:pt x="2768" y="14741"/>
                        <a:pt x="3106" y="15022"/>
                        <a:pt x="3500" y="15022"/>
                      </a:cubicBezTo>
                      <a:cubicBezTo>
                        <a:pt x="3951" y="15022"/>
                        <a:pt x="4321" y="14663"/>
                        <a:pt x="4321" y="14201"/>
                      </a:cubicBezTo>
                      <a:lnTo>
                        <a:pt x="4321" y="14169"/>
                      </a:lnTo>
                      <a:cubicBezTo>
                        <a:pt x="4445" y="13345"/>
                        <a:pt x="4704" y="10950"/>
                        <a:pt x="4839" y="10680"/>
                      </a:cubicBezTo>
                      <a:cubicBezTo>
                        <a:pt x="4964" y="10443"/>
                        <a:pt x="6100" y="8620"/>
                        <a:pt x="6481" y="7959"/>
                      </a:cubicBezTo>
                      <a:cubicBezTo>
                        <a:pt x="6511" y="7903"/>
                        <a:pt x="6562" y="7877"/>
                        <a:pt x="6612" y="7877"/>
                      </a:cubicBezTo>
                      <a:cubicBezTo>
                        <a:pt x="6673" y="7877"/>
                        <a:pt x="6733" y="7917"/>
                        <a:pt x="6751" y="7991"/>
                      </a:cubicBezTo>
                      <a:cubicBezTo>
                        <a:pt x="6943" y="8712"/>
                        <a:pt x="7348" y="10286"/>
                        <a:pt x="7394" y="10489"/>
                      </a:cubicBezTo>
                      <a:cubicBezTo>
                        <a:pt x="7450" y="10702"/>
                        <a:pt x="8833" y="13178"/>
                        <a:pt x="9295" y="14034"/>
                      </a:cubicBezTo>
                      <a:cubicBezTo>
                        <a:pt x="9394" y="14371"/>
                        <a:pt x="9710" y="14617"/>
                        <a:pt x="10083" y="14617"/>
                      </a:cubicBezTo>
                      <a:cubicBezTo>
                        <a:pt x="10531" y="14617"/>
                        <a:pt x="10904" y="14247"/>
                        <a:pt x="10904" y="13796"/>
                      </a:cubicBezTo>
                      <a:cubicBezTo>
                        <a:pt x="10904" y="13583"/>
                        <a:pt x="10826" y="13391"/>
                        <a:pt x="10691" y="13246"/>
                      </a:cubicBezTo>
                      <a:cubicBezTo>
                        <a:pt x="10261" y="12311"/>
                        <a:pt x="9014" y="9611"/>
                        <a:pt x="8979" y="9465"/>
                      </a:cubicBezTo>
                      <a:cubicBezTo>
                        <a:pt x="8935" y="9284"/>
                        <a:pt x="8800" y="6382"/>
                        <a:pt x="8800" y="6136"/>
                      </a:cubicBezTo>
                      <a:lnTo>
                        <a:pt x="8800" y="6101"/>
                      </a:lnTo>
                      <a:lnTo>
                        <a:pt x="8147" y="3198"/>
                      </a:lnTo>
                      <a:cubicBezTo>
                        <a:pt x="8131" y="3096"/>
                        <a:pt x="8210" y="3014"/>
                        <a:pt x="8298" y="3014"/>
                      </a:cubicBezTo>
                      <a:cubicBezTo>
                        <a:pt x="8326" y="3014"/>
                        <a:pt x="8355" y="3023"/>
                        <a:pt x="8382" y="3042"/>
                      </a:cubicBezTo>
                      <a:cubicBezTo>
                        <a:pt x="8946" y="3436"/>
                        <a:pt x="9621" y="4044"/>
                        <a:pt x="9621" y="4122"/>
                      </a:cubicBezTo>
                      <a:cubicBezTo>
                        <a:pt x="9621" y="4222"/>
                        <a:pt x="10137" y="5607"/>
                        <a:pt x="10161" y="6123"/>
                      </a:cubicBezTo>
                      <a:cubicBezTo>
                        <a:pt x="10161" y="6158"/>
                        <a:pt x="10172" y="6190"/>
                        <a:pt x="10194" y="6225"/>
                      </a:cubicBezTo>
                      <a:cubicBezTo>
                        <a:pt x="10286" y="6474"/>
                        <a:pt x="10520" y="6641"/>
                        <a:pt x="10790" y="6641"/>
                      </a:cubicBezTo>
                      <a:cubicBezTo>
                        <a:pt x="11117" y="6641"/>
                        <a:pt x="11376" y="6417"/>
                        <a:pt x="11420" y="6101"/>
                      </a:cubicBezTo>
                      <a:cubicBezTo>
                        <a:pt x="11433" y="6090"/>
                        <a:pt x="11433" y="6079"/>
                        <a:pt x="11433" y="6055"/>
                      </a:cubicBezTo>
                      <a:lnTo>
                        <a:pt x="11433" y="6023"/>
                      </a:lnTo>
                      <a:lnTo>
                        <a:pt x="11433" y="6012"/>
                      </a:lnTo>
                      <a:cubicBezTo>
                        <a:pt x="11433" y="5966"/>
                        <a:pt x="11433" y="5934"/>
                        <a:pt x="11420" y="5899"/>
                      </a:cubicBezTo>
                      <a:cubicBezTo>
                        <a:pt x="11320" y="4989"/>
                        <a:pt x="10475" y="2726"/>
                        <a:pt x="10453" y="2648"/>
                      </a:cubicBezTo>
                      <a:cubicBezTo>
                        <a:pt x="10431" y="2569"/>
                        <a:pt x="8001" y="488"/>
                        <a:pt x="7685" y="263"/>
                      </a:cubicBezTo>
                      <a:cubicBezTo>
                        <a:pt x="7675" y="250"/>
                        <a:pt x="7653" y="250"/>
                        <a:pt x="7639" y="250"/>
                      </a:cubicBezTo>
                      <a:cubicBezTo>
                        <a:pt x="7451" y="210"/>
                        <a:pt x="6432" y="1"/>
                        <a:pt x="6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7" name="Google Shape;107;p9"/>
            <p:cNvSpPr/>
            <p:nvPr/>
          </p:nvSpPr>
          <p:spPr>
            <a:xfrm>
              <a:off x="2818575" y="2331107"/>
              <a:ext cx="1111684" cy="2216636"/>
            </a:xfrm>
            <a:custGeom>
              <a:avLst/>
              <a:gdLst/>
              <a:ahLst/>
              <a:cxnLst/>
              <a:rect l="l" t="t" r="r" b="b"/>
              <a:pathLst>
                <a:path w="32037" h="63880" extrusionOk="0">
                  <a:moveTo>
                    <a:pt x="8057" y="1"/>
                  </a:moveTo>
                  <a:lnTo>
                    <a:pt x="1939" y="39"/>
                  </a:lnTo>
                  <a:cubicBezTo>
                    <a:pt x="1619" y="39"/>
                    <a:pt x="1316" y="107"/>
                    <a:pt x="1051" y="253"/>
                  </a:cubicBezTo>
                  <a:cubicBezTo>
                    <a:pt x="1051" y="253"/>
                    <a:pt x="1034" y="253"/>
                    <a:pt x="1034" y="270"/>
                  </a:cubicBezTo>
                  <a:lnTo>
                    <a:pt x="1013" y="270"/>
                  </a:lnTo>
                  <a:cubicBezTo>
                    <a:pt x="944" y="304"/>
                    <a:pt x="872" y="359"/>
                    <a:pt x="799" y="411"/>
                  </a:cubicBezTo>
                  <a:cubicBezTo>
                    <a:pt x="321" y="748"/>
                    <a:pt x="18" y="1303"/>
                    <a:pt x="1" y="1922"/>
                  </a:cubicBezTo>
                  <a:lnTo>
                    <a:pt x="1" y="1994"/>
                  </a:lnTo>
                  <a:lnTo>
                    <a:pt x="1" y="2208"/>
                  </a:lnTo>
                  <a:lnTo>
                    <a:pt x="1" y="3275"/>
                  </a:lnTo>
                  <a:cubicBezTo>
                    <a:pt x="1" y="3685"/>
                    <a:pt x="500" y="3950"/>
                    <a:pt x="748" y="4022"/>
                  </a:cubicBezTo>
                  <a:cubicBezTo>
                    <a:pt x="1760" y="4270"/>
                    <a:pt x="3237" y="4415"/>
                    <a:pt x="4770" y="4415"/>
                  </a:cubicBezTo>
                  <a:cubicBezTo>
                    <a:pt x="6422" y="4415"/>
                    <a:pt x="8112" y="4253"/>
                    <a:pt x="9286" y="3971"/>
                  </a:cubicBezTo>
                  <a:cubicBezTo>
                    <a:pt x="9551" y="3898"/>
                    <a:pt x="10033" y="3630"/>
                    <a:pt x="10033" y="3224"/>
                  </a:cubicBezTo>
                  <a:lnTo>
                    <a:pt x="10033" y="3117"/>
                  </a:lnTo>
                  <a:lnTo>
                    <a:pt x="20582" y="3117"/>
                  </a:lnTo>
                  <a:cubicBezTo>
                    <a:pt x="24369" y="3117"/>
                    <a:pt x="27447" y="6191"/>
                    <a:pt x="27447" y="9982"/>
                  </a:cubicBezTo>
                  <a:lnTo>
                    <a:pt x="27447" y="42444"/>
                  </a:lnTo>
                  <a:cubicBezTo>
                    <a:pt x="26756" y="42730"/>
                    <a:pt x="26222" y="43354"/>
                    <a:pt x="26077" y="44101"/>
                  </a:cubicBezTo>
                  <a:cubicBezTo>
                    <a:pt x="26060" y="44242"/>
                    <a:pt x="26043" y="44383"/>
                    <a:pt x="26043" y="44528"/>
                  </a:cubicBezTo>
                  <a:lnTo>
                    <a:pt x="26043" y="60998"/>
                  </a:lnTo>
                  <a:lnTo>
                    <a:pt x="25543" y="60998"/>
                  </a:lnTo>
                  <a:cubicBezTo>
                    <a:pt x="25402" y="60998"/>
                    <a:pt x="25278" y="61105"/>
                    <a:pt x="25278" y="61246"/>
                  </a:cubicBezTo>
                  <a:lnTo>
                    <a:pt x="25278" y="61263"/>
                  </a:lnTo>
                  <a:lnTo>
                    <a:pt x="25278" y="62437"/>
                  </a:lnTo>
                  <a:lnTo>
                    <a:pt x="24834" y="62437"/>
                  </a:lnTo>
                  <a:cubicBezTo>
                    <a:pt x="24689" y="62437"/>
                    <a:pt x="24565" y="62565"/>
                    <a:pt x="24565" y="62723"/>
                  </a:cubicBezTo>
                  <a:lnTo>
                    <a:pt x="24565" y="63880"/>
                  </a:lnTo>
                  <a:lnTo>
                    <a:pt x="32036" y="63880"/>
                  </a:lnTo>
                  <a:lnTo>
                    <a:pt x="32036" y="62723"/>
                  </a:lnTo>
                  <a:cubicBezTo>
                    <a:pt x="32036" y="62565"/>
                    <a:pt x="31913" y="62437"/>
                    <a:pt x="31750" y="62437"/>
                  </a:cubicBezTo>
                  <a:lnTo>
                    <a:pt x="31323" y="62437"/>
                  </a:lnTo>
                  <a:lnTo>
                    <a:pt x="31323" y="61263"/>
                  </a:lnTo>
                  <a:lnTo>
                    <a:pt x="31323" y="61246"/>
                  </a:lnTo>
                  <a:cubicBezTo>
                    <a:pt x="31323" y="61105"/>
                    <a:pt x="31200" y="60998"/>
                    <a:pt x="31059" y="60998"/>
                  </a:cubicBezTo>
                  <a:lnTo>
                    <a:pt x="30559" y="60998"/>
                  </a:lnTo>
                  <a:lnTo>
                    <a:pt x="30559" y="44528"/>
                  </a:lnTo>
                  <a:cubicBezTo>
                    <a:pt x="30559" y="44383"/>
                    <a:pt x="30542" y="44242"/>
                    <a:pt x="30525" y="44101"/>
                  </a:cubicBezTo>
                  <a:cubicBezTo>
                    <a:pt x="30384" y="43332"/>
                    <a:pt x="29851" y="42713"/>
                    <a:pt x="29138" y="42427"/>
                  </a:cubicBezTo>
                  <a:lnTo>
                    <a:pt x="29138" y="9465"/>
                  </a:lnTo>
                  <a:cubicBezTo>
                    <a:pt x="29138" y="5038"/>
                    <a:pt x="25543" y="1427"/>
                    <a:pt x="21099" y="1427"/>
                  </a:cubicBezTo>
                  <a:lnTo>
                    <a:pt x="9961" y="1427"/>
                  </a:lnTo>
                  <a:cubicBezTo>
                    <a:pt x="9910" y="1281"/>
                    <a:pt x="9854" y="1141"/>
                    <a:pt x="9786" y="1000"/>
                  </a:cubicBezTo>
                  <a:cubicBezTo>
                    <a:pt x="9679" y="803"/>
                    <a:pt x="9517" y="624"/>
                    <a:pt x="9338" y="466"/>
                  </a:cubicBezTo>
                  <a:cubicBezTo>
                    <a:pt x="9000" y="180"/>
                    <a:pt x="8556" y="1"/>
                    <a:pt x="80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 name="Google Shape;108;p9"/>
          <p:cNvGrpSpPr/>
          <p:nvPr/>
        </p:nvGrpSpPr>
        <p:grpSpPr>
          <a:xfrm>
            <a:off x="243178" y="1619400"/>
            <a:ext cx="3228522" cy="4634100"/>
            <a:chOff x="243178" y="1619400"/>
            <a:chExt cx="3228522" cy="4634100"/>
          </a:xfrm>
        </p:grpSpPr>
        <p:pic>
          <p:nvPicPr>
            <p:cNvPr id="109" name="Google Shape;109;p9"/>
            <p:cNvPicPr preferRelativeResize="0"/>
            <p:nvPr/>
          </p:nvPicPr>
          <p:blipFill>
            <a:blip r:embed="rId3">
              <a:alphaModFix/>
            </a:blip>
            <a:stretch>
              <a:fillRect/>
            </a:stretch>
          </p:blipFill>
          <p:spPr>
            <a:xfrm>
              <a:off x="2685385" y="3565075"/>
              <a:ext cx="786315" cy="2688425"/>
            </a:xfrm>
            <a:prstGeom prst="rect">
              <a:avLst/>
            </a:prstGeom>
            <a:noFill/>
            <a:ln>
              <a:noFill/>
            </a:ln>
          </p:spPr>
        </p:pic>
        <p:pic>
          <p:nvPicPr>
            <p:cNvPr id="110" name="Google Shape;110;p9"/>
            <p:cNvPicPr preferRelativeResize="0"/>
            <p:nvPr/>
          </p:nvPicPr>
          <p:blipFill>
            <a:blip r:embed="rId4">
              <a:alphaModFix/>
            </a:blip>
            <a:stretch>
              <a:fillRect/>
            </a:stretch>
          </p:blipFill>
          <p:spPr>
            <a:xfrm>
              <a:off x="243178" y="1619400"/>
              <a:ext cx="943840" cy="2688425"/>
            </a:xfrm>
            <a:prstGeom prst="rect">
              <a:avLst/>
            </a:prstGeom>
            <a:noFill/>
            <a:ln>
              <a:noFill/>
            </a:ln>
          </p:spPr>
        </p:pic>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11"/>
        <p:cNvGrpSpPr/>
        <p:nvPr/>
      </p:nvGrpSpPr>
      <p:grpSpPr>
        <a:xfrm>
          <a:off x="0" y="0"/>
          <a:ext cx="0" cy="0"/>
          <a:chOff x="0" y="0"/>
          <a:chExt cx="0" cy="0"/>
        </a:xfrm>
      </p:grpSpPr>
      <p:sp>
        <p:nvSpPr>
          <p:cNvPr id="112" name="Google Shape;112;p10"/>
          <p:cNvSpPr>
            <a:spLocks noGrp="1"/>
          </p:cNvSpPr>
          <p:nvPr>
            <p:ph type="pic" idx="2"/>
          </p:nvPr>
        </p:nvSpPr>
        <p:spPr>
          <a:xfrm>
            <a:off x="6925" y="-10275"/>
            <a:ext cx="9144000" cy="5189100"/>
          </a:xfrm>
          <a:prstGeom prst="rect">
            <a:avLst/>
          </a:prstGeom>
          <a:noFill/>
          <a:ln>
            <a:noFill/>
          </a:ln>
        </p:spPr>
      </p:sp>
      <p:sp>
        <p:nvSpPr>
          <p:cNvPr id="113" name="Google Shape;113;p10"/>
          <p:cNvSpPr txBox="1">
            <a:spLocks noGrp="1"/>
          </p:cNvSpPr>
          <p:nvPr>
            <p:ph type="title"/>
          </p:nvPr>
        </p:nvSpPr>
        <p:spPr>
          <a:xfrm>
            <a:off x="720000" y="3859100"/>
            <a:ext cx="5485200" cy="749400"/>
          </a:xfrm>
          <a:prstGeom prst="rect">
            <a:avLst/>
          </a:prstGeom>
          <a:solidFill>
            <a:schemeClr val="accent6"/>
          </a:solidFill>
        </p:spPr>
        <p:txBody>
          <a:bodyPr spcFirstLastPara="1" wrap="square" lIns="91425" tIns="91425" rIns="91425" bIns="91425" anchor="t" anchorCtr="0">
            <a:noAutofit/>
          </a:bodyPr>
          <a:lstStyle>
            <a:lvl1pPr lvl="0" rtl="0">
              <a:spcBef>
                <a:spcPts val="0"/>
              </a:spcBef>
              <a:spcAft>
                <a:spcPts val="0"/>
              </a:spcAft>
              <a:buSzPts val="3000"/>
              <a:buFont typeface="Lexend"/>
              <a:buNone/>
              <a:defRPr>
                <a:latin typeface="Lexend"/>
                <a:ea typeface="Lexend"/>
                <a:cs typeface="Lexend"/>
                <a:sym typeface="Lexend"/>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grpSp>
        <p:nvGrpSpPr>
          <p:cNvPr id="114" name="Google Shape;114;p10"/>
          <p:cNvGrpSpPr/>
          <p:nvPr/>
        </p:nvGrpSpPr>
        <p:grpSpPr>
          <a:xfrm>
            <a:off x="7089498" y="2646437"/>
            <a:ext cx="2054495" cy="2121646"/>
            <a:chOff x="7089498" y="2646437"/>
            <a:chExt cx="2054495" cy="2121646"/>
          </a:xfrm>
        </p:grpSpPr>
        <p:grpSp>
          <p:nvGrpSpPr>
            <p:cNvPr id="115" name="Google Shape;115;p10"/>
            <p:cNvGrpSpPr/>
            <p:nvPr/>
          </p:nvGrpSpPr>
          <p:grpSpPr>
            <a:xfrm>
              <a:off x="7089498" y="2646437"/>
              <a:ext cx="2054495" cy="1282733"/>
              <a:chOff x="5551073" y="3646887"/>
              <a:chExt cx="2054495" cy="1282733"/>
            </a:xfrm>
          </p:grpSpPr>
          <p:sp>
            <p:nvSpPr>
              <p:cNvPr id="116" name="Google Shape;116;p10"/>
              <p:cNvSpPr/>
              <p:nvPr/>
            </p:nvSpPr>
            <p:spPr>
              <a:xfrm>
                <a:off x="6454191" y="3681251"/>
                <a:ext cx="1151377" cy="1248368"/>
              </a:xfrm>
              <a:custGeom>
                <a:avLst/>
                <a:gdLst/>
                <a:ahLst/>
                <a:cxnLst/>
                <a:rect l="l" t="t" r="r" b="b"/>
                <a:pathLst>
                  <a:path w="7170" h="7774" extrusionOk="0">
                    <a:moveTo>
                      <a:pt x="1013" y="0"/>
                    </a:moveTo>
                    <a:cubicBezTo>
                      <a:pt x="935" y="0"/>
                      <a:pt x="878" y="57"/>
                      <a:pt x="878" y="135"/>
                    </a:cubicBezTo>
                    <a:cubicBezTo>
                      <a:pt x="878" y="192"/>
                      <a:pt x="902" y="227"/>
                      <a:pt x="946" y="259"/>
                    </a:cubicBezTo>
                    <a:lnTo>
                      <a:pt x="946" y="1048"/>
                    </a:lnTo>
                    <a:cubicBezTo>
                      <a:pt x="597" y="1283"/>
                      <a:pt x="284" y="1563"/>
                      <a:pt x="1" y="1879"/>
                    </a:cubicBezTo>
                    <a:lnTo>
                      <a:pt x="1" y="7774"/>
                    </a:lnTo>
                    <a:lnTo>
                      <a:pt x="7169" y="7774"/>
                    </a:lnTo>
                    <a:lnTo>
                      <a:pt x="7169" y="1879"/>
                    </a:lnTo>
                    <a:cubicBezTo>
                      <a:pt x="6303" y="878"/>
                      <a:pt x="5020" y="238"/>
                      <a:pt x="3592" y="238"/>
                    </a:cubicBezTo>
                    <a:cubicBezTo>
                      <a:pt x="2668" y="238"/>
                      <a:pt x="1812" y="508"/>
                      <a:pt x="1081" y="956"/>
                    </a:cubicBezTo>
                    <a:lnTo>
                      <a:pt x="1081" y="259"/>
                    </a:lnTo>
                    <a:cubicBezTo>
                      <a:pt x="1127" y="227"/>
                      <a:pt x="1162" y="192"/>
                      <a:pt x="1162" y="135"/>
                    </a:cubicBezTo>
                    <a:cubicBezTo>
                      <a:pt x="1162" y="57"/>
                      <a:pt x="1094" y="0"/>
                      <a:pt x="10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10"/>
              <p:cNvSpPr/>
              <p:nvPr/>
            </p:nvSpPr>
            <p:spPr>
              <a:xfrm>
                <a:off x="5551073" y="3646887"/>
                <a:ext cx="854781" cy="1282733"/>
              </a:xfrm>
              <a:custGeom>
                <a:avLst/>
                <a:gdLst/>
                <a:ahLst/>
                <a:cxnLst/>
                <a:rect l="l" t="t" r="r" b="b"/>
                <a:pathLst>
                  <a:path w="5323" h="7988" extrusionOk="0">
                    <a:moveTo>
                      <a:pt x="2655" y="1"/>
                    </a:moveTo>
                    <a:lnTo>
                      <a:pt x="249" y="1891"/>
                    </a:lnTo>
                    <a:lnTo>
                      <a:pt x="249" y="1926"/>
                    </a:lnTo>
                    <a:lnTo>
                      <a:pt x="0" y="1926"/>
                    </a:lnTo>
                    <a:lnTo>
                      <a:pt x="0" y="2331"/>
                    </a:lnTo>
                    <a:lnTo>
                      <a:pt x="249" y="2331"/>
                    </a:lnTo>
                    <a:lnTo>
                      <a:pt x="249" y="7988"/>
                    </a:lnTo>
                    <a:lnTo>
                      <a:pt x="5074" y="7988"/>
                    </a:lnTo>
                    <a:lnTo>
                      <a:pt x="5074" y="2331"/>
                    </a:lnTo>
                    <a:lnTo>
                      <a:pt x="5322" y="2331"/>
                    </a:lnTo>
                    <a:lnTo>
                      <a:pt x="5322" y="1926"/>
                    </a:lnTo>
                    <a:lnTo>
                      <a:pt x="5074" y="1926"/>
                    </a:lnTo>
                    <a:lnTo>
                      <a:pt x="5074" y="1891"/>
                    </a:lnTo>
                    <a:lnTo>
                      <a:pt x="26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 name="Google Shape;118;p10"/>
            <p:cNvGrpSpPr/>
            <p:nvPr/>
          </p:nvGrpSpPr>
          <p:grpSpPr>
            <a:xfrm>
              <a:off x="7341850" y="3211851"/>
              <a:ext cx="1111698" cy="1556231"/>
              <a:chOff x="3344000" y="1575983"/>
              <a:chExt cx="1009625" cy="1413342"/>
            </a:xfrm>
          </p:grpSpPr>
          <p:sp>
            <p:nvSpPr>
              <p:cNvPr id="119" name="Google Shape;119;p10"/>
              <p:cNvSpPr/>
              <p:nvPr/>
            </p:nvSpPr>
            <p:spPr>
              <a:xfrm>
                <a:off x="3801725" y="1575983"/>
                <a:ext cx="258792" cy="254096"/>
              </a:xfrm>
              <a:custGeom>
                <a:avLst/>
                <a:gdLst/>
                <a:ahLst/>
                <a:cxnLst/>
                <a:rect l="l" t="t" r="r" b="b"/>
                <a:pathLst>
                  <a:path w="12147" h="11928" extrusionOk="0">
                    <a:moveTo>
                      <a:pt x="6074" y="0"/>
                    </a:moveTo>
                    <a:cubicBezTo>
                      <a:pt x="3046" y="0"/>
                      <a:pt x="18" y="1989"/>
                      <a:pt x="1" y="5965"/>
                    </a:cubicBezTo>
                    <a:cubicBezTo>
                      <a:pt x="18" y="9940"/>
                      <a:pt x="3046" y="11927"/>
                      <a:pt x="6074" y="11927"/>
                    </a:cubicBezTo>
                    <a:cubicBezTo>
                      <a:pt x="9102" y="11927"/>
                      <a:pt x="12129" y="9940"/>
                      <a:pt x="12147" y="5965"/>
                    </a:cubicBezTo>
                    <a:cubicBezTo>
                      <a:pt x="12129" y="1989"/>
                      <a:pt x="9102" y="0"/>
                      <a:pt x="6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10"/>
              <p:cNvSpPr/>
              <p:nvPr/>
            </p:nvSpPr>
            <p:spPr>
              <a:xfrm>
                <a:off x="3344000" y="1834375"/>
                <a:ext cx="1009625" cy="1154950"/>
              </a:xfrm>
              <a:custGeom>
                <a:avLst/>
                <a:gdLst/>
                <a:ahLst/>
                <a:cxnLst/>
                <a:rect l="l" t="t" r="r" b="b"/>
                <a:pathLst>
                  <a:path w="40385" h="46198" extrusionOk="0">
                    <a:moveTo>
                      <a:pt x="17988" y="1"/>
                    </a:moveTo>
                    <a:cubicBezTo>
                      <a:pt x="17378" y="1"/>
                      <a:pt x="16908" y="97"/>
                      <a:pt x="16671" y="338"/>
                    </a:cubicBezTo>
                    <a:cubicBezTo>
                      <a:pt x="15979" y="979"/>
                      <a:pt x="7885" y="5764"/>
                      <a:pt x="7868" y="6742"/>
                    </a:cubicBezTo>
                    <a:lnTo>
                      <a:pt x="4649" y="14499"/>
                    </a:lnTo>
                    <a:cubicBezTo>
                      <a:pt x="3959" y="16086"/>
                      <a:pt x="5194" y="17932"/>
                      <a:pt x="6895" y="17932"/>
                    </a:cubicBezTo>
                    <a:cubicBezTo>
                      <a:pt x="6910" y="17932"/>
                      <a:pt x="6926" y="17932"/>
                      <a:pt x="6941" y="17932"/>
                    </a:cubicBezTo>
                    <a:cubicBezTo>
                      <a:pt x="7006" y="17940"/>
                      <a:pt x="7069" y="17944"/>
                      <a:pt x="7132" y="17944"/>
                    </a:cubicBezTo>
                    <a:cubicBezTo>
                      <a:pt x="9749" y="17944"/>
                      <a:pt x="11129" y="10905"/>
                      <a:pt x="12171" y="9342"/>
                    </a:cubicBezTo>
                    <a:lnTo>
                      <a:pt x="15855" y="6849"/>
                    </a:lnTo>
                    <a:lnTo>
                      <a:pt x="15855" y="6849"/>
                    </a:lnTo>
                    <a:cubicBezTo>
                      <a:pt x="15321" y="9466"/>
                      <a:pt x="14271" y="14499"/>
                      <a:pt x="13755" y="16920"/>
                    </a:cubicBezTo>
                    <a:lnTo>
                      <a:pt x="10963" y="28463"/>
                    </a:lnTo>
                    <a:lnTo>
                      <a:pt x="1268" y="41092"/>
                    </a:lnTo>
                    <a:cubicBezTo>
                      <a:pt x="1" y="42624"/>
                      <a:pt x="1223" y="45076"/>
                      <a:pt x="3158" y="45076"/>
                    </a:cubicBezTo>
                    <a:cubicBezTo>
                      <a:pt x="3180" y="45076"/>
                      <a:pt x="3201" y="45075"/>
                      <a:pt x="3223" y="45075"/>
                    </a:cubicBezTo>
                    <a:cubicBezTo>
                      <a:pt x="3970" y="45075"/>
                      <a:pt x="4717" y="44737"/>
                      <a:pt x="5199" y="44114"/>
                    </a:cubicBezTo>
                    <a:lnTo>
                      <a:pt x="15215" y="31059"/>
                    </a:lnTo>
                    <a:cubicBezTo>
                      <a:pt x="15428" y="30794"/>
                      <a:pt x="15569" y="30474"/>
                      <a:pt x="15659" y="30133"/>
                    </a:cubicBezTo>
                    <a:cubicBezTo>
                      <a:pt x="15659" y="30133"/>
                      <a:pt x="16299" y="27520"/>
                      <a:pt x="16974" y="24690"/>
                    </a:cubicBezTo>
                    <a:lnTo>
                      <a:pt x="20513" y="24690"/>
                    </a:lnTo>
                    <a:lnTo>
                      <a:pt x="22169" y="30474"/>
                    </a:lnTo>
                    <a:lnTo>
                      <a:pt x="20193" y="43350"/>
                    </a:lnTo>
                    <a:cubicBezTo>
                      <a:pt x="19946" y="44818"/>
                      <a:pt x="21122" y="46198"/>
                      <a:pt x="22620" y="46198"/>
                    </a:cubicBezTo>
                    <a:cubicBezTo>
                      <a:pt x="22629" y="46198"/>
                      <a:pt x="22638" y="46197"/>
                      <a:pt x="22647" y="46197"/>
                    </a:cubicBezTo>
                    <a:cubicBezTo>
                      <a:pt x="23838" y="46197"/>
                      <a:pt x="24889" y="45326"/>
                      <a:pt x="25085" y="44097"/>
                    </a:cubicBezTo>
                    <a:lnTo>
                      <a:pt x="27147" y="30688"/>
                    </a:lnTo>
                    <a:cubicBezTo>
                      <a:pt x="27467" y="30047"/>
                      <a:pt x="25012" y="22470"/>
                      <a:pt x="24052" y="19161"/>
                    </a:cubicBezTo>
                    <a:lnTo>
                      <a:pt x="25619" y="11600"/>
                    </a:lnTo>
                    <a:lnTo>
                      <a:pt x="26758" y="15139"/>
                    </a:lnTo>
                    <a:cubicBezTo>
                      <a:pt x="27079" y="16151"/>
                      <a:pt x="28039" y="16864"/>
                      <a:pt x="29106" y="16864"/>
                    </a:cubicBezTo>
                    <a:lnTo>
                      <a:pt x="37179" y="16864"/>
                    </a:lnTo>
                    <a:cubicBezTo>
                      <a:pt x="37190" y="16864"/>
                      <a:pt x="37201" y="16864"/>
                      <a:pt x="37212" y="16864"/>
                    </a:cubicBezTo>
                    <a:cubicBezTo>
                      <a:pt x="40385" y="16864"/>
                      <a:pt x="40371" y="11903"/>
                      <a:pt x="37232" y="11903"/>
                    </a:cubicBezTo>
                    <a:cubicBezTo>
                      <a:pt x="37214" y="11903"/>
                      <a:pt x="37197" y="11903"/>
                      <a:pt x="37179" y="11903"/>
                    </a:cubicBezTo>
                    <a:lnTo>
                      <a:pt x="30921" y="11903"/>
                    </a:lnTo>
                    <a:cubicBezTo>
                      <a:pt x="30029" y="10354"/>
                      <a:pt x="28769" y="1658"/>
                      <a:pt x="26293" y="1568"/>
                    </a:cubicBezTo>
                    <a:cubicBezTo>
                      <a:pt x="25155" y="1554"/>
                      <a:pt x="20437" y="1"/>
                      <a:pt x="17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 name="Google Shape;121;p10"/>
          <p:cNvGrpSpPr/>
          <p:nvPr/>
        </p:nvGrpSpPr>
        <p:grpSpPr>
          <a:xfrm>
            <a:off x="6443165" y="1993800"/>
            <a:ext cx="2435346" cy="3957053"/>
            <a:chOff x="6443165" y="1993800"/>
            <a:chExt cx="2435346" cy="3957053"/>
          </a:xfrm>
        </p:grpSpPr>
        <p:pic>
          <p:nvPicPr>
            <p:cNvPr id="122" name="Google Shape;122;p10"/>
            <p:cNvPicPr preferRelativeResize="0"/>
            <p:nvPr/>
          </p:nvPicPr>
          <p:blipFill>
            <a:blip r:embed="rId2">
              <a:alphaModFix/>
            </a:blip>
            <a:stretch>
              <a:fillRect/>
            </a:stretch>
          </p:blipFill>
          <p:spPr>
            <a:xfrm>
              <a:off x="6443165" y="3266150"/>
              <a:ext cx="943850" cy="2684703"/>
            </a:xfrm>
            <a:prstGeom prst="rect">
              <a:avLst/>
            </a:prstGeom>
            <a:noFill/>
            <a:ln>
              <a:noFill/>
            </a:ln>
          </p:spPr>
        </p:pic>
        <p:pic>
          <p:nvPicPr>
            <p:cNvPr id="123" name="Google Shape;123;p10"/>
            <p:cNvPicPr preferRelativeResize="0"/>
            <p:nvPr/>
          </p:nvPicPr>
          <p:blipFill>
            <a:blip r:embed="rId3">
              <a:alphaModFix/>
            </a:blip>
            <a:stretch>
              <a:fillRect/>
            </a:stretch>
          </p:blipFill>
          <p:spPr>
            <a:xfrm>
              <a:off x="7979303" y="1993800"/>
              <a:ext cx="899208" cy="2688425"/>
            </a:xfrm>
            <a:prstGeom prst="rect">
              <a:avLst/>
            </a:prstGeom>
            <a:noFill/>
            <a:ln>
              <a:noFill/>
            </a:ln>
          </p:spPr>
        </p:pic>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24"/>
        <p:cNvGrpSpPr/>
        <p:nvPr/>
      </p:nvGrpSpPr>
      <p:grpSpPr>
        <a:xfrm>
          <a:off x="0" y="0"/>
          <a:ext cx="0" cy="0"/>
          <a:chOff x="0" y="0"/>
          <a:chExt cx="0" cy="0"/>
        </a:xfrm>
      </p:grpSpPr>
      <p:pic>
        <p:nvPicPr>
          <p:cNvPr id="125" name="Google Shape;125;p1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6" name="Google Shape;126;p11"/>
          <p:cNvSpPr txBox="1">
            <a:spLocks noGrp="1"/>
          </p:cNvSpPr>
          <p:nvPr>
            <p:ph type="title" hasCustomPrompt="1"/>
          </p:nvPr>
        </p:nvSpPr>
        <p:spPr>
          <a:xfrm>
            <a:off x="1996650" y="2065900"/>
            <a:ext cx="5150700" cy="11511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Font typeface="Lexend"/>
              <a:buNone/>
              <a:defRPr sz="6000">
                <a:solidFill>
                  <a:schemeClr val="lt1"/>
                </a:solidFill>
                <a:latin typeface="Lexend"/>
                <a:ea typeface="Lexend"/>
                <a:cs typeface="Lexend"/>
                <a:sym typeface="Lexend"/>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27" name="Google Shape;127;p11"/>
          <p:cNvSpPr txBox="1">
            <a:spLocks noGrp="1"/>
          </p:cNvSpPr>
          <p:nvPr>
            <p:ph type="subTitle" idx="1"/>
          </p:nvPr>
        </p:nvSpPr>
        <p:spPr>
          <a:xfrm>
            <a:off x="1996650" y="3130500"/>
            <a:ext cx="5150700" cy="494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4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28" name="Google Shape;128;p11"/>
          <p:cNvSpPr/>
          <p:nvPr/>
        </p:nvSpPr>
        <p:spPr>
          <a:xfrm rot="5400000">
            <a:off x="690700" y="-1414000"/>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11"/>
          <p:cNvSpPr/>
          <p:nvPr/>
        </p:nvSpPr>
        <p:spPr>
          <a:xfrm rot="-5400000">
            <a:off x="7995200" y="3857700"/>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6"/>
        </a:solidFill>
        <a:effectLst/>
      </p:bgPr>
    </p:bg>
    <p:spTree>
      <p:nvGrpSpPr>
        <p:cNvPr id="1" name="Shape 13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131"/>
        <p:cNvGrpSpPr/>
        <p:nvPr/>
      </p:nvGrpSpPr>
      <p:grpSpPr>
        <a:xfrm>
          <a:off x="0" y="0"/>
          <a:ext cx="0" cy="0"/>
          <a:chOff x="0" y="0"/>
          <a:chExt cx="0" cy="0"/>
        </a:xfrm>
      </p:grpSpPr>
      <p:pic>
        <p:nvPicPr>
          <p:cNvPr id="132" name="Google Shape;132;p1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3" name="Google Shape;133;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Lexend"/>
              <a:buNone/>
              <a:defRPr>
                <a:latin typeface="Lexend"/>
                <a:ea typeface="Lexend"/>
                <a:cs typeface="Lexend"/>
                <a:sym typeface="Lexend"/>
              </a:defRPr>
            </a:lvl1pPr>
            <a:lvl2pPr lvl="1" rtl="0">
              <a:spcBef>
                <a:spcPts val="0"/>
              </a:spcBef>
              <a:spcAft>
                <a:spcPts val="0"/>
              </a:spcAft>
              <a:buSzPts val="3000"/>
              <a:buFont typeface="Lexend"/>
              <a:buNone/>
              <a:defRPr>
                <a:latin typeface="Lexend"/>
                <a:ea typeface="Lexend"/>
                <a:cs typeface="Lexend"/>
                <a:sym typeface="Lexend"/>
              </a:defRPr>
            </a:lvl2pPr>
            <a:lvl3pPr lvl="2" rtl="0">
              <a:spcBef>
                <a:spcPts val="0"/>
              </a:spcBef>
              <a:spcAft>
                <a:spcPts val="0"/>
              </a:spcAft>
              <a:buSzPts val="3000"/>
              <a:buFont typeface="Lexend"/>
              <a:buNone/>
              <a:defRPr>
                <a:latin typeface="Lexend"/>
                <a:ea typeface="Lexend"/>
                <a:cs typeface="Lexend"/>
                <a:sym typeface="Lexend"/>
              </a:defRPr>
            </a:lvl3pPr>
            <a:lvl4pPr lvl="3" rtl="0">
              <a:spcBef>
                <a:spcPts val="0"/>
              </a:spcBef>
              <a:spcAft>
                <a:spcPts val="0"/>
              </a:spcAft>
              <a:buSzPts val="3000"/>
              <a:buFont typeface="Lexend"/>
              <a:buNone/>
              <a:defRPr>
                <a:latin typeface="Lexend"/>
                <a:ea typeface="Lexend"/>
                <a:cs typeface="Lexend"/>
                <a:sym typeface="Lexend"/>
              </a:defRPr>
            </a:lvl4pPr>
            <a:lvl5pPr lvl="4" rtl="0">
              <a:spcBef>
                <a:spcPts val="0"/>
              </a:spcBef>
              <a:spcAft>
                <a:spcPts val="0"/>
              </a:spcAft>
              <a:buSzPts val="3000"/>
              <a:buFont typeface="Lexend"/>
              <a:buNone/>
              <a:defRPr>
                <a:latin typeface="Lexend"/>
                <a:ea typeface="Lexend"/>
                <a:cs typeface="Lexend"/>
                <a:sym typeface="Lexend"/>
              </a:defRPr>
            </a:lvl5pPr>
            <a:lvl6pPr lvl="5" rtl="0">
              <a:spcBef>
                <a:spcPts val="0"/>
              </a:spcBef>
              <a:spcAft>
                <a:spcPts val="0"/>
              </a:spcAft>
              <a:buSzPts val="3000"/>
              <a:buFont typeface="Lexend"/>
              <a:buNone/>
              <a:defRPr>
                <a:latin typeface="Lexend"/>
                <a:ea typeface="Lexend"/>
                <a:cs typeface="Lexend"/>
                <a:sym typeface="Lexend"/>
              </a:defRPr>
            </a:lvl6pPr>
            <a:lvl7pPr lvl="6" rtl="0">
              <a:spcBef>
                <a:spcPts val="0"/>
              </a:spcBef>
              <a:spcAft>
                <a:spcPts val="0"/>
              </a:spcAft>
              <a:buSzPts val="3000"/>
              <a:buFont typeface="Lexend"/>
              <a:buNone/>
              <a:defRPr>
                <a:latin typeface="Lexend"/>
                <a:ea typeface="Lexend"/>
                <a:cs typeface="Lexend"/>
                <a:sym typeface="Lexend"/>
              </a:defRPr>
            </a:lvl7pPr>
            <a:lvl8pPr lvl="7" rtl="0">
              <a:spcBef>
                <a:spcPts val="0"/>
              </a:spcBef>
              <a:spcAft>
                <a:spcPts val="0"/>
              </a:spcAft>
              <a:buSzPts val="3000"/>
              <a:buFont typeface="Lexend"/>
              <a:buNone/>
              <a:defRPr>
                <a:latin typeface="Lexend"/>
                <a:ea typeface="Lexend"/>
                <a:cs typeface="Lexend"/>
                <a:sym typeface="Lexend"/>
              </a:defRPr>
            </a:lvl8pPr>
            <a:lvl9pPr lvl="8" rtl="0">
              <a:spcBef>
                <a:spcPts val="0"/>
              </a:spcBef>
              <a:spcAft>
                <a:spcPts val="0"/>
              </a:spcAft>
              <a:buSzPts val="3000"/>
              <a:buFont typeface="Lexend"/>
              <a:buNone/>
              <a:defRPr>
                <a:latin typeface="Lexend"/>
                <a:ea typeface="Lexend"/>
                <a:cs typeface="Lexend"/>
                <a:sym typeface="Lexend"/>
              </a:defRPr>
            </a:lvl9pPr>
          </a:lstStyle>
          <a:p>
            <a:endParaRPr/>
          </a:p>
        </p:txBody>
      </p:sp>
      <p:sp>
        <p:nvSpPr>
          <p:cNvPr id="134" name="Google Shape;134;p13"/>
          <p:cNvSpPr txBox="1">
            <a:spLocks noGrp="1"/>
          </p:cNvSpPr>
          <p:nvPr>
            <p:ph type="title" idx="2" hasCustomPrompt="1"/>
          </p:nvPr>
        </p:nvSpPr>
        <p:spPr>
          <a:xfrm>
            <a:off x="720000" y="1522633"/>
            <a:ext cx="734700" cy="447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Font typeface="Lexend"/>
              <a:buNone/>
              <a:defRPr sz="2400">
                <a:solidFill>
                  <a:schemeClr val="lt1"/>
                </a:solidFill>
                <a:latin typeface="Lexend"/>
                <a:ea typeface="Lexend"/>
                <a:cs typeface="Lexend"/>
                <a:sym typeface="Lexend"/>
              </a:defRPr>
            </a:lvl1pPr>
            <a:lvl2pPr lvl="1" rtl="0">
              <a:spcBef>
                <a:spcPts val="0"/>
              </a:spcBef>
              <a:spcAft>
                <a:spcPts val="0"/>
              </a:spcAft>
              <a:buSzPts val="3000"/>
              <a:buFont typeface="Lexend"/>
              <a:buNone/>
              <a:defRPr sz="3000">
                <a:latin typeface="Lexend"/>
                <a:ea typeface="Lexend"/>
                <a:cs typeface="Lexend"/>
                <a:sym typeface="Lexend"/>
              </a:defRPr>
            </a:lvl2pPr>
            <a:lvl3pPr lvl="2" rtl="0">
              <a:spcBef>
                <a:spcPts val="0"/>
              </a:spcBef>
              <a:spcAft>
                <a:spcPts val="0"/>
              </a:spcAft>
              <a:buSzPts val="3000"/>
              <a:buFont typeface="Lexend"/>
              <a:buNone/>
              <a:defRPr sz="3000">
                <a:latin typeface="Lexend"/>
                <a:ea typeface="Lexend"/>
                <a:cs typeface="Lexend"/>
                <a:sym typeface="Lexend"/>
              </a:defRPr>
            </a:lvl3pPr>
            <a:lvl4pPr lvl="3" rtl="0">
              <a:spcBef>
                <a:spcPts val="0"/>
              </a:spcBef>
              <a:spcAft>
                <a:spcPts val="0"/>
              </a:spcAft>
              <a:buSzPts val="3000"/>
              <a:buFont typeface="Lexend"/>
              <a:buNone/>
              <a:defRPr sz="3000">
                <a:latin typeface="Lexend"/>
                <a:ea typeface="Lexend"/>
                <a:cs typeface="Lexend"/>
                <a:sym typeface="Lexend"/>
              </a:defRPr>
            </a:lvl4pPr>
            <a:lvl5pPr lvl="4" rtl="0">
              <a:spcBef>
                <a:spcPts val="0"/>
              </a:spcBef>
              <a:spcAft>
                <a:spcPts val="0"/>
              </a:spcAft>
              <a:buSzPts val="3000"/>
              <a:buFont typeface="Lexend"/>
              <a:buNone/>
              <a:defRPr sz="3000">
                <a:latin typeface="Lexend"/>
                <a:ea typeface="Lexend"/>
                <a:cs typeface="Lexend"/>
                <a:sym typeface="Lexend"/>
              </a:defRPr>
            </a:lvl5pPr>
            <a:lvl6pPr lvl="5" rtl="0">
              <a:spcBef>
                <a:spcPts val="0"/>
              </a:spcBef>
              <a:spcAft>
                <a:spcPts val="0"/>
              </a:spcAft>
              <a:buSzPts val="3000"/>
              <a:buFont typeface="Lexend"/>
              <a:buNone/>
              <a:defRPr sz="3000">
                <a:latin typeface="Lexend"/>
                <a:ea typeface="Lexend"/>
                <a:cs typeface="Lexend"/>
                <a:sym typeface="Lexend"/>
              </a:defRPr>
            </a:lvl6pPr>
            <a:lvl7pPr lvl="6" rtl="0">
              <a:spcBef>
                <a:spcPts val="0"/>
              </a:spcBef>
              <a:spcAft>
                <a:spcPts val="0"/>
              </a:spcAft>
              <a:buSzPts val="3000"/>
              <a:buFont typeface="Lexend"/>
              <a:buNone/>
              <a:defRPr sz="3000">
                <a:latin typeface="Lexend"/>
                <a:ea typeface="Lexend"/>
                <a:cs typeface="Lexend"/>
                <a:sym typeface="Lexend"/>
              </a:defRPr>
            </a:lvl7pPr>
            <a:lvl8pPr lvl="7" rtl="0">
              <a:spcBef>
                <a:spcPts val="0"/>
              </a:spcBef>
              <a:spcAft>
                <a:spcPts val="0"/>
              </a:spcAft>
              <a:buSzPts val="3000"/>
              <a:buFont typeface="Lexend"/>
              <a:buNone/>
              <a:defRPr sz="3000">
                <a:latin typeface="Lexend"/>
                <a:ea typeface="Lexend"/>
                <a:cs typeface="Lexend"/>
                <a:sym typeface="Lexend"/>
              </a:defRPr>
            </a:lvl8pPr>
            <a:lvl9pPr lvl="8" rtl="0">
              <a:spcBef>
                <a:spcPts val="0"/>
              </a:spcBef>
              <a:spcAft>
                <a:spcPts val="0"/>
              </a:spcAft>
              <a:buSzPts val="3000"/>
              <a:buFont typeface="Lexend"/>
              <a:buNone/>
              <a:defRPr sz="3000">
                <a:latin typeface="Lexend"/>
                <a:ea typeface="Lexend"/>
                <a:cs typeface="Lexend"/>
                <a:sym typeface="Lexend"/>
              </a:defRPr>
            </a:lvl9pPr>
          </a:lstStyle>
          <a:p>
            <a:r>
              <a:t>xx%</a:t>
            </a:r>
          </a:p>
        </p:txBody>
      </p:sp>
      <p:sp>
        <p:nvSpPr>
          <p:cNvPr id="135" name="Google Shape;135;p13"/>
          <p:cNvSpPr txBox="1">
            <a:spLocks noGrp="1"/>
          </p:cNvSpPr>
          <p:nvPr>
            <p:ph type="title" idx="3" hasCustomPrompt="1"/>
          </p:nvPr>
        </p:nvSpPr>
        <p:spPr>
          <a:xfrm>
            <a:off x="720000" y="2956041"/>
            <a:ext cx="734700" cy="447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Font typeface="Lexend"/>
              <a:buNone/>
              <a:defRPr sz="2400">
                <a:solidFill>
                  <a:schemeClr val="lt1"/>
                </a:solidFill>
                <a:latin typeface="Lexend"/>
                <a:ea typeface="Lexend"/>
                <a:cs typeface="Lexend"/>
                <a:sym typeface="Lexend"/>
              </a:defRPr>
            </a:lvl1pPr>
            <a:lvl2pPr lvl="1" rtl="0">
              <a:spcBef>
                <a:spcPts val="0"/>
              </a:spcBef>
              <a:spcAft>
                <a:spcPts val="0"/>
              </a:spcAft>
              <a:buSzPts val="3000"/>
              <a:buFont typeface="Lexend"/>
              <a:buNone/>
              <a:defRPr sz="3000">
                <a:latin typeface="Lexend"/>
                <a:ea typeface="Lexend"/>
                <a:cs typeface="Lexend"/>
                <a:sym typeface="Lexend"/>
              </a:defRPr>
            </a:lvl2pPr>
            <a:lvl3pPr lvl="2" rtl="0">
              <a:spcBef>
                <a:spcPts val="0"/>
              </a:spcBef>
              <a:spcAft>
                <a:spcPts val="0"/>
              </a:spcAft>
              <a:buSzPts val="3000"/>
              <a:buFont typeface="Lexend"/>
              <a:buNone/>
              <a:defRPr sz="3000">
                <a:latin typeface="Lexend"/>
                <a:ea typeface="Lexend"/>
                <a:cs typeface="Lexend"/>
                <a:sym typeface="Lexend"/>
              </a:defRPr>
            </a:lvl3pPr>
            <a:lvl4pPr lvl="3" rtl="0">
              <a:spcBef>
                <a:spcPts val="0"/>
              </a:spcBef>
              <a:spcAft>
                <a:spcPts val="0"/>
              </a:spcAft>
              <a:buSzPts val="3000"/>
              <a:buFont typeface="Lexend"/>
              <a:buNone/>
              <a:defRPr sz="3000">
                <a:latin typeface="Lexend"/>
                <a:ea typeface="Lexend"/>
                <a:cs typeface="Lexend"/>
                <a:sym typeface="Lexend"/>
              </a:defRPr>
            </a:lvl4pPr>
            <a:lvl5pPr lvl="4" rtl="0">
              <a:spcBef>
                <a:spcPts val="0"/>
              </a:spcBef>
              <a:spcAft>
                <a:spcPts val="0"/>
              </a:spcAft>
              <a:buSzPts val="3000"/>
              <a:buFont typeface="Lexend"/>
              <a:buNone/>
              <a:defRPr sz="3000">
                <a:latin typeface="Lexend"/>
                <a:ea typeface="Lexend"/>
                <a:cs typeface="Lexend"/>
                <a:sym typeface="Lexend"/>
              </a:defRPr>
            </a:lvl5pPr>
            <a:lvl6pPr lvl="5" rtl="0">
              <a:spcBef>
                <a:spcPts val="0"/>
              </a:spcBef>
              <a:spcAft>
                <a:spcPts val="0"/>
              </a:spcAft>
              <a:buSzPts val="3000"/>
              <a:buFont typeface="Lexend"/>
              <a:buNone/>
              <a:defRPr sz="3000">
                <a:latin typeface="Lexend"/>
                <a:ea typeface="Lexend"/>
                <a:cs typeface="Lexend"/>
                <a:sym typeface="Lexend"/>
              </a:defRPr>
            </a:lvl6pPr>
            <a:lvl7pPr lvl="6" rtl="0">
              <a:spcBef>
                <a:spcPts val="0"/>
              </a:spcBef>
              <a:spcAft>
                <a:spcPts val="0"/>
              </a:spcAft>
              <a:buSzPts val="3000"/>
              <a:buFont typeface="Lexend"/>
              <a:buNone/>
              <a:defRPr sz="3000">
                <a:latin typeface="Lexend"/>
                <a:ea typeface="Lexend"/>
                <a:cs typeface="Lexend"/>
                <a:sym typeface="Lexend"/>
              </a:defRPr>
            </a:lvl7pPr>
            <a:lvl8pPr lvl="7" rtl="0">
              <a:spcBef>
                <a:spcPts val="0"/>
              </a:spcBef>
              <a:spcAft>
                <a:spcPts val="0"/>
              </a:spcAft>
              <a:buSzPts val="3000"/>
              <a:buFont typeface="Lexend"/>
              <a:buNone/>
              <a:defRPr sz="3000">
                <a:latin typeface="Lexend"/>
                <a:ea typeface="Lexend"/>
                <a:cs typeface="Lexend"/>
                <a:sym typeface="Lexend"/>
              </a:defRPr>
            </a:lvl8pPr>
            <a:lvl9pPr lvl="8" rtl="0">
              <a:spcBef>
                <a:spcPts val="0"/>
              </a:spcBef>
              <a:spcAft>
                <a:spcPts val="0"/>
              </a:spcAft>
              <a:buSzPts val="3000"/>
              <a:buFont typeface="Lexend"/>
              <a:buNone/>
              <a:defRPr sz="3000">
                <a:latin typeface="Lexend"/>
                <a:ea typeface="Lexend"/>
                <a:cs typeface="Lexend"/>
                <a:sym typeface="Lexend"/>
              </a:defRPr>
            </a:lvl9pPr>
          </a:lstStyle>
          <a:p>
            <a:r>
              <a:t>xx%</a:t>
            </a:r>
          </a:p>
        </p:txBody>
      </p:sp>
      <p:sp>
        <p:nvSpPr>
          <p:cNvPr id="136" name="Google Shape;136;p13"/>
          <p:cNvSpPr txBox="1">
            <a:spLocks noGrp="1"/>
          </p:cNvSpPr>
          <p:nvPr>
            <p:ph type="title" idx="4" hasCustomPrompt="1"/>
          </p:nvPr>
        </p:nvSpPr>
        <p:spPr>
          <a:xfrm>
            <a:off x="2885875" y="1522633"/>
            <a:ext cx="734700" cy="447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Font typeface="Lexend"/>
              <a:buNone/>
              <a:defRPr sz="2400">
                <a:solidFill>
                  <a:schemeClr val="lt1"/>
                </a:solidFill>
                <a:latin typeface="Lexend"/>
                <a:ea typeface="Lexend"/>
                <a:cs typeface="Lexend"/>
                <a:sym typeface="Lexend"/>
              </a:defRPr>
            </a:lvl1pPr>
            <a:lvl2pPr lvl="1" rtl="0">
              <a:spcBef>
                <a:spcPts val="0"/>
              </a:spcBef>
              <a:spcAft>
                <a:spcPts val="0"/>
              </a:spcAft>
              <a:buSzPts val="3000"/>
              <a:buFont typeface="Lexend"/>
              <a:buNone/>
              <a:defRPr sz="3000">
                <a:latin typeface="Lexend"/>
                <a:ea typeface="Lexend"/>
                <a:cs typeface="Lexend"/>
                <a:sym typeface="Lexend"/>
              </a:defRPr>
            </a:lvl2pPr>
            <a:lvl3pPr lvl="2" rtl="0">
              <a:spcBef>
                <a:spcPts val="0"/>
              </a:spcBef>
              <a:spcAft>
                <a:spcPts val="0"/>
              </a:spcAft>
              <a:buSzPts val="3000"/>
              <a:buFont typeface="Lexend"/>
              <a:buNone/>
              <a:defRPr sz="3000">
                <a:latin typeface="Lexend"/>
                <a:ea typeface="Lexend"/>
                <a:cs typeface="Lexend"/>
                <a:sym typeface="Lexend"/>
              </a:defRPr>
            </a:lvl3pPr>
            <a:lvl4pPr lvl="3" rtl="0">
              <a:spcBef>
                <a:spcPts val="0"/>
              </a:spcBef>
              <a:spcAft>
                <a:spcPts val="0"/>
              </a:spcAft>
              <a:buSzPts val="3000"/>
              <a:buFont typeface="Lexend"/>
              <a:buNone/>
              <a:defRPr sz="3000">
                <a:latin typeface="Lexend"/>
                <a:ea typeface="Lexend"/>
                <a:cs typeface="Lexend"/>
                <a:sym typeface="Lexend"/>
              </a:defRPr>
            </a:lvl4pPr>
            <a:lvl5pPr lvl="4" rtl="0">
              <a:spcBef>
                <a:spcPts val="0"/>
              </a:spcBef>
              <a:spcAft>
                <a:spcPts val="0"/>
              </a:spcAft>
              <a:buSzPts val="3000"/>
              <a:buFont typeface="Lexend"/>
              <a:buNone/>
              <a:defRPr sz="3000">
                <a:latin typeface="Lexend"/>
                <a:ea typeface="Lexend"/>
                <a:cs typeface="Lexend"/>
                <a:sym typeface="Lexend"/>
              </a:defRPr>
            </a:lvl5pPr>
            <a:lvl6pPr lvl="5" rtl="0">
              <a:spcBef>
                <a:spcPts val="0"/>
              </a:spcBef>
              <a:spcAft>
                <a:spcPts val="0"/>
              </a:spcAft>
              <a:buSzPts val="3000"/>
              <a:buFont typeface="Lexend"/>
              <a:buNone/>
              <a:defRPr sz="3000">
                <a:latin typeface="Lexend"/>
                <a:ea typeface="Lexend"/>
                <a:cs typeface="Lexend"/>
                <a:sym typeface="Lexend"/>
              </a:defRPr>
            </a:lvl6pPr>
            <a:lvl7pPr lvl="6" rtl="0">
              <a:spcBef>
                <a:spcPts val="0"/>
              </a:spcBef>
              <a:spcAft>
                <a:spcPts val="0"/>
              </a:spcAft>
              <a:buSzPts val="3000"/>
              <a:buFont typeface="Lexend"/>
              <a:buNone/>
              <a:defRPr sz="3000">
                <a:latin typeface="Lexend"/>
                <a:ea typeface="Lexend"/>
                <a:cs typeface="Lexend"/>
                <a:sym typeface="Lexend"/>
              </a:defRPr>
            </a:lvl7pPr>
            <a:lvl8pPr lvl="7" rtl="0">
              <a:spcBef>
                <a:spcPts val="0"/>
              </a:spcBef>
              <a:spcAft>
                <a:spcPts val="0"/>
              </a:spcAft>
              <a:buSzPts val="3000"/>
              <a:buFont typeface="Lexend"/>
              <a:buNone/>
              <a:defRPr sz="3000">
                <a:latin typeface="Lexend"/>
                <a:ea typeface="Lexend"/>
                <a:cs typeface="Lexend"/>
                <a:sym typeface="Lexend"/>
              </a:defRPr>
            </a:lvl8pPr>
            <a:lvl9pPr lvl="8" rtl="0">
              <a:spcBef>
                <a:spcPts val="0"/>
              </a:spcBef>
              <a:spcAft>
                <a:spcPts val="0"/>
              </a:spcAft>
              <a:buSzPts val="3000"/>
              <a:buFont typeface="Lexend"/>
              <a:buNone/>
              <a:defRPr sz="3000">
                <a:latin typeface="Lexend"/>
                <a:ea typeface="Lexend"/>
                <a:cs typeface="Lexend"/>
                <a:sym typeface="Lexend"/>
              </a:defRPr>
            </a:lvl9pPr>
          </a:lstStyle>
          <a:p>
            <a:r>
              <a:t>xx%</a:t>
            </a:r>
          </a:p>
        </p:txBody>
      </p:sp>
      <p:sp>
        <p:nvSpPr>
          <p:cNvPr id="137" name="Google Shape;137;p13"/>
          <p:cNvSpPr txBox="1">
            <a:spLocks noGrp="1"/>
          </p:cNvSpPr>
          <p:nvPr>
            <p:ph type="title" idx="5" hasCustomPrompt="1"/>
          </p:nvPr>
        </p:nvSpPr>
        <p:spPr>
          <a:xfrm>
            <a:off x="2885875" y="2956041"/>
            <a:ext cx="734700" cy="447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Font typeface="Lexend"/>
              <a:buNone/>
              <a:defRPr sz="2400">
                <a:solidFill>
                  <a:schemeClr val="lt1"/>
                </a:solidFill>
                <a:latin typeface="Lexend"/>
                <a:ea typeface="Lexend"/>
                <a:cs typeface="Lexend"/>
                <a:sym typeface="Lexend"/>
              </a:defRPr>
            </a:lvl1pPr>
            <a:lvl2pPr lvl="1" rtl="0">
              <a:spcBef>
                <a:spcPts val="0"/>
              </a:spcBef>
              <a:spcAft>
                <a:spcPts val="0"/>
              </a:spcAft>
              <a:buSzPts val="3000"/>
              <a:buFont typeface="Lexend"/>
              <a:buNone/>
              <a:defRPr sz="3000">
                <a:latin typeface="Lexend"/>
                <a:ea typeface="Lexend"/>
                <a:cs typeface="Lexend"/>
                <a:sym typeface="Lexend"/>
              </a:defRPr>
            </a:lvl2pPr>
            <a:lvl3pPr lvl="2" rtl="0">
              <a:spcBef>
                <a:spcPts val="0"/>
              </a:spcBef>
              <a:spcAft>
                <a:spcPts val="0"/>
              </a:spcAft>
              <a:buSzPts val="3000"/>
              <a:buFont typeface="Lexend"/>
              <a:buNone/>
              <a:defRPr sz="3000">
                <a:latin typeface="Lexend"/>
                <a:ea typeface="Lexend"/>
                <a:cs typeface="Lexend"/>
                <a:sym typeface="Lexend"/>
              </a:defRPr>
            </a:lvl3pPr>
            <a:lvl4pPr lvl="3" rtl="0">
              <a:spcBef>
                <a:spcPts val="0"/>
              </a:spcBef>
              <a:spcAft>
                <a:spcPts val="0"/>
              </a:spcAft>
              <a:buSzPts val="3000"/>
              <a:buFont typeface="Lexend"/>
              <a:buNone/>
              <a:defRPr sz="3000">
                <a:latin typeface="Lexend"/>
                <a:ea typeface="Lexend"/>
                <a:cs typeface="Lexend"/>
                <a:sym typeface="Lexend"/>
              </a:defRPr>
            </a:lvl4pPr>
            <a:lvl5pPr lvl="4" rtl="0">
              <a:spcBef>
                <a:spcPts val="0"/>
              </a:spcBef>
              <a:spcAft>
                <a:spcPts val="0"/>
              </a:spcAft>
              <a:buSzPts val="3000"/>
              <a:buFont typeface="Lexend"/>
              <a:buNone/>
              <a:defRPr sz="3000">
                <a:latin typeface="Lexend"/>
                <a:ea typeface="Lexend"/>
                <a:cs typeface="Lexend"/>
                <a:sym typeface="Lexend"/>
              </a:defRPr>
            </a:lvl5pPr>
            <a:lvl6pPr lvl="5" rtl="0">
              <a:spcBef>
                <a:spcPts val="0"/>
              </a:spcBef>
              <a:spcAft>
                <a:spcPts val="0"/>
              </a:spcAft>
              <a:buSzPts val="3000"/>
              <a:buFont typeface="Lexend"/>
              <a:buNone/>
              <a:defRPr sz="3000">
                <a:latin typeface="Lexend"/>
                <a:ea typeface="Lexend"/>
                <a:cs typeface="Lexend"/>
                <a:sym typeface="Lexend"/>
              </a:defRPr>
            </a:lvl6pPr>
            <a:lvl7pPr lvl="6" rtl="0">
              <a:spcBef>
                <a:spcPts val="0"/>
              </a:spcBef>
              <a:spcAft>
                <a:spcPts val="0"/>
              </a:spcAft>
              <a:buSzPts val="3000"/>
              <a:buFont typeface="Lexend"/>
              <a:buNone/>
              <a:defRPr sz="3000">
                <a:latin typeface="Lexend"/>
                <a:ea typeface="Lexend"/>
                <a:cs typeface="Lexend"/>
                <a:sym typeface="Lexend"/>
              </a:defRPr>
            </a:lvl7pPr>
            <a:lvl8pPr lvl="7" rtl="0">
              <a:spcBef>
                <a:spcPts val="0"/>
              </a:spcBef>
              <a:spcAft>
                <a:spcPts val="0"/>
              </a:spcAft>
              <a:buSzPts val="3000"/>
              <a:buFont typeface="Lexend"/>
              <a:buNone/>
              <a:defRPr sz="3000">
                <a:latin typeface="Lexend"/>
                <a:ea typeface="Lexend"/>
                <a:cs typeface="Lexend"/>
                <a:sym typeface="Lexend"/>
              </a:defRPr>
            </a:lvl8pPr>
            <a:lvl9pPr lvl="8" rtl="0">
              <a:spcBef>
                <a:spcPts val="0"/>
              </a:spcBef>
              <a:spcAft>
                <a:spcPts val="0"/>
              </a:spcAft>
              <a:buSzPts val="3000"/>
              <a:buFont typeface="Lexend"/>
              <a:buNone/>
              <a:defRPr sz="3000">
                <a:latin typeface="Lexend"/>
                <a:ea typeface="Lexend"/>
                <a:cs typeface="Lexend"/>
                <a:sym typeface="Lexend"/>
              </a:defRPr>
            </a:lvl9pPr>
          </a:lstStyle>
          <a:p>
            <a:r>
              <a:t>xx%</a:t>
            </a:r>
          </a:p>
        </p:txBody>
      </p:sp>
      <p:sp>
        <p:nvSpPr>
          <p:cNvPr id="138" name="Google Shape;138;p13"/>
          <p:cNvSpPr txBox="1">
            <a:spLocks noGrp="1"/>
          </p:cNvSpPr>
          <p:nvPr>
            <p:ph type="title" idx="6" hasCustomPrompt="1"/>
          </p:nvPr>
        </p:nvSpPr>
        <p:spPr>
          <a:xfrm>
            <a:off x="5051750" y="1522633"/>
            <a:ext cx="734700" cy="447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Font typeface="Lexend"/>
              <a:buNone/>
              <a:defRPr sz="2400">
                <a:solidFill>
                  <a:schemeClr val="lt1"/>
                </a:solidFill>
                <a:latin typeface="Lexend"/>
                <a:ea typeface="Lexend"/>
                <a:cs typeface="Lexend"/>
                <a:sym typeface="Lexend"/>
              </a:defRPr>
            </a:lvl1pPr>
            <a:lvl2pPr lvl="1" rtl="0">
              <a:spcBef>
                <a:spcPts val="0"/>
              </a:spcBef>
              <a:spcAft>
                <a:spcPts val="0"/>
              </a:spcAft>
              <a:buSzPts val="3000"/>
              <a:buFont typeface="Lexend"/>
              <a:buNone/>
              <a:defRPr sz="3000">
                <a:latin typeface="Lexend"/>
                <a:ea typeface="Lexend"/>
                <a:cs typeface="Lexend"/>
                <a:sym typeface="Lexend"/>
              </a:defRPr>
            </a:lvl2pPr>
            <a:lvl3pPr lvl="2" rtl="0">
              <a:spcBef>
                <a:spcPts val="0"/>
              </a:spcBef>
              <a:spcAft>
                <a:spcPts val="0"/>
              </a:spcAft>
              <a:buSzPts val="3000"/>
              <a:buFont typeface="Lexend"/>
              <a:buNone/>
              <a:defRPr sz="3000">
                <a:latin typeface="Lexend"/>
                <a:ea typeface="Lexend"/>
                <a:cs typeface="Lexend"/>
                <a:sym typeface="Lexend"/>
              </a:defRPr>
            </a:lvl3pPr>
            <a:lvl4pPr lvl="3" rtl="0">
              <a:spcBef>
                <a:spcPts val="0"/>
              </a:spcBef>
              <a:spcAft>
                <a:spcPts val="0"/>
              </a:spcAft>
              <a:buSzPts val="3000"/>
              <a:buFont typeface="Lexend"/>
              <a:buNone/>
              <a:defRPr sz="3000">
                <a:latin typeface="Lexend"/>
                <a:ea typeface="Lexend"/>
                <a:cs typeface="Lexend"/>
                <a:sym typeface="Lexend"/>
              </a:defRPr>
            </a:lvl4pPr>
            <a:lvl5pPr lvl="4" rtl="0">
              <a:spcBef>
                <a:spcPts val="0"/>
              </a:spcBef>
              <a:spcAft>
                <a:spcPts val="0"/>
              </a:spcAft>
              <a:buSzPts val="3000"/>
              <a:buFont typeface="Lexend"/>
              <a:buNone/>
              <a:defRPr sz="3000">
                <a:latin typeface="Lexend"/>
                <a:ea typeface="Lexend"/>
                <a:cs typeface="Lexend"/>
                <a:sym typeface="Lexend"/>
              </a:defRPr>
            </a:lvl5pPr>
            <a:lvl6pPr lvl="5" rtl="0">
              <a:spcBef>
                <a:spcPts val="0"/>
              </a:spcBef>
              <a:spcAft>
                <a:spcPts val="0"/>
              </a:spcAft>
              <a:buSzPts val="3000"/>
              <a:buFont typeface="Lexend"/>
              <a:buNone/>
              <a:defRPr sz="3000">
                <a:latin typeface="Lexend"/>
                <a:ea typeface="Lexend"/>
                <a:cs typeface="Lexend"/>
                <a:sym typeface="Lexend"/>
              </a:defRPr>
            </a:lvl6pPr>
            <a:lvl7pPr lvl="6" rtl="0">
              <a:spcBef>
                <a:spcPts val="0"/>
              </a:spcBef>
              <a:spcAft>
                <a:spcPts val="0"/>
              </a:spcAft>
              <a:buSzPts val="3000"/>
              <a:buFont typeface="Lexend"/>
              <a:buNone/>
              <a:defRPr sz="3000">
                <a:latin typeface="Lexend"/>
                <a:ea typeface="Lexend"/>
                <a:cs typeface="Lexend"/>
                <a:sym typeface="Lexend"/>
              </a:defRPr>
            </a:lvl7pPr>
            <a:lvl8pPr lvl="7" rtl="0">
              <a:spcBef>
                <a:spcPts val="0"/>
              </a:spcBef>
              <a:spcAft>
                <a:spcPts val="0"/>
              </a:spcAft>
              <a:buSzPts val="3000"/>
              <a:buFont typeface="Lexend"/>
              <a:buNone/>
              <a:defRPr sz="3000">
                <a:latin typeface="Lexend"/>
                <a:ea typeface="Lexend"/>
                <a:cs typeface="Lexend"/>
                <a:sym typeface="Lexend"/>
              </a:defRPr>
            </a:lvl8pPr>
            <a:lvl9pPr lvl="8" rtl="0">
              <a:spcBef>
                <a:spcPts val="0"/>
              </a:spcBef>
              <a:spcAft>
                <a:spcPts val="0"/>
              </a:spcAft>
              <a:buSzPts val="3000"/>
              <a:buFont typeface="Lexend"/>
              <a:buNone/>
              <a:defRPr sz="3000">
                <a:latin typeface="Lexend"/>
                <a:ea typeface="Lexend"/>
                <a:cs typeface="Lexend"/>
                <a:sym typeface="Lexend"/>
              </a:defRPr>
            </a:lvl9pPr>
          </a:lstStyle>
          <a:p>
            <a:r>
              <a:t>xx%</a:t>
            </a:r>
          </a:p>
        </p:txBody>
      </p:sp>
      <p:sp>
        <p:nvSpPr>
          <p:cNvPr id="139" name="Google Shape;139;p13"/>
          <p:cNvSpPr txBox="1">
            <a:spLocks noGrp="1"/>
          </p:cNvSpPr>
          <p:nvPr>
            <p:ph type="title" idx="7" hasCustomPrompt="1"/>
          </p:nvPr>
        </p:nvSpPr>
        <p:spPr>
          <a:xfrm>
            <a:off x="5051750" y="2956041"/>
            <a:ext cx="734700" cy="447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Font typeface="Lexend"/>
              <a:buNone/>
              <a:defRPr sz="2400">
                <a:solidFill>
                  <a:schemeClr val="lt1"/>
                </a:solidFill>
                <a:latin typeface="Lexend"/>
                <a:ea typeface="Lexend"/>
                <a:cs typeface="Lexend"/>
                <a:sym typeface="Lexend"/>
              </a:defRPr>
            </a:lvl1pPr>
            <a:lvl2pPr lvl="1" rtl="0">
              <a:spcBef>
                <a:spcPts val="0"/>
              </a:spcBef>
              <a:spcAft>
                <a:spcPts val="0"/>
              </a:spcAft>
              <a:buSzPts val="3000"/>
              <a:buFont typeface="Lexend"/>
              <a:buNone/>
              <a:defRPr sz="3000">
                <a:latin typeface="Lexend"/>
                <a:ea typeface="Lexend"/>
                <a:cs typeface="Lexend"/>
                <a:sym typeface="Lexend"/>
              </a:defRPr>
            </a:lvl2pPr>
            <a:lvl3pPr lvl="2" rtl="0">
              <a:spcBef>
                <a:spcPts val="0"/>
              </a:spcBef>
              <a:spcAft>
                <a:spcPts val="0"/>
              </a:spcAft>
              <a:buSzPts val="3000"/>
              <a:buFont typeface="Lexend"/>
              <a:buNone/>
              <a:defRPr sz="3000">
                <a:latin typeface="Lexend"/>
                <a:ea typeface="Lexend"/>
                <a:cs typeface="Lexend"/>
                <a:sym typeface="Lexend"/>
              </a:defRPr>
            </a:lvl3pPr>
            <a:lvl4pPr lvl="3" rtl="0">
              <a:spcBef>
                <a:spcPts val="0"/>
              </a:spcBef>
              <a:spcAft>
                <a:spcPts val="0"/>
              </a:spcAft>
              <a:buSzPts val="3000"/>
              <a:buFont typeface="Lexend"/>
              <a:buNone/>
              <a:defRPr sz="3000">
                <a:latin typeface="Lexend"/>
                <a:ea typeface="Lexend"/>
                <a:cs typeface="Lexend"/>
                <a:sym typeface="Lexend"/>
              </a:defRPr>
            </a:lvl4pPr>
            <a:lvl5pPr lvl="4" rtl="0">
              <a:spcBef>
                <a:spcPts val="0"/>
              </a:spcBef>
              <a:spcAft>
                <a:spcPts val="0"/>
              </a:spcAft>
              <a:buSzPts val="3000"/>
              <a:buFont typeface="Lexend"/>
              <a:buNone/>
              <a:defRPr sz="3000">
                <a:latin typeface="Lexend"/>
                <a:ea typeface="Lexend"/>
                <a:cs typeface="Lexend"/>
                <a:sym typeface="Lexend"/>
              </a:defRPr>
            </a:lvl5pPr>
            <a:lvl6pPr lvl="5" rtl="0">
              <a:spcBef>
                <a:spcPts val="0"/>
              </a:spcBef>
              <a:spcAft>
                <a:spcPts val="0"/>
              </a:spcAft>
              <a:buSzPts val="3000"/>
              <a:buFont typeface="Lexend"/>
              <a:buNone/>
              <a:defRPr sz="3000">
                <a:latin typeface="Lexend"/>
                <a:ea typeface="Lexend"/>
                <a:cs typeface="Lexend"/>
                <a:sym typeface="Lexend"/>
              </a:defRPr>
            </a:lvl6pPr>
            <a:lvl7pPr lvl="6" rtl="0">
              <a:spcBef>
                <a:spcPts val="0"/>
              </a:spcBef>
              <a:spcAft>
                <a:spcPts val="0"/>
              </a:spcAft>
              <a:buSzPts val="3000"/>
              <a:buFont typeface="Lexend"/>
              <a:buNone/>
              <a:defRPr sz="3000">
                <a:latin typeface="Lexend"/>
                <a:ea typeface="Lexend"/>
                <a:cs typeface="Lexend"/>
                <a:sym typeface="Lexend"/>
              </a:defRPr>
            </a:lvl7pPr>
            <a:lvl8pPr lvl="7" rtl="0">
              <a:spcBef>
                <a:spcPts val="0"/>
              </a:spcBef>
              <a:spcAft>
                <a:spcPts val="0"/>
              </a:spcAft>
              <a:buSzPts val="3000"/>
              <a:buFont typeface="Lexend"/>
              <a:buNone/>
              <a:defRPr sz="3000">
                <a:latin typeface="Lexend"/>
                <a:ea typeface="Lexend"/>
                <a:cs typeface="Lexend"/>
                <a:sym typeface="Lexend"/>
              </a:defRPr>
            </a:lvl8pPr>
            <a:lvl9pPr lvl="8" rtl="0">
              <a:spcBef>
                <a:spcPts val="0"/>
              </a:spcBef>
              <a:spcAft>
                <a:spcPts val="0"/>
              </a:spcAft>
              <a:buSzPts val="3000"/>
              <a:buFont typeface="Lexend"/>
              <a:buNone/>
              <a:defRPr sz="3000">
                <a:latin typeface="Lexend"/>
                <a:ea typeface="Lexend"/>
                <a:cs typeface="Lexend"/>
                <a:sym typeface="Lexend"/>
              </a:defRPr>
            </a:lvl9pPr>
          </a:lstStyle>
          <a:p>
            <a:r>
              <a:t>xx%</a:t>
            </a:r>
          </a:p>
        </p:txBody>
      </p:sp>
      <p:sp>
        <p:nvSpPr>
          <p:cNvPr id="140" name="Google Shape;140;p13"/>
          <p:cNvSpPr txBox="1">
            <a:spLocks noGrp="1"/>
          </p:cNvSpPr>
          <p:nvPr>
            <p:ph type="subTitle" idx="1"/>
          </p:nvPr>
        </p:nvSpPr>
        <p:spPr>
          <a:xfrm>
            <a:off x="720000" y="1908200"/>
            <a:ext cx="2205300" cy="678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Lexend"/>
              <a:buNone/>
              <a:defRPr sz="1800" b="1">
                <a:solidFill>
                  <a:schemeClr val="dk1"/>
                </a:solidFill>
                <a:latin typeface="Lexend"/>
                <a:ea typeface="Lexend"/>
                <a:cs typeface="Lexend"/>
                <a:sym typeface="Lexend"/>
              </a:defRPr>
            </a:lvl1pPr>
            <a:lvl2pPr lvl="1" rtl="0">
              <a:lnSpc>
                <a:spcPct val="100000"/>
              </a:lnSpc>
              <a:spcBef>
                <a:spcPts val="0"/>
              </a:spcBef>
              <a:spcAft>
                <a:spcPts val="0"/>
              </a:spcAft>
              <a:buSzPts val="2000"/>
              <a:buFont typeface="Lexend"/>
              <a:buNone/>
              <a:defRPr sz="2000" b="1">
                <a:latin typeface="Lexend"/>
                <a:ea typeface="Lexend"/>
                <a:cs typeface="Lexend"/>
                <a:sym typeface="Lexend"/>
              </a:defRPr>
            </a:lvl2pPr>
            <a:lvl3pPr lvl="2" rtl="0">
              <a:lnSpc>
                <a:spcPct val="100000"/>
              </a:lnSpc>
              <a:spcBef>
                <a:spcPts val="0"/>
              </a:spcBef>
              <a:spcAft>
                <a:spcPts val="0"/>
              </a:spcAft>
              <a:buSzPts val="2000"/>
              <a:buFont typeface="Lexend"/>
              <a:buNone/>
              <a:defRPr sz="2000" b="1">
                <a:latin typeface="Lexend"/>
                <a:ea typeface="Lexend"/>
                <a:cs typeface="Lexend"/>
                <a:sym typeface="Lexend"/>
              </a:defRPr>
            </a:lvl3pPr>
            <a:lvl4pPr lvl="3" rtl="0">
              <a:lnSpc>
                <a:spcPct val="100000"/>
              </a:lnSpc>
              <a:spcBef>
                <a:spcPts val="0"/>
              </a:spcBef>
              <a:spcAft>
                <a:spcPts val="0"/>
              </a:spcAft>
              <a:buSzPts val="2000"/>
              <a:buFont typeface="Lexend"/>
              <a:buNone/>
              <a:defRPr sz="2000" b="1">
                <a:latin typeface="Lexend"/>
                <a:ea typeface="Lexend"/>
                <a:cs typeface="Lexend"/>
                <a:sym typeface="Lexend"/>
              </a:defRPr>
            </a:lvl4pPr>
            <a:lvl5pPr lvl="4" rtl="0">
              <a:lnSpc>
                <a:spcPct val="100000"/>
              </a:lnSpc>
              <a:spcBef>
                <a:spcPts val="0"/>
              </a:spcBef>
              <a:spcAft>
                <a:spcPts val="0"/>
              </a:spcAft>
              <a:buSzPts val="2000"/>
              <a:buFont typeface="Lexend"/>
              <a:buNone/>
              <a:defRPr sz="2000" b="1">
                <a:latin typeface="Lexend"/>
                <a:ea typeface="Lexend"/>
                <a:cs typeface="Lexend"/>
                <a:sym typeface="Lexend"/>
              </a:defRPr>
            </a:lvl5pPr>
            <a:lvl6pPr lvl="5" rtl="0">
              <a:lnSpc>
                <a:spcPct val="100000"/>
              </a:lnSpc>
              <a:spcBef>
                <a:spcPts val="0"/>
              </a:spcBef>
              <a:spcAft>
                <a:spcPts val="0"/>
              </a:spcAft>
              <a:buSzPts val="2000"/>
              <a:buFont typeface="Lexend"/>
              <a:buNone/>
              <a:defRPr sz="2000" b="1">
                <a:latin typeface="Lexend"/>
                <a:ea typeface="Lexend"/>
                <a:cs typeface="Lexend"/>
                <a:sym typeface="Lexend"/>
              </a:defRPr>
            </a:lvl6pPr>
            <a:lvl7pPr lvl="6" rtl="0">
              <a:lnSpc>
                <a:spcPct val="100000"/>
              </a:lnSpc>
              <a:spcBef>
                <a:spcPts val="0"/>
              </a:spcBef>
              <a:spcAft>
                <a:spcPts val="0"/>
              </a:spcAft>
              <a:buSzPts val="2000"/>
              <a:buFont typeface="Lexend"/>
              <a:buNone/>
              <a:defRPr sz="2000" b="1">
                <a:latin typeface="Lexend"/>
                <a:ea typeface="Lexend"/>
                <a:cs typeface="Lexend"/>
                <a:sym typeface="Lexend"/>
              </a:defRPr>
            </a:lvl7pPr>
            <a:lvl8pPr lvl="7" rtl="0">
              <a:lnSpc>
                <a:spcPct val="100000"/>
              </a:lnSpc>
              <a:spcBef>
                <a:spcPts val="0"/>
              </a:spcBef>
              <a:spcAft>
                <a:spcPts val="0"/>
              </a:spcAft>
              <a:buSzPts val="2000"/>
              <a:buFont typeface="Lexend"/>
              <a:buNone/>
              <a:defRPr sz="2000" b="1">
                <a:latin typeface="Lexend"/>
                <a:ea typeface="Lexend"/>
                <a:cs typeface="Lexend"/>
                <a:sym typeface="Lexend"/>
              </a:defRPr>
            </a:lvl8pPr>
            <a:lvl9pPr lvl="8" rtl="0">
              <a:lnSpc>
                <a:spcPct val="100000"/>
              </a:lnSpc>
              <a:spcBef>
                <a:spcPts val="0"/>
              </a:spcBef>
              <a:spcAft>
                <a:spcPts val="0"/>
              </a:spcAft>
              <a:buSzPts val="2000"/>
              <a:buFont typeface="Lexend"/>
              <a:buNone/>
              <a:defRPr sz="2000" b="1">
                <a:latin typeface="Lexend"/>
                <a:ea typeface="Lexend"/>
                <a:cs typeface="Lexend"/>
                <a:sym typeface="Lexend"/>
              </a:defRPr>
            </a:lvl9pPr>
          </a:lstStyle>
          <a:p>
            <a:endParaRPr/>
          </a:p>
        </p:txBody>
      </p:sp>
      <p:sp>
        <p:nvSpPr>
          <p:cNvPr id="141" name="Google Shape;141;p13"/>
          <p:cNvSpPr txBox="1">
            <a:spLocks noGrp="1"/>
          </p:cNvSpPr>
          <p:nvPr>
            <p:ph type="subTitle" idx="8"/>
          </p:nvPr>
        </p:nvSpPr>
        <p:spPr>
          <a:xfrm>
            <a:off x="2885875" y="1908200"/>
            <a:ext cx="2205300" cy="678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Lexend"/>
              <a:buNone/>
              <a:defRPr sz="1800" b="1">
                <a:solidFill>
                  <a:schemeClr val="dk1"/>
                </a:solidFill>
                <a:latin typeface="Lexend"/>
                <a:ea typeface="Lexend"/>
                <a:cs typeface="Lexend"/>
                <a:sym typeface="Lexend"/>
              </a:defRPr>
            </a:lvl1pPr>
            <a:lvl2pPr lvl="1" rtl="0">
              <a:lnSpc>
                <a:spcPct val="100000"/>
              </a:lnSpc>
              <a:spcBef>
                <a:spcPts val="0"/>
              </a:spcBef>
              <a:spcAft>
                <a:spcPts val="0"/>
              </a:spcAft>
              <a:buSzPts val="2000"/>
              <a:buFont typeface="Lexend"/>
              <a:buNone/>
              <a:defRPr sz="2000" b="1">
                <a:latin typeface="Lexend"/>
                <a:ea typeface="Lexend"/>
                <a:cs typeface="Lexend"/>
                <a:sym typeface="Lexend"/>
              </a:defRPr>
            </a:lvl2pPr>
            <a:lvl3pPr lvl="2" rtl="0">
              <a:lnSpc>
                <a:spcPct val="100000"/>
              </a:lnSpc>
              <a:spcBef>
                <a:spcPts val="0"/>
              </a:spcBef>
              <a:spcAft>
                <a:spcPts val="0"/>
              </a:spcAft>
              <a:buSzPts val="2000"/>
              <a:buFont typeface="Lexend"/>
              <a:buNone/>
              <a:defRPr sz="2000" b="1">
                <a:latin typeface="Lexend"/>
                <a:ea typeface="Lexend"/>
                <a:cs typeface="Lexend"/>
                <a:sym typeface="Lexend"/>
              </a:defRPr>
            </a:lvl3pPr>
            <a:lvl4pPr lvl="3" rtl="0">
              <a:lnSpc>
                <a:spcPct val="100000"/>
              </a:lnSpc>
              <a:spcBef>
                <a:spcPts val="0"/>
              </a:spcBef>
              <a:spcAft>
                <a:spcPts val="0"/>
              </a:spcAft>
              <a:buSzPts val="2000"/>
              <a:buFont typeface="Lexend"/>
              <a:buNone/>
              <a:defRPr sz="2000" b="1">
                <a:latin typeface="Lexend"/>
                <a:ea typeface="Lexend"/>
                <a:cs typeface="Lexend"/>
                <a:sym typeface="Lexend"/>
              </a:defRPr>
            </a:lvl4pPr>
            <a:lvl5pPr lvl="4" rtl="0">
              <a:lnSpc>
                <a:spcPct val="100000"/>
              </a:lnSpc>
              <a:spcBef>
                <a:spcPts val="0"/>
              </a:spcBef>
              <a:spcAft>
                <a:spcPts val="0"/>
              </a:spcAft>
              <a:buSzPts val="2000"/>
              <a:buFont typeface="Lexend"/>
              <a:buNone/>
              <a:defRPr sz="2000" b="1">
                <a:latin typeface="Lexend"/>
                <a:ea typeface="Lexend"/>
                <a:cs typeface="Lexend"/>
                <a:sym typeface="Lexend"/>
              </a:defRPr>
            </a:lvl5pPr>
            <a:lvl6pPr lvl="5" rtl="0">
              <a:lnSpc>
                <a:spcPct val="100000"/>
              </a:lnSpc>
              <a:spcBef>
                <a:spcPts val="0"/>
              </a:spcBef>
              <a:spcAft>
                <a:spcPts val="0"/>
              </a:spcAft>
              <a:buSzPts val="2000"/>
              <a:buFont typeface="Lexend"/>
              <a:buNone/>
              <a:defRPr sz="2000" b="1">
                <a:latin typeface="Lexend"/>
                <a:ea typeface="Lexend"/>
                <a:cs typeface="Lexend"/>
                <a:sym typeface="Lexend"/>
              </a:defRPr>
            </a:lvl6pPr>
            <a:lvl7pPr lvl="6" rtl="0">
              <a:lnSpc>
                <a:spcPct val="100000"/>
              </a:lnSpc>
              <a:spcBef>
                <a:spcPts val="0"/>
              </a:spcBef>
              <a:spcAft>
                <a:spcPts val="0"/>
              </a:spcAft>
              <a:buSzPts val="2000"/>
              <a:buFont typeface="Lexend"/>
              <a:buNone/>
              <a:defRPr sz="2000" b="1">
                <a:latin typeface="Lexend"/>
                <a:ea typeface="Lexend"/>
                <a:cs typeface="Lexend"/>
                <a:sym typeface="Lexend"/>
              </a:defRPr>
            </a:lvl7pPr>
            <a:lvl8pPr lvl="7" rtl="0">
              <a:lnSpc>
                <a:spcPct val="100000"/>
              </a:lnSpc>
              <a:spcBef>
                <a:spcPts val="0"/>
              </a:spcBef>
              <a:spcAft>
                <a:spcPts val="0"/>
              </a:spcAft>
              <a:buSzPts val="2000"/>
              <a:buFont typeface="Lexend"/>
              <a:buNone/>
              <a:defRPr sz="2000" b="1">
                <a:latin typeface="Lexend"/>
                <a:ea typeface="Lexend"/>
                <a:cs typeface="Lexend"/>
                <a:sym typeface="Lexend"/>
              </a:defRPr>
            </a:lvl8pPr>
            <a:lvl9pPr lvl="8" rtl="0">
              <a:lnSpc>
                <a:spcPct val="100000"/>
              </a:lnSpc>
              <a:spcBef>
                <a:spcPts val="0"/>
              </a:spcBef>
              <a:spcAft>
                <a:spcPts val="0"/>
              </a:spcAft>
              <a:buSzPts val="2000"/>
              <a:buFont typeface="Lexend"/>
              <a:buNone/>
              <a:defRPr sz="2000" b="1">
                <a:latin typeface="Lexend"/>
                <a:ea typeface="Lexend"/>
                <a:cs typeface="Lexend"/>
                <a:sym typeface="Lexend"/>
              </a:defRPr>
            </a:lvl9pPr>
          </a:lstStyle>
          <a:p>
            <a:endParaRPr/>
          </a:p>
        </p:txBody>
      </p:sp>
      <p:sp>
        <p:nvSpPr>
          <p:cNvPr id="142" name="Google Shape;142;p13"/>
          <p:cNvSpPr txBox="1">
            <a:spLocks noGrp="1"/>
          </p:cNvSpPr>
          <p:nvPr>
            <p:ph type="subTitle" idx="9"/>
          </p:nvPr>
        </p:nvSpPr>
        <p:spPr>
          <a:xfrm>
            <a:off x="5051750" y="1908200"/>
            <a:ext cx="2205300" cy="678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Lexend"/>
              <a:buNone/>
              <a:defRPr sz="1800" b="1">
                <a:solidFill>
                  <a:schemeClr val="dk1"/>
                </a:solidFill>
                <a:latin typeface="Lexend"/>
                <a:ea typeface="Lexend"/>
                <a:cs typeface="Lexend"/>
                <a:sym typeface="Lexend"/>
              </a:defRPr>
            </a:lvl1pPr>
            <a:lvl2pPr lvl="1" rtl="0">
              <a:lnSpc>
                <a:spcPct val="100000"/>
              </a:lnSpc>
              <a:spcBef>
                <a:spcPts val="0"/>
              </a:spcBef>
              <a:spcAft>
                <a:spcPts val="0"/>
              </a:spcAft>
              <a:buSzPts val="2000"/>
              <a:buFont typeface="Lexend"/>
              <a:buNone/>
              <a:defRPr sz="2000" b="1">
                <a:latin typeface="Lexend"/>
                <a:ea typeface="Lexend"/>
                <a:cs typeface="Lexend"/>
                <a:sym typeface="Lexend"/>
              </a:defRPr>
            </a:lvl2pPr>
            <a:lvl3pPr lvl="2" rtl="0">
              <a:lnSpc>
                <a:spcPct val="100000"/>
              </a:lnSpc>
              <a:spcBef>
                <a:spcPts val="0"/>
              </a:spcBef>
              <a:spcAft>
                <a:spcPts val="0"/>
              </a:spcAft>
              <a:buSzPts val="2000"/>
              <a:buFont typeface="Lexend"/>
              <a:buNone/>
              <a:defRPr sz="2000" b="1">
                <a:latin typeface="Lexend"/>
                <a:ea typeface="Lexend"/>
                <a:cs typeface="Lexend"/>
                <a:sym typeface="Lexend"/>
              </a:defRPr>
            </a:lvl3pPr>
            <a:lvl4pPr lvl="3" rtl="0">
              <a:lnSpc>
                <a:spcPct val="100000"/>
              </a:lnSpc>
              <a:spcBef>
                <a:spcPts val="0"/>
              </a:spcBef>
              <a:spcAft>
                <a:spcPts val="0"/>
              </a:spcAft>
              <a:buSzPts val="2000"/>
              <a:buFont typeface="Lexend"/>
              <a:buNone/>
              <a:defRPr sz="2000" b="1">
                <a:latin typeface="Lexend"/>
                <a:ea typeface="Lexend"/>
                <a:cs typeface="Lexend"/>
                <a:sym typeface="Lexend"/>
              </a:defRPr>
            </a:lvl4pPr>
            <a:lvl5pPr lvl="4" rtl="0">
              <a:lnSpc>
                <a:spcPct val="100000"/>
              </a:lnSpc>
              <a:spcBef>
                <a:spcPts val="0"/>
              </a:spcBef>
              <a:spcAft>
                <a:spcPts val="0"/>
              </a:spcAft>
              <a:buSzPts val="2000"/>
              <a:buFont typeface="Lexend"/>
              <a:buNone/>
              <a:defRPr sz="2000" b="1">
                <a:latin typeface="Lexend"/>
                <a:ea typeface="Lexend"/>
                <a:cs typeface="Lexend"/>
                <a:sym typeface="Lexend"/>
              </a:defRPr>
            </a:lvl5pPr>
            <a:lvl6pPr lvl="5" rtl="0">
              <a:lnSpc>
                <a:spcPct val="100000"/>
              </a:lnSpc>
              <a:spcBef>
                <a:spcPts val="0"/>
              </a:spcBef>
              <a:spcAft>
                <a:spcPts val="0"/>
              </a:spcAft>
              <a:buSzPts val="2000"/>
              <a:buFont typeface="Lexend"/>
              <a:buNone/>
              <a:defRPr sz="2000" b="1">
                <a:latin typeface="Lexend"/>
                <a:ea typeface="Lexend"/>
                <a:cs typeface="Lexend"/>
                <a:sym typeface="Lexend"/>
              </a:defRPr>
            </a:lvl6pPr>
            <a:lvl7pPr lvl="6" rtl="0">
              <a:lnSpc>
                <a:spcPct val="100000"/>
              </a:lnSpc>
              <a:spcBef>
                <a:spcPts val="0"/>
              </a:spcBef>
              <a:spcAft>
                <a:spcPts val="0"/>
              </a:spcAft>
              <a:buSzPts val="2000"/>
              <a:buFont typeface="Lexend"/>
              <a:buNone/>
              <a:defRPr sz="2000" b="1">
                <a:latin typeface="Lexend"/>
                <a:ea typeface="Lexend"/>
                <a:cs typeface="Lexend"/>
                <a:sym typeface="Lexend"/>
              </a:defRPr>
            </a:lvl7pPr>
            <a:lvl8pPr lvl="7" rtl="0">
              <a:lnSpc>
                <a:spcPct val="100000"/>
              </a:lnSpc>
              <a:spcBef>
                <a:spcPts val="0"/>
              </a:spcBef>
              <a:spcAft>
                <a:spcPts val="0"/>
              </a:spcAft>
              <a:buSzPts val="2000"/>
              <a:buFont typeface="Lexend"/>
              <a:buNone/>
              <a:defRPr sz="2000" b="1">
                <a:latin typeface="Lexend"/>
                <a:ea typeface="Lexend"/>
                <a:cs typeface="Lexend"/>
                <a:sym typeface="Lexend"/>
              </a:defRPr>
            </a:lvl8pPr>
            <a:lvl9pPr lvl="8" rtl="0">
              <a:lnSpc>
                <a:spcPct val="100000"/>
              </a:lnSpc>
              <a:spcBef>
                <a:spcPts val="0"/>
              </a:spcBef>
              <a:spcAft>
                <a:spcPts val="0"/>
              </a:spcAft>
              <a:buSzPts val="2000"/>
              <a:buFont typeface="Lexend"/>
              <a:buNone/>
              <a:defRPr sz="2000" b="1">
                <a:latin typeface="Lexend"/>
                <a:ea typeface="Lexend"/>
                <a:cs typeface="Lexend"/>
                <a:sym typeface="Lexend"/>
              </a:defRPr>
            </a:lvl9pPr>
          </a:lstStyle>
          <a:p>
            <a:endParaRPr/>
          </a:p>
        </p:txBody>
      </p:sp>
      <p:sp>
        <p:nvSpPr>
          <p:cNvPr id="143" name="Google Shape;143;p13"/>
          <p:cNvSpPr txBox="1">
            <a:spLocks noGrp="1"/>
          </p:cNvSpPr>
          <p:nvPr>
            <p:ph type="subTitle" idx="13"/>
          </p:nvPr>
        </p:nvSpPr>
        <p:spPr>
          <a:xfrm>
            <a:off x="720000" y="3341750"/>
            <a:ext cx="2205300" cy="678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Lexend"/>
              <a:buNone/>
              <a:defRPr sz="1800" b="1">
                <a:solidFill>
                  <a:schemeClr val="dk1"/>
                </a:solidFill>
                <a:latin typeface="Lexend"/>
                <a:ea typeface="Lexend"/>
                <a:cs typeface="Lexend"/>
                <a:sym typeface="Lexend"/>
              </a:defRPr>
            </a:lvl1pPr>
            <a:lvl2pPr lvl="1" rtl="0">
              <a:lnSpc>
                <a:spcPct val="100000"/>
              </a:lnSpc>
              <a:spcBef>
                <a:spcPts val="0"/>
              </a:spcBef>
              <a:spcAft>
                <a:spcPts val="0"/>
              </a:spcAft>
              <a:buSzPts val="2000"/>
              <a:buFont typeface="Lexend"/>
              <a:buNone/>
              <a:defRPr sz="2000" b="1">
                <a:latin typeface="Lexend"/>
                <a:ea typeface="Lexend"/>
                <a:cs typeface="Lexend"/>
                <a:sym typeface="Lexend"/>
              </a:defRPr>
            </a:lvl2pPr>
            <a:lvl3pPr lvl="2" rtl="0">
              <a:lnSpc>
                <a:spcPct val="100000"/>
              </a:lnSpc>
              <a:spcBef>
                <a:spcPts val="0"/>
              </a:spcBef>
              <a:spcAft>
                <a:spcPts val="0"/>
              </a:spcAft>
              <a:buSzPts val="2000"/>
              <a:buFont typeface="Lexend"/>
              <a:buNone/>
              <a:defRPr sz="2000" b="1">
                <a:latin typeface="Lexend"/>
                <a:ea typeface="Lexend"/>
                <a:cs typeface="Lexend"/>
                <a:sym typeface="Lexend"/>
              </a:defRPr>
            </a:lvl3pPr>
            <a:lvl4pPr lvl="3" rtl="0">
              <a:lnSpc>
                <a:spcPct val="100000"/>
              </a:lnSpc>
              <a:spcBef>
                <a:spcPts val="0"/>
              </a:spcBef>
              <a:spcAft>
                <a:spcPts val="0"/>
              </a:spcAft>
              <a:buSzPts val="2000"/>
              <a:buFont typeface="Lexend"/>
              <a:buNone/>
              <a:defRPr sz="2000" b="1">
                <a:latin typeface="Lexend"/>
                <a:ea typeface="Lexend"/>
                <a:cs typeface="Lexend"/>
                <a:sym typeface="Lexend"/>
              </a:defRPr>
            </a:lvl4pPr>
            <a:lvl5pPr lvl="4" rtl="0">
              <a:lnSpc>
                <a:spcPct val="100000"/>
              </a:lnSpc>
              <a:spcBef>
                <a:spcPts val="0"/>
              </a:spcBef>
              <a:spcAft>
                <a:spcPts val="0"/>
              </a:spcAft>
              <a:buSzPts val="2000"/>
              <a:buFont typeface="Lexend"/>
              <a:buNone/>
              <a:defRPr sz="2000" b="1">
                <a:latin typeface="Lexend"/>
                <a:ea typeface="Lexend"/>
                <a:cs typeface="Lexend"/>
                <a:sym typeface="Lexend"/>
              </a:defRPr>
            </a:lvl5pPr>
            <a:lvl6pPr lvl="5" rtl="0">
              <a:lnSpc>
                <a:spcPct val="100000"/>
              </a:lnSpc>
              <a:spcBef>
                <a:spcPts val="0"/>
              </a:spcBef>
              <a:spcAft>
                <a:spcPts val="0"/>
              </a:spcAft>
              <a:buSzPts val="2000"/>
              <a:buFont typeface="Lexend"/>
              <a:buNone/>
              <a:defRPr sz="2000" b="1">
                <a:latin typeface="Lexend"/>
                <a:ea typeface="Lexend"/>
                <a:cs typeface="Lexend"/>
                <a:sym typeface="Lexend"/>
              </a:defRPr>
            </a:lvl6pPr>
            <a:lvl7pPr lvl="6" rtl="0">
              <a:lnSpc>
                <a:spcPct val="100000"/>
              </a:lnSpc>
              <a:spcBef>
                <a:spcPts val="0"/>
              </a:spcBef>
              <a:spcAft>
                <a:spcPts val="0"/>
              </a:spcAft>
              <a:buSzPts val="2000"/>
              <a:buFont typeface="Lexend"/>
              <a:buNone/>
              <a:defRPr sz="2000" b="1">
                <a:latin typeface="Lexend"/>
                <a:ea typeface="Lexend"/>
                <a:cs typeface="Lexend"/>
                <a:sym typeface="Lexend"/>
              </a:defRPr>
            </a:lvl7pPr>
            <a:lvl8pPr lvl="7" rtl="0">
              <a:lnSpc>
                <a:spcPct val="100000"/>
              </a:lnSpc>
              <a:spcBef>
                <a:spcPts val="0"/>
              </a:spcBef>
              <a:spcAft>
                <a:spcPts val="0"/>
              </a:spcAft>
              <a:buSzPts val="2000"/>
              <a:buFont typeface="Lexend"/>
              <a:buNone/>
              <a:defRPr sz="2000" b="1">
                <a:latin typeface="Lexend"/>
                <a:ea typeface="Lexend"/>
                <a:cs typeface="Lexend"/>
                <a:sym typeface="Lexend"/>
              </a:defRPr>
            </a:lvl8pPr>
            <a:lvl9pPr lvl="8" rtl="0">
              <a:lnSpc>
                <a:spcPct val="100000"/>
              </a:lnSpc>
              <a:spcBef>
                <a:spcPts val="0"/>
              </a:spcBef>
              <a:spcAft>
                <a:spcPts val="0"/>
              </a:spcAft>
              <a:buSzPts val="2000"/>
              <a:buFont typeface="Lexend"/>
              <a:buNone/>
              <a:defRPr sz="2000" b="1">
                <a:latin typeface="Lexend"/>
                <a:ea typeface="Lexend"/>
                <a:cs typeface="Lexend"/>
                <a:sym typeface="Lexend"/>
              </a:defRPr>
            </a:lvl9pPr>
          </a:lstStyle>
          <a:p>
            <a:endParaRPr/>
          </a:p>
        </p:txBody>
      </p:sp>
      <p:sp>
        <p:nvSpPr>
          <p:cNvPr id="144" name="Google Shape;144;p13"/>
          <p:cNvSpPr txBox="1">
            <a:spLocks noGrp="1"/>
          </p:cNvSpPr>
          <p:nvPr>
            <p:ph type="subTitle" idx="14"/>
          </p:nvPr>
        </p:nvSpPr>
        <p:spPr>
          <a:xfrm>
            <a:off x="2885875" y="3341750"/>
            <a:ext cx="2205300" cy="678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Lexend"/>
              <a:buNone/>
              <a:defRPr sz="1800" b="1">
                <a:solidFill>
                  <a:schemeClr val="dk1"/>
                </a:solidFill>
                <a:latin typeface="Lexend"/>
                <a:ea typeface="Lexend"/>
                <a:cs typeface="Lexend"/>
                <a:sym typeface="Lexend"/>
              </a:defRPr>
            </a:lvl1pPr>
            <a:lvl2pPr lvl="1" rtl="0">
              <a:lnSpc>
                <a:spcPct val="100000"/>
              </a:lnSpc>
              <a:spcBef>
                <a:spcPts val="0"/>
              </a:spcBef>
              <a:spcAft>
                <a:spcPts val="0"/>
              </a:spcAft>
              <a:buSzPts val="2000"/>
              <a:buFont typeface="Lexend"/>
              <a:buNone/>
              <a:defRPr sz="2000" b="1">
                <a:latin typeface="Lexend"/>
                <a:ea typeface="Lexend"/>
                <a:cs typeface="Lexend"/>
                <a:sym typeface="Lexend"/>
              </a:defRPr>
            </a:lvl2pPr>
            <a:lvl3pPr lvl="2" rtl="0">
              <a:lnSpc>
                <a:spcPct val="100000"/>
              </a:lnSpc>
              <a:spcBef>
                <a:spcPts val="0"/>
              </a:spcBef>
              <a:spcAft>
                <a:spcPts val="0"/>
              </a:spcAft>
              <a:buSzPts val="2000"/>
              <a:buFont typeface="Lexend"/>
              <a:buNone/>
              <a:defRPr sz="2000" b="1">
                <a:latin typeface="Lexend"/>
                <a:ea typeface="Lexend"/>
                <a:cs typeface="Lexend"/>
                <a:sym typeface="Lexend"/>
              </a:defRPr>
            </a:lvl3pPr>
            <a:lvl4pPr lvl="3" rtl="0">
              <a:lnSpc>
                <a:spcPct val="100000"/>
              </a:lnSpc>
              <a:spcBef>
                <a:spcPts val="0"/>
              </a:spcBef>
              <a:spcAft>
                <a:spcPts val="0"/>
              </a:spcAft>
              <a:buSzPts val="2000"/>
              <a:buFont typeface="Lexend"/>
              <a:buNone/>
              <a:defRPr sz="2000" b="1">
                <a:latin typeface="Lexend"/>
                <a:ea typeface="Lexend"/>
                <a:cs typeface="Lexend"/>
                <a:sym typeface="Lexend"/>
              </a:defRPr>
            </a:lvl4pPr>
            <a:lvl5pPr lvl="4" rtl="0">
              <a:lnSpc>
                <a:spcPct val="100000"/>
              </a:lnSpc>
              <a:spcBef>
                <a:spcPts val="0"/>
              </a:spcBef>
              <a:spcAft>
                <a:spcPts val="0"/>
              </a:spcAft>
              <a:buSzPts val="2000"/>
              <a:buFont typeface="Lexend"/>
              <a:buNone/>
              <a:defRPr sz="2000" b="1">
                <a:latin typeface="Lexend"/>
                <a:ea typeface="Lexend"/>
                <a:cs typeface="Lexend"/>
                <a:sym typeface="Lexend"/>
              </a:defRPr>
            </a:lvl5pPr>
            <a:lvl6pPr lvl="5" rtl="0">
              <a:lnSpc>
                <a:spcPct val="100000"/>
              </a:lnSpc>
              <a:spcBef>
                <a:spcPts val="0"/>
              </a:spcBef>
              <a:spcAft>
                <a:spcPts val="0"/>
              </a:spcAft>
              <a:buSzPts val="2000"/>
              <a:buFont typeface="Lexend"/>
              <a:buNone/>
              <a:defRPr sz="2000" b="1">
                <a:latin typeface="Lexend"/>
                <a:ea typeface="Lexend"/>
                <a:cs typeface="Lexend"/>
                <a:sym typeface="Lexend"/>
              </a:defRPr>
            </a:lvl6pPr>
            <a:lvl7pPr lvl="6" rtl="0">
              <a:lnSpc>
                <a:spcPct val="100000"/>
              </a:lnSpc>
              <a:spcBef>
                <a:spcPts val="0"/>
              </a:spcBef>
              <a:spcAft>
                <a:spcPts val="0"/>
              </a:spcAft>
              <a:buSzPts val="2000"/>
              <a:buFont typeface="Lexend"/>
              <a:buNone/>
              <a:defRPr sz="2000" b="1">
                <a:latin typeface="Lexend"/>
                <a:ea typeface="Lexend"/>
                <a:cs typeface="Lexend"/>
                <a:sym typeface="Lexend"/>
              </a:defRPr>
            </a:lvl7pPr>
            <a:lvl8pPr lvl="7" rtl="0">
              <a:lnSpc>
                <a:spcPct val="100000"/>
              </a:lnSpc>
              <a:spcBef>
                <a:spcPts val="0"/>
              </a:spcBef>
              <a:spcAft>
                <a:spcPts val="0"/>
              </a:spcAft>
              <a:buSzPts val="2000"/>
              <a:buFont typeface="Lexend"/>
              <a:buNone/>
              <a:defRPr sz="2000" b="1">
                <a:latin typeface="Lexend"/>
                <a:ea typeface="Lexend"/>
                <a:cs typeface="Lexend"/>
                <a:sym typeface="Lexend"/>
              </a:defRPr>
            </a:lvl8pPr>
            <a:lvl9pPr lvl="8" rtl="0">
              <a:lnSpc>
                <a:spcPct val="100000"/>
              </a:lnSpc>
              <a:spcBef>
                <a:spcPts val="0"/>
              </a:spcBef>
              <a:spcAft>
                <a:spcPts val="0"/>
              </a:spcAft>
              <a:buSzPts val="2000"/>
              <a:buFont typeface="Lexend"/>
              <a:buNone/>
              <a:defRPr sz="2000" b="1">
                <a:latin typeface="Lexend"/>
                <a:ea typeface="Lexend"/>
                <a:cs typeface="Lexend"/>
                <a:sym typeface="Lexend"/>
              </a:defRPr>
            </a:lvl9pPr>
          </a:lstStyle>
          <a:p>
            <a:endParaRPr/>
          </a:p>
        </p:txBody>
      </p:sp>
      <p:sp>
        <p:nvSpPr>
          <p:cNvPr id="145" name="Google Shape;145;p13"/>
          <p:cNvSpPr txBox="1">
            <a:spLocks noGrp="1"/>
          </p:cNvSpPr>
          <p:nvPr>
            <p:ph type="subTitle" idx="15"/>
          </p:nvPr>
        </p:nvSpPr>
        <p:spPr>
          <a:xfrm>
            <a:off x="5051750" y="3341750"/>
            <a:ext cx="2205300" cy="678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Lexend"/>
              <a:buNone/>
              <a:defRPr sz="1800" b="1">
                <a:solidFill>
                  <a:schemeClr val="dk1"/>
                </a:solidFill>
                <a:latin typeface="Lexend"/>
                <a:ea typeface="Lexend"/>
                <a:cs typeface="Lexend"/>
                <a:sym typeface="Lexend"/>
              </a:defRPr>
            </a:lvl1pPr>
            <a:lvl2pPr lvl="1" rtl="0">
              <a:lnSpc>
                <a:spcPct val="100000"/>
              </a:lnSpc>
              <a:spcBef>
                <a:spcPts val="0"/>
              </a:spcBef>
              <a:spcAft>
                <a:spcPts val="0"/>
              </a:spcAft>
              <a:buSzPts val="2000"/>
              <a:buFont typeface="Lexend"/>
              <a:buNone/>
              <a:defRPr sz="2000" b="1">
                <a:latin typeface="Lexend"/>
                <a:ea typeface="Lexend"/>
                <a:cs typeface="Lexend"/>
                <a:sym typeface="Lexend"/>
              </a:defRPr>
            </a:lvl2pPr>
            <a:lvl3pPr lvl="2" rtl="0">
              <a:lnSpc>
                <a:spcPct val="100000"/>
              </a:lnSpc>
              <a:spcBef>
                <a:spcPts val="0"/>
              </a:spcBef>
              <a:spcAft>
                <a:spcPts val="0"/>
              </a:spcAft>
              <a:buSzPts val="2000"/>
              <a:buFont typeface="Lexend"/>
              <a:buNone/>
              <a:defRPr sz="2000" b="1">
                <a:latin typeface="Lexend"/>
                <a:ea typeface="Lexend"/>
                <a:cs typeface="Lexend"/>
                <a:sym typeface="Lexend"/>
              </a:defRPr>
            </a:lvl3pPr>
            <a:lvl4pPr lvl="3" rtl="0">
              <a:lnSpc>
                <a:spcPct val="100000"/>
              </a:lnSpc>
              <a:spcBef>
                <a:spcPts val="0"/>
              </a:spcBef>
              <a:spcAft>
                <a:spcPts val="0"/>
              </a:spcAft>
              <a:buSzPts val="2000"/>
              <a:buFont typeface="Lexend"/>
              <a:buNone/>
              <a:defRPr sz="2000" b="1">
                <a:latin typeface="Lexend"/>
                <a:ea typeface="Lexend"/>
                <a:cs typeface="Lexend"/>
                <a:sym typeface="Lexend"/>
              </a:defRPr>
            </a:lvl4pPr>
            <a:lvl5pPr lvl="4" rtl="0">
              <a:lnSpc>
                <a:spcPct val="100000"/>
              </a:lnSpc>
              <a:spcBef>
                <a:spcPts val="0"/>
              </a:spcBef>
              <a:spcAft>
                <a:spcPts val="0"/>
              </a:spcAft>
              <a:buSzPts val="2000"/>
              <a:buFont typeface="Lexend"/>
              <a:buNone/>
              <a:defRPr sz="2000" b="1">
                <a:latin typeface="Lexend"/>
                <a:ea typeface="Lexend"/>
                <a:cs typeface="Lexend"/>
                <a:sym typeface="Lexend"/>
              </a:defRPr>
            </a:lvl5pPr>
            <a:lvl6pPr lvl="5" rtl="0">
              <a:lnSpc>
                <a:spcPct val="100000"/>
              </a:lnSpc>
              <a:spcBef>
                <a:spcPts val="0"/>
              </a:spcBef>
              <a:spcAft>
                <a:spcPts val="0"/>
              </a:spcAft>
              <a:buSzPts val="2000"/>
              <a:buFont typeface="Lexend"/>
              <a:buNone/>
              <a:defRPr sz="2000" b="1">
                <a:latin typeface="Lexend"/>
                <a:ea typeface="Lexend"/>
                <a:cs typeface="Lexend"/>
                <a:sym typeface="Lexend"/>
              </a:defRPr>
            </a:lvl6pPr>
            <a:lvl7pPr lvl="6" rtl="0">
              <a:lnSpc>
                <a:spcPct val="100000"/>
              </a:lnSpc>
              <a:spcBef>
                <a:spcPts val="0"/>
              </a:spcBef>
              <a:spcAft>
                <a:spcPts val="0"/>
              </a:spcAft>
              <a:buSzPts val="2000"/>
              <a:buFont typeface="Lexend"/>
              <a:buNone/>
              <a:defRPr sz="2000" b="1">
                <a:latin typeface="Lexend"/>
                <a:ea typeface="Lexend"/>
                <a:cs typeface="Lexend"/>
                <a:sym typeface="Lexend"/>
              </a:defRPr>
            </a:lvl7pPr>
            <a:lvl8pPr lvl="7" rtl="0">
              <a:lnSpc>
                <a:spcPct val="100000"/>
              </a:lnSpc>
              <a:spcBef>
                <a:spcPts val="0"/>
              </a:spcBef>
              <a:spcAft>
                <a:spcPts val="0"/>
              </a:spcAft>
              <a:buSzPts val="2000"/>
              <a:buFont typeface="Lexend"/>
              <a:buNone/>
              <a:defRPr sz="2000" b="1">
                <a:latin typeface="Lexend"/>
                <a:ea typeface="Lexend"/>
                <a:cs typeface="Lexend"/>
                <a:sym typeface="Lexend"/>
              </a:defRPr>
            </a:lvl8pPr>
            <a:lvl9pPr lvl="8" rtl="0">
              <a:lnSpc>
                <a:spcPct val="100000"/>
              </a:lnSpc>
              <a:spcBef>
                <a:spcPts val="0"/>
              </a:spcBef>
              <a:spcAft>
                <a:spcPts val="0"/>
              </a:spcAft>
              <a:buSzPts val="2000"/>
              <a:buFont typeface="Lexend"/>
              <a:buNone/>
              <a:defRPr sz="2000" b="1">
                <a:latin typeface="Lexend"/>
                <a:ea typeface="Lexend"/>
                <a:cs typeface="Lexend"/>
                <a:sym typeface="Lexend"/>
              </a:defRPr>
            </a:lvl9pPr>
          </a:lstStyle>
          <a:p>
            <a:endParaRPr/>
          </a:p>
        </p:txBody>
      </p:sp>
      <p:grpSp>
        <p:nvGrpSpPr>
          <p:cNvPr id="146" name="Google Shape;146;p13"/>
          <p:cNvGrpSpPr/>
          <p:nvPr/>
        </p:nvGrpSpPr>
        <p:grpSpPr>
          <a:xfrm>
            <a:off x="-470327" y="-841028"/>
            <a:ext cx="9774915" cy="5984537"/>
            <a:chOff x="-470327" y="-841028"/>
            <a:chExt cx="9774915" cy="5984537"/>
          </a:xfrm>
        </p:grpSpPr>
        <p:sp>
          <p:nvSpPr>
            <p:cNvPr id="147" name="Google Shape;147;p13"/>
            <p:cNvSpPr/>
            <p:nvPr/>
          </p:nvSpPr>
          <p:spPr>
            <a:xfrm rot="-5400000" flipH="1">
              <a:off x="7025363" y="-1744238"/>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13"/>
            <p:cNvSpPr/>
            <p:nvPr/>
          </p:nvSpPr>
          <p:spPr>
            <a:xfrm rot="5400000" flipH="1">
              <a:off x="-557000" y="3871401"/>
              <a:ext cx="1358782" cy="1185435"/>
            </a:xfrm>
            <a:custGeom>
              <a:avLst/>
              <a:gdLst/>
              <a:ahLst/>
              <a:cxnLst/>
              <a:rect l="l" t="t" r="r" b="b"/>
              <a:pathLst>
                <a:path w="14368" h="12535" extrusionOk="0">
                  <a:moveTo>
                    <a:pt x="89" y="0"/>
                  </a:moveTo>
                  <a:cubicBezTo>
                    <a:pt x="46" y="0"/>
                    <a:pt x="0" y="46"/>
                    <a:pt x="0" y="92"/>
                  </a:cubicBezTo>
                  <a:cubicBezTo>
                    <a:pt x="0" y="135"/>
                    <a:pt x="46" y="181"/>
                    <a:pt x="89" y="181"/>
                  </a:cubicBezTo>
                  <a:lnTo>
                    <a:pt x="991" y="181"/>
                  </a:lnTo>
                  <a:cubicBezTo>
                    <a:pt x="1034" y="181"/>
                    <a:pt x="1080" y="135"/>
                    <a:pt x="1080" y="92"/>
                  </a:cubicBezTo>
                  <a:cubicBezTo>
                    <a:pt x="1080" y="46"/>
                    <a:pt x="1034" y="0"/>
                    <a:pt x="991" y="0"/>
                  </a:cubicBezTo>
                  <a:close/>
                  <a:moveTo>
                    <a:pt x="2341" y="0"/>
                  </a:moveTo>
                  <a:cubicBezTo>
                    <a:pt x="2295" y="0"/>
                    <a:pt x="2249" y="46"/>
                    <a:pt x="2249" y="92"/>
                  </a:cubicBezTo>
                  <a:cubicBezTo>
                    <a:pt x="2249" y="135"/>
                    <a:pt x="2295" y="181"/>
                    <a:pt x="2341" y="181"/>
                  </a:cubicBezTo>
                  <a:lnTo>
                    <a:pt x="3240" y="181"/>
                  </a:lnTo>
                  <a:cubicBezTo>
                    <a:pt x="3286" y="181"/>
                    <a:pt x="3330" y="135"/>
                    <a:pt x="3330" y="92"/>
                  </a:cubicBezTo>
                  <a:cubicBezTo>
                    <a:pt x="3330" y="46"/>
                    <a:pt x="3286" y="0"/>
                    <a:pt x="3240" y="0"/>
                  </a:cubicBezTo>
                  <a:close/>
                  <a:moveTo>
                    <a:pt x="4590" y="0"/>
                  </a:moveTo>
                  <a:cubicBezTo>
                    <a:pt x="4545" y="0"/>
                    <a:pt x="4501" y="46"/>
                    <a:pt x="4501" y="92"/>
                  </a:cubicBezTo>
                  <a:cubicBezTo>
                    <a:pt x="4501" y="135"/>
                    <a:pt x="4545" y="181"/>
                    <a:pt x="4590" y="181"/>
                  </a:cubicBezTo>
                  <a:lnTo>
                    <a:pt x="5490" y="181"/>
                  </a:lnTo>
                  <a:cubicBezTo>
                    <a:pt x="5536" y="181"/>
                    <a:pt x="5581" y="135"/>
                    <a:pt x="5581" y="92"/>
                  </a:cubicBezTo>
                  <a:cubicBezTo>
                    <a:pt x="5581" y="46"/>
                    <a:pt x="5536" y="0"/>
                    <a:pt x="5490" y="0"/>
                  </a:cubicBezTo>
                  <a:close/>
                  <a:moveTo>
                    <a:pt x="6840" y="0"/>
                  </a:moveTo>
                  <a:cubicBezTo>
                    <a:pt x="6796" y="0"/>
                    <a:pt x="6751" y="46"/>
                    <a:pt x="6751" y="92"/>
                  </a:cubicBezTo>
                  <a:cubicBezTo>
                    <a:pt x="6751" y="135"/>
                    <a:pt x="6796" y="181"/>
                    <a:pt x="6840" y="181"/>
                  </a:cubicBezTo>
                  <a:lnTo>
                    <a:pt x="6942" y="181"/>
                  </a:lnTo>
                  <a:cubicBezTo>
                    <a:pt x="7212" y="181"/>
                    <a:pt x="7472" y="192"/>
                    <a:pt x="7731" y="227"/>
                  </a:cubicBezTo>
                  <a:cubicBezTo>
                    <a:pt x="7774" y="227"/>
                    <a:pt x="7820" y="192"/>
                    <a:pt x="7831" y="149"/>
                  </a:cubicBezTo>
                  <a:cubicBezTo>
                    <a:pt x="7831" y="92"/>
                    <a:pt x="7798" y="46"/>
                    <a:pt x="7752" y="46"/>
                  </a:cubicBezTo>
                  <a:cubicBezTo>
                    <a:pt x="7482" y="14"/>
                    <a:pt x="7212" y="0"/>
                    <a:pt x="6942" y="0"/>
                  </a:cubicBezTo>
                  <a:close/>
                  <a:moveTo>
                    <a:pt x="9064" y="314"/>
                  </a:moveTo>
                  <a:cubicBezTo>
                    <a:pt x="9020" y="314"/>
                    <a:pt x="8987" y="335"/>
                    <a:pt x="8978" y="373"/>
                  </a:cubicBezTo>
                  <a:cubicBezTo>
                    <a:pt x="8957" y="419"/>
                    <a:pt x="8989" y="473"/>
                    <a:pt x="9035" y="486"/>
                  </a:cubicBezTo>
                  <a:cubicBezTo>
                    <a:pt x="9316" y="575"/>
                    <a:pt x="9596" y="675"/>
                    <a:pt x="9867" y="800"/>
                  </a:cubicBezTo>
                  <a:cubicBezTo>
                    <a:pt x="9877" y="802"/>
                    <a:pt x="9887" y="803"/>
                    <a:pt x="9898" y="803"/>
                  </a:cubicBezTo>
                  <a:cubicBezTo>
                    <a:pt x="9936" y="803"/>
                    <a:pt x="9974" y="787"/>
                    <a:pt x="9991" y="743"/>
                  </a:cubicBezTo>
                  <a:cubicBezTo>
                    <a:pt x="10002" y="700"/>
                    <a:pt x="9991" y="654"/>
                    <a:pt x="9945" y="632"/>
                  </a:cubicBezTo>
                  <a:cubicBezTo>
                    <a:pt x="9664" y="508"/>
                    <a:pt x="9383" y="405"/>
                    <a:pt x="9092" y="316"/>
                  </a:cubicBezTo>
                  <a:cubicBezTo>
                    <a:pt x="9082" y="314"/>
                    <a:pt x="9073" y="314"/>
                    <a:pt x="9064" y="314"/>
                  </a:cubicBezTo>
                  <a:close/>
                  <a:moveTo>
                    <a:pt x="11079" y="1276"/>
                  </a:moveTo>
                  <a:cubicBezTo>
                    <a:pt x="11052" y="1276"/>
                    <a:pt x="11024" y="1291"/>
                    <a:pt x="11003" y="1318"/>
                  </a:cubicBezTo>
                  <a:cubicBezTo>
                    <a:pt x="10982" y="1364"/>
                    <a:pt x="10992" y="1418"/>
                    <a:pt x="11025" y="1442"/>
                  </a:cubicBezTo>
                  <a:cubicBezTo>
                    <a:pt x="11273" y="1610"/>
                    <a:pt x="11511" y="1791"/>
                    <a:pt x="11735" y="1993"/>
                  </a:cubicBezTo>
                  <a:cubicBezTo>
                    <a:pt x="11749" y="2007"/>
                    <a:pt x="11766" y="2013"/>
                    <a:pt x="11785" y="2013"/>
                  </a:cubicBezTo>
                  <a:cubicBezTo>
                    <a:pt x="11811" y="2013"/>
                    <a:pt x="11839" y="2001"/>
                    <a:pt x="11859" y="1982"/>
                  </a:cubicBezTo>
                  <a:cubicBezTo>
                    <a:pt x="11892" y="1947"/>
                    <a:pt x="11892" y="1890"/>
                    <a:pt x="11848" y="1858"/>
                  </a:cubicBezTo>
                  <a:cubicBezTo>
                    <a:pt x="11622" y="1656"/>
                    <a:pt x="11387" y="1464"/>
                    <a:pt x="11127" y="1296"/>
                  </a:cubicBezTo>
                  <a:cubicBezTo>
                    <a:pt x="11113" y="1282"/>
                    <a:pt x="11096" y="1276"/>
                    <a:pt x="11079" y="1276"/>
                  </a:cubicBezTo>
                  <a:close/>
                  <a:moveTo>
                    <a:pt x="12715" y="2811"/>
                  </a:moveTo>
                  <a:cubicBezTo>
                    <a:pt x="12696" y="2811"/>
                    <a:pt x="12676" y="2816"/>
                    <a:pt x="12658" y="2825"/>
                  </a:cubicBezTo>
                  <a:cubicBezTo>
                    <a:pt x="12623" y="2860"/>
                    <a:pt x="12613" y="2916"/>
                    <a:pt x="12645" y="2960"/>
                  </a:cubicBezTo>
                  <a:cubicBezTo>
                    <a:pt x="12826" y="3186"/>
                    <a:pt x="12996" y="3432"/>
                    <a:pt x="13153" y="3691"/>
                  </a:cubicBezTo>
                  <a:cubicBezTo>
                    <a:pt x="13166" y="3714"/>
                    <a:pt x="13195" y="3731"/>
                    <a:pt x="13225" y="3731"/>
                  </a:cubicBezTo>
                  <a:cubicBezTo>
                    <a:pt x="13242" y="3731"/>
                    <a:pt x="13260" y="3726"/>
                    <a:pt x="13277" y="3713"/>
                  </a:cubicBezTo>
                  <a:cubicBezTo>
                    <a:pt x="13320" y="3691"/>
                    <a:pt x="13333" y="3635"/>
                    <a:pt x="13309" y="3591"/>
                  </a:cubicBezTo>
                  <a:cubicBezTo>
                    <a:pt x="13153" y="3332"/>
                    <a:pt x="12972" y="3084"/>
                    <a:pt x="12793" y="2849"/>
                  </a:cubicBezTo>
                  <a:cubicBezTo>
                    <a:pt x="12773" y="2822"/>
                    <a:pt x="12744" y="2811"/>
                    <a:pt x="12715" y="2811"/>
                  </a:cubicBezTo>
                  <a:close/>
                  <a:moveTo>
                    <a:pt x="13818" y="4763"/>
                  </a:moveTo>
                  <a:cubicBezTo>
                    <a:pt x="13806" y="4763"/>
                    <a:pt x="13793" y="4766"/>
                    <a:pt x="13782" y="4771"/>
                  </a:cubicBezTo>
                  <a:cubicBezTo>
                    <a:pt x="13738" y="4782"/>
                    <a:pt x="13714" y="4839"/>
                    <a:pt x="13725" y="4885"/>
                  </a:cubicBezTo>
                  <a:cubicBezTo>
                    <a:pt x="13828" y="5166"/>
                    <a:pt x="13917" y="5446"/>
                    <a:pt x="13984" y="5738"/>
                  </a:cubicBezTo>
                  <a:cubicBezTo>
                    <a:pt x="13993" y="5777"/>
                    <a:pt x="14036" y="5809"/>
                    <a:pt x="14077" y="5809"/>
                  </a:cubicBezTo>
                  <a:cubicBezTo>
                    <a:pt x="14084" y="5809"/>
                    <a:pt x="14091" y="5808"/>
                    <a:pt x="14098" y="5806"/>
                  </a:cubicBezTo>
                  <a:cubicBezTo>
                    <a:pt x="14143" y="5795"/>
                    <a:pt x="14176" y="5738"/>
                    <a:pt x="14165" y="5695"/>
                  </a:cubicBezTo>
                  <a:cubicBezTo>
                    <a:pt x="14098" y="5401"/>
                    <a:pt x="14008" y="5109"/>
                    <a:pt x="13895" y="4828"/>
                  </a:cubicBezTo>
                  <a:cubicBezTo>
                    <a:pt x="13887" y="4786"/>
                    <a:pt x="13854" y="4763"/>
                    <a:pt x="13818" y="4763"/>
                  </a:cubicBezTo>
                  <a:close/>
                  <a:moveTo>
                    <a:pt x="14265" y="6953"/>
                  </a:moveTo>
                  <a:cubicBezTo>
                    <a:pt x="14211" y="6967"/>
                    <a:pt x="14176" y="6999"/>
                    <a:pt x="14176" y="7056"/>
                  </a:cubicBezTo>
                  <a:cubicBezTo>
                    <a:pt x="14187" y="7180"/>
                    <a:pt x="14187" y="7304"/>
                    <a:pt x="14187" y="7426"/>
                  </a:cubicBezTo>
                  <a:lnTo>
                    <a:pt x="14187" y="7944"/>
                  </a:lnTo>
                  <a:cubicBezTo>
                    <a:pt x="14187" y="8001"/>
                    <a:pt x="14222" y="8033"/>
                    <a:pt x="14278" y="8033"/>
                  </a:cubicBezTo>
                  <a:cubicBezTo>
                    <a:pt x="14322" y="8033"/>
                    <a:pt x="14368" y="8001"/>
                    <a:pt x="14368" y="7944"/>
                  </a:cubicBezTo>
                  <a:lnTo>
                    <a:pt x="14368" y="7426"/>
                  </a:lnTo>
                  <a:cubicBezTo>
                    <a:pt x="14368" y="7291"/>
                    <a:pt x="14368" y="7169"/>
                    <a:pt x="14357" y="7045"/>
                  </a:cubicBezTo>
                  <a:cubicBezTo>
                    <a:pt x="14357" y="6999"/>
                    <a:pt x="14311" y="6953"/>
                    <a:pt x="14265" y="6953"/>
                  </a:cubicBezTo>
                  <a:close/>
                  <a:moveTo>
                    <a:pt x="14278" y="9205"/>
                  </a:moveTo>
                  <a:cubicBezTo>
                    <a:pt x="14222" y="9205"/>
                    <a:pt x="14187" y="9248"/>
                    <a:pt x="14187" y="9294"/>
                  </a:cubicBezTo>
                  <a:lnTo>
                    <a:pt x="14187" y="10193"/>
                  </a:lnTo>
                  <a:cubicBezTo>
                    <a:pt x="14187" y="10250"/>
                    <a:pt x="14222" y="10285"/>
                    <a:pt x="14278" y="10285"/>
                  </a:cubicBezTo>
                  <a:cubicBezTo>
                    <a:pt x="14322" y="10285"/>
                    <a:pt x="14368" y="10250"/>
                    <a:pt x="14368" y="10193"/>
                  </a:cubicBezTo>
                  <a:lnTo>
                    <a:pt x="14368" y="9294"/>
                  </a:lnTo>
                  <a:cubicBezTo>
                    <a:pt x="14368" y="9248"/>
                    <a:pt x="14322" y="9205"/>
                    <a:pt x="14278" y="9205"/>
                  </a:cubicBezTo>
                  <a:close/>
                  <a:moveTo>
                    <a:pt x="14278" y="11454"/>
                  </a:moveTo>
                  <a:cubicBezTo>
                    <a:pt x="14222" y="11454"/>
                    <a:pt x="14187" y="11500"/>
                    <a:pt x="14187" y="11543"/>
                  </a:cubicBezTo>
                  <a:lnTo>
                    <a:pt x="14187" y="12445"/>
                  </a:lnTo>
                  <a:cubicBezTo>
                    <a:pt x="14187" y="12502"/>
                    <a:pt x="14222" y="12534"/>
                    <a:pt x="14278" y="12534"/>
                  </a:cubicBezTo>
                  <a:cubicBezTo>
                    <a:pt x="14322" y="12534"/>
                    <a:pt x="14368" y="12502"/>
                    <a:pt x="14368" y="12445"/>
                  </a:cubicBezTo>
                  <a:lnTo>
                    <a:pt x="14368" y="11543"/>
                  </a:lnTo>
                  <a:cubicBezTo>
                    <a:pt x="14368" y="11500"/>
                    <a:pt x="14322" y="11454"/>
                    <a:pt x="14278" y="11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CUSTOM_1">
    <p:spTree>
      <p:nvGrpSpPr>
        <p:cNvPr id="1" name="Shape 149"/>
        <p:cNvGrpSpPr/>
        <p:nvPr/>
      </p:nvGrpSpPr>
      <p:grpSpPr>
        <a:xfrm>
          <a:off x="0" y="0"/>
          <a:ext cx="0" cy="0"/>
          <a:chOff x="0" y="0"/>
          <a:chExt cx="0" cy="0"/>
        </a:xfrm>
      </p:grpSpPr>
      <p:pic>
        <p:nvPicPr>
          <p:cNvPr id="150" name="Google Shape;150;p1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1" name="Google Shape;151;p14"/>
          <p:cNvSpPr txBox="1">
            <a:spLocks noGrp="1"/>
          </p:cNvSpPr>
          <p:nvPr>
            <p:ph type="subTitle" idx="1"/>
          </p:nvPr>
        </p:nvSpPr>
        <p:spPr>
          <a:xfrm>
            <a:off x="5623050" y="1631500"/>
            <a:ext cx="2590200" cy="1179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a:endParaRPr/>
          </a:p>
        </p:txBody>
      </p:sp>
      <p:sp>
        <p:nvSpPr>
          <p:cNvPr id="152" name="Google Shape;152;p14"/>
          <p:cNvSpPr txBox="1">
            <a:spLocks noGrp="1"/>
          </p:cNvSpPr>
          <p:nvPr>
            <p:ph type="title"/>
          </p:nvPr>
        </p:nvSpPr>
        <p:spPr>
          <a:xfrm>
            <a:off x="5623050" y="535000"/>
            <a:ext cx="2590200" cy="1012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Lexend"/>
              <a:buNone/>
              <a:defRPr>
                <a:latin typeface="Lexend"/>
                <a:ea typeface="Lexend"/>
                <a:cs typeface="Lexend"/>
                <a:sym typeface="Lexen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53" name="Google Shape;153;p14"/>
          <p:cNvSpPr>
            <a:spLocks noGrp="1"/>
          </p:cNvSpPr>
          <p:nvPr>
            <p:ph type="pic" idx="2"/>
          </p:nvPr>
        </p:nvSpPr>
        <p:spPr>
          <a:xfrm>
            <a:off x="-6100" y="0"/>
            <a:ext cx="2997000" cy="3561900"/>
          </a:xfrm>
          <a:prstGeom prst="rect">
            <a:avLst/>
          </a:prstGeom>
          <a:noFill/>
          <a:ln>
            <a:noFill/>
          </a:ln>
        </p:spPr>
      </p:sp>
      <p:sp>
        <p:nvSpPr>
          <p:cNvPr id="154" name="Google Shape;154;p14"/>
          <p:cNvSpPr>
            <a:spLocks noGrp="1"/>
          </p:cNvSpPr>
          <p:nvPr>
            <p:ph type="pic" idx="3"/>
          </p:nvPr>
        </p:nvSpPr>
        <p:spPr>
          <a:xfrm>
            <a:off x="3219600" y="3056153"/>
            <a:ext cx="5209200" cy="2104200"/>
          </a:xfrm>
          <a:prstGeom prst="rect">
            <a:avLst/>
          </a:prstGeom>
          <a:noFill/>
          <a:ln>
            <a:noFill/>
          </a:ln>
        </p:spPr>
      </p:sp>
      <p:sp>
        <p:nvSpPr>
          <p:cNvPr id="155" name="Google Shape;155;p14"/>
          <p:cNvSpPr>
            <a:spLocks noGrp="1"/>
          </p:cNvSpPr>
          <p:nvPr>
            <p:ph type="pic" idx="4"/>
          </p:nvPr>
        </p:nvSpPr>
        <p:spPr>
          <a:xfrm>
            <a:off x="3219600" y="-3200"/>
            <a:ext cx="2069100" cy="2810700"/>
          </a:xfrm>
          <a:prstGeom prst="rect">
            <a:avLst/>
          </a:prstGeom>
          <a:noFill/>
          <a:ln>
            <a:noFill/>
          </a:ln>
        </p:spPr>
      </p:sp>
      <p:sp>
        <p:nvSpPr>
          <p:cNvPr id="156" name="Google Shape;156;p14"/>
          <p:cNvSpPr>
            <a:spLocks noGrp="1"/>
          </p:cNvSpPr>
          <p:nvPr>
            <p:ph type="pic" idx="5"/>
          </p:nvPr>
        </p:nvSpPr>
        <p:spPr>
          <a:xfrm>
            <a:off x="-6100" y="3810478"/>
            <a:ext cx="2997000" cy="1350000"/>
          </a:xfrm>
          <a:prstGeom prst="rect">
            <a:avLst/>
          </a:prstGeom>
          <a:noFill/>
          <a:ln>
            <a:noFill/>
          </a:ln>
        </p:spPr>
      </p:sp>
      <p:sp>
        <p:nvSpPr>
          <p:cNvPr id="157" name="Google Shape;157;p14"/>
          <p:cNvSpPr/>
          <p:nvPr/>
        </p:nvSpPr>
        <p:spPr>
          <a:xfrm rot="10800000">
            <a:off x="8410825" y="-1410487"/>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1">
  <p:cSld name="CUSTOM_5">
    <p:spTree>
      <p:nvGrpSpPr>
        <p:cNvPr id="1" name="Shape 158"/>
        <p:cNvGrpSpPr/>
        <p:nvPr/>
      </p:nvGrpSpPr>
      <p:grpSpPr>
        <a:xfrm>
          <a:off x="0" y="0"/>
          <a:ext cx="0" cy="0"/>
          <a:chOff x="0" y="0"/>
          <a:chExt cx="0" cy="0"/>
        </a:xfrm>
      </p:grpSpPr>
      <p:pic>
        <p:nvPicPr>
          <p:cNvPr id="159" name="Google Shape;159;p1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0" name="Google Shape;160;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Lexend"/>
              <a:buNone/>
              <a:defRPr>
                <a:latin typeface="Lexend"/>
                <a:ea typeface="Lexend"/>
                <a:cs typeface="Lexend"/>
                <a:sym typeface="Lexen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61" name="Google Shape;161;p15"/>
          <p:cNvSpPr txBox="1">
            <a:spLocks noGrp="1"/>
          </p:cNvSpPr>
          <p:nvPr>
            <p:ph type="subTitle" idx="1"/>
          </p:nvPr>
        </p:nvSpPr>
        <p:spPr>
          <a:xfrm>
            <a:off x="715125" y="1161900"/>
            <a:ext cx="1988700" cy="264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Char char="●"/>
              <a:defRPr/>
            </a:lvl1pPr>
            <a:lvl2pPr lvl="1" algn="ctr" rtl="0">
              <a:lnSpc>
                <a:spcPct val="100000"/>
              </a:lnSpc>
              <a:spcBef>
                <a:spcPts val="1000"/>
              </a:spcBef>
              <a:spcAft>
                <a:spcPts val="0"/>
              </a:spcAft>
              <a:buSzPts val="1200"/>
              <a:buChar char="○"/>
              <a:defRPr/>
            </a:lvl2pPr>
            <a:lvl3pPr lvl="2" algn="ctr" rtl="0">
              <a:lnSpc>
                <a:spcPct val="100000"/>
              </a:lnSpc>
              <a:spcBef>
                <a:spcPts val="0"/>
              </a:spcBef>
              <a:spcAft>
                <a:spcPts val="0"/>
              </a:spcAft>
              <a:buSzPts val="1200"/>
              <a:buChar char="■"/>
              <a:defRPr/>
            </a:lvl3pPr>
            <a:lvl4pPr lvl="3" algn="ctr" rtl="0">
              <a:lnSpc>
                <a:spcPct val="100000"/>
              </a:lnSpc>
              <a:spcBef>
                <a:spcPts val="0"/>
              </a:spcBef>
              <a:spcAft>
                <a:spcPts val="0"/>
              </a:spcAft>
              <a:buSzPts val="1200"/>
              <a:buChar char="●"/>
              <a:defRPr/>
            </a:lvl4pPr>
            <a:lvl5pPr lvl="4" algn="ctr" rtl="0">
              <a:lnSpc>
                <a:spcPct val="100000"/>
              </a:lnSpc>
              <a:spcBef>
                <a:spcPts val="0"/>
              </a:spcBef>
              <a:spcAft>
                <a:spcPts val="0"/>
              </a:spcAft>
              <a:buSzPts val="1200"/>
              <a:buChar char="○"/>
              <a:defRPr/>
            </a:lvl5pPr>
            <a:lvl6pPr lvl="5" algn="ctr" rtl="0">
              <a:lnSpc>
                <a:spcPct val="100000"/>
              </a:lnSpc>
              <a:spcBef>
                <a:spcPts val="0"/>
              </a:spcBef>
              <a:spcAft>
                <a:spcPts val="0"/>
              </a:spcAft>
              <a:buSzPts val="1200"/>
              <a:buChar char="■"/>
              <a:defRPr/>
            </a:lvl6pPr>
            <a:lvl7pPr lvl="6" algn="ctr" rtl="0">
              <a:lnSpc>
                <a:spcPct val="100000"/>
              </a:lnSpc>
              <a:spcBef>
                <a:spcPts val="0"/>
              </a:spcBef>
              <a:spcAft>
                <a:spcPts val="0"/>
              </a:spcAft>
              <a:buSzPts val="1200"/>
              <a:buChar char="●"/>
              <a:defRPr/>
            </a:lvl7pPr>
            <a:lvl8pPr lvl="7" algn="ctr" rtl="0">
              <a:lnSpc>
                <a:spcPct val="100000"/>
              </a:lnSpc>
              <a:spcBef>
                <a:spcPts val="0"/>
              </a:spcBef>
              <a:spcAft>
                <a:spcPts val="0"/>
              </a:spcAft>
              <a:buSzPts val="1200"/>
              <a:buChar char="○"/>
              <a:defRPr/>
            </a:lvl8pPr>
            <a:lvl9pPr lvl="8" algn="ctr" rtl="0">
              <a:lnSpc>
                <a:spcPct val="100000"/>
              </a:lnSpc>
              <a:spcBef>
                <a:spcPts val="0"/>
              </a:spcBef>
              <a:spcAft>
                <a:spcPts val="0"/>
              </a:spcAft>
              <a:buSzPts val="1200"/>
              <a:buChar char="■"/>
              <a:defRPr/>
            </a:lvl9pPr>
          </a:lstStyle>
          <a:p>
            <a:endParaRPr/>
          </a:p>
        </p:txBody>
      </p:sp>
      <p:grpSp>
        <p:nvGrpSpPr>
          <p:cNvPr id="162" name="Google Shape;162;p15"/>
          <p:cNvGrpSpPr/>
          <p:nvPr/>
        </p:nvGrpSpPr>
        <p:grpSpPr>
          <a:xfrm>
            <a:off x="-656012" y="-993416"/>
            <a:ext cx="10676126" cy="8074401"/>
            <a:chOff x="-656013" y="-993416"/>
            <a:chExt cx="10676126" cy="8074401"/>
          </a:xfrm>
        </p:grpSpPr>
        <p:sp>
          <p:nvSpPr>
            <p:cNvPr id="163" name="Google Shape;163;p15"/>
            <p:cNvSpPr/>
            <p:nvPr/>
          </p:nvSpPr>
          <p:spPr>
            <a:xfrm rot="-5400000" flipH="1">
              <a:off x="7740888" y="-1896625"/>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15"/>
            <p:cNvSpPr/>
            <p:nvPr/>
          </p:nvSpPr>
          <p:spPr>
            <a:xfrm flipH="1">
              <a:off x="-656013" y="3898550"/>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 name="Google Shape;165;p15"/>
          <p:cNvGrpSpPr/>
          <p:nvPr/>
        </p:nvGrpSpPr>
        <p:grpSpPr>
          <a:xfrm>
            <a:off x="139254" y="217754"/>
            <a:ext cx="8863952" cy="4001924"/>
            <a:chOff x="139254" y="217754"/>
            <a:chExt cx="8863952" cy="4001924"/>
          </a:xfrm>
        </p:grpSpPr>
        <p:pic>
          <p:nvPicPr>
            <p:cNvPr id="166" name="Google Shape;166;p15"/>
            <p:cNvPicPr preferRelativeResize="0"/>
            <p:nvPr/>
          </p:nvPicPr>
          <p:blipFill>
            <a:blip r:embed="rId3">
              <a:alphaModFix/>
            </a:blip>
            <a:stretch>
              <a:fillRect/>
            </a:stretch>
          </p:blipFill>
          <p:spPr>
            <a:xfrm>
              <a:off x="8574888" y="217754"/>
              <a:ext cx="428318" cy="428330"/>
            </a:xfrm>
            <a:prstGeom prst="rect">
              <a:avLst/>
            </a:prstGeom>
            <a:noFill/>
            <a:ln>
              <a:noFill/>
            </a:ln>
          </p:spPr>
        </p:pic>
        <p:pic>
          <p:nvPicPr>
            <p:cNvPr id="167" name="Google Shape;167;p15"/>
            <p:cNvPicPr preferRelativeResize="0"/>
            <p:nvPr/>
          </p:nvPicPr>
          <p:blipFill>
            <a:blip r:embed="rId4">
              <a:alphaModFix/>
            </a:blip>
            <a:stretch>
              <a:fillRect/>
            </a:stretch>
          </p:blipFill>
          <p:spPr>
            <a:xfrm>
              <a:off x="139254" y="3805468"/>
              <a:ext cx="414235" cy="414210"/>
            </a:xfrm>
            <a:prstGeom prst="rect">
              <a:avLst/>
            </a:prstGeom>
            <a:noFill/>
            <a:ln>
              <a:noFill/>
            </a:ln>
          </p:spPr>
        </p:pic>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Diseño personalizado 1">
  <p:cSld name="CUSTOM_6">
    <p:spTree>
      <p:nvGrpSpPr>
        <p:cNvPr id="1" name="Shape 168"/>
        <p:cNvGrpSpPr/>
        <p:nvPr/>
      </p:nvGrpSpPr>
      <p:grpSpPr>
        <a:xfrm>
          <a:off x="0" y="0"/>
          <a:ext cx="0" cy="0"/>
          <a:chOff x="0" y="0"/>
          <a:chExt cx="0" cy="0"/>
        </a:xfrm>
      </p:grpSpPr>
      <p:pic>
        <p:nvPicPr>
          <p:cNvPr id="169" name="Google Shape;169;p1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0" name="Google Shape;170;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Lexend SemiBold"/>
              <a:buNone/>
              <a:defRPr b="0">
                <a:latin typeface="Lexend SemiBold"/>
                <a:ea typeface="Lexend SemiBold"/>
                <a:cs typeface="Lexend SemiBold"/>
                <a:sym typeface="Lexend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1" name="Google Shape;171;p16"/>
          <p:cNvSpPr txBox="1">
            <a:spLocks noGrp="1"/>
          </p:cNvSpPr>
          <p:nvPr>
            <p:ph type="subTitle" idx="1"/>
          </p:nvPr>
        </p:nvSpPr>
        <p:spPr>
          <a:xfrm>
            <a:off x="715125" y="1162025"/>
            <a:ext cx="3645000" cy="3262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Char char="●"/>
              <a:defRPr/>
            </a:lvl1pPr>
            <a:lvl2pPr lvl="1" algn="ctr" rtl="0">
              <a:lnSpc>
                <a:spcPct val="100000"/>
              </a:lnSpc>
              <a:spcBef>
                <a:spcPts val="0"/>
              </a:spcBef>
              <a:spcAft>
                <a:spcPts val="0"/>
              </a:spcAft>
              <a:buSzPts val="1200"/>
              <a:buChar char="○"/>
              <a:defRPr/>
            </a:lvl2pPr>
            <a:lvl3pPr lvl="2" algn="ctr" rtl="0">
              <a:lnSpc>
                <a:spcPct val="100000"/>
              </a:lnSpc>
              <a:spcBef>
                <a:spcPts val="0"/>
              </a:spcBef>
              <a:spcAft>
                <a:spcPts val="0"/>
              </a:spcAft>
              <a:buSzPts val="1200"/>
              <a:buChar char="■"/>
              <a:defRPr/>
            </a:lvl3pPr>
            <a:lvl4pPr lvl="3" algn="ctr" rtl="0">
              <a:lnSpc>
                <a:spcPct val="100000"/>
              </a:lnSpc>
              <a:spcBef>
                <a:spcPts val="0"/>
              </a:spcBef>
              <a:spcAft>
                <a:spcPts val="0"/>
              </a:spcAft>
              <a:buSzPts val="1200"/>
              <a:buChar char="●"/>
              <a:defRPr/>
            </a:lvl4pPr>
            <a:lvl5pPr lvl="4" algn="ctr" rtl="0">
              <a:lnSpc>
                <a:spcPct val="100000"/>
              </a:lnSpc>
              <a:spcBef>
                <a:spcPts val="0"/>
              </a:spcBef>
              <a:spcAft>
                <a:spcPts val="0"/>
              </a:spcAft>
              <a:buSzPts val="1200"/>
              <a:buChar char="○"/>
              <a:defRPr/>
            </a:lvl5pPr>
            <a:lvl6pPr lvl="5" algn="ctr" rtl="0">
              <a:lnSpc>
                <a:spcPct val="100000"/>
              </a:lnSpc>
              <a:spcBef>
                <a:spcPts val="0"/>
              </a:spcBef>
              <a:spcAft>
                <a:spcPts val="0"/>
              </a:spcAft>
              <a:buSzPts val="1200"/>
              <a:buChar char="■"/>
              <a:defRPr/>
            </a:lvl6pPr>
            <a:lvl7pPr lvl="6" algn="ctr" rtl="0">
              <a:lnSpc>
                <a:spcPct val="100000"/>
              </a:lnSpc>
              <a:spcBef>
                <a:spcPts val="0"/>
              </a:spcBef>
              <a:spcAft>
                <a:spcPts val="0"/>
              </a:spcAft>
              <a:buSzPts val="1200"/>
              <a:buChar char="●"/>
              <a:defRPr/>
            </a:lvl7pPr>
            <a:lvl8pPr lvl="7" algn="ctr" rtl="0">
              <a:lnSpc>
                <a:spcPct val="100000"/>
              </a:lnSpc>
              <a:spcBef>
                <a:spcPts val="0"/>
              </a:spcBef>
              <a:spcAft>
                <a:spcPts val="0"/>
              </a:spcAft>
              <a:buSzPts val="1200"/>
              <a:buChar char="○"/>
              <a:defRPr/>
            </a:lvl8pPr>
            <a:lvl9pPr lvl="8" algn="ctr" rtl="0">
              <a:lnSpc>
                <a:spcPct val="100000"/>
              </a:lnSpc>
              <a:spcBef>
                <a:spcPts val="0"/>
              </a:spcBef>
              <a:spcAft>
                <a:spcPts val="0"/>
              </a:spcAft>
              <a:buSzPts val="1200"/>
              <a:buChar char="■"/>
              <a:defRPr/>
            </a:lvl9pPr>
          </a:lstStyle>
          <a:p>
            <a:endParaRPr/>
          </a:p>
        </p:txBody>
      </p:sp>
      <p:sp>
        <p:nvSpPr>
          <p:cNvPr id="172" name="Google Shape;172;p16"/>
          <p:cNvSpPr txBox="1">
            <a:spLocks noGrp="1"/>
          </p:cNvSpPr>
          <p:nvPr>
            <p:ph type="subTitle" idx="2"/>
          </p:nvPr>
        </p:nvSpPr>
        <p:spPr>
          <a:xfrm>
            <a:off x="4511145" y="1162025"/>
            <a:ext cx="3645000" cy="3262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Char char="●"/>
              <a:defRPr/>
            </a:lvl1pPr>
            <a:lvl2pPr lvl="1" algn="ctr" rtl="0">
              <a:lnSpc>
                <a:spcPct val="100000"/>
              </a:lnSpc>
              <a:spcBef>
                <a:spcPts val="0"/>
              </a:spcBef>
              <a:spcAft>
                <a:spcPts val="0"/>
              </a:spcAft>
              <a:buSzPts val="1200"/>
              <a:buChar char="○"/>
              <a:defRPr/>
            </a:lvl2pPr>
            <a:lvl3pPr lvl="2" algn="ctr" rtl="0">
              <a:lnSpc>
                <a:spcPct val="100000"/>
              </a:lnSpc>
              <a:spcBef>
                <a:spcPts val="0"/>
              </a:spcBef>
              <a:spcAft>
                <a:spcPts val="0"/>
              </a:spcAft>
              <a:buSzPts val="1200"/>
              <a:buChar char="■"/>
              <a:defRPr/>
            </a:lvl3pPr>
            <a:lvl4pPr lvl="3" algn="ctr" rtl="0">
              <a:lnSpc>
                <a:spcPct val="100000"/>
              </a:lnSpc>
              <a:spcBef>
                <a:spcPts val="0"/>
              </a:spcBef>
              <a:spcAft>
                <a:spcPts val="0"/>
              </a:spcAft>
              <a:buSzPts val="1200"/>
              <a:buChar char="●"/>
              <a:defRPr/>
            </a:lvl4pPr>
            <a:lvl5pPr lvl="4" algn="ctr" rtl="0">
              <a:lnSpc>
                <a:spcPct val="100000"/>
              </a:lnSpc>
              <a:spcBef>
                <a:spcPts val="0"/>
              </a:spcBef>
              <a:spcAft>
                <a:spcPts val="0"/>
              </a:spcAft>
              <a:buSzPts val="1200"/>
              <a:buChar char="○"/>
              <a:defRPr/>
            </a:lvl5pPr>
            <a:lvl6pPr lvl="5" algn="ctr" rtl="0">
              <a:lnSpc>
                <a:spcPct val="100000"/>
              </a:lnSpc>
              <a:spcBef>
                <a:spcPts val="0"/>
              </a:spcBef>
              <a:spcAft>
                <a:spcPts val="0"/>
              </a:spcAft>
              <a:buSzPts val="1200"/>
              <a:buChar char="■"/>
              <a:defRPr/>
            </a:lvl6pPr>
            <a:lvl7pPr lvl="6" algn="ctr" rtl="0">
              <a:lnSpc>
                <a:spcPct val="100000"/>
              </a:lnSpc>
              <a:spcBef>
                <a:spcPts val="0"/>
              </a:spcBef>
              <a:spcAft>
                <a:spcPts val="0"/>
              </a:spcAft>
              <a:buSzPts val="1200"/>
              <a:buChar char="●"/>
              <a:defRPr/>
            </a:lvl7pPr>
            <a:lvl8pPr lvl="7" algn="ctr" rtl="0">
              <a:lnSpc>
                <a:spcPct val="100000"/>
              </a:lnSpc>
              <a:spcBef>
                <a:spcPts val="0"/>
              </a:spcBef>
              <a:spcAft>
                <a:spcPts val="0"/>
              </a:spcAft>
              <a:buSzPts val="1200"/>
              <a:buChar char="○"/>
              <a:defRPr/>
            </a:lvl8pPr>
            <a:lvl9pPr lvl="8" algn="ctr" rtl="0">
              <a:lnSpc>
                <a:spcPct val="100000"/>
              </a:lnSpc>
              <a:spcBef>
                <a:spcPts val="0"/>
              </a:spcBef>
              <a:spcAft>
                <a:spcPts val="0"/>
              </a:spcAft>
              <a:buSzPts val="1200"/>
              <a:buChar char="■"/>
              <a:defRPr/>
            </a:lvl9pPr>
          </a:lstStyle>
          <a:p>
            <a:endParaRPr/>
          </a:p>
        </p:txBody>
      </p:sp>
      <p:grpSp>
        <p:nvGrpSpPr>
          <p:cNvPr id="173" name="Google Shape;173;p16"/>
          <p:cNvGrpSpPr/>
          <p:nvPr/>
        </p:nvGrpSpPr>
        <p:grpSpPr>
          <a:xfrm>
            <a:off x="-1249784" y="-993416"/>
            <a:ext cx="10854218" cy="6208200"/>
            <a:chOff x="-1249784" y="-993416"/>
            <a:chExt cx="10854218" cy="6208200"/>
          </a:xfrm>
        </p:grpSpPr>
        <p:sp>
          <p:nvSpPr>
            <p:cNvPr id="174" name="Google Shape;174;p16"/>
            <p:cNvSpPr/>
            <p:nvPr/>
          </p:nvSpPr>
          <p:spPr>
            <a:xfrm rot="-5400000">
              <a:off x="8332325" y="3942676"/>
              <a:ext cx="1358782" cy="1185435"/>
            </a:xfrm>
            <a:custGeom>
              <a:avLst/>
              <a:gdLst/>
              <a:ahLst/>
              <a:cxnLst/>
              <a:rect l="l" t="t" r="r" b="b"/>
              <a:pathLst>
                <a:path w="14368" h="12535" extrusionOk="0">
                  <a:moveTo>
                    <a:pt x="89" y="0"/>
                  </a:moveTo>
                  <a:cubicBezTo>
                    <a:pt x="46" y="0"/>
                    <a:pt x="0" y="46"/>
                    <a:pt x="0" y="92"/>
                  </a:cubicBezTo>
                  <a:cubicBezTo>
                    <a:pt x="0" y="135"/>
                    <a:pt x="46" y="181"/>
                    <a:pt x="89" y="181"/>
                  </a:cubicBezTo>
                  <a:lnTo>
                    <a:pt x="991" y="181"/>
                  </a:lnTo>
                  <a:cubicBezTo>
                    <a:pt x="1034" y="181"/>
                    <a:pt x="1080" y="135"/>
                    <a:pt x="1080" y="92"/>
                  </a:cubicBezTo>
                  <a:cubicBezTo>
                    <a:pt x="1080" y="46"/>
                    <a:pt x="1034" y="0"/>
                    <a:pt x="991" y="0"/>
                  </a:cubicBezTo>
                  <a:close/>
                  <a:moveTo>
                    <a:pt x="2341" y="0"/>
                  </a:moveTo>
                  <a:cubicBezTo>
                    <a:pt x="2295" y="0"/>
                    <a:pt x="2249" y="46"/>
                    <a:pt x="2249" y="92"/>
                  </a:cubicBezTo>
                  <a:cubicBezTo>
                    <a:pt x="2249" y="135"/>
                    <a:pt x="2295" y="181"/>
                    <a:pt x="2341" y="181"/>
                  </a:cubicBezTo>
                  <a:lnTo>
                    <a:pt x="3240" y="181"/>
                  </a:lnTo>
                  <a:cubicBezTo>
                    <a:pt x="3286" y="181"/>
                    <a:pt x="3330" y="135"/>
                    <a:pt x="3330" y="92"/>
                  </a:cubicBezTo>
                  <a:cubicBezTo>
                    <a:pt x="3330" y="46"/>
                    <a:pt x="3286" y="0"/>
                    <a:pt x="3240" y="0"/>
                  </a:cubicBezTo>
                  <a:close/>
                  <a:moveTo>
                    <a:pt x="4590" y="0"/>
                  </a:moveTo>
                  <a:cubicBezTo>
                    <a:pt x="4545" y="0"/>
                    <a:pt x="4501" y="46"/>
                    <a:pt x="4501" y="92"/>
                  </a:cubicBezTo>
                  <a:cubicBezTo>
                    <a:pt x="4501" y="135"/>
                    <a:pt x="4545" y="181"/>
                    <a:pt x="4590" y="181"/>
                  </a:cubicBezTo>
                  <a:lnTo>
                    <a:pt x="5490" y="181"/>
                  </a:lnTo>
                  <a:cubicBezTo>
                    <a:pt x="5536" y="181"/>
                    <a:pt x="5581" y="135"/>
                    <a:pt x="5581" y="92"/>
                  </a:cubicBezTo>
                  <a:cubicBezTo>
                    <a:pt x="5581" y="46"/>
                    <a:pt x="5536" y="0"/>
                    <a:pt x="5490" y="0"/>
                  </a:cubicBezTo>
                  <a:close/>
                  <a:moveTo>
                    <a:pt x="6840" y="0"/>
                  </a:moveTo>
                  <a:cubicBezTo>
                    <a:pt x="6796" y="0"/>
                    <a:pt x="6751" y="46"/>
                    <a:pt x="6751" y="92"/>
                  </a:cubicBezTo>
                  <a:cubicBezTo>
                    <a:pt x="6751" y="135"/>
                    <a:pt x="6796" y="181"/>
                    <a:pt x="6840" y="181"/>
                  </a:cubicBezTo>
                  <a:lnTo>
                    <a:pt x="6942" y="181"/>
                  </a:lnTo>
                  <a:cubicBezTo>
                    <a:pt x="7212" y="181"/>
                    <a:pt x="7472" y="192"/>
                    <a:pt x="7731" y="227"/>
                  </a:cubicBezTo>
                  <a:cubicBezTo>
                    <a:pt x="7774" y="227"/>
                    <a:pt x="7820" y="192"/>
                    <a:pt x="7831" y="149"/>
                  </a:cubicBezTo>
                  <a:cubicBezTo>
                    <a:pt x="7831" y="92"/>
                    <a:pt x="7798" y="46"/>
                    <a:pt x="7752" y="46"/>
                  </a:cubicBezTo>
                  <a:cubicBezTo>
                    <a:pt x="7482" y="14"/>
                    <a:pt x="7212" y="0"/>
                    <a:pt x="6942" y="0"/>
                  </a:cubicBezTo>
                  <a:close/>
                  <a:moveTo>
                    <a:pt x="9064" y="314"/>
                  </a:moveTo>
                  <a:cubicBezTo>
                    <a:pt x="9020" y="314"/>
                    <a:pt x="8987" y="335"/>
                    <a:pt x="8978" y="373"/>
                  </a:cubicBezTo>
                  <a:cubicBezTo>
                    <a:pt x="8957" y="419"/>
                    <a:pt x="8989" y="473"/>
                    <a:pt x="9035" y="486"/>
                  </a:cubicBezTo>
                  <a:cubicBezTo>
                    <a:pt x="9316" y="575"/>
                    <a:pt x="9596" y="675"/>
                    <a:pt x="9867" y="800"/>
                  </a:cubicBezTo>
                  <a:cubicBezTo>
                    <a:pt x="9877" y="802"/>
                    <a:pt x="9887" y="803"/>
                    <a:pt x="9898" y="803"/>
                  </a:cubicBezTo>
                  <a:cubicBezTo>
                    <a:pt x="9936" y="803"/>
                    <a:pt x="9974" y="787"/>
                    <a:pt x="9991" y="743"/>
                  </a:cubicBezTo>
                  <a:cubicBezTo>
                    <a:pt x="10002" y="700"/>
                    <a:pt x="9991" y="654"/>
                    <a:pt x="9945" y="632"/>
                  </a:cubicBezTo>
                  <a:cubicBezTo>
                    <a:pt x="9664" y="508"/>
                    <a:pt x="9383" y="405"/>
                    <a:pt x="9092" y="316"/>
                  </a:cubicBezTo>
                  <a:cubicBezTo>
                    <a:pt x="9082" y="314"/>
                    <a:pt x="9073" y="314"/>
                    <a:pt x="9064" y="314"/>
                  </a:cubicBezTo>
                  <a:close/>
                  <a:moveTo>
                    <a:pt x="11079" y="1276"/>
                  </a:moveTo>
                  <a:cubicBezTo>
                    <a:pt x="11052" y="1276"/>
                    <a:pt x="11024" y="1291"/>
                    <a:pt x="11003" y="1318"/>
                  </a:cubicBezTo>
                  <a:cubicBezTo>
                    <a:pt x="10982" y="1364"/>
                    <a:pt x="10992" y="1418"/>
                    <a:pt x="11025" y="1442"/>
                  </a:cubicBezTo>
                  <a:cubicBezTo>
                    <a:pt x="11273" y="1610"/>
                    <a:pt x="11511" y="1791"/>
                    <a:pt x="11735" y="1993"/>
                  </a:cubicBezTo>
                  <a:cubicBezTo>
                    <a:pt x="11749" y="2007"/>
                    <a:pt x="11766" y="2013"/>
                    <a:pt x="11785" y="2013"/>
                  </a:cubicBezTo>
                  <a:cubicBezTo>
                    <a:pt x="11811" y="2013"/>
                    <a:pt x="11839" y="2001"/>
                    <a:pt x="11859" y="1982"/>
                  </a:cubicBezTo>
                  <a:cubicBezTo>
                    <a:pt x="11892" y="1947"/>
                    <a:pt x="11892" y="1890"/>
                    <a:pt x="11848" y="1858"/>
                  </a:cubicBezTo>
                  <a:cubicBezTo>
                    <a:pt x="11622" y="1656"/>
                    <a:pt x="11387" y="1464"/>
                    <a:pt x="11127" y="1296"/>
                  </a:cubicBezTo>
                  <a:cubicBezTo>
                    <a:pt x="11113" y="1282"/>
                    <a:pt x="11096" y="1276"/>
                    <a:pt x="11079" y="1276"/>
                  </a:cubicBezTo>
                  <a:close/>
                  <a:moveTo>
                    <a:pt x="12715" y="2811"/>
                  </a:moveTo>
                  <a:cubicBezTo>
                    <a:pt x="12696" y="2811"/>
                    <a:pt x="12676" y="2816"/>
                    <a:pt x="12658" y="2825"/>
                  </a:cubicBezTo>
                  <a:cubicBezTo>
                    <a:pt x="12623" y="2860"/>
                    <a:pt x="12613" y="2916"/>
                    <a:pt x="12645" y="2960"/>
                  </a:cubicBezTo>
                  <a:cubicBezTo>
                    <a:pt x="12826" y="3186"/>
                    <a:pt x="12996" y="3432"/>
                    <a:pt x="13153" y="3691"/>
                  </a:cubicBezTo>
                  <a:cubicBezTo>
                    <a:pt x="13166" y="3714"/>
                    <a:pt x="13195" y="3731"/>
                    <a:pt x="13225" y="3731"/>
                  </a:cubicBezTo>
                  <a:cubicBezTo>
                    <a:pt x="13242" y="3731"/>
                    <a:pt x="13260" y="3726"/>
                    <a:pt x="13277" y="3713"/>
                  </a:cubicBezTo>
                  <a:cubicBezTo>
                    <a:pt x="13320" y="3691"/>
                    <a:pt x="13333" y="3635"/>
                    <a:pt x="13309" y="3591"/>
                  </a:cubicBezTo>
                  <a:cubicBezTo>
                    <a:pt x="13153" y="3332"/>
                    <a:pt x="12972" y="3084"/>
                    <a:pt x="12793" y="2849"/>
                  </a:cubicBezTo>
                  <a:cubicBezTo>
                    <a:pt x="12773" y="2822"/>
                    <a:pt x="12744" y="2811"/>
                    <a:pt x="12715" y="2811"/>
                  </a:cubicBezTo>
                  <a:close/>
                  <a:moveTo>
                    <a:pt x="13818" y="4763"/>
                  </a:moveTo>
                  <a:cubicBezTo>
                    <a:pt x="13806" y="4763"/>
                    <a:pt x="13793" y="4766"/>
                    <a:pt x="13782" y="4771"/>
                  </a:cubicBezTo>
                  <a:cubicBezTo>
                    <a:pt x="13738" y="4782"/>
                    <a:pt x="13714" y="4839"/>
                    <a:pt x="13725" y="4885"/>
                  </a:cubicBezTo>
                  <a:cubicBezTo>
                    <a:pt x="13828" y="5166"/>
                    <a:pt x="13917" y="5446"/>
                    <a:pt x="13984" y="5738"/>
                  </a:cubicBezTo>
                  <a:cubicBezTo>
                    <a:pt x="13993" y="5777"/>
                    <a:pt x="14036" y="5809"/>
                    <a:pt x="14077" y="5809"/>
                  </a:cubicBezTo>
                  <a:cubicBezTo>
                    <a:pt x="14084" y="5809"/>
                    <a:pt x="14091" y="5808"/>
                    <a:pt x="14098" y="5806"/>
                  </a:cubicBezTo>
                  <a:cubicBezTo>
                    <a:pt x="14143" y="5795"/>
                    <a:pt x="14176" y="5738"/>
                    <a:pt x="14165" y="5695"/>
                  </a:cubicBezTo>
                  <a:cubicBezTo>
                    <a:pt x="14098" y="5401"/>
                    <a:pt x="14008" y="5109"/>
                    <a:pt x="13895" y="4828"/>
                  </a:cubicBezTo>
                  <a:cubicBezTo>
                    <a:pt x="13887" y="4786"/>
                    <a:pt x="13854" y="4763"/>
                    <a:pt x="13818" y="4763"/>
                  </a:cubicBezTo>
                  <a:close/>
                  <a:moveTo>
                    <a:pt x="14265" y="6953"/>
                  </a:moveTo>
                  <a:cubicBezTo>
                    <a:pt x="14211" y="6967"/>
                    <a:pt x="14176" y="6999"/>
                    <a:pt x="14176" y="7056"/>
                  </a:cubicBezTo>
                  <a:cubicBezTo>
                    <a:pt x="14187" y="7180"/>
                    <a:pt x="14187" y="7304"/>
                    <a:pt x="14187" y="7426"/>
                  </a:cubicBezTo>
                  <a:lnTo>
                    <a:pt x="14187" y="7944"/>
                  </a:lnTo>
                  <a:cubicBezTo>
                    <a:pt x="14187" y="8001"/>
                    <a:pt x="14222" y="8033"/>
                    <a:pt x="14278" y="8033"/>
                  </a:cubicBezTo>
                  <a:cubicBezTo>
                    <a:pt x="14322" y="8033"/>
                    <a:pt x="14368" y="8001"/>
                    <a:pt x="14368" y="7944"/>
                  </a:cubicBezTo>
                  <a:lnTo>
                    <a:pt x="14368" y="7426"/>
                  </a:lnTo>
                  <a:cubicBezTo>
                    <a:pt x="14368" y="7291"/>
                    <a:pt x="14368" y="7169"/>
                    <a:pt x="14357" y="7045"/>
                  </a:cubicBezTo>
                  <a:cubicBezTo>
                    <a:pt x="14357" y="6999"/>
                    <a:pt x="14311" y="6953"/>
                    <a:pt x="14265" y="6953"/>
                  </a:cubicBezTo>
                  <a:close/>
                  <a:moveTo>
                    <a:pt x="14278" y="9205"/>
                  </a:moveTo>
                  <a:cubicBezTo>
                    <a:pt x="14222" y="9205"/>
                    <a:pt x="14187" y="9248"/>
                    <a:pt x="14187" y="9294"/>
                  </a:cubicBezTo>
                  <a:lnTo>
                    <a:pt x="14187" y="10193"/>
                  </a:lnTo>
                  <a:cubicBezTo>
                    <a:pt x="14187" y="10250"/>
                    <a:pt x="14222" y="10285"/>
                    <a:pt x="14278" y="10285"/>
                  </a:cubicBezTo>
                  <a:cubicBezTo>
                    <a:pt x="14322" y="10285"/>
                    <a:pt x="14368" y="10250"/>
                    <a:pt x="14368" y="10193"/>
                  </a:cubicBezTo>
                  <a:lnTo>
                    <a:pt x="14368" y="9294"/>
                  </a:lnTo>
                  <a:cubicBezTo>
                    <a:pt x="14368" y="9248"/>
                    <a:pt x="14322" y="9205"/>
                    <a:pt x="14278" y="9205"/>
                  </a:cubicBezTo>
                  <a:close/>
                  <a:moveTo>
                    <a:pt x="14278" y="11454"/>
                  </a:moveTo>
                  <a:cubicBezTo>
                    <a:pt x="14222" y="11454"/>
                    <a:pt x="14187" y="11500"/>
                    <a:pt x="14187" y="11543"/>
                  </a:cubicBezTo>
                  <a:lnTo>
                    <a:pt x="14187" y="12445"/>
                  </a:lnTo>
                  <a:cubicBezTo>
                    <a:pt x="14187" y="12502"/>
                    <a:pt x="14222" y="12534"/>
                    <a:pt x="14278" y="12534"/>
                  </a:cubicBezTo>
                  <a:cubicBezTo>
                    <a:pt x="14322" y="12534"/>
                    <a:pt x="14368" y="12502"/>
                    <a:pt x="14368" y="12445"/>
                  </a:cubicBezTo>
                  <a:lnTo>
                    <a:pt x="14368" y="11543"/>
                  </a:lnTo>
                  <a:cubicBezTo>
                    <a:pt x="14368" y="11500"/>
                    <a:pt x="14322" y="11454"/>
                    <a:pt x="14278" y="11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16"/>
            <p:cNvSpPr/>
            <p:nvPr/>
          </p:nvSpPr>
          <p:spPr>
            <a:xfrm rot="5400000">
              <a:off x="-346575" y="-1896625"/>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 name="Google Shape;176;p16"/>
          <p:cNvGrpSpPr/>
          <p:nvPr/>
        </p:nvGrpSpPr>
        <p:grpSpPr>
          <a:xfrm>
            <a:off x="113829" y="117875"/>
            <a:ext cx="8899737" cy="4011714"/>
            <a:chOff x="113829" y="117875"/>
            <a:chExt cx="8899737" cy="4011714"/>
          </a:xfrm>
        </p:grpSpPr>
        <p:pic>
          <p:nvPicPr>
            <p:cNvPr id="177" name="Google Shape;177;p16"/>
            <p:cNvPicPr preferRelativeResize="0"/>
            <p:nvPr/>
          </p:nvPicPr>
          <p:blipFill>
            <a:blip r:embed="rId3">
              <a:alphaModFix/>
            </a:blip>
            <a:stretch>
              <a:fillRect/>
            </a:stretch>
          </p:blipFill>
          <p:spPr>
            <a:xfrm>
              <a:off x="113829" y="117875"/>
              <a:ext cx="525881" cy="525876"/>
            </a:xfrm>
            <a:prstGeom prst="rect">
              <a:avLst/>
            </a:prstGeom>
            <a:noFill/>
            <a:ln>
              <a:noFill/>
            </a:ln>
          </p:spPr>
        </p:pic>
        <p:pic>
          <p:nvPicPr>
            <p:cNvPr id="178" name="Google Shape;178;p16"/>
            <p:cNvPicPr preferRelativeResize="0"/>
            <p:nvPr/>
          </p:nvPicPr>
          <p:blipFill>
            <a:blip r:embed="rId4">
              <a:alphaModFix/>
            </a:blip>
            <a:stretch>
              <a:fillRect/>
            </a:stretch>
          </p:blipFill>
          <p:spPr>
            <a:xfrm>
              <a:off x="8585250" y="3701277"/>
              <a:ext cx="428317" cy="428312"/>
            </a:xfrm>
            <a:prstGeom prst="rect">
              <a:avLst/>
            </a:prstGeom>
            <a:noFill/>
            <a:ln>
              <a:noFill/>
            </a:ln>
          </p:spPr>
        </p:pic>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179"/>
        <p:cNvGrpSpPr/>
        <p:nvPr/>
      </p:nvGrpSpPr>
      <p:grpSpPr>
        <a:xfrm>
          <a:off x="0" y="0"/>
          <a:ext cx="0" cy="0"/>
          <a:chOff x="0" y="0"/>
          <a:chExt cx="0" cy="0"/>
        </a:xfrm>
      </p:grpSpPr>
      <p:pic>
        <p:nvPicPr>
          <p:cNvPr id="180" name="Google Shape;180;p1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1" name="Google Shape;181;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Lexend"/>
              <a:buNone/>
              <a:defRPr>
                <a:latin typeface="Lexend"/>
                <a:ea typeface="Lexend"/>
                <a:cs typeface="Lexend"/>
                <a:sym typeface="Lexend"/>
              </a:defRPr>
            </a:lvl1pPr>
            <a:lvl2pPr lvl="1" rtl="0">
              <a:spcBef>
                <a:spcPts val="0"/>
              </a:spcBef>
              <a:spcAft>
                <a:spcPts val="0"/>
              </a:spcAft>
              <a:buSzPts val="3000"/>
              <a:buFont typeface="Lexend"/>
              <a:buNone/>
              <a:defRPr>
                <a:latin typeface="Lexend"/>
                <a:ea typeface="Lexend"/>
                <a:cs typeface="Lexend"/>
                <a:sym typeface="Lexend"/>
              </a:defRPr>
            </a:lvl2pPr>
            <a:lvl3pPr lvl="2" rtl="0">
              <a:spcBef>
                <a:spcPts val="0"/>
              </a:spcBef>
              <a:spcAft>
                <a:spcPts val="0"/>
              </a:spcAft>
              <a:buSzPts val="3000"/>
              <a:buFont typeface="Lexend"/>
              <a:buNone/>
              <a:defRPr>
                <a:latin typeface="Lexend"/>
                <a:ea typeface="Lexend"/>
                <a:cs typeface="Lexend"/>
                <a:sym typeface="Lexend"/>
              </a:defRPr>
            </a:lvl3pPr>
            <a:lvl4pPr lvl="3" rtl="0">
              <a:spcBef>
                <a:spcPts val="0"/>
              </a:spcBef>
              <a:spcAft>
                <a:spcPts val="0"/>
              </a:spcAft>
              <a:buSzPts val="3000"/>
              <a:buFont typeface="Lexend"/>
              <a:buNone/>
              <a:defRPr>
                <a:latin typeface="Lexend"/>
                <a:ea typeface="Lexend"/>
                <a:cs typeface="Lexend"/>
                <a:sym typeface="Lexend"/>
              </a:defRPr>
            </a:lvl4pPr>
            <a:lvl5pPr lvl="4" rtl="0">
              <a:spcBef>
                <a:spcPts val="0"/>
              </a:spcBef>
              <a:spcAft>
                <a:spcPts val="0"/>
              </a:spcAft>
              <a:buSzPts val="3000"/>
              <a:buFont typeface="Lexend"/>
              <a:buNone/>
              <a:defRPr>
                <a:latin typeface="Lexend"/>
                <a:ea typeface="Lexend"/>
                <a:cs typeface="Lexend"/>
                <a:sym typeface="Lexend"/>
              </a:defRPr>
            </a:lvl5pPr>
            <a:lvl6pPr lvl="5" rtl="0">
              <a:spcBef>
                <a:spcPts val="0"/>
              </a:spcBef>
              <a:spcAft>
                <a:spcPts val="0"/>
              </a:spcAft>
              <a:buSzPts val="3000"/>
              <a:buFont typeface="Lexend"/>
              <a:buNone/>
              <a:defRPr>
                <a:latin typeface="Lexend"/>
                <a:ea typeface="Lexend"/>
                <a:cs typeface="Lexend"/>
                <a:sym typeface="Lexend"/>
              </a:defRPr>
            </a:lvl6pPr>
            <a:lvl7pPr lvl="6" rtl="0">
              <a:spcBef>
                <a:spcPts val="0"/>
              </a:spcBef>
              <a:spcAft>
                <a:spcPts val="0"/>
              </a:spcAft>
              <a:buSzPts val="3000"/>
              <a:buFont typeface="Lexend"/>
              <a:buNone/>
              <a:defRPr>
                <a:latin typeface="Lexend"/>
                <a:ea typeface="Lexend"/>
                <a:cs typeface="Lexend"/>
                <a:sym typeface="Lexend"/>
              </a:defRPr>
            </a:lvl7pPr>
            <a:lvl8pPr lvl="7" rtl="0">
              <a:spcBef>
                <a:spcPts val="0"/>
              </a:spcBef>
              <a:spcAft>
                <a:spcPts val="0"/>
              </a:spcAft>
              <a:buSzPts val="3000"/>
              <a:buFont typeface="Lexend"/>
              <a:buNone/>
              <a:defRPr>
                <a:latin typeface="Lexend"/>
                <a:ea typeface="Lexend"/>
                <a:cs typeface="Lexend"/>
                <a:sym typeface="Lexend"/>
              </a:defRPr>
            </a:lvl8pPr>
            <a:lvl9pPr lvl="8" rtl="0">
              <a:spcBef>
                <a:spcPts val="0"/>
              </a:spcBef>
              <a:spcAft>
                <a:spcPts val="0"/>
              </a:spcAft>
              <a:buSzPts val="3000"/>
              <a:buFont typeface="Lexend"/>
              <a:buNone/>
              <a:defRPr>
                <a:latin typeface="Lexend"/>
                <a:ea typeface="Lexend"/>
                <a:cs typeface="Lexend"/>
                <a:sym typeface="Lexend"/>
              </a:defRPr>
            </a:lvl9pPr>
          </a:lstStyle>
          <a:p>
            <a:endParaRPr/>
          </a:p>
        </p:txBody>
      </p:sp>
      <p:sp>
        <p:nvSpPr>
          <p:cNvPr id="182" name="Google Shape;182;p17"/>
          <p:cNvSpPr txBox="1">
            <a:spLocks noGrp="1"/>
          </p:cNvSpPr>
          <p:nvPr>
            <p:ph type="subTitle" idx="1"/>
          </p:nvPr>
        </p:nvSpPr>
        <p:spPr>
          <a:xfrm>
            <a:off x="714973" y="2145750"/>
            <a:ext cx="2180400" cy="418200"/>
          </a:xfrm>
          <a:prstGeom prst="rect">
            <a:avLst/>
          </a:prstGeom>
          <a:ln>
            <a:noFill/>
          </a:ln>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sp>
        <p:nvSpPr>
          <p:cNvPr id="183" name="Google Shape;183;p17"/>
          <p:cNvSpPr txBox="1">
            <a:spLocks noGrp="1"/>
          </p:cNvSpPr>
          <p:nvPr>
            <p:ph type="subTitle" idx="2"/>
          </p:nvPr>
        </p:nvSpPr>
        <p:spPr>
          <a:xfrm>
            <a:off x="714973" y="2488400"/>
            <a:ext cx="2180400" cy="1509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4" name="Google Shape;184;p17"/>
          <p:cNvSpPr txBox="1">
            <a:spLocks noGrp="1"/>
          </p:cNvSpPr>
          <p:nvPr>
            <p:ph type="subTitle" idx="3"/>
          </p:nvPr>
        </p:nvSpPr>
        <p:spPr>
          <a:xfrm>
            <a:off x="3481788" y="2488400"/>
            <a:ext cx="2180400" cy="1509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5" name="Google Shape;185;p17"/>
          <p:cNvSpPr txBox="1">
            <a:spLocks noGrp="1"/>
          </p:cNvSpPr>
          <p:nvPr>
            <p:ph type="subTitle" idx="4"/>
          </p:nvPr>
        </p:nvSpPr>
        <p:spPr>
          <a:xfrm>
            <a:off x="6248627" y="2488400"/>
            <a:ext cx="2180400" cy="1509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6" name="Google Shape;186;p17"/>
          <p:cNvSpPr txBox="1">
            <a:spLocks noGrp="1"/>
          </p:cNvSpPr>
          <p:nvPr>
            <p:ph type="subTitle" idx="5"/>
          </p:nvPr>
        </p:nvSpPr>
        <p:spPr>
          <a:xfrm>
            <a:off x="3481788" y="2145750"/>
            <a:ext cx="2180400" cy="418200"/>
          </a:xfrm>
          <a:prstGeom prst="rect">
            <a:avLst/>
          </a:prstGeom>
          <a:ln>
            <a:noFill/>
          </a:ln>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sp>
        <p:nvSpPr>
          <p:cNvPr id="187" name="Google Shape;187;p17"/>
          <p:cNvSpPr txBox="1">
            <a:spLocks noGrp="1"/>
          </p:cNvSpPr>
          <p:nvPr>
            <p:ph type="subTitle" idx="6"/>
          </p:nvPr>
        </p:nvSpPr>
        <p:spPr>
          <a:xfrm>
            <a:off x="6248627" y="2145750"/>
            <a:ext cx="2180400" cy="418200"/>
          </a:xfrm>
          <a:prstGeom prst="rect">
            <a:avLst/>
          </a:prstGeom>
          <a:ln>
            <a:noFill/>
          </a:ln>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grpSp>
        <p:nvGrpSpPr>
          <p:cNvPr id="188" name="Google Shape;188;p17"/>
          <p:cNvGrpSpPr/>
          <p:nvPr/>
        </p:nvGrpSpPr>
        <p:grpSpPr>
          <a:xfrm>
            <a:off x="-46809" y="-993416"/>
            <a:ext cx="9829591" cy="6100101"/>
            <a:chOff x="-46809" y="-993416"/>
            <a:chExt cx="9829591" cy="6100101"/>
          </a:xfrm>
        </p:grpSpPr>
        <p:sp>
          <p:nvSpPr>
            <p:cNvPr id="189" name="Google Shape;189;p17"/>
            <p:cNvSpPr/>
            <p:nvPr/>
          </p:nvSpPr>
          <p:spPr>
            <a:xfrm flipH="1">
              <a:off x="8424000" y="3921251"/>
              <a:ext cx="1358782" cy="1185435"/>
            </a:xfrm>
            <a:custGeom>
              <a:avLst/>
              <a:gdLst/>
              <a:ahLst/>
              <a:cxnLst/>
              <a:rect l="l" t="t" r="r" b="b"/>
              <a:pathLst>
                <a:path w="14368" h="12535" extrusionOk="0">
                  <a:moveTo>
                    <a:pt x="89" y="0"/>
                  </a:moveTo>
                  <a:cubicBezTo>
                    <a:pt x="46" y="0"/>
                    <a:pt x="0" y="46"/>
                    <a:pt x="0" y="92"/>
                  </a:cubicBezTo>
                  <a:cubicBezTo>
                    <a:pt x="0" y="135"/>
                    <a:pt x="46" y="181"/>
                    <a:pt x="89" y="181"/>
                  </a:cubicBezTo>
                  <a:lnTo>
                    <a:pt x="991" y="181"/>
                  </a:lnTo>
                  <a:cubicBezTo>
                    <a:pt x="1034" y="181"/>
                    <a:pt x="1080" y="135"/>
                    <a:pt x="1080" y="92"/>
                  </a:cubicBezTo>
                  <a:cubicBezTo>
                    <a:pt x="1080" y="46"/>
                    <a:pt x="1034" y="0"/>
                    <a:pt x="991" y="0"/>
                  </a:cubicBezTo>
                  <a:close/>
                  <a:moveTo>
                    <a:pt x="2341" y="0"/>
                  </a:moveTo>
                  <a:cubicBezTo>
                    <a:pt x="2295" y="0"/>
                    <a:pt x="2249" y="46"/>
                    <a:pt x="2249" y="92"/>
                  </a:cubicBezTo>
                  <a:cubicBezTo>
                    <a:pt x="2249" y="135"/>
                    <a:pt x="2295" y="181"/>
                    <a:pt x="2341" y="181"/>
                  </a:cubicBezTo>
                  <a:lnTo>
                    <a:pt x="3240" y="181"/>
                  </a:lnTo>
                  <a:cubicBezTo>
                    <a:pt x="3286" y="181"/>
                    <a:pt x="3330" y="135"/>
                    <a:pt x="3330" y="92"/>
                  </a:cubicBezTo>
                  <a:cubicBezTo>
                    <a:pt x="3330" y="46"/>
                    <a:pt x="3286" y="0"/>
                    <a:pt x="3240" y="0"/>
                  </a:cubicBezTo>
                  <a:close/>
                  <a:moveTo>
                    <a:pt x="4590" y="0"/>
                  </a:moveTo>
                  <a:cubicBezTo>
                    <a:pt x="4545" y="0"/>
                    <a:pt x="4501" y="46"/>
                    <a:pt x="4501" y="92"/>
                  </a:cubicBezTo>
                  <a:cubicBezTo>
                    <a:pt x="4501" y="135"/>
                    <a:pt x="4545" y="181"/>
                    <a:pt x="4590" y="181"/>
                  </a:cubicBezTo>
                  <a:lnTo>
                    <a:pt x="5490" y="181"/>
                  </a:lnTo>
                  <a:cubicBezTo>
                    <a:pt x="5536" y="181"/>
                    <a:pt x="5581" y="135"/>
                    <a:pt x="5581" y="92"/>
                  </a:cubicBezTo>
                  <a:cubicBezTo>
                    <a:pt x="5581" y="46"/>
                    <a:pt x="5536" y="0"/>
                    <a:pt x="5490" y="0"/>
                  </a:cubicBezTo>
                  <a:close/>
                  <a:moveTo>
                    <a:pt x="6840" y="0"/>
                  </a:moveTo>
                  <a:cubicBezTo>
                    <a:pt x="6796" y="0"/>
                    <a:pt x="6751" y="46"/>
                    <a:pt x="6751" y="92"/>
                  </a:cubicBezTo>
                  <a:cubicBezTo>
                    <a:pt x="6751" y="135"/>
                    <a:pt x="6796" y="181"/>
                    <a:pt x="6840" y="181"/>
                  </a:cubicBezTo>
                  <a:lnTo>
                    <a:pt x="6942" y="181"/>
                  </a:lnTo>
                  <a:cubicBezTo>
                    <a:pt x="7212" y="181"/>
                    <a:pt x="7472" y="192"/>
                    <a:pt x="7731" y="227"/>
                  </a:cubicBezTo>
                  <a:cubicBezTo>
                    <a:pt x="7774" y="227"/>
                    <a:pt x="7820" y="192"/>
                    <a:pt x="7831" y="149"/>
                  </a:cubicBezTo>
                  <a:cubicBezTo>
                    <a:pt x="7831" y="92"/>
                    <a:pt x="7798" y="46"/>
                    <a:pt x="7752" y="46"/>
                  </a:cubicBezTo>
                  <a:cubicBezTo>
                    <a:pt x="7482" y="14"/>
                    <a:pt x="7212" y="0"/>
                    <a:pt x="6942" y="0"/>
                  </a:cubicBezTo>
                  <a:close/>
                  <a:moveTo>
                    <a:pt x="9064" y="314"/>
                  </a:moveTo>
                  <a:cubicBezTo>
                    <a:pt x="9020" y="314"/>
                    <a:pt x="8987" y="335"/>
                    <a:pt x="8978" y="373"/>
                  </a:cubicBezTo>
                  <a:cubicBezTo>
                    <a:pt x="8957" y="419"/>
                    <a:pt x="8989" y="473"/>
                    <a:pt x="9035" y="486"/>
                  </a:cubicBezTo>
                  <a:cubicBezTo>
                    <a:pt x="9316" y="575"/>
                    <a:pt x="9596" y="675"/>
                    <a:pt x="9867" y="800"/>
                  </a:cubicBezTo>
                  <a:cubicBezTo>
                    <a:pt x="9877" y="802"/>
                    <a:pt x="9887" y="803"/>
                    <a:pt x="9898" y="803"/>
                  </a:cubicBezTo>
                  <a:cubicBezTo>
                    <a:pt x="9936" y="803"/>
                    <a:pt x="9974" y="787"/>
                    <a:pt x="9991" y="743"/>
                  </a:cubicBezTo>
                  <a:cubicBezTo>
                    <a:pt x="10002" y="700"/>
                    <a:pt x="9991" y="654"/>
                    <a:pt x="9945" y="632"/>
                  </a:cubicBezTo>
                  <a:cubicBezTo>
                    <a:pt x="9664" y="508"/>
                    <a:pt x="9383" y="405"/>
                    <a:pt x="9092" y="316"/>
                  </a:cubicBezTo>
                  <a:cubicBezTo>
                    <a:pt x="9082" y="314"/>
                    <a:pt x="9073" y="314"/>
                    <a:pt x="9064" y="314"/>
                  </a:cubicBezTo>
                  <a:close/>
                  <a:moveTo>
                    <a:pt x="11079" y="1276"/>
                  </a:moveTo>
                  <a:cubicBezTo>
                    <a:pt x="11052" y="1276"/>
                    <a:pt x="11024" y="1291"/>
                    <a:pt x="11003" y="1318"/>
                  </a:cubicBezTo>
                  <a:cubicBezTo>
                    <a:pt x="10982" y="1364"/>
                    <a:pt x="10992" y="1418"/>
                    <a:pt x="11025" y="1442"/>
                  </a:cubicBezTo>
                  <a:cubicBezTo>
                    <a:pt x="11273" y="1610"/>
                    <a:pt x="11511" y="1791"/>
                    <a:pt x="11735" y="1993"/>
                  </a:cubicBezTo>
                  <a:cubicBezTo>
                    <a:pt x="11749" y="2007"/>
                    <a:pt x="11766" y="2013"/>
                    <a:pt x="11785" y="2013"/>
                  </a:cubicBezTo>
                  <a:cubicBezTo>
                    <a:pt x="11811" y="2013"/>
                    <a:pt x="11839" y="2001"/>
                    <a:pt x="11859" y="1982"/>
                  </a:cubicBezTo>
                  <a:cubicBezTo>
                    <a:pt x="11892" y="1947"/>
                    <a:pt x="11892" y="1890"/>
                    <a:pt x="11848" y="1858"/>
                  </a:cubicBezTo>
                  <a:cubicBezTo>
                    <a:pt x="11622" y="1656"/>
                    <a:pt x="11387" y="1464"/>
                    <a:pt x="11127" y="1296"/>
                  </a:cubicBezTo>
                  <a:cubicBezTo>
                    <a:pt x="11113" y="1282"/>
                    <a:pt x="11096" y="1276"/>
                    <a:pt x="11079" y="1276"/>
                  </a:cubicBezTo>
                  <a:close/>
                  <a:moveTo>
                    <a:pt x="12715" y="2811"/>
                  </a:moveTo>
                  <a:cubicBezTo>
                    <a:pt x="12696" y="2811"/>
                    <a:pt x="12676" y="2816"/>
                    <a:pt x="12658" y="2825"/>
                  </a:cubicBezTo>
                  <a:cubicBezTo>
                    <a:pt x="12623" y="2860"/>
                    <a:pt x="12613" y="2916"/>
                    <a:pt x="12645" y="2960"/>
                  </a:cubicBezTo>
                  <a:cubicBezTo>
                    <a:pt x="12826" y="3186"/>
                    <a:pt x="12996" y="3432"/>
                    <a:pt x="13153" y="3691"/>
                  </a:cubicBezTo>
                  <a:cubicBezTo>
                    <a:pt x="13166" y="3714"/>
                    <a:pt x="13195" y="3731"/>
                    <a:pt x="13225" y="3731"/>
                  </a:cubicBezTo>
                  <a:cubicBezTo>
                    <a:pt x="13242" y="3731"/>
                    <a:pt x="13260" y="3726"/>
                    <a:pt x="13277" y="3713"/>
                  </a:cubicBezTo>
                  <a:cubicBezTo>
                    <a:pt x="13320" y="3691"/>
                    <a:pt x="13333" y="3635"/>
                    <a:pt x="13309" y="3591"/>
                  </a:cubicBezTo>
                  <a:cubicBezTo>
                    <a:pt x="13153" y="3332"/>
                    <a:pt x="12972" y="3084"/>
                    <a:pt x="12793" y="2849"/>
                  </a:cubicBezTo>
                  <a:cubicBezTo>
                    <a:pt x="12773" y="2822"/>
                    <a:pt x="12744" y="2811"/>
                    <a:pt x="12715" y="2811"/>
                  </a:cubicBezTo>
                  <a:close/>
                  <a:moveTo>
                    <a:pt x="13818" y="4763"/>
                  </a:moveTo>
                  <a:cubicBezTo>
                    <a:pt x="13806" y="4763"/>
                    <a:pt x="13793" y="4766"/>
                    <a:pt x="13782" y="4771"/>
                  </a:cubicBezTo>
                  <a:cubicBezTo>
                    <a:pt x="13738" y="4782"/>
                    <a:pt x="13714" y="4839"/>
                    <a:pt x="13725" y="4885"/>
                  </a:cubicBezTo>
                  <a:cubicBezTo>
                    <a:pt x="13828" y="5166"/>
                    <a:pt x="13917" y="5446"/>
                    <a:pt x="13984" y="5738"/>
                  </a:cubicBezTo>
                  <a:cubicBezTo>
                    <a:pt x="13993" y="5777"/>
                    <a:pt x="14036" y="5809"/>
                    <a:pt x="14077" y="5809"/>
                  </a:cubicBezTo>
                  <a:cubicBezTo>
                    <a:pt x="14084" y="5809"/>
                    <a:pt x="14091" y="5808"/>
                    <a:pt x="14098" y="5806"/>
                  </a:cubicBezTo>
                  <a:cubicBezTo>
                    <a:pt x="14143" y="5795"/>
                    <a:pt x="14176" y="5738"/>
                    <a:pt x="14165" y="5695"/>
                  </a:cubicBezTo>
                  <a:cubicBezTo>
                    <a:pt x="14098" y="5401"/>
                    <a:pt x="14008" y="5109"/>
                    <a:pt x="13895" y="4828"/>
                  </a:cubicBezTo>
                  <a:cubicBezTo>
                    <a:pt x="13887" y="4786"/>
                    <a:pt x="13854" y="4763"/>
                    <a:pt x="13818" y="4763"/>
                  </a:cubicBezTo>
                  <a:close/>
                  <a:moveTo>
                    <a:pt x="14265" y="6953"/>
                  </a:moveTo>
                  <a:cubicBezTo>
                    <a:pt x="14211" y="6967"/>
                    <a:pt x="14176" y="6999"/>
                    <a:pt x="14176" y="7056"/>
                  </a:cubicBezTo>
                  <a:cubicBezTo>
                    <a:pt x="14187" y="7180"/>
                    <a:pt x="14187" y="7304"/>
                    <a:pt x="14187" y="7426"/>
                  </a:cubicBezTo>
                  <a:lnTo>
                    <a:pt x="14187" y="7944"/>
                  </a:lnTo>
                  <a:cubicBezTo>
                    <a:pt x="14187" y="8001"/>
                    <a:pt x="14222" y="8033"/>
                    <a:pt x="14278" y="8033"/>
                  </a:cubicBezTo>
                  <a:cubicBezTo>
                    <a:pt x="14322" y="8033"/>
                    <a:pt x="14368" y="8001"/>
                    <a:pt x="14368" y="7944"/>
                  </a:cubicBezTo>
                  <a:lnTo>
                    <a:pt x="14368" y="7426"/>
                  </a:lnTo>
                  <a:cubicBezTo>
                    <a:pt x="14368" y="7291"/>
                    <a:pt x="14368" y="7169"/>
                    <a:pt x="14357" y="7045"/>
                  </a:cubicBezTo>
                  <a:cubicBezTo>
                    <a:pt x="14357" y="6999"/>
                    <a:pt x="14311" y="6953"/>
                    <a:pt x="14265" y="6953"/>
                  </a:cubicBezTo>
                  <a:close/>
                  <a:moveTo>
                    <a:pt x="14278" y="9205"/>
                  </a:moveTo>
                  <a:cubicBezTo>
                    <a:pt x="14222" y="9205"/>
                    <a:pt x="14187" y="9248"/>
                    <a:pt x="14187" y="9294"/>
                  </a:cubicBezTo>
                  <a:lnTo>
                    <a:pt x="14187" y="10193"/>
                  </a:lnTo>
                  <a:cubicBezTo>
                    <a:pt x="14187" y="10250"/>
                    <a:pt x="14222" y="10285"/>
                    <a:pt x="14278" y="10285"/>
                  </a:cubicBezTo>
                  <a:cubicBezTo>
                    <a:pt x="14322" y="10285"/>
                    <a:pt x="14368" y="10250"/>
                    <a:pt x="14368" y="10193"/>
                  </a:cubicBezTo>
                  <a:lnTo>
                    <a:pt x="14368" y="9294"/>
                  </a:lnTo>
                  <a:cubicBezTo>
                    <a:pt x="14368" y="9248"/>
                    <a:pt x="14322" y="9205"/>
                    <a:pt x="14278" y="9205"/>
                  </a:cubicBezTo>
                  <a:close/>
                  <a:moveTo>
                    <a:pt x="14278" y="11454"/>
                  </a:moveTo>
                  <a:cubicBezTo>
                    <a:pt x="14222" y="11454"/>
                    <a:pt x="14187" y="11500"/>
                    <a:pt x="14187" y="11543"/>
                  </a:cubicBezTo>
                  <a:lnTo>
                    <a:pt x="14187" y="12445"/>
                  </a:lnTo>
                  <a:cubicBezTo>
                    <a:pt x="14187" y="12502"/>
                    <a:pt x="14222" y="12534"/>
                    <a:pt x="14278" y="12534"/>
                  </a:cubicBezTo>
                  <a:cubicBezTo>
                    <a:pt x="14322" y="12534"/>
                    <a:pt x="14368" y="12502"/>
                    <a:pt x="14368" y="12445"/>
                  </a:cubicBezTo>
                  <a:lnTo>
                    <a:pt x="14368" y="11543"/>
                  </a:lnTo>
                  <a:cubicBezTo>
                    <a:pt x="14368" y="11500"/>
                    <a:pt x="14322" y="11454"/>
                    <a:pt x="14278" y="11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17"/>
            <p:cNvSpPr/>
            <p:nvPr/>
          </p:nvSpPr>
          <p:spPr>
            <a:xfrm rot="5400000">
              <a:off x="856400" y="-1896625"/>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 name="Google Shape;191;p17"/>
          <p:cNvGrpSpPr/>
          <p:nvPr/>
        </p:nvGrpSpPr>
        <p:grpSpPr>
          <a:xfrm>
            <a:off x="174238" y="156179"/>
            <a:ext cx="8461775" cy="4866524"/>
            <a:chOff x="174238" y="156179"/>
            <a:chExt cx="8461775" cy="4866524"/>
          </a:xfrm>
        </p:grpSpPr>
        <p:pic>
          <p:nvPicPr>
            <p:cNvPr id="192" name="Google Shape;192;p17"/>
            <p:cNvPicPr preferRelativeResize="0"/>
            <p:nvPr/>
          </p:nvPicPr>
          <p:blipFill>
            <a:blip r:embed="rId3">
              <a:alphaModFix/>
            </a:blip>
            <a:stretch>
              <a:fillRect/>
            </a:stretch>
          </p:blipFill>
          <p:spPr>
            <a:xfrm>
              <a:off x="174238" y="156179"/>
              <a:ext cx="428318" cy="428330"/>
            </a:xfrm>
            <a:prstGeom prst="rect">
              <a:avLst/>
            </a:prstGeom>
            <a:noFill/>
            <a:ln>
              <a:noFill/>
            </a:ln>
          </p:spPr>
        </p:pic>
        <p:pic>
          <p:nvPicPr>
            <p:cNvPr id="193" name="Google Shape;193;p17"/>
            <p:cNvPicPr preferRelativeResize="0"/>
            <p:nvPr/>
          </p:nvPicPr>
          <p:blipFill>
            <a:blip r:embed="rId4">
              <a:alphaModFix/>
            </a:blip>
            <a:stretch>
              <a:fillRect/>
            </a:stretch>
          </p:blipFill>
          <p:spPr>
            <a:xfrm>
              <a:off x="8221779" y="4608493"/>
              <a:ext cx="414235" cy="414210"/>
            </a:xfrm>
            <a:prstGeom prst="rect">
              <a:avLst/>
            </a:prstGeom>
            <a:noFill/>
            <a:ln>
              <a:noFill/>
            </a:ln>
          </p:spPr>
        </p:pic>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hree columns 1">
  <p:cSld name="BLANK_1_1_1_2_1">
    <p:spTree>
      <p:nvGrpSpPr>
        <p:cNvPr id="1" name="Shape 194"/>
        <p:cNvGrpSpPr/>
        <p:nvPr/>
      </p:nvGrpSpPr>
      <p:grpSpPr>
        <a:xfrm>
          <a:off x="0" y="0"/>
          <a:ext cx="0" cy="0"/>
          <a:chOff x="0" y="0"/>
          <a:chExt cx="0" cy="0"/>
        </a:xfrm>
      </p:grpSpPr>
      <p:pic>
        <p:nvPicPr>
          <p:cNvPr id="195" name="Google Shape;195;p1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6" name="Google Shape;196;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Lexend"/>
              <a:buNone/>
              <a:defRPr>
                <a:latin typeface="Lexend"/>
                <a:ea typeface="Lexend"/>
                <a:cs typeface="Lexend"/>
                <a:sym typeface="Lexend"/>
              </a:defRPr>
            </a:lvl1pPr>
            <a:lvl2pPr lvl="1" rtl="0">
              <a:spcBef>
                <a:spcPts val="0"/>
              </a:spcBef>
              <a:spcAft>
                <a:spcPts val="0"/>
              </a:spcAft>
              <a:buSzPts val="3000"/>
              <a:buFont typeface="Lexend"/>
              <a:buNone/>
              <a:defRPr>
                <a:latin typeface="Lexend"/>
                <a:ea typeface="Lexend"/>
                <a:cs typeface="Lexend"/>
                <a:sym typeface="Lexend"/>
              </a:defRPr>
            </a:lvl2pPr>
            <a:lvl3pPr lvl="2" rtl="0">
              <a:spcBef>
                <a:spcPts val="0"/>
              </a:spcBef>
              <a:spcAft>
                <a:spcPts val="0"/>
              </a:spcAft>
              <a:buSzPts val="3000"/>
              <a:buFont typeface="Lexend"/>
              <a:buNone/>
              <a:defRPr>
                <a:latin typeface="Lexend"/>
                <a:ea typeface="Lexend"/>
                <a:cs typeface="Lexend"/>
                <a:sym typeface="Lexend"/>
              </a:defRPr>
            </a:lvl3pPr>
            <a:lvl4pPr lvl="3" rtl="0">
              <a:spcBef>
                <a:spcPts val="0"/>
              </a:spcBef>
              <a:spcAft>
                <a:spcPts val="0"/>
              </a:spcAft>
              <a:buSzPts val="3000"/>
              <a:buFont typeface="Lexend"/>
              <a:buNone/>
              <a:defRPr>
                <a:latin typeface="Lexend"/>
                <a:ea typeface="Lexend"/>
                <a:cs typeface="Lexend"/>
                <a:sym typeface="Lexend"/>
              </a:defRPr>
            </a:lvl4pPr>
            <a:lvl5pPr lvl="4" rtl="0">
              <a:spcBef>
                <a:spcPts val="0"/>
              </a:spcBef>
              <a:spcAft>
                <a:spcPts val="0"/>
              </a:spcAft>
              <a:buSzPts val="3000"/>
              <a:buFont typeface="Lexend"/>
              <a:buNone/>
              <a:defRPr>
                <a:latin typeface="Lexend"/>
                <a:ea typeface="Lexend"/>
                <a:cs typeface="Lexend"/>
                <a:sym typeface="Lexend"/>
              </a:defRPr>
            </a:lvl5pPr>
            <a:lvl6pPr lvl="5" rtl="0">
              <a:spcBef>
                <a:spcPts val="0"/>
              </a:spcBef>
              <a:spcAft>
                <a:spcPts val="0"/>
              </a:spcAft>
              <a:buSzPts val="3000"/>
              <a:buFont typeface="Lexend"/>
              <a:buNone/>
              <a:defRPr>
                <a:latin typeface="Lexend"/>
                <a:ea typeface="Lexend"/>
                <a:cs typeface="Lexend"/>
                <a:sym typeface="Lexend"/>
              </a:defRPr>
            </a:lvl6pPr>
            <a:lvl7pPr lvl="6" rtl="0">
              <a:spcBef>
                <a:spcPts val="0"/>
              </a:spcBef>
              <a:spcAft>
                <a:spcPts val="0"/>
              </a:spcAft>
              <a:buSzPts val="3000"/>
              <a:buFont typeface="Lexend"/>
              <a:buNone/>
              <a:defRPr>
                <a:latin typeface="Lexend"/>
                <a:ea typeface="Lexend"/>
                <a:cs typeface="Lexend"/>
                <a:sym typeface="Lexend"/>
              </a:defRPr>
            </a:lvl7pPr>
            <a:lvl8pPr lvl="7" rtl="0">
              <a:spcBef>
                <a:spcPts val="0"/>
              </a:spcBef>
              <a:spcAft>
                <a:spcPts val="0"/>
              </a:spcAft>
              <a:buSzPts val="3000"/>
              <a:buFont typeface="Lexend"/>
              <a:buNone/>
              <a:defRPr>
                <a:latin typeface="Lexend"/>
                <a:ea typeface="Lexend"/>
                <a:cs typeface="Lexend"/>
                <a:sym typeface="Lexend"/>
              </a:defRPr>
            </a:lvl8pPr>
            <a:lvl9pPr lvl="8" rtl="0">
              <a:spcBef>
                <a:spcPts val="0"/>
              </a:spcBef>
              <a:spcAft>
                <a:spcPts val="0"/>
              </a:spcAft>
              <a:buSzPts val="3000"/>
              <a:buFont typeface="Lexend"/>
              <a:buNone/>
              <a:defRPr>
                <a:latin typeface="Lexend"/>
                <a:ea typeface="Lexend"/>
                <a:cs typeface="Lexend"/>
                <a:sym typeface="Lexend"/>
              </a:defRPr>
            </a:lvl9pPr>
          </a:lstStyle>
          <a:p>
            <a:endParaRPr/>
          </a:p>
        </p:txBody>
      </p:sp>
      <p:sp>
        <p:nvSpPr>
          <p:cNvPr id="197" name="Google Shape;197;p18"/>
          <p:cNvSpPr txBox="1">
            <a:spLocks noGrp="1"/>
          </p:cNvSpPr>
          <p:nvPr>
            <p:ph type="subTitle" idx="1"/>
          </p:nvPr>
        </p:nvSpPr>
        <p:spPr>
          <a:xfrm>
            <a:off x="2716775" y="1593725"/>
            <a:ext cx="5201400" cy="5262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sp>
        <p:nvSpPr>
          <p:cNvPr id="198" name="Google Shape;198;p18"/>
          <p:cNvSpPr txBox="1">
            <a:spLocks noGrp="1"/>
          </p:cNvSpPr>
          <p:nvPr>
            <p:ph type="subTitle" idx="2"/>
          </p:nvPr>
        </p:nvSpPr>
        <p:spPr>
          <a:xfrm>
            <a:off x="2716775" y="2813425"/>
            <a:ext cx="5201400" cy="5262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sp>
        <p:nvSpPr>
          <p:cNvPr id="199" name="Google Shape;199;p18"/>
          <p:cNvSpPr txBox="1">
            <a:spLocks noGrp="1"/>
          </p:cNvSpPr>
          <p:nvPr>
            <p:ph type="subTitle" idx="3"/>
          </p:nvPr>
        </p:nvSpPr>
        <p:spPr>
          <a:xfrm>
            <a:off x="2716775" y="4033125"/>
            <a:ext cx="5201400" cy="5262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sp>
        <p:nvSpPr>
          <p:cNvPr id="200" name="Google Shape;200;p18"/>
          <p:cNvSpPr txBox="1">
            <a:spLocks noGrp="1"/>
          </p:cNvSpPr>
          <p:nvPr>
            <p:ph type="subTitle" idx="4"/>
          </p:nvPr>
        </p:nvSpPr>
        <p:spPr>
          <a:xfrm>
            <a:off x="2716775" y="1135025"/>
            <a:ext cx="5201400" cy="458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1" name="Google Shape;201;p18"/>
          <p:cNvSpPr txBox="1">
            <a:spLocks noGrp="1"/>
          </p:cNvSpPr>
          <p:nvPr>
            <p:ph type="subTitle" idx="5"/>
          </p:nvPr>
        </p:nvSpPr>
        <p:spPr>
          <a:xfrm>
            <a:off x="2716775" y="2354730"/>
            <a:ext cx="5201400" cy="458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2" name="Google Shape;202;p18"/>
          <p:cNvSpPr txBox="1">
            <a:spLocks noGrp="1"/>
          </p:cNvSpPr>
          <p:nvPr>
            <p:ph type="subTitle" idx="6"/>
          </p:nvPr>
        </p:nvSpPr>
        <p:spPr>
          <a:xfrm>
            <a:off x="2716775" y="3574435"/>
            <a:ext cx="5201400" cy="458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grpSp>
        <p:nvGrpSpPr>
          <p:cNvPr id="203" name="Google Shape;203;p18"/>
          <p:cNvGrpSpPr/>
          <p:nvPr/>
        </p:nvGrpSpPr>
        <p:grpSpPr>
          <a:xfrm>
            <a:off x="-1986334" y="-167712"/>
            <a:ext cx="11774016" cy="6152238"/>
            <a:chOff x="-1986334" y="-167712"/>
            <a:chExt cx="11774016" cy="6152238"/>
          </a:xfrm>
        </p:grpSpPr>
        <p:sp>
          <p:nvSpPr>
            <p:cNvPr id="204" name="Google Shape;204;p18"/>
            <p:cNvSpPr/>
            <p:nvPr/>
          </p:nvSpPr>
          <p:spPr>
            <a:xfrm rot="10800000">
              <a:off x="8428900" y="-167712"/>
              <a:ext cx="1358782" cy="1185435"/>
            </a:xfrm>
            <a:custGeom>
              <a:avLst/>
              <a:gdLst/>
              <a:ahLst/>
              <a:cxnLst/>
              <a:rect l="l" t="t" r="r" b="b"/>
              <a:pathLst>
                <a:path w="14368" h="12535" extrusionOk="0">
                  <a:moveTo>
                    <a:pt x="89" y="0"/>
                  </a:moveTo>
                  <a:cubicBezTo>
                    <a:pt x="46" y="0"/>
                    <a:pt x="0" y="46"/>
                    <a:pt x="0" y="92"/>
                  </a:cubicBezTo>
                  <a:cubicBezTo>
                    <a:pt x="0" y="135"/>
                    <a:pt x="46" y="181"/>
                    <a:pt x="89" y="181"/>
                  </a:cubicBezTo>
                  <a:lnTo>
                    <a:pt x="991" y="181"/>
                  </a:lnTo>
                  <a:cubicBezTo>
                    <a:pt x="1034" y="181"/>
                    <a:pt x="1080" y="135"/>
                    <a:pt x="1080" y="92"/>
                  </a:cubicBezTo>
                  <a:cubicBezTo>
                    <a:pt x="1080" y="46"/>
                    <a:pt x="1034" y="0"/>
                    <a:pt x="991" y="0"/>
                  </a:cubicBezTo>
                  <a:close/>
                  <a:moveTo>
                    <a:pt x="2341" y="0"/>
                  </a:moveTo>
                  <a:cubicBezTo>
                    <a:pt x="2295" y="0"/>
                    <a:pt x="2249" y="46"/>
                    <a:pt x="2249" y="92"/>
                  </a:cubicBezTo>
                  <a:cubicBezTo>
                    <a:pt x="2249" y="135"/>
                    <a:pt x="2295" y="181"/>
                    <a:pt x="2341" y="181"/>
                  </a:cubicBezTo>
                  <a:lnTo>
                    <a:pt x="3240" y="181"/>
                  </a:lnTo>
                  <a:cubicBezTo>
                    <a:pt x="3286" y="181"/>
                    <a:pt x="3330" y="135"/>
                    <a:pt x="3330" y="92"/>
                  </a:cubicBezTo>
                  <a:cubicBezTo>
                    <a:pt x="3330" y="46"/>
                    <a:pt x="3286" y="0"/>
                    <a:pt x="3240" y="0"/>
                  </a:cubicBezTo>
                  <a:close/>
                  <a:moveTo>
                    <a:pt x="4590" y="0"/>
                  </a:moveTo>
                  <a:cubicBezTo>
                    <a:pt x="4545" y="0"/>
                    <a:pt x="4501" y="46"/>
                    <a:pt x="4501" y="92"/>
                  </a:cubicBezTo>
                  <a:cubicBezTo>
                    <a:pt x="4501" y="135"/>
                    <a:pt x="4545" y="181"/>
                    <a:pt x="4590" y="181"/>
                  </a:cubicBezTo>
                  <a:lnTo>
                    <a:pt x="5490" y="181"/>
                  </a:lnTo>
                  <a:cubicBezTo>
                    <a:pt x="5536" y="181"/>
                    <a:pt x="5581" y="135"/>
                    <a:pt x="5581" y="92"/>
                  </a:cubicBezTo>
                  <a:cubicBezTo>
                    <a:pt x="5581" y="46"/>
                    <a:pt x="5536" y="0"/>
                    <a:pt x="5490" y="0"/>
                  </a:cubicBezTo>
                  <a:close/>
                  <a:moveTo>
                    <a:pt x="6840" y="0"/>
                  </a:moveTo>
                  <a:cubicBezTo>
                    <a:pt x="6796" y="0"/>
                    <a:pt x="6751" y="46"/>
                    <a:pt x="6751" y="92"/>
                  </a:cubicBezTo>
                  <a:cubicBezTo>
                    <a:pt x="6751" y="135"/>
                    <a:pt x="6796" y="181"/>
                    <a:pt x="6840" y="181"/>
                  </a:cubicBezTo>
                  <a:lnTo>
                    <a:pt x="6942" y="181"/>
                  </a:lnTo>
                  <a:cubicBezTo>
                    <a:pt x="7212" y="181"/>
                    <a:pt x="7472" y="192"/>
                    <a:pt x="7731" y="227"/>
                  </a:cubicBezTo>
                  <a:cubicBezTo>
                    <a:pt x="7774" y="227"/>
                    <a:pt x="7820" y="192"/>
                    <a:pt x="7831" y="149"/>
                  </a:cubicBezTo>
                  <a:cubicBezTo>
                    <a:pt x="7831" y="92"/>
                    <a:pt x="7798" y="46"/>
                    <a:pt x="7752" y="46"/>
                  </a:cubicBezTo>
                  <a:cubicBezTo>
                    <a:pt x="7482" y="14"/>
                    <a:pt x="7212" y="0"/>
                    <a:pt x="6942" y="0"/>
                  </a:cubicBezTo>
                  <a:close/>
                  <a:moveTo>
                    <a:pt x="9064" y="314"/>
                  </a:moveTo>
                  <a:cubicBezTo>
                    <a:pt x="9020" y="314"/>
                    <a:pt x="8987" y="335"/>
                    <a:pt x="8978" y="373"/>
                  </a:cubicBezTo>
                  <a:cubicBezTo>
                    <a:pt x="8957" y="419"/>
                    <a:pt x="8989" y="473"/>
                    <a:pt x="9035" y="486"/>
                  </a:cubicBezTo>
                  <a:cubicBezTo>
                    <a:pt x="9316" y="575"/>
                    <a:pt x="9596" y="675"/>
                    <a:pt x="9867" y="800"/>
                  </a:cubicBezTo>
                  <a:cubicBezTo>
                    <a:pt x="9877" y="802"/>
                    <a:pt x="9887" y="803"/>
                    <a:pt x="9898" y="803"/>
                  </a:cubicBezTo>
                  <a:cubicBezTo>
                    <a:pt x="9936" y="803"/>
                    <a:pt x="9974" y="787"/>
                    <a:pt x="9991" y="743"/>
                  </a:cubicBezTo>
                  <a:cubicBezTo>
                    <a:pt x="10002" y="700"/>
                    <a:pt x="9991" y="654"/>
                    <a:pt x="9945" y="632"/>
                  </a:cubicBezTo>
                  <a:cubicBezTo>
                    <a:pt x="9664" y="508"/>
                    <a:pt x="9383" y="405"/>
                    <a:pt x="9092" y="316"/>
                  </a:cubicBezTo>
                  <a:cubicBezTo>
                    <a:pt x="9082" y="314"/>
                    <a:pt x="9073" y="314"/>
                    <a:pt x="9064" y="314"/>
                  </a:cubicBezTo>
                  <a:close/>
                  <a:moveTo>
                    <a:pt x="11079" y="1276"/>
                  </a:moveTo>
                  <a:cubicBezTo>
                    <a:pt x="11052" y="1276"/>
                    <a:pt x="11024" y="1291"/>
                    <a:pt x="11003" y="1318"/>
                  </a:cubicBezTo>
                  <a:cubicBezTo>
                    <a:pt x="10982" y="1364"/>
                    <a:pt x="10992" y="1418"/>
                    <a:pt x="11025" y="1442"/>
                  </a:cubicBezTo>
                  <a:cubicBezTo>
                    <a:pt x="11273" y="1610"/>
                    <a:pt x="11511" y="1791"/>
                    <a:pt x="11735" y="1993"/>
                  </a:cubicBezTo>
                  <a:cubicBezTo>
                    <a:pt x="11749" y="2007"/>
                    <a:pt x="11766" y="2013"/>
                    <a:pt x="11785" y="2013"/>
                  </a:cubicBezTo>
                  <a:cubicBezTo>
                    <a:pt x="11811" y="2013"/>
                    <a:pt x="11839" y="2001"/>
                    <a:pt x="11859" y="1982"/>
                  </a:cubicBezTo>
                  <a:cubicBezTo>
                    <a:pt x="11892" y="1947"/>
                    <a:pt x="11892" y="1890"/>
                    <a:pt x="11848" y="1858"/>
                  </a:cubicBezTo>
                  <a:cubicBezTo>
                    <a:pt x="11622" y="1656"/>
                    <a:pt x="11387" y="1464"/>
                    <a:pt x="11127" y="1296"/>
                  </a:cubicBezTo>
                  <a:cubicBezTo>
                    <a:pt x="11113" y="1282"/>
                    <a:pt x="11096" y="1276"/>
                    <a:pt x="11079" y="1276"/>
                  </a:cubicBezTo>
                  <a:close/>
                  <a:moveTo>
                    <a:pt x="12715" y="2811"/>
                  </a:moveTo>
                  <a:cubicBezTo>
                    <a:pt x="12696" y="2811"/>
                    <a:pt x="12676" y="2816"/>
                    <a:pt x="12658" y="2825"/>
                  </a:cubicBezTo>
                  <a:cubicBezTo>
                    <a:pt x="12623" y="2860"/>
                    <a:pt x="12613" y="2916"/>
                    <a:pt x="12645" y="2960"/>
                  </a:cubicBezTo>
                  <a:cubicBezTo>
                    <a:pt x="12826" y="3186"/>
                    <a:pt x="12996" y="3432"/>
                    <a:pt x="13153" y="3691"/>
                  </a:cubicBezTo>
                  <a:cubicBezTo>
                    <a:pt x="13166" y="3714"/>
                    <a:pt x="13195" y="3731"/>
                    <a:pt x="13225" y="3731"/>
                  </a:cubicBezTo>
                  <a:cubicBezTo>
                    <a:pt x="13242" y="3731"/>
                    <a:pt x="13260" y="3726"/>
                    <a:pt x="13277" y="3713"/>
                  </a:cubicBezTo>
                  <a:cubicBezTo>
                    <a:pt x="13320" y="3691"/>
                    <a:pt x="13333" y="3635"/>
                    <a:pt x="13309" y="3591"/>
                  </a:cubicBezTo>
                  <a:cubicBezTo>
                    <a:pt x="13153" y="3332"/>
                    <a:pt x="12972" y="3084"/>
                    <a:pt x="12793" y="2849"/>
                  </a:cubicBezTo>
                  <a:cubicBezTo>
                    <a:pt x="12773" y="2822"/>
                    <a:pt x="12744" y="2811"/>
                    <a:pt x="12715" y="2811"/>
                  </a:cubicBezTo>
                  <a:close/>
                  <a:moveTo>
                    <a:pt x="13818" y="4763"/>
                  </a:moveTo>
                  <a:cubicBezTo>
                    <a:pt x="13806" y="4763"/>
                    <a:pt x="13793" y="4766"/>
                    <a:pt x="13782" y="4771"/>
                  </a:cubicBezTo>
                  <a:cubicBezTo>
                    <a:pt x="13738" y="4782"/>
                    <a:pt x="13714" y="4839"/>
                    <a:pt x="13725" y="4885"/>
                  </a:cubicBezTo>
                  <a:cubicBezTo>
                    <a:pt x="13828" y="5166"/>
                    <a:pt x="13917" y="5446"/>
                    <a:pt x="13984" y="5738"/>
                  </a:cubicBezTo>
                  <a:cubicBezTo>
                    <a:pt x="13993" y="5777"/>
                    <a:pt x="14036" y="5809"/>
                    <a:pt x="14077" y="5809"/>
                  </a:cubicBezTo>
                  <a:cubicBezTo>
                    <a:pt x="14084" y="5809"/>
                    <a:pt x="14091" y="5808"/>
                    <a:pt x="14098" y="5806"/>
                  </a:cubicBezTo>
                  <a:cubicBezTo>
                    <a:pt x="14143" y="5795"/>
                    <a:pt x="14176" y="5738"/>
                    <a:pt x="14165" y="5695"/>
                  </a:cubicBezTo>
                  <a:cubicBezTo>
                    <a:pt x="14098" y="5401"/>
                    <a:pt x="14008" y="5109"/>
                    <a:pt x="13895" y="4828"/>
                  </a:cubicBezTo>
                  <a:cubicBezTo>
                    <a:pt x="13887" y="4786"/>
                    <a:pt x="13854" y="4763"/>
                    <a:pt x="13818" y="4763"/>
                  </a:cubicBezTo>
                  <a:close/>
                  <a:moveTo>
                    <a:pt x="14265" y="6953"/>
                  </a:moveTo>
                  <a:cubicBezTo>
                    <a:pt x="14211" y="6967"/>
                    <a:pt x="14176" y="6999"/>
                    <a:pt x="14176" y="7056"/>
                  </a:cubicBezTo>
                  <a:cubicBezTo>
                    <a:pt x="14187" y="7180"/>
                    <a:pt x="14187" y="7304"/>
                    <a:pt x="14187" y="7426"/>
                  </a:cubicBezTo>
                  <a:lnTo>
                    <a:pt x="14187" y="7944"/>
                  </a:lnTo>
                  <a:cubicBezTo>
                    <a:pt x="14187" y="8001"/>
                    <a:pt x="14222" y="8033"/>
                    <a:pt x="14278" y="8033"/>
                  </a:cubicBezTo>
                  <a:cubicBezTo>
                    <a:pt x="14322" y="8033"/>
                    <a:pt x="14368" y="8001"/>
                    <a:pt x="14368" y="7944"/>
                  </a:cubicBezTo>
                  <a:lnTo>
                    <a:pt x="14368" y="7426"/>
                  </a:lnTo>
                  <a:cubicBezTo>
                    <a:pt x="14368" y="7291"/>
                    <a:pt x="14368" y="7169"/>
                    <a:pt x="14357" y="7045"/>
                  </a:cubicBezTo>
                  <a:cubicBezTo>
                    <a:pt x="14357" y="6999"/>
                    <a:pt x="14311" y="6953"/>
                    <a:pt x="14265" y="6953"/>
                  </a:cubicBezTo>
                  <a:close/>
                  <a:moveTo>
                    <a:pt x="14278" y="9205"/>
                  </a:moveTo>
                  <a:cubicBezTo>
                    <a:pt x="14222" y="9205"/>
                    <a:pt x="14187" y="9248"/>
                    <a:pt x="14187" y="9294"/>
                  </a:cubicBezTo>
                  <a:lnTo>
                    <a:pt x="14187" y="10193"/>
                  </a:lnTo>
                  <a:cubicBezTo>
                    <a:pt x="14187" y="10250"/>
                    <a:pt x="14222" y="10285"/>
                    <a:pt x="14278" y="10285"/>
                  </a:cubicBezTo>
                  <a:cubicBezTo>
                    <a:pt x="14322" y="10285"/>
                    <a:pt x="14368" y="10250"/>
                    <a:pt x="14368" y="10193"/>
                  </a:cubicBezTo>
                  <a:lnTo>
                    <a:pt x="14368" y="9294"/>
                  </a:lnTo>
                  <a:cubicBezTo>
                    <a:pt x="14368" y="9248"/>
                    <a:pt x="14322" y="9205"/>
                    <a:pt x="14278" y="9205"/>
                  </a:cubicBezTo>
                  <a:close/>
                  <a:moveTo>
                    <a:pt x="14278" y="11454"/>
                  </a:moveTo>
                  <a:cubicBezTo>
                    <a:pt x="14222" y="11454"/>
                    <a:pt x="14187" y="11500"/>
                    <a:pt x="14187" y="11543"/>
                  </a:cubicBezTo>
                  <a:lnTo>
                    <a:pt x="14187" y="12445"/>
                  </a:lnTo>
                  <a:cubicBezTo>
                    <a:pt x="14187" y="12502"/>
                    <a:pt x="14222" y="12534"/>
                    <a:pt x="14278" y="12534"/>
                  </a:cubicBezTo>
                  <a:cubicBezTo>
                    <a:pt x="14322" y="12534"/>
                    <a:pt x="14368" y="12502"/>
                    <a:pt x="14368" y="12445"/>
                  </a:cubicBezTo>
                  <a:lnTo>
                    <a:pt x="14368" y="11543"/>
                  </a:lnTo>
                  <a:cubicBezTo>
                    <a:pt x="14368" y="11500"/>
                    <a:pt x="14322" y="11454"/>
                    <a:pt x="14278" y="11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18"/>
            <p:cNvSpPr/>
            <p:nvPr/>
          </p:nvSpPr>
          <p:spPr>
            <a:xfrm rot="5400000">
              <a:off x="-1083125" y="3705300"/>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18"/>
          <p:cNvGrpSpPr/>
          <p:nvPr/>
        </p:nvGrpSpPr>
        <p:grpSpPr>
          <a:xfrm>
            <a:off x="160485" y="609150"/>
            <a:ext cx="8867075" cy="4213504"/>
            <a:chOff x="160485" y="609150"/>
            <a:chExt cx="8867075" cy="4213504"/>
          </a:xfrm>
        </p:grpSpPr>
        <p:pic>
          <p:nvPicPr>
            <p:cNvPr id="207" name="Google Shape;207;p18"/>
            <p:cNvPicPr preferRelativeResize="0"/>
            <p:nvPr/>
          </p:nvPicPr>
          <p:blipFill>
            <a:blip r:embed="rId3">
              <a:alphaModFix/>
            </a:blip>
            <a:stretch>
              <a:fillRect/>
            </a:stretch>
          </p:blipFill>
          <p:spPr>
            <a:xfrm>
              <a:off x="160485" y="4394343"/>
              <a:ext cx="428318" cy="428311"/>
            </a:xfrm>
            <a:prstGeom prst="rect">
              <a:avLst/>
            </a:prstGeom>
            <a:noFill/>
            <a:ln>
              <a:noFill/>
            </a:ln>
          </p:spPr>
        </p:pic>
        <p:pic>
          <p:nvPicPr>
            <p:cNvPr id="208" name="Google Shape;208;p18"/>
            <p:cNvPicPr preferRelativeResize="0"/>
            <p:nvPr/>
          </p:nvPicPr>
          <p:blipFill>
            <a:blip r:embed="rId4">
              <a:alphaModFix/>
            </a:blip>
            <a:stretch>
              <a:fillRect/>
            </a:stretch>
          </p:blipFill>
          <p:spPr>
            <a:xfrm>
              <a:off x="8501679" y="609150"/>
              <a:ext cx="525881" cy="525876"/>
            </a:xfrm>
            <a:prstGeom prst="rect">
              <a:avLst/>
            </a:prstGeom>
            <a:noFill/>
            <a:ln>
              <a:noFill/>
            </a:ln>
          </p:spPr>
        </p:pic>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209"/>
        <p:cNvGrpSpPr/>
        <p:nvPr/>
      </p:nvGrpSpPr>
      <p:grpSpPr>
        <a:xfrm>
          <a:off x="0" y="0"/>
          <a:ext cx="0" cy="0"/>
          <a:chOff x="0" y="0"/>
          <a:chExt cx="0" cy="0"/>
        </a:xfrm>
      </p:grpSpPr>
      <p:pic>
        <p:nvPicPr>
          <p:cNvPr id="210" name="Google Shape;210;p19"/>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1" name="Google Shape;211;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Lexend"/>
              <a:buNone/>
              <a:defRPr>
                <a:latin typeface="Lexend"/>
                <a:ea typeface="Lexend"/>
                <a:cs typeface="Lexend"/>
                <a:sym typeface="Lexend"/>
              </a:defRPr>
            </a:lvl1pPr>
            <a:lvl2pPr lvl="1" rtl="0">
              <a:spcBef>
                <a:spcPts val="0"/>
              </a:spcBef>
              <a:spcAft>
                <a:spcPts val="0"/>
              </a:spcAft>
              <a:buSzPts val="3000"/>
              <a:buFont typeface="Lexend"/>
              <a:buNone/>
              <a:defRPr>
                <a:latin typeface="Lexend"/>
                <a:ea typeface="Lexend"/>
                <a:cs typeface="Lexend"/>
                <a:sym typeface="Lexend"/>
              </a:defRPr>
            </a:lvl2pPr>
            <a:lvl3pPr lvl="2" rtl="0">
              <a:spcBef>
                <a:spcPts val="0"/>
              </a:spcBef>
              <a:spcAft>
                <a:spcPts val="0"/>
              </a:spcAft>
              <a:buSzPts val="3000"/>
              <a:buFont typeface="Lexend"/>
              <a:buNone/>
              <a:defRPr>
                <a:latin typeface="Lexend"/>
                <a:ea typeface="Lexend"/>
                <a:cs typeface="Lexend"/>
                <a:sym typeface="Lexend"/>
              </a:defRPr>
            </a:lvl3pPr>
            <a:lvl4pPr lvl="3" rtl="0">
              <a:spcBef>
                <a:spcPts val="0"/>
              </a:spcBef>
              <a:spcAft>
                <a:spcPts val="0"/>
              </a:spcAft>
              <a:buSzPts val="3000"/>
              <a:buFont typeface="Lexend"/>
              <a:buNone/>
              <a:defRPr>
                <a:latin typeface="Lexend"/>
                <a:ea typeface="Lexend"/>
                <a:cs typeface="Lexend"/>
                <a:sym typeface="Lexend"/>
              </a:defRPr>
            </a:lvl4pPr>
            <a:lvl5pPr lvl="4" rtl="0">
              <a:spcBef>
                <a:spcPts val="0"/>
              </a:spcBef>
              <a:spcAft>
                <a:spcPts val="0"/>
              </a:spcAft>
              <a:buSzPts val="3000"/>
              <a:buFont typeface="Lexend"/>
              <a:buNone/>
              <a:defRPr>
                <a:latin typeface="Lexend"/>
                <a:ea typeface="Lexend"/>
                <a:cs typeface="Lexend"/>
                <a:sym typeface="Lexend"/>
              </a:defRPr>
            </a:lvl5pPr>
            <a:lvl6pPr lvl="5" rtl="0">
              <a:spcBef>
                <a:spcPts val="0"/>
              </a:spcBef>
              <a:spcAft>
                <a:spcPts val="0"/>
              </a:spcAft>
              <a:buSzPts val="3000"/>
              <a:buFont typeface="Lexend"/>
              <a:buNone/>
              <a:defRPr>
                <a:latin typeface="Lexend"/>
                <a:ea typeface="Lexend"/>
                <a:cs typeface="Lexend"/>
                <a:sym typeface="Lexend"/>
              </a:defRPr>
            </a:lvl6pPr>
            <a:lvl7pPr lvl="6" rtl="0">
              <a:spcBef>
                <a:spcPts val="0"/>
              </a:spcBef>
              <a:spcAft>
                <a:spcPts val="0"/>
              </a:spcAft>
              <a:buSzPts val="3000"/>
              <a:buFont typeface="Lexend"/>
              <a:buNone/>
              <a:defRPr>
                <a:latin typeface="Lexend"/>
                <a:ea typeface="Lexend"/>
                <a:cs typeface="Lexend"/>
                <a:sym typeface="Lexend"/>
              </a:defRPr>
            </a:lvl7pPr>
            <a:lvl8pPr lvl="7" rtl="0">
              <a:spcBef>
                <a:spcPts val="0"/>
              </a:spcBef>
              <a:spcAft>
                <a:spcPts val="0"/>
              </a:spcAft>
              <a:buSzPts val="3000"/>
              <a:buFont typeface="Lexend"/>
              <a:buNone/>
              <a:defRPr>
                <a:latin typeface="Lexend"/>
                <a:ea typeface="Lexend"/>
                <a:cs typeface="Lexend"/>
                <a:sym typeface="Lexend"/>
              </a:defRPr>
            </a:lvl8pPr>
            <a:lvl9pPr lvl="8" rtl="0">
              <a:spcBef>
                <a:spcPts val="0"/>
              </a:spcBef>
              <a:spcAft>
                <a:spcPts val="0"/>
              </a:spcAft>
              <a:buSzPts val="3000"/>
              <a:buFont typeface="Lexend"/>
              <a:buNone/>
              <a:defRPr>
                <a:latin typeface="Lexend"/>
                <a:ea typeface="Lexend"/>
                <a:cs typeface="Lexend"/>
                <a:sym typeface="Lexend"/>
              </a:defRPr>
            </a:lvl9pPr>
          </a:lstStyle>
          <a:p>
            <a:endParaRPr/>
          </a:p>
        </p:txBody>
      </p:sp>
      <p:sp>
        <p:nvSpPr>
          <p:cNvPr id="212" name="Google Shape;212;p19"/>
          <p:cNvSpPr txBox="1">
            <a:spLocks noGrp="1"/>
          </p:cNvSpPr>
          <p:nvPr>
            <p:ph type="subTitle" idx="1"/>
          </p:nvPr>
        </p:nvSpPr>
        <p:spPr>
          <a:xfrm>
            <a:off x="1163725" y="1427800"/>
            <a:ext cx="2967000" cy="525900"/>
          </a:xfrm>
          <a:prstGeom prst="rect">
            <a:avLst/>
          </a:prstGeom>
          <a:ln>
            <a:noFill/>
          </a:ln>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sp>
        <p:nvSpPr>
          <p:cNvPr id="213" name="Google Shape;213;p19"/>
          <p:cNvSpPr txBox="1">
            <a:spLocks noGrp="1"/>
          </p:cNvSpPr>
          <p:nvPr>
            <p:ph type="subTitle" idx="2"/>
          </p:nvPr>
        </p:nvSpPr>
        <p:spPr>
          <a:xfrm>
            <a:off x="1163726" y="1878250"/>
            <a:ext cx="2967000" cy="1027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14" name="Google Shape;214;p19"/>
          <p:cNvSpPr txBox="1">
            <a:spLocks noGrp="1"/>
          </p:cNvSpPr>
          <p:nvPr>
            <p:ph type="subTitle" idx="3"/>
          </p:nvPr>
        </p:nvSpPr>
        <p:spPr>
          <a:xfrm>
            <a:off x="5013252" y="1878250"/>
            <a:ext cx="2967000" cy="1027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15" name="Google Shape;215;p19"/>
          <p:cNvSpPr txBox="1">
            <a:spLocks noGrp="1"/>
          </p:cNvSpPr>
          <p:nvPr>
            <p:ph type="subTitle" idx="4"/>
          </p:nvPr>
        </p:nvSpPr>
        <p:spPr>
          <a:xfrm>
            <a:off x="1163725" y="3626575"/>
            <a:ext cx="2967000" cy="1027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16" name="Google Shape;216;p19"/>
          <p:cNvSpPr txBox="1">
            <a:spLocks noGrp="1"/>
          </p:cNvSpPr>
          <p:nvPr>
            <p:ph type="subTitle" idx="5"/>
          </p:nvPr>
        </p:nvSpPr>
        <p:spPr>
          <a:xfrm>
            <a:off x="5013252" y="3626575"/>
            <a:ext cx="2967000" cy="1027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17" name="Google Shape;217;p19"/>
          <p:cNvSpPr txBox="1">
            <a:spLocks noGrp="1"/>
          </p:cNvSpPr>
          <p:nvPr>
            <p:ph type="subTitle" idx="6"/>
          </p:nvPr>
        </p:nvSpPr>
        <p:spPr>
          <a:xfrm>
            <a:off x="1163725" y="3176125"/>
            <a:ext cx="2967000" cy="525900"/>
          </a:xfrm>
          <a:prstGeom prst="rect">
            <a:avLst/>
          </a:prstGeom>
          <a:ln>
            <a:noFill/>
          </a:ln>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sp>
        <p:nvSpPr>
          <p:cNvPr id="218" name="Google Shape;218;p19"/>
          <p:cNvSpPr txBox="1">
            <a:spLocks noGrp="1"/>
          </p:cNvSpPr>
          <p:nvPr>
            <p:ph type="subTitle" idx="7"/>
          </p:nvPr>
        </p:nvSpPr>
        <p:spPr>
          <a:xfrm>
            <a:off x="5013250" y="1427800"/>
            <a:ext cx="2967000" cy="525900"/>
          </a:xfrm>
          <a:prstGeom prst="rect">
            <a:avLst/>
          </a:prstGeom>
          <a:ln>
            <a:noFill/>
          </a:ln>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sp>
        <p:nvSpPr>
          <p:cNvPr id="219" name="Google Shape;219;p19"/>
          <p:cNvSpPr txBox="1">
            <a:spLocks noGrp="1"/>
          </p:cNvSpPr>
          <p:nvPr>
            <p:ph type="subTitle" idx="8"/>
          </p:nvPr>
        </p:nvSpPr>
        <p:spPr>
          <a:xfrm>
            <a:off x="5013250" y="3176125"/>
            <a:ext cx="2967000" cy="525900"/>
          </a:xfrm>
          <a:prstGeom prst="rect">
            <a:avLst/>
          </a:prstGeom>
          <a:ln>
            <a:noFill/>
          </a:ln>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grpSp>
        <p:nvGrpSpPr>
          <p:cNvPr id="220" name="Google Shape;220;p19"/>
          <p:cNvGrpSpPr/>
          <p:nvPr/>
        </p:nvGrpSpPr>
        <p:grpSpPr>
          <a:xfrm>
            <a:off x="-470327" y="-1007191"/>
            <a:ext cx="9614327" cy="6488275"/>
            <a:chOff x="-470327" y="-1007191"/>
            <a:chExt cx="9614327" cy="6488275"/>
          </a:xfrm>
        </p:grpSpPr>
        <p:sp>
          <p:nvSpPr>
            <p:cNvPr id="221" name="Google Shape;221;p19"/>
            <p:cNvSpPr/>
            <p:nvPr/>
          </p:nvSpPr>
          <p:spPr>
            <a:xfrm rot="5400000" flipH="1">
              <a:off x="-557000" y="4208976"/>
              <a:ext cx="1358782" cy="1185435"/>
            </a:xfrm>
            <a:custGeom>
              <a:avLst/>
              <a:gdLst/>
              <a:ahLst/>
              <a:cxnLst/>
              <a:rect l="l" t="t" r="r" b="b"/>
              <a:pathLst>
                <a:path w="14368" h="12535" extrusionOk="0">
                  <a:moveTo>
                    <a:pt x="89" y="0"/>
                  </a:moveTo>
                  <a:cubicBezTo>
                    <a:pt x="46" y="0"/>
                    <a:pt x="0" y="46"/>
                    <a:pt x="0" y="92"/>
                  </a:cubicBezTo>
                  <a:cubicBezTo>
                    <a:pt x="0" y="135"/>
                    <a:pt x="46" y="181"/>
                    <a:pt x="89" y="181"/>
                  </a:cubicBezTo>
                  <a:lnTo>
                    <a:pt x="991" y="181"/>
                  </a:lnTo>
                  <a:cubicBezTo>
                    <a:pt x="1034" y="181"/>
                    <a:pt x="1080" y="135"/>
                    <a:pt x="1080" y="92"/>
                  </a:cubicBezTo>
                  <a:cubicBezTo>
                    <a:pt x="1080" y="46"/>
                    <a:pt x="1034" y="0"/>
                    <a:pt x="991" y="0"/>
                  </a:cubicBezTo>
                  <a:close/>
                  <a:moveTo>
                    <a:pt x="2341" y="0"/>
                  </a:moveTo>
                  <a:cubicBezTo>
                    <a:pt x="2295" y="0"/>
                    <a:pt x="2249" y="46"/>
                    <a:pt x="2249" y="92"/>
                  </a:cubicBezTo>
                  <a:cubicBezTo>
                    <a:pt x="2249" y="135"/>
                    <a:pt x="2295" y="181"/>
                    <a:pt x="2341" y="181"/>
                  </a:cubicBezTo>
                  <a:lnTo>
                    <a:pt x="3240" y="181"/>
                  </a:lnTo>
                  <a:cubicBezTo>
                    <a:pt x="3286" y="181"/>
                    <a:pt x="3330" y="135"/>
                    <a:pt x="3330" y="92"/>
                  </a:cubicBezTo>
                  <a:cubicBezTo>
                    <a:pt x="3330" y="46"/>
                    <a:pt x="3286" y="0"/>
                    <a:pt x="3240" y="0"/>
                  </a:cubicBezTo>
                  <a:close/>
                  <a:moveTo>
                    <a:pt x="4590" y="0"/>
                  </a:moveTo>
                  <a:cubicBezTo>
                    <a:pt x="4545" y="0"/>
                    <a:pt x="4501" y="46"/>
                    <a:pt x="4501" y="92"/>
                  </a:cubicBezTo>
                  <a:cubicBezTo>
                    <a:pt x="4501" y="135"/>
                    <a:pt x="4545" y="181"/>
                    <a:pt x="4590" y="181"/>
                  </a:cubicBezTo>
                  <a:lnTo>
                    <a:pt x="5490" y="181"/>
                  </a:lnTo>
                  <a:cubicBezTo>
                    <a:pt x="5536" y="181"/>
                    <a:pt x="5581" y="135"/>
                    <a:pt x="5581" y="92"/>
                  </a:cubicBezTo>
                  <a:cubicBezTo>
                    <a:pt x="5581" y="46"/>
                    <a:pt x="5536" y="0"/>
                    <a:pt x="5490" y="0"/>
                  </a:cubicBezTo>
                  <a:close/>
                  <a:moveTo>
                    <a:pt x="6840" y="0"/>
                  </a:moveTo>
                  <a:cubicBezTo>
                    <a:pt x="6796" y="0"/>
                    <a:pt x="6751" y="46"/>
                    <a:pt x="6751" y="92"/>
                  </a:cubicBezTo>
                  <a:cubicBezTo>
                    <a:pt x="6751" y="135"/>
                    <a:pt x="6796" y="181"/>
                    <a:pt x="6840" y="181"/>
                  </a:cubicBezTo>
                  <a:lnTo>
                    <a:pt x="6942" y="181"/>
                  </a:lnTo>
                  <a:cubicBezTo>
                    <a:pt x="7212" y="181"/>
                    <a:pt x="7472" y="192"/>
                    <a:pt x="7731" y="227"/>
                  </a:cubicBezTo>
                  <a:cubicBezTo>
                    <a:pt x="7774" y="227"/>
                    <a:pt x="7820" y="192"/>
                    <a:pt x="7831" y="149"/>
                  </a:cubicBezTo>
                  <a:cubicBezTo>
                    <a:pt x="7831" y="92"/>
                    <a:pt x="7798" y="46"/>
                    <a:pt x="7752" y="46"/>
                  </a:cubicBezTo>
                  <a:cubicBezTo>
                    <a:pt x="7482" y="14"/>
                    <a:pt x="7212" y="0"/>
                    <a:pt x="6942" y="0"/>
                  </a:cubicBezTo>
                  <a:close/>
                  <a:moveTo>
                    <a:pt x="9064" y="314"/>
                  </a:moveTo>
                  <a:cubicBezTo>
                    <a:pt x="9020" y="314"/>
                    <a:pt x="8987" y="335"/>
                    <a:pt x="8978" y="373"/>
                  </a:cubicBezTo>
                  <a:cubicBezTo>
                    <a:pt x="8957" y="419"/>
                    <a:pt x="8989" y="473"/>
                    <a:pt x="9035" y="486"/>
                  </a:cubicBezTo>
                  <a:cubicBezTo>
                    <a:pt x="9316" y="575"/>
                    <a:pt x="9596" y="675"/>
                    <a:pt x="9867" y="800"/>
                  </a:cubicBezTo>
                  <a:cubicBezTo>
                    <a:pt x="9877" y="802"/>
                    <a:pt x="9887" y="803"/>
                    <a:pt x="9898" y="803"/>
                  </a:cubicBezTo>
                  <a:cubicBezTo>
                    <a:pt x="9936" y="803"/>
                    <a:pt x="9974" y="787"/>
                    <a:pt x="9991" y="743"/>
                  </a:cubicBezTo>
                  <a:cubicBezTo>
                    <a:pt x="10002" y="700"/>
                    <a:pt x="9991" y="654"/>
                    <a:pt x="9945" y="632"/>
                  </a:cubicBezTo>
                  <a:cubicBezTo>
                    <a:pt x="9664" y="508"/>
                    <a:pt x="9383" y="405"/>
                    <a:pt x="9092" y="316"/>
                  </a:cubicBezTo>
                  <a:cubicBezTo>
                    <a:pt x="9082" y="314"/>
                    <a:pt x="9073" y="314"/>
                    <a:pt x="9064" y="314"/>
                  </a:cubicBezTo>
                  <a:close/>
                  <a:moveTo>
                    <a:pt x="11079" y="1276"/>
                  </a:moveTo>
                  <a:cubicBezTo>
                    <a:pt x="11052" y="1276"/>
                    <a:pt x="11024" y="1291"/>
                    <a:pt x="11003" y="1318"/>
                  </a:cubicBezTo>
                  <a:cubicBezTo>
                    <a:pt x="10982" y="1364"/>
                    <a:pt x="10992" y="1418"/>
                    <a:pt x="11025" y="1442"/>
                  </a:cubicBezTo>
                  <a:cubicBezTo>
                    <a:pt x="11273" y="1610"/>
                    <a:pt x="11511" y="1791"/>
                    <a:pt x="11735" y="1993"/>
                  </a:cubicBezTo>
                  <a:cubicBezTo>
                    <a:pt x="11749" y="2007"/>
                    <a:pt x="11766" y="2013"/>
                    <a:pt x="11785" y="2013"/>
                  </a:cubicBezTo>
                  <a:cubicBezTo>
                    <a:pt x="11811" y="2013"/>
                    <a:pt x="11839" y="2001"/>
                    <a:pt x="11859" y="1982"/>
                  </a:cubicBezTo>
                  <a:cubicBezTo>
                    <a:pt x="11892" y="1947"/>
                    <a:pt x="11892" y="1890"/>
                    <a:pt x="11848" y="1858"/>
                  </a:cubicBezTo>
                  <a:cubicBezTo>
                    <a:pt x="11622" y="1656"/>
                    <a:pt x="11387" y="1464"/>
                    <a:pt x="11127" y="1296"/>
                  </a:cubicBezTo>
                  <a:cubicBezTo>
                    <a:pt x="11113" y="1282"/>
                    <a:pt x="11096" y="1276"/>
                    <a:pt x="11079" y="1276"/>
                  </a:cubicBezTo>
                  <a:close/>
                  <a:moveTo>
                    <a:pt x="12715" y="2811"/>
                  </a:moveTo>
                  <a:cubicBezTo>
                    <a:pt x="12696" y="2811"/>
                    <a:pt x="12676" y="2816"/>
                    <a:pt x="12658" y="2825"/>
                  </a:cubicBezTo>
                  <a:cubicBezTo>
                    <a:pt x="12623" y="2860"/>
                    <a:pt x="12613" y="2916"/>
                    <a:pt x="12645" y="2960"/>
                  </a:cubicBezTo>
                  <a:cubicBezTo>
                    <a:pt x="12826" y="3186"/>
                    <a:pt x="12996" y="3432"/>
                    <a:pt x="13153" y="3691"/>
                  </a:cubicBezTo>
                  <a:cubicBezTo>
                    <a:pt x="13166" y="3714"/>
                    <a:pt x="13195" y="3731"/>
                    <a:pt x="13225" y="3731"/>
                  </a:cubicBezTo>
                  <a:cubicBezTo>
                    <a:pt x="13242" y="3731"/>
                    <a:pt x="13260" y="3726"/>
                    <a:pt x="13277" y="3713"/>
                  </a:cubicBezTo>
                  <a:cubicBezTo>
                    <a:pt x="13320" y="3691"/>
                    <a:pt x="13333" y="3635"/>
                    <a:pt x="13309" y="3591"/>
                  </a:cubicBezTo>
                  <a:cubicBezTo>
                    <a:pt x="13153" y="3332"/>
                    <a:pt x="12972" y="3084"/>
                    <a:pt x="12793" y="2849"/>
                  </a:cubicBezTo>
                  <a:cubicBezTo>
                    <a:pt x="12773" y="2822"/>
                    <a:pt x="12744" y="2811"/>
                    <a:pt x="12715" y="2811"/>
                  </a:cubicBezTo>
                  <a:close/>
                  <a:moveTo>
                    <a:pt x="13818" y="4763"/>
                  </a:moveTo>
                  <a:cubicBezTo>
                    <a:pt x="13806" y="4763"/>
                    <a:pt x="13793" y="4766"/>
                    <a:pt x="13782" y="4771"/>
                  </a:cubicBezTo>
                  <a:cubicBezTo>
                    <a:pt x="13738" y="4782"/>
                    <a:pt x="13714" y="4839"/>
                    <a:pt x="13725" y="4885"/>
                  </a:cubicBezTo>
                  <a:cubicBezTo>
                    <a:pt x="13828" y="5166"/>
                    <a:pt x="13917" y="5446"/>
                    <a:pt x="13984" y="5738"/>
                  </a:cubicBezTo>
                  <a:cubicBezTo>
                    <a:pt x="13993" y="5777"/>
                    <a:pt x="14036" y="5809"/>
                    <a:pt x="14077" y="5809"/>
                  </a:cubicBezTo>
                  <a:cubicBezTo>
                    <a:pt x="14084" y="5809"/>
                    <a:pt x="14091" y="5808"/>
                    <a:pt x="14098" y="5806"/>
                  </a:cubicBezTo>
                  <a:cubicBezTo>
                    <a:pt x="14143" y="5795"/>
                    <a:pt x="14176" y="5738"/>
                    <a:pt x="14165" y="5695"/>
                  </a:cubicBezTo>
                  <a:cubicBezTo>
                    <a:pt x="14098" y="5401"/>
                    <a:pt x="14008" y="5109"/>
                    <a:pt x="13895" y="4828"/>
                  </a:cubicBezTo>
                  <a:cubicBezTo>
                    <a:pt x="13887" y="4786"/>
                    <a:pt x="13854" y="4763"/>
                    <a:pt x="13818" y="4763"/>
                  </a:cubicBezTo>
                  <a:close/>
                  <a:moveTo>
                    <a:pt x="14265" y="6953"/>
                  </a:moveTo>
                  <a:cubicBezTo>
                    <a:pt x="14211" y="6967"/>
                    <a:pt x="14176" y="6999"/>
                    <a:pt x="14176" y="7056"/>
                  </a:cubicBezTo>
                  <a:cubicBezTo>
                    <a:pt x="14187" y="7180"/>
                    <a:pt x="14187" y="7304"/>
                    <a:pt x="14187" y="7426"/>
                  </a:cubicBezTo>
                  <a:lnTo>
                    <a:pt x="14187" y="7944"/>
                  </a:lnTo>
                  <a:cubicBezTo>
                    <a:pt x="14187" y="8001"/>
                    <a:pt x="14222" y="8033"/>
                    <a:pt x="14278" y="8033"/>
                  </a:cubicBezTo>
                  <a:cubicBezTo>
                    <a:pt x="14322" y="8033"/>
                    <a:pt x="14368" y="8001"/>
                    <a:pt x="14368" y="7944"/>
                  </a:cubicBezTo>
                  <a:lnTo>
                    <a:pt x="14368" y="7426"/>
                  </a:lnTo>
                  <a:cubicBezTo>
                    <a:pt x="14368" y="7291"/>
                    <a:pt x="14368" y="7169"/>
                    <a:pt x="14357" y="7045"/>
                  </a:cubicBezTo>
                  <a:cubicBezTo>
                    <a:pt x="14357" y="6999"/>
                    <a:pt x="14311" y="6953"/>
                    <a:pt x="14265" y="6953"/>
                  </a:cubicBezTo>
                  <a:close/>
                  <a:moveTo>
                    <a:pt x="14278" y="9205"/>
                  </a:moveTo>
                  <a:cubicBezTo>
                    <a:pt x="14222" y="9205"/>
                    <a:pt x="14187" y="9248"/>
                    <a:pt x="14187" y="9294"/>
                  </a:cubicBezTo>
                  <a:lnTo>
                    <a:pt x="14187" y="10193"/>
                  </a:lnTo>
                  <a:cubicBezTo>
                    <a:pt x="14187" y="10250"/>
                    <a:pt x="14222" y="10285"/>
                    <a:pt x="14278" y="10285"/>
                  </a:cubicBezTo>
                  <a:cubicBezTo>
                    <a:pt x="14322" y="10285"/>
                    <a:pt x="14368" y="10250"/>
                    <a:pt x="14368" y="10193"/>
                  </a:cubicBezTo>
                  <a:lnTo>
                    <a:pt x="14368" y="9294"/>
                  </a:lnTo>
                  <a:cubicBezTo>
                    <a:pt x="14368" y="9248"/>
                    <a:pt x="14322" y="9205"/>
                    <a:pt x="14278" y="9205"/>
                  </a:cubicBezTo>
                  <a:close/>
                  <a:moveTo>
                    <a:pt x="14278" y="11454"/>
                  </a:moveTo>
                  <a:cubicBezTo>
                    <a:pt x="14222" y="11454"/>
                    <a:pt x="14187" y="11500"/>
                    <a:pt x="14187" y="11543"/>
                  </a:cubicBezTo>
                  <a:lnTo>
                    <a:pt x="14187" y="12445"/>
                  </a:lnTo>
                  <a:cubicBezTo>
                    <a:pt x="14187" y="12502"/>
                    <a:pt x="14222" y="12534"/>
                    <a:pt x="14278" y="12534"/>
                  </a:cubicBezTo>
                  <a:cubicBezTo>
                    <a:pt x="14322" y="12534"/>
                    <a:pt x="14368" y="12502"/>
                    <a:pt x="14368" y="12445"/>
                  </a:cubicBezTo>
                  <a:lnTo>
                    <a:pt x="14368" y="11543"/>
                  </a:lnTo>
                  <a:cubicBezTo>
                    <a:pt x="14368" y="11500"/>
                    <a:pt x="14322" y="11454"/>
                    <a:pt x="14278" y="11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19"/>
            <p:cNvSpPr/>
            <p:nvPr/>
          </p:nvSpPr>
          <p:spPr>
            <a:xfrm rot="-5400000" flipH="1">
              <a:off x="6864775" y="-1910400"/>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 name="Google Shape;223;p19"/>
          <p:cNvGrpSpPr/>
          <p:nvPr/>
        </p:nvGrpSpPr>
        <p:grpSpPr>
          <a:xfrm>
            <a:off x="120300" y="153414"/>
            <a:ext cx="8787192" cy="4279766"/>
            <a:chOff x="120300" y="153414"/>
            <a:chExt cx="8787192" cy="4279766"/>
          </a:xfrm>
        </p:grpSpPr>
        <p:pic>
          <p:nvPicPr>
            <p:cNvPr id="224" name="Google Shape;224;p19"/>
            <p:cNvPicPr preferRelativeResize="0"/>
            <p:nvPr/>
          </p:nvPicPr>
          <p:blipFill>
            <a:blip r:embed="rId3">
              <a:alphaModFix/>
            </a:blip>
            <a:stretch>
              <a:fillRect/>
            </a:stretch>
          </p:blipFill>
          <p:spPr>
            <a:xfrm>
              <a:off x="8479175" y="153414"/>
              <a:ext cx="428317" cy="428312"/>
            </a:xfrm>
            <a:prstGeom prst="rect">
              <a:avLst/>
            </a:prstGeom>
            <a:noFill/>
            <a:ln>
              <a:noFill/>
            </a:ln>
          </p:spPr>
        </p:pic>
        <p:pic>
          <p:nvPicPr>
            <p:cNvPr id="225" name="Google Shape;225;p19"/>
            <p:cNvPicPr preferRelativeResize="0"/>
            <p:nvPr/>
          </p:nvPicPr>
          <p:blipFill>
            <a:blip r:embed="rId4">
              <a:alphaModFix/>
            </a:blip>
            <a:stretch>
              <a:fillRect/>
            </a:stretch>
          </p:blipFill>
          <p:spPr>
            <a:xfrm>
              <a:off x="120300" y="4017047"/>
              <a:ext cx="476478" cy="416134"/>
            </a:xfrm>
            <a:prstGeom prst="rect">
              <a:avLst/>
            </a:prstGeom>
            <a:noFill/>
            <a:ln>
              <a:noFill/>
            </a:ln>
          </p:spPr>
        </p:pic>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226"/>
        <p:cNvGrpSpPr/>
        <p:nvPr/>
      </p:nvGrpSpPr>
      <p:grpSpPr>
        <a:xfrm>
          <a:off x="0" y="0"/>
          <a:ext cx="0" cy="0"/>
          <a:chOff x="0" y="0"/>
          <a:chExt cx="0" cy="0"/>
        </a:xfrm>
      </p:grpSpPr>
      <p:pic>
        <p:nvPicPr>
          <p:cNvPr id="227" name="Google Shape;227;p2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28" name="Google Shape;228;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Lexend"/>
              <a:buNone/>
              <a:defRPr>
                <a:latin typeface="Lexend"/>
                <a:ea typeface="Lexend"/>
                <a:cs typeface="Lexend"/>
                <a:sym typeface="Lexend"/>
              </a:defRPr>
            </a:lvl1pPr>
            <a:lvl2pPr lvl="1" rtl="0">
              <a:spcBef>
                <a:spcPts val="0"/>
              </a:spcBef>
              <a:spcAft>
                <a:spcPts val="0"/>
              </a:spcAft>
              <a:buSzPts val="3000"/>
              <a:buFont typeface="Lexend"/>
              <a:buNone/>
              <a:defRPr>
                <a:latin typeface="Lexend"/>
                <a:ea typeface="Lexend"/>
                <a:cs typeface="Lexend"/>
                <a:sym typeface="Lexend"/>
              </a:defRPr>
            </a:lvl2pPr>
            <a:lvl3pPr lvl="2" rtl="0">
              <a:spcBef>
                <a:spcPts val="0"/>
              </a:spcBef>
              <a:spcAft>
                <a:spcPts val="0"/>
              </a:spcAft>
              <a:buSzPts val="3000"/>
              <a:buFont typeface="Lexend"/>
              <a:buNone/>
              <a:defRPr>
                <a:latin typeface="Lexend"/>
                <a:ea typeface="Lexend"/>
                <a:cs typeface="Lexend"/>
                <a:sym typeface="Lexend"/>
              </a:defRPr>
            </a:lvl3pPr>
            <a:lvl4pPr lvl="3" rtl="0">
              <a:spcBef>
                <a:spcPts val="0"/>
              </a:spcBef>
              <a:spcAft>
                <a:spcPts val="0"/>
              </a:spcAft>
              <a:buSzPts val="3000"/>
              <a:buFont typeface="Lexend"/>
              <a:buNone/>
              <a:defRPr>
                <a:latin typeface="Lexend"/>
                <a:ea typeface="Lexend"/>
                <a:cs typeface="Lexend"/>
                <a:sym typeface="Lexend"/>
              </a:defRPr>
            </a:lvl4pPr>
            <a:lvl5pPr lvl="4" rtl="0">
              <a:spcBef>
                <a:spcPts val="0"/>
              </a:spcBef>
              <a:spcAft>
                <a:spcPts val="0"/>
              </a:spcAft>
              <a:buSzPts val="3000"/>
              <a:buFont typeface="Lexend"/>
              <a:buNone/>
              <a:defRPr>
                <a:latin typeface="Lexend"/>
                <a:ea typeface="Lexend"/>
                <a:cs typeface="Lexend"/>
                <a:sym typeface="Lexend"/>
              </a:defRPr>
            </a:lvl5pPr>
            <a:lvl6pPr lvl="5" rtl="0">
              <a:spcBef>
                <a:spcPts val="0"/>
              </a:spcBef>
              <a:spcAft>
                <a:spcPts val="0"/>
              </a:spcAft>
              <a:buSzPts val="3000"/>
              <a:buFont typeface="Lexend"/>
              <a:buNone/>
              <a:defRPr>
                <a:latin typeface="Lexend"/>
                <a:ea typeface="Lexend"/>
                <a:cs typeface="Lexend"/>
                <a:sym typeface="Lexend"/>
              </a:defRPr>
            </a:lvl6pPr>
            <a:lvl7pPr lvl="6" rtl="0">
              <a:spcBef>
                <a:spcPts val="0"/>
              </a:spcBef>
              <a:spcAft>
                <a:spcPts val="0"/>
              </a:spcAft>
              <a:buSzPts val="3000"/>
              <a:buFont typeface="Lexend"/>
              <a:buNone/>
              <a:defRPr>
                <a:latin typeface="Lexend"/>
                <a:ea typeface="Lexend"/>
                <a:cs typeface="Lexend"/>
                <a:sym typeface="Lexend"/>
              </a:defRPr>
            </a:lvl7pPr>
            <a:lvl8pPr lvl="7" rtl="0">
              <a:spcBef>
                <a:spcPts val="0"/>
              </a:spcBef>
              <a:spcAft>
                <a:spcPts val="0"/>
              </a:spcAft>
              <a:buSzPts val="3000"/>
              <a:buFont typeface="Lexend"/>
              <a:buNone/>
              <a:defRPr>
                <a:latin typeface="Lexend"/>
                <a:ea typeface="Lexend"/>
                <a:cs typeface="Lexend"/>
                <a:sym typeface="Lexend"/>
              </a:defRPr>
            </a:lvl8pPr>
            <a:lvl9pPr lvl="8" rtl="0">
              <a:spcBef>
                <a:spcPts val="0"/>
              </a:spcBef>
              <a:spcAft>
                <a:spcPts val="0"/>
              </a:spcAft>
              <a:buSzPts val="3000"/>
              <a:buFont typeface="Lexend"/>
              <a:buNone/>
              <a:defRPr>
                <a:latin typeface="Lexend"/>
                <a:ea typeface="Lexend"/>
                <a:cs typeface="Lexend"/>
                <a:sym typeface="Lexend"/>
              </a:defRPr>
            </a:lvl9pPr>
          </a:lstStyle>
          <a:p>
            <a:endParaRPr/>
          </a:p>
        </p:txBody>
      </p:sp>
      <p:sp>
        <p:nvSpPr>
          <p:cNvPr id="229" name="Google Shape;229;p20"/>
          <p:cNvSpPr txBox="1">
            <a:spLocks noGrp="1"/>
          </p:cNvSpPr>
          <p:nvPr>
            <p:ph type="subTitle" idx="1"/>
          </p:nvPr>
        </p:nvSpPr>
        <p:spPr>
          <a:xfrm>
            <a:off x="722322" y="1755151"/>
            <a:ext cx="2459100" cy="10557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30" name="Google Shape;230;p20"/>
          <p:cNvSpPr txBox="1">
            <a:spLocks noGrp="1"/>
          </p:cNvSpPr>
          <p:nvPr>
            <p:ph type="subTitle" idx="2"/>
          </p:nvPr>
        </p:nvSpPr>
        <p:spPr>
          <a:xfrm>
            <a:off x="3344862" y="1755151"/>
            <a:ext cx="2459100" cy="10557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31" name="Google Shape;231;p20"/>
          <p:cNvSpPr txBox="1">
            <a:spLocks noGrp="1"/>
          </p:cNvSpPr>
          <p:nvPr>
            <p:ph type="subTitle" idx="3"/>
          </p:nvPr>
        </p:nvSpPr>
        <p:spPr>
          <a:xfrm>
            <a:off x="5968427" y="1755151"/>
            <a:ext cx="2454000" cy="10557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32" name="Google Shape;232;p20"/>
          <p:cNvSpPr txBox="1">
            <a:spLocks noGrp="1"/>
          </p:cNvSpPr>
          <p:nvPr>
            <p:ph type="subTitle" idx="4"/>
          </p:nvPr>
        </p:nvSpPr>
        <p:spPr>
          <a:xfrm>
            <a:off x="722322" y="3552800"/>
            <a:ext cx="2459100" cy="10557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33" name="Google Shape;233;p20"/>
          <p:cNvSpPr txBox="1">
            <a:spLocks noGrp="1"/>
          </p:cNvSpPr>
          <p:nvPr>
            <p:ph type="subTitle" idx="5"/>
          </p:nvPr>
        </p:nvSpPr>
        <p:spPr>
          <a:xfrm>
            <a:off x="3344862" y="3552800"/>
            <a:ext cx="2459100" cy="10557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34" name="Google Shape;234;p20"/>
          <p:cNvSpPr txBox="1">
            <a:spLocks noGrp="1"/>
          </p:cNvSpPr>
          <p:nvPr>
            <p:ph type="subTitle" idx="6"/>
          </p:nvPr>
        </p:nvSpPr>
        <p:spPr>
          <a:xfrm>
            <a:off x="5968427" y="3552800"/>
            <a:ext cx="2454000" cy="10557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35" name="Google Shape;235;p20"/>
          <p:cNvSpPr txBox="1">
            <a:spLocks noGrp="1"/>
          </p:cNvSpPr>
          <p:nvPr>
            <p:ph type="subTitle" idx="7"/>
          </p:nvPr>
        </p:nvSpPr>
        <p:spPr>
          <a:xfrm>
            <a:off x="722322" y="1283613"/>
            <a:ext cx="2459100" cy="537300"/>
          </a:xfrm>
          <a:prstGeom prst="rect">
            <a:avLst/>
          </a:prstGeom>
          <a:ln>
            <a:noFill/>
          </a:ln>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sp>
        <p:nvSpPr>
          <p:cNvPr id="236" name="Google Shape;236;p20"/>
          <p:cNvSpPr txBox="1">
            <a:spLocks noGrp="1"/>
          </p:cNvSpPr>
          <p:nvPr>
            <p:ph type="subTitle" idx="8"/>
          </p:nvPr>
        </p:nvSpPr>
        <p:spPr>
          <a:xfrm>
            <a:off x="3344862" y="1283613"/>
            <a:ext cx="2459100" cy="537300"/>
          </a:xfrm>
          <a:prstGeom prst="rect">
            <a:avLst/>
          </a:prstGeom>
          <a:ln>
            <a:noFill/>
          </a:ln>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sp>
        <p:nvSpPr>
          <p:cNvPr id="237" name="Google Shape;237;p20"/>
          <p:cNvSpPr txBox="1">
            <a:spLocks noGrp="1"/>
          </p:cNvSpPr>
          <p:nvPr>
            <p:ph type="subTitle" idx="9"/>
          </p:nvPr>
        </p:nvSpPr>
        <p:spPr>
          <a:xfrm>
            <a:off x="5968427" y="1283613"/>
            <a:ext cx="2454000" cy="537300"/>
          </a:xfrm>
          <a:prstGeom prst="rect">
            <a:avLst/>
          </a:prstGeom>
          <a:ln>
            <a:noFill/>
          </a:ln>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sp>
        <p:nvSpPr>
          <p:cNvPr id="238" name="Google Shape;238;p20"/>
          <p:cNvSpPr txBox="1">
            <a:spLocks noGrp="1"/>
          </p:cNvSpPr>
          <p:nvPr>
            <p:ph type="subTitle" idx="13"/>
          </p:nvPr>
        </p:nvSpPr>
        <p:spPr>
          <a:xfrm>
            <a:off x="722322" y="3076750"/>
            <a:ext cx="2459100" cy="537300"/>
          </a:xfrm>
          <a:prstGeom prst="rect">
            <a:avLst/>
          </a:prstGeom>
          <a:ln>
            <a:noFill/>
          </a:ln>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sp>
        <p:nvSpPr>
          <p:cNvPr id="239" name="Google Shape;239;p20"/>
          <p:cNvSpPr txBox="1">
            <a:spLocks noGrp="1"/>
          </p:cNvSpPr>
          <p:nvPr>
            <p:ph type="subTitle" idx="14"/>
          </p:nvPr>
        </p:nvSpPr>
        <p:spPr>
          <a:xfrm>
            <a:off x="3344862" y="3076750"/>
            <a:ext cx="2459100" cy="537300"/>
          </a:xfrm>
          <a:prstGeom prst="rect">
            <a:avLst/>
          </a:prstGeom>
          <a:ln>
            <a:noFill/>
          </a:ln>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sp>
        <p:nvSpPr>
          <p:cNvPr id="240" name="Google Shape;240;p20"/>
          <p:cNvSpPr txBox="1">
            <a:spLocks noGrp="1"/>
          </p:cNvSpPr>
          <p:nvPr>
            <p:ph type="subTitle" idx="15"/>
          </p:nvPr>
        </p:nvSpPr>
        <p:spPr>
          <a:xfrm>
            <a:off x="5965877" y="3076750"/>
            <a:ext cx="2459100" cy="537300"/>
          </a:xfrm>
          <a:prstGeom prst="rect">
            <a:avLst/>
          </a:prstGeom>
          <a:ln>
            <a:noFill/>
          </a:ln>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Lexend"/>
              <a:buNone/>
              <a:defRPr sz="1800" b="1">
                <a:solidFill>
                  <a:schemeClr val="dk1"/>
                </a:solidFill>
                <a:latin typeface="Lexend"/>
                <a:ea typeface="Lexend"/>
                <a:cs typeface="Lexend"/>
                <a:sym typeface="Lexend"/>
              </a:defRPr>
            </a:lvl1pPr>
            <a:lvl2pPr lvl="1"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2pPr>
            <a:lvl3pPr lvl="2"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3pPr>
            <a:lvl4pPr lvl="3"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4pPr>
            <a:lvl5pPr lvl="4"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5pPr>
            <a:lvl6pPr lvl="5"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6pPr>
            <a:lvl7pPr lvl="6"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7pPr>
            <a:lvl8pPr lvl="7"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8pPr>
            <a:lvl9pPr lvl="8" algn="ctr" rtl="0">
              <a:lnSpc>
                <a:spcPct val="100000"/>
              </a:lnSpc>
              <a:spcBef>
                <a:spcPts val="0"/>
              </a:spcBef>
              <a:spcAft>
                <a:spcPts val="0"/>
              </a:spcAft>
              <a:buClr>
                <a:schemeClr val="dk1"/>
              </a:buClr>
              <a:buSzPts val="2400"/>
              <a:buFont typeface="Lexend"/>
              <a:buNone/>
              <a:defRPr sz="2400" b="1">
                <a:solidFill>
                  <a:schemeClr val="dk1"/>
                </a:solidFill>
                <a:latin typeface="Lexend"/>
                <a:ea typeface="Lexend"/>
                <a:cs typeface="Lexend"/>
                <a:sym typeface="Lexend"/>
              </a:defRPr>
            </a:lvl9pPr>
          </a:lstStyle>
          <a:p>
            <a:endParaRPr/>
          </a:p>
        </p:txBody>
      </p:sp>
      <p:grpSp>
        <p:nvGrpSpPr>
          <p:cNvPr id="241" name="Google Shape;241;p20"/>
          <p:cNvGrpSpPr/>
          <p:nvPr/>
        </p:nvGrpSpPr>
        <p:grpSpPr>
          <a:xfrm>
            <a:off x="-1024300" y="-1417875"/>
            <a:ext cx="10633733" cy="7015584"/>
            <a:chOff x="-1024300" y="-1417875"/>
            <a:chExt cx="10633733" cy="7015584"/>
          </a:xfrm>
        </p:grpSpPr>
        <p:sp>
          <p:nvSpPr>
            <p:cNvPr id="242" name="Google Shape;242;p20"/>
            <p:cNvSpPr/>
            <p:nvPr/>
          </p:nvSpPr>
          <p:spPr>
            <a:xfrm rot="-5400000">
              <a:off x="8337325" y="4325601"/>
              <a:ext cx="1358782" cy="1185435"/>
            </a:xfrm>
            <a:custGeom>
              <a:avLst/>
              <a:gdLst/>
              <a:ahLst/>
              <a:cxnLst/>
              <a:rect l="l" t="t" r="r" b="b"/>
              <a:pathLst>
                <a:path w="14368" h="12535" extrusionOk="0">
                  <a:moveTo>
                    <a:pt x="89" y="0"/>
                  </a:moveTo>
                  <a:cubicBezTo>
                    <a:pt x="46" y="0"/>
                    <a:pt x="0" y="46"/>
                    <a:pt x="0" y="92"/>
                  </a:cubicBezTo>
                  <a:cubicBezTo>
                    <a:pt x="0" y="135"/>
                    <a:pt x="46" y="181"/>
                    <a:pt x="89" y="181"/>
                  </a:cubicBezTo>
                  <a:lnTo>
                    <a:pt x="991" y="181"/>
                  </a:lnTo>
                  <a:cubicBezTo>
                    <a:pt x="1034" y="181"/>
                    <a:pt x="1080" y="135"/>
                    <a:pt x="1080" y="92"/>
                  </a:cubicBezTo>
                  <a:cubicBezTo>
                    <a:pt x="1080" y="46"/>
                    <a:pt x="1034" y="0"/>
                    <a:pt x="991" y="0"/>
                  </a:cubicBezTo>
                  <a:close/>
                  <a:moveTo>
                    <a:pt x="2341" y="0"/>
                  </a:moveTo>
                  <a:cubicBezTo>
                    <a:pt x="2295" y="0"/>
                    <a:pt x="2249" y="46"/>
                    <a:pt x="2249" y="92"/>
                  </a:cubicBezTo>
                  <a:cubicBezTo>
                    <a:pt x="2249" y="135"/>
                    <a:pt x="2295" y="181"/>
                    <a:pt x="2341" y="181"/>
                  </a:cubicBezTo>
                  <a:lnTo>
                    <a:pt x="3240" y="181"/>
                  </a:lnTo>
                  <a:cubicBezTo>
                    <a:pt x="3286" y="181"/>
                    <a:pt x="3330" y="135"/>
                    <a:pt x="3330" y="92"/>
                  </a:cubicBezTo>
                  <a:cubicBezTo>
                    <a:pt x="3330" y="46"/>
                    <a:pt x="3286" y="0"/>
                    <a:pt x="3240" y="0"/>
                  </a:cubicBezTo>
                  <a:close/>
                  <a:moveTo>
                    <a:pt x="4590" y="0"/>
                  </a:moveTo>
                  <a:cubicBezTo>
                    <a:pt x="4545" y="0"/>
                    <a:pt x="4501" y="46"/>
                    <a:pt x="4501" y="92"/>
                  </a:cubicBezTo>
                  <a:cubicBezTo>
                    <a:pt x="4501" y="135"/>
                    <a:pt x="4545" y="181"/>
                    <a:pt x="4590" y="181"/>
                  </a:cubicBezTo>
                  <a:lnTo>
                    <a:pt x="5490" y="181"/>
                  </a:lnTo>
                  <a:cubicBezTo>
                    <a:pt x="5536" y="181"/>
                    <a:pt x="5581" y="135"/>
                    <a:pt x="5581" y="92"/>
                  </a:cubicBezTo>
                  <a:cubicBezTo>
                    <a:pt x="5581" y="46"/>
                    <a:pt x="5536" y="0"/>
                    <a:pt x="5490" y="0"/>
                  </a:cubicBezTo>
                  <a:close/>
                  <a:moveTo>
                    <a:pt x="6840" y="0"/>
                  </a:moveTo>
                  <a:cubicBezTo>
                    <a:pt x="6796" y="0"/>
                    <a:pt x="6751" y="46"/>
                    <a:pt x="6751" y="92"/>
                  </a:cubicBezTo>
                  <a:cubicBezTo>
                    <a:pt x="6751" y="135"/>
                    <a:pt x="6796" y="181"/>
                    <a:pt x="6840" y="181"/>
                  </a:cubicBezTo>
                  <a:lnTo>
                    <a:pt x="6942" y="181"/>
                  </a:lnTo>
                  <a:cubicBezTo>
                    <a:pt x="7212" y="181"/>
                    <a:pt x="7472" y="192"/>
                    <a:pt x="7731" y="227"/>
                  </a:cubicBezTo>
                  <a:cubicBezTo>
                    <a:pt x="7774" y="227"/>
                    <a:pt x="7820" y="192"/>
                    <a:pt x="7831" y="149"/>
                  </a:cubicBezTo>
                  <a:cubicBezTo>
                    <a:pt x="7831" y="92"/>
                    <a:pt x="7798" y="46"/>
                    <a:pt x="7752" y="46"/>
                  </a:cubicBezTo>
                  <a:cubicBezTo>
                    <a:pt x="7482" y="14"/>
                    <a:pt x="7212" y="0"/>
                    <a:pt x="6942" y="0"/>
                  </a:cubicBezTo>
                  <a:close/>
                  <a:moveTo>
                    <a:pt x="9064" y="314"/>
                  </a:moveTo>
                  <a:cubicBezTo>
                    <a:pt x="9020" y="314"/>
                    <a:pt x="8987" y="335"/>
                    <a:pt x="8978" y="373"/>
                  </a:cubicBezTo>
                  <a:cubicBezTo>
                    <a:pt x="8957" y="419"/>
                    <a:pt x="8989" y="473"/>
                    <a:pt x="9035" y="486"/>
                  </a:cubicBezTo>
                  <a:cubicBezTo>
                    <a:pt x="9316" y="575"/>
                    <a:pt x="9596" y="675"/>
                    <a:pt x="9867" y="800"/>
                  </a:cubicBezTo>
                  <a:cubicBezTo>
                    <a:pt x="9877" y="802"/>
                    <a:pt x="9887" y="803"/>
                    <a:pt x="9898" y="803"/>
                  </a:cubicBezTo>
                  <a:cubicBezTo>
                    <a:pt x="9936" y="803"/>
                    <a:pt x="9974" y="787"/>
                    <a:pt x="9991" y="743"/>
                  </a:cubicBezTo>
                  <a:cubicBezTo>
                    <a:pt x="10002" y="700"/>
                    <a:pt x="9991" y="654"/>
                    <a:pt x="9945" y="632"/>
                  </a:cubicBezTo>
                  <a:cubicBezTo>
                    <a:pt x="9664" y="508"/>
                    <a:pt x="9383" y="405"/>
                    <a:pt x="9092" y="316"/>
                  </a:cubicBezTo>
                  <a:cubicBezTo>
                    <a:pt x="9082" y="314"/>
                    <a:pt x="9073" y="314"/>
                    <a:pt x="9064" y="314"/>
                  </a:cubicBezTo>
                  <a:close/>
                  <a:moveTo>
                    <a:pt x="11079" y="1276"/>
                  </a:moveTo>
                  <a:cubicBezTo>
                    <a:pt x="11052" y="1276"/>
                    <a:pt x="11024" y="1291"/>
                    <a:pt x="11003" y="1318"/>
                  </a:cubicBezTo>
                  <a:cubicBezTo>
                    <a:pt x="10982" y="1364"/>
                    <a:pt x="10992" y="1418"/>
                    <a:pt x="11025" y="1442"/>
                  </a:cubicBezTo>
                  <a:cubicBezTo>
                    <a:pt x="11273" y="1610"/>
                    <a:pt x="11511" y="1791"/>
                    <a:pt x="11735" y="1993"/>
                  </a:cubicBezTo>
                  <a:cubicBezTo>
                    <a:pt x="11749" y="2007"/>
                    <a:pt x="11766" y="2013"/>
                    <a:pt x="11785" y="2013"/>
                  </a:cubicBezTo>
                  <a:cubicBezTo>
                    <a:pt x="11811" y="2013"/>
                    <a:pt x="11839" y="2001"/>
                    <a:pt x="11859" y="1982"/>
                  </a:cubicBezTo>
                  <a:cubicBezTo>
                    <a:pt x="11892" y="1947"/>
                    <a:pt x="11892" y="1890"/>
                    <a:pt x="11848" y="1858"/>
                  </a:cubicBezTo>
                  <a:cubicBezTo>
                    <a:pt x="11622" y="1656"/>
                    <a:pt x="11387" y="1464"/>
                    <a:pt x="11127" y="1296"/>
                  </a:cubicBezTo>
                  <a:cubicBezTo>
                    <a:pt x="11113" y="1282"/>
                    <a:pt x="11096" y="1276"/>
                    <a:pt x="11079" y="1276"/>
                  </a:cubicBezTo>
                  <a:close/>
                  <a:moveTo>
                    <a:pt x="12715" y="2811"/>
                  </a:moveTo>
                  <a:cubicBezTo>
                    <a:pt x="12696" y="2811"/>
                    <a:pt x="12676" y="2816"/>
                    <a:pt x="12658" y="2825"/>
                  </a:cubicBezTo>
                  <a:cubicBezTo>
                    <a:pt x="12623" y="2860"/>
                    <a:pt x="12613" y="2916"/>
                    <a:pt x="12645" y="2960"/>
                  </a:cubicBezTo>
                  <a:cubicBezTo>
                    <a:pt x="12826" y="3186"/>
                    <a:pt x="12996" y="3432"/>
                    <a:pt x="13153" y="3691"/>
                  </a:cubicBezTo>
                  <a:cubicBezTo>
                    <a:pt x="13166" y="3714"/>
                    <a:pt x="13195" y="3731"/>
                    <a:pt x="13225" y="3731"/>
                  </a:cubicBezTo>
                  <a:cubicBezTo>
                    <a:pt x="13242" y="3731"/>
                    <a:pt x="13260" y="3726"/>
                    <a:pt x="13277" y="3713"/>
                  </a:cubicBezTo>
                  <a:cubicBezTo>
                    <a:pt x="13320" y="3691"/>
                    <a:pt x="13333" y="3635"/>
                    <a:pt x="13309" y="3591"/>
                  </a:cubicBezTo>
                  <a:cubicBezTo>
                    <a:pt x="13153" y="3332"/>
                    <a:pt x="12972" y="3084"/>
                    <a:pt x="12793" y="2849"/>
                  </a:cubicBezTo>
                  <a:cubicBezTo>
                    <a:pt x="12773" y="2822"/>
                    <a:pt x="12744" y="2811"/>
                    <a:pt x="12715" y="2811"/>
                  </a:cubicBezTo>
                  <a:close/>
                  <a:moveTo>
                    <a:pt x="13818" y="4763"/>
                  </a:moveTo>
                  <a:cubicBezTo>
                    <a:pt x="13806" y="4763"/>
                    <a:pt x="13793" y="4766"/>
                    <a:pt x="13782" y="4771"/>
                  </a:cubicBezTo>
                  <a:cubicBezTo>
                    <a:pt x="13738" y="4782"/>
                    <a:pt x="13714" y="4839"/>
                    <a:pt x="13725" y="4885"/>
                  </a:cubicBezTo>
                  <a:cubicBezTo>
                    <a:pt x="13828" y="5166"/>
                    <a:pt x="13917" y="5446"/>
                    <a:pt x="13984" y="5738"/>
                  </a:cubicBezTo>
                  <a:cubicBezTo>
                    <a:pt x="13993" y="5777"/>
                    <a:pt x="14036" y="5809"/>
                    <a:pt x="14077" y="5809"/>
                  </a:cubicBezTo>
                  <a:cubicBezTo>
                    <a:pt x="14084" y="5809"/>
                    <a:pt x="14091" y="5808"/>
                    <a:pt x="14098" y="5806"/>
                  </a:cubicBezTo>
                  <a:cubicBezTo>
                    <a:pt x="14143" y="5795"/>
                    <a:pt x="14176" y="5738"/>
                    <a:pt x="14165" y="5695"/>
                  </a:cubicBezTo>
                  <a:cubicBezTo>
                    <a:pt x="14098" y="5401"/>
                    <a:pt x="14008" y="5109"/>
                    <a:pt x="13895" y="4828"/>
                  </a:cubicBezTo>
                  <a:cubicBezTo>
                    <a:pt x="13887" y="4786"/>
                    <a:pt x="13854" y="4763"/>
                    <a:pt x="13818" y="4763"/>
                  </a:cubicBezTo>
                  <a:close/>
                  <a:moveTo>
                    <a:pt x="14265" y="6953"/>
                  </a:moveTo>
                  <a:cubicBezTo>
                    <a:pt x="14211" y="6967"/>
                    <a:pt x="14176" y="6999"/>
                    <a:pt x="14176" y="7056"/>
                  </a:cubicBezTo>
                  <a:cubicBezTo>
                    <a:pt x="14187" y="7180"/>
                    <a:pt x="14187" y="7304"/>
                    <a:pt x="14187" y="7426"/>
                  </a:cubicBezTo>
                  <a:lnTo>
                    <a:pt x="14187" y="7944"/>
                  </a:lnTo>
                  <a:cubicBezTo>
                    <a:pt x="14187" y="8001"/>
                    <a:pt x="14222" y="8033"/>
                    <a:pt x="14278" y="8033"/>
                  </a:cubicBezTo>
                  <a:cubicBezTo>
                    <a:pt x="14322" y="8033"/>
                    <a:pt x="14368" y="8001"/>
                    <a:pt x="14368" y="7944"/>
                  </a:cubicBezTo>
                  <a:lnTo>
                    <a:pt x="14368" y="7426"/>
                  </a:lnTo>
                  <a:cubicBezTo>
                    <a:pt x="14368" y="7291"/>
                    <a:pt x="14368" y="7169"/>
                    <a:pt x="14357" y="7045"/>
                  </a:cubicBezTo>
                  <a:cubicBezTo>
                    <a:pt x="14357" y="6999"/>
                    <a:pt x="14311" y="6953"/>
                    <a:pt x="14265" y="6953"/>
                  </a:cubicBezTo>
                  <a:close/>
                  <a:moveTo>
                    <a:pt x="14278" y="9205"/>
                  </a:moveTo>
                  <a:cubicBezTo>
                    <a:pt x="14222" y="9205"/>
                    <a:pt x="14187" y="9248"/>
                    <a:pt x="14187" y="9294"/>
                  </a:cubicBezTo>
                  <a:lnTo>
                    <a:pt x="14187" y="10193"/>
                  </a:lnTo>
                  <a:cubicBezTo>
                    <a:pt x="14187" y="10250"/>
                    <a:pt x="14222" y="10285"/>
                    <a:pt x="14278" y="10285"/>
                  </a:cubicBezTo>
                  <a:cubicBezTo>
                    <a:pt x="14322" y="10285"/>
                    <a:pt x="14368" y="10250"/>
                    <a:pt x="14368" y="10193"/>
                  </a:cubicBezTo>
                  <a:lnTo>
                    <a:pt x="14368" y="9294"/>
                  </a:lnTo>
                  <a:cubicBezTo>
                    <a:pt x="14368" y="9248"/>
                    <a:pt x="14322" y="9205"/>
                    <a:pt x="14278" y="9205"/>
                  </a:cubicBezTo>
                  <a:close/>
                  <a:moveTo>
                    <a:pt x="14278" y="11454"/>
                  </a:moveTo>
                  <a:cubicBezTo>
                    <a:pt x="14222" y="11454"/>
                    <a:pt x="14187" y="11500"/>
                    <a:pt x="14187" y="11543"/>
                  </a:cubicBezTo>
                  <a:lnTo>
                    <a:pt x="14187" y="12445"/>
                  </a:lnTo>
                  <a:cubicBezTo>
                    <a:pt x="14187" y="12502"/>
                    <a:pt x="14222" y="12534"/>
                    <a:pt x="14278" y="12534"/>
                  </a:cubicBezTo>
                  <a:cubicBezTo>
                    <a:pt x="14322" y="12534"/>
                    <a:pt x="14368" y="12502"/>
                    <a:pt x="14368" y="12445"/>
                  </a:cubicBezTo>
                  <a:lnTo>
                    <a:pt x="14368" y="11543"/>
                  </a:lnTo>
                  <a:cubicBezTo>
                    <a:pt x="14368" y="11500"/>
                    <a:pt x="14322" y="11454"/>
                    <a:pt x="14278" y="11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0"/>
            <p:cNvSpPr/>
            <p:nvPr/>
          </p:nvSpPr>
          <p:spPr>
            <a:xfrm rot="10800000">
              <a:off x="-1024300" y="-1417875"/>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 name="Google Shape;244;p20"/>
          <p:cNvGrpSpPr/>
          <p:nvPr/>
        </p:nvGrpSpPr>
        <p:grpSpPr>
          <a:xfrm>
            <a:off x="104093" y="188602"/>
            <a:ext cx="8949718" cy="4462373"/>
            <a:chOff x="104093" y="188602"/>
            <a:chExt cx="8949718" cy="4462373"/>
          </a:xfrm>
        </p:grpSpPr>
        <p:pic>
          <p:nvPicPr>
            <p:cNvPr id="245" name="Google Shape;245;p20"/>
            <p:cNvPicPr preferRelativeResize="0"/>
            <p:nvPr/>
          </p:nvPicPr>
          <p:blipFill>
            <a:blip r:embed="rId3">
              <a:alphaModFix/>
            </a:blip>
            <a:stretch>
              <a:fillRect/>
            </a:stretch>
          </p:blipFill>
          <p:spPr>
            <a:xfrm>
              <a:off x="8527929" y="4125100"/>
              <a:ext cx="525881" cy="525876"/>
            </a:xfrm>
            <a:prstGeom prst="rect">
              <a:avLst/>
            </a:prstGeom>
            <a:noFill/>
            <a:ln>
              <a:noFill/>
            </a:ln>
          </p:spPr>
        </p:pic>
        <p:pic>
          <p:nvPicPr>
            <p:cNvPr id="246" name="Google Shape;246;p20"/>
            <p:cNvPicPr preferRelativeResize="0"/>
            <p:nvPr/>
          </p:nvPicPr>
          <p:blipFill>
            <a:blip r:embed="rId4">
              <a:alphaModFix/>
            </a:blip>
            <a:stretch>
              <a:fillRect/>
            </a:stretch>
          </p:blipFill>
          <p:spPr>
            <a:xfrm>
              <a:off x="104093" y="188602"/>
              <a:ext cx="476479" cy="419291"/>
            </a:xfrm>
            <a:prstGeom prst="rect">
              <a:avLst/>
            </a:prstGeom>
            <a:noFill/>
            <a:ln>
              <a:noFill/>
            </a:ln>
          </p:spPr>
        </p:pic>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1">
  <p:cSld name="CUSTOM_3_1">
    <p:spTree>
      <p:nvGrpSpPr>
        <p:cNvPr id="1" name="Shape 247"/>
        <p:cNvGrpSpPr/>
        <p:nvPr/>
      </p:nvGrpSpPr>
      <p:grpSpPr>
        <a:xfrm>
          <a:off x="0" y="0"/>
          <a:ext cx="0" cy="0"/>
          <a:chOff x="0" y="0"/>
          <a:chExt cx="0" cy="0"/>
        </a:xfrm>
      </p:grpSpPr>
      <p:pic>
        <p:nvPicPr>
          <p:cNvPr id="248" name="Google Shape;248;p2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49" name="Google Shape;249;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Lexend"/>
              <a:buNone/>
              <a:defRPr>
                <a:latin typeface="Lexend"/>
                <a:ea typeface="Lexend"/>
                <a:cs typeface="Lexend"/>
                <a:sym typeface="Lexen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250" name="Google Shape;250;p21"/>
          <p:cNvGrpSpPr/>
          <p:nvPr/>
        </p:nvGrpSpPr>
        <p:grpSpPr>
          <a:xfrm>
            <a:off x="-476459" y="-993416"/>
            <a:ext cx="10595318" cy="6173725"/>
            <a:chOff x="-476459" y="-993416"/>
            <a:chExt cx="10595318" cy="6173725"/>
          </a:xfrm>
        </p:grpSpPr>
        <p:sp>
          <p:nvSpPr>
            <p:cNvPr id="251" name="Google Shape;251;p21"/>
            <p:cNvSpPr/>
            <p:nvPr/>
          </p:nvSpPr>
          <p:spPr>
            <a:xfrm rot="5400000" flipH="1">
              <a:off x="-563133" y="3908201"/>
              <a:ext cx="1358782" cy="1185435"/>
            </a:xfrm>
            <a:custGeom>
              <a:avLst/>
              <a:gdLst/>
              <a:ahLst/>
              <a:cxnLst/>
              <a:rect l="l" t="t" r="r" b="b"/>
              <a:pathLst>
                <a:path w="14368" h="12535" extrusionOk="0">
                  <a:moveTo>
                    <a:pt x="89" y="0"/>
                  </a:moveTo>
                  <a:cubicBezTo>
                    <a:pt x="46" y="0"/>
                    <a:pt x="0" y="46"/>
                    <a:pt x="0" y="92"/>
                  </a:cubicBezTo>
                  <a:cubicBezTo>
                    <a:pt x="0" y="135"/>
                    <a:pt x="46" y="181"/>
                    <a:pt x="89" y="181"/>
                  </a:cubicBezTo>
                  <a:lnTo>
                    <a:pt x="991" y="181"/>
                  </a:lnTo>
                  <a:cubicBezTo>
                    <a:pt x="1034" y="181"/>
                    <a:pt x="1080" y="135"/>
                    <a:pt x="1080" y="92"/>
                  </a:cubicBezTo>
                  <a:cubicBezTo>
                    <a:pt x="1080" y="46"/>
                    <a:pt x="1034" y="0"/>
                    <a:pt x="991" y="0"/>
                  </a:cubicBezTo>
                  <a:close/>
                  <a:moveTo>
                    <a:pt x="2341" y="0"/>
                  </a:moveTo>
                  <a:cubicBezTo>
                    <a:pt x="2295" y="0"/>
                    <a:pt x="2249" y="46"/>
                    <a:pt x="2249" y="92"/>
                  </a:cubicBezTo>
                  <a:cubicBezTo>
                    <a:pt x="2249" y="135"/>
                    <a:pt x="2295" y="181"/>
                    <a:pt x="2341" y="181"/>
                  </a:cubicBezTo>
                  <a:lnTo>
                    <a:pt x="3240" y="181"/>
                  </a:lnTo>
                  <a:cubicBezTo>
                    <a:pt x="3286" y="181"/>
                    <a:pt x="3330" y="135"/>
                    <a:pt x="3330" y="92"/>
                  </a:cubicBezTo>
                  <a:cubicBezTo>
                    <a:pt x="3330" y="46"/>
                    <a:pt x="3286" y="0"/>
                    <a:pt x="3240" y="0"/>
                  </a:cubicBezTo>
                  <a:close/>
                  <a:moveTo>
                    <a:pt x="4590" y="0"/>
                  </a:moveTo>
                  <a:cubicBezTo>
                    <a:pt x="4545" y="0"/>
                    <a:pt x="4501" y="46"/>
                    <a:pt x="4501" y="92"/>
                  </a:cubicBezTo>
                  <a:cubicBezTo>
                    <a:pt x="4501" y="135"/>
                    <a:pt x="4545" y="181"/>
                    <a:pt x="4590" y="181"/>
                  </a:cubicBezTo>
                  <a:lnTo>
                    <a:pt x="5490" y="181"/>
                  </a:lnTo>
                  <a:cubicBezTo>
                    <a:pt x="5536" y="181"/>
                    <a:pt x="5581" y="135"/>
                    <a:pt x="5581" y="92"/>
                  </a:cubicBezTo>
                  <a:cubicBezTo>
                    <a:pt x="5581" y="46"/>
                    <a:pt x="5536" y="0"/>
                    <a:pt x="5490" y="0"/>
                  </a:cubicBezTo>
                  <a:close/>
                  <a:moveTo>
                    <a:pt x="6840" y="0"/>
                  </a:moveTo>
                  <a:cubicBezTo>
                    <a:pt x="6796" y="0"/>
                    <a:pt x="6751" y="46"/>
                    <a:pt x="6751" y="92"/>
                  </a:cubicBezTo>
                  <a:cubicBezTo>
                    <a:pt x="6751" y="135"/>
                    <a:pt x="6796" y="181"/>
                    <a:pt x="6840" y="181"/>
                  </a:cubicBezTo>
                  <a:lnTo>
                    <a:pt x="6942" y="181"/>
                  </a:lnTo>
                  <a:cubicBezTo>
                    <a:pt x="7212" y="181"/>
                    <a:pt x="7472" y="192"/>
                    <a:pt x="7731" y="227"/>
                  </a:cubicBezTo>
                  <a:cubicBezTo>
                    <a:pt x="7774" y="227"/>
                    <a:pt x="7820" y="192"/>
                    <a:pt x="7831" y="149"/>
                  </a:cubicBezTo>
                  <a:cubicBezTo>
                    <a:pt x="7831" y="92"/>
                    <a:pt x="7798" y="46"/>
                    <a:pt x="7752" y="46"/>
                  </a:cubicBezTo>
                  <a:cubicBezTo>
                    <a:pt x="7482" y="14"/>
                    <a:pt x="7212" y="0"/>
                    <a:pt x="6942" y="0"/>
                  </a:cubicBezTo>
                  <a:close/>
                  <a:moveTo>
                    <a:pt x="9064" y="314"/>
                  </a:moveTo>
                  <a:cubicBezTo>
                    <a:pt x="9020" y="314"/>
                    <a:pt x="8987" y="335"/>
                    <a:pt x="8978" y="373"/>
                  </a:cubicBezTo>
                  <a:cubicBezTo>
                    <a:pt x="8957" y="419"/>
                    <a:pt x="8989" y="473"/>
                    <a:pt x="9035" y="486"/>
                  </a:cubicBezTo>
                  <a:cubicBezTo>
                    <a:pt x="9316" y="575"/>
                    <a:pt x="9596" y="675"/>
                    <a:pt x="9867" y="800"/>
                  </a:cubicBezTo>
                  <a:cubicBezTo>
                    <a:pt x="9877" y="802"/>
                    <a:pt x="9887" y="803"/>
                    <a:pt x="9898" y="803"/>
                  </a:cubicBezTo>
                  <a:cubicBezTo>
                    <a:pt x="9936" y="803"/>
                    <a:pt x="9974" y="787"/>
                    <a:pt x="9991" y="743"/>
                  </a:cubicBezTo>
                  <a:cubicBezTo>
                    <a:pt x="10002" y="700"/>
                    <a:pt x="9991" y="654"/>
                    <a:pt x="9945" y="632"/>
                  </a:cubicBezTo>
                  <a:cubicBezTo>
                    <a:pt x="9664" y="508"/>
                    <a:pt x="9383" y="405"/>
                    <a:pt x="9092" y="316"/>
                  </a:cubicBezTo>
                  <a:cubicBezTo>
                    <a:pt x="9082" y="314"/>
                    <a:pt x="9073" y="314"/>
                    <a:pt x="9064" y="314"/>
                  </a:cubicBezTo>
                  <a:close/>
                  <a:moveTo>
                    <a:pt x="11079" y="1276"/>
                  </a:moveTo>
                  <a:cubicBezTo>
                    <a:pt x="11052" y="1276"/>
                    <a:pt x="11024" y="1291"/>
                    <a:pt x="11003" y="1318"/>
                  </a:cubicBezTo>
                  <a:cubicBezTo>
                    <a:pt x="10982" y="1364"/>
                    <a:pt x="10992" y="1418"/>
                    <a:pt x="11025" y="1442"/>
                  </a:cubicBezTo>
                  <a:cubicBezTo>
                    <a:pt x="11273" y="1610"/>
                    <a:pt x="11511" y="1791"/>
                    <a:pt x="11735" y="1993"/>
                  </a:cubicBezTo>
                  <a:cubicBezTo>
                    <a:pt x="11749" y="2007"/>
                    <a:pt x="11766" y="2013"/>
                    <a:pt x="11785" y="2013"/>
                  </a:cubicBezTo>
                  <a:cubicBezTo>
                    <a:pt x="11811" y="2013"/>
                    <a:pt x="11839" y="2001"/>
                    <a:pt x="11859" y="1982"/>
                  </a:cubicBezTo>
                  <a:cubicBezTo>
                    <a:pt x="11892" y="1947"/>
                    <a:pt x="11892" y="1890"/>
                    <a:pt x="11848" y="1858"/>
                  </a:cubicBezTo>
                  <a:cubicBezTo>
                    <a:pt x="11622" y="1656"/>
                    <a:pt x="11387" y="1464"/>
                    <a:pt x="11127" y="1296"/>
                  </a:cubicBezTo>
                  <a:cubicBezTo>
                    <a:pt x="11113" y="1282"/>
                    <a:pt x="11096" y="1276"/>
                    <a:pt x="11079" y="1276"/>
                  </a:cubicBezTo>
                  <a:close/>
                  <a:moveTo>
                    <a:pt x="12715" y="2811"/>
                  </a:moveTo>
                  <a:cubicBezTo>
                    <a:pt x="12696" y="2811"/>
                    <a:pt x="12676" y="2816"/>
                    <a:pt x="12658" y="2825"/>
                  </a:cubicBezTo>
                  <a:cubicBezTo>
                    <a:pt x="12623" y="2860"/>
                    <a:pt x="12613" y="2916"/>
                    <a:pt x="12645" y="2960"/>
                  </a:cubicBezTo>
                  <a:cubicBezTo>
                    <a:pt x="12826" y="3186"/>
                    <a:pt x="12996" y="3432"/>
                    <a:pt x="13153" y="3691"/>
                  </a:cubicBezTo>
                  <a:cubicBezTo>
                    <a:pt x="13166" y="3714"/>
                    <a:pt x="13195" y="3731"/>
                    <a:pt x="13225" y="3731"/>
                  </a:cubicBezTo>
                  <a:cubicBezTo>
                    <a:pt x="13242" y="3731"/>
                    <a:pt x="13260" y="3726"/>
                    <a:pt x="13277" y="3713"/>
                  </a:cubicBezTo>
                  <a:cubicBezTo>
                    <a:pt x="13320" y="3691"/>
                    <a:pt x="13333" y="3635"/>
                    <a:pt x="13309" y="3591"/>
                  </a:cubicBezTo>
                  <a:cubicBezTo>
                    <a:pt x="13153" y="3332"/>
                    <a:pt x="12972" y="3084"/>
                    <a:pt x="12793" y="2849"/>
                  </a:cubicBezTo>
                  <a:cubicBezTo>
                    <a:pt x="12773" y="2822"/>
                    <a:pt x="12744" y="2811"/>
                    <a:pt x="12715" y="2811"/>
                  </a:cubicBezTo>
                  <a:close/>
                  <a:moveTo>
                    <a:pt x="13818" y="4763"/>
                  </a:moveTo>
                  <a:cubicBezTo>
                    <a:pt x="13806" y="4763"/>
                    <a:pt x="13793" y="4766"/>
                    <a:pt x="13782" y="4771"/>
                  </a:cubicBezTo>
                  <a:cubicBezTo>
                    <a:pt x="13738" y="4782"/>
                    <a:pt x="13714" y="4839"/>
                    <a:pt x="13725" y="4885"/>
                  </a:cubicBezTo>
                  <a:cubicBezTo>
                    <a:pt x="13828" y="5166"/>
                    <a:pt x="13917" y="5446"/>
                    <a:pt x="13984" y="5738"/>
                  </a:cubicBezTo>
                  <a:cubicBezTo>
                    <a:pt x="13993" y="5777"/>
                    <a:pt x="14036" y="5809"/>
                    <a:pt x="14077" y="5809"/>
                  </a:cubicBezTo>
                  <a:cubicBezTo>
                    <a:pt x="14084" y="5809"/>
                    <a:pt x="14091" y="5808"/>
                    <a:pt x="14098" y="5806"/>
                  </a:cubicBezTo>
                  <a:cubicBezTo>
                    <a:pt x="14143" y="5795"/>
                    <a:pt x="14176" y="5738"/>
                    <a:pt x="14165" y="5695"/>
                  </a:cubicBezTo>
                  <a:cubicBezTo>
                    <a:pt x="14098" y="5401"/>
                    <a:pt x="14008" y="5109"/>
                    <a:pt x="13895" y="4828"/>
                  </a:cubicBezTo>
                  <a:cubicBezTo>
                    <a:pt x="13887" y="4786"/>
                    <a:pt x="13854" y="4763"/>
                    <a:pt x="13818" y="4763"/>
                  </a:cubicBezTo>
                  <a:close/>
                  <a:moveTo>
                    <a:pt x="14265" y="6953"/>
                  </a:moveTo>
                  <a:cubicBezTo>
                    <a:pt x="14211" y="6967"/>
                    <a:pt x="14176" y="6999"/>
                    <a:pt x="14176" y="7056"/>
                  </a:cubicBezTo>
                  <a:cubicBezTo>
                    <a:pt x="14187" y="7180"/>
                    <a:pt x="14187" y="7304"/>
                    <a:pt x="14187" y="7426"/>
                  </a:cubicBezTo>
                  <a:lnTo>
                    <a:pt x="14187" y="7944"/>
                  </a:lnTo>
                  <a:cubicBezTo>
                    <a:pt x="14187" y="8001"/>
                    <a:pt x="14222" y="8033"/>
                    <a:pt x="14278" y="8033"/>
                  </a:cubicBezTo>
                  <a:cubicBezTo>
                    <a:pt x="14322" y="8033"/>
                    <a:pt x="14368" y="8001"/>
                    <a:pt x="14368" y="7944"/>
                  </a:cubicBezTo>
                  <a:lnTo>
                    <a:pt x="14368" y="7426"/>
                  </a:lnTo>
                  <a:cubicBezTo>
                    <a:pt x="14368" y="7291"/>
                    <a:pt x="14368" y="7169"/>
                    <a:pt x="14357" y="7045"/>
                  </a:cubicBezTo>
                  <a:cubicBezTo>
                    <a:pt x="14357" y="6999"/>
                    <a:pt x="14311" y="6953"/>
                    <a:pt x="14265" y="6953"/>
                  </a:cubicBezTo>
                  <a:close/>
                  <a:moveTo>
                    <a:pt x="14278" y="9205"/>
                  </a:moveTo>
                  <a:cubicBezTo>
                    <a:pt x="14222" y="9205"/>
                    <a:pt x="14187" y="9248"/>
                    <a:pt x="14187" y="9294"/>
                  </a:cubicBezTo>
                  <a:lnTo>
                    <a:pt x="14187" y="10193"/>
                  </a:lnTo>
                  <a:cubicBezTo>
                    <a:pt x="14187" y="10250"/>
                    <a:pt x="14222" y="10285"/>
                    <a:pt x="14278" y="10285"/>
                  </a:cubicBezTo>
                  <a:cubicBezTo>
                    <a:pt x="14322" y="10285"/>
                    <a:pt x="14368" y="10250"/>
                    <a:pt x="14368" y="10193"/>
                  </a:cubicBezTo>
                  <a:lnTo>
                    <a:pt x="14368" y="9294"/>
                  </a:lnTo>
                  <a:cubicBezTo>
                    <a:pt x="14368" y="9248"/>
                    <a:pt x="14322" y="9205"/>
                    <a:pt x="14278" y="9205"/>
                  </a:cubicBezTo>
                  <a:close/>
                  <a:moveTo>
                    <a:pt x="14278" y="11454"/>
                  </a:moveTo>
                  <a:cubicBezTo>
                    <a:pt x="14222" y="11454"/>
                    <a:pt x="14187" y="11500"/>
                    <a:pt x="14187" y="11543"/>
                  </a:cubicBezTo>
                  <a:lnTo>
                    <a:pt x="14187" y="12445"/>
                  </a:lnTo>
                  <a:cubicBezTo>
                    <a:pt x="14187" y="12502"/>
                    <a:pt x="14222" y="12534"/>
                    <a:pt x="14278" y="12534"/>
                  </a:cubicBezTo>
                  <a:cubicBezTo>
                    <a:pt x="14322" y="12534"/>
                    <a:pt x="14368" y="12502"/>
                    <a:pt x="14368" y="12445"/>
                  </a:cubicBezTo>
                  <a:lnTo>
                    <a:pt x="14368" y="11543"/>
                  </a:lnTo>
                  <a:cubicBezTo>
                    <a:pt x="14368" y="11500"/>
                    <a:pt x="14322" y="11454"/>
                    <a:pt x="14278" y="11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1"/>
            <p:cNvSpPr/>
            <p:nvPr/>
          </p:nvSpPr>
          <p:spPr>
            <a:xfrm rot="-5400000" flipH="1">
              <a:off x="7839633" y="-1896625"/>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 name="Google Shape;253;p21"/>
          <p:cNvGrpSpPr/>
          <p:nvPr/>
        </p:nvGrpSpPr>
        <p:grpSpPr>
          <a:xfrm>
            <a:off x="132829" y="177722"/>
            <a:ext cx="8882799" cy="4065304"/>
            <a:chOff x="132829" y="177722"/>
            <a:chExt cx="8882799" cy="4065304"/>
          </a:xfrm>
        </p:grpSpPr>
        <p:pic>
          <p:nvPicPr>
            <p:cNvPr id="254" name="Google Shape;254;p21"/>
            <p:cNvPicPr preferRelativeResize="0"/>
            <p:nvPr/>
          </p:nvPicPr>
          <p:blipFill>
            <a:blip r:embed="rId3">
              <a:alphaModFix/>
            </a:blip>
            <a:stretch>
              <a:fillRect/>
            </a:stretch>
          </p:blipFill>
          <p:spPr>
            <a:xfrm>
              <a:off x="132829" y="3717150"/>
              <a:ext cx="525881" cy="525876"/>
            </a:xfrm>
            <a:prstGeom prst="rect">
              <a:avLst/>
            </a:prstGeom>
            <a:noFill/>
            <a:ln>
              <a:noFill/>
            </a:ln>
          </p:spPr>
        </p:pic>
        <p:pic>
          <p:nvPicPr>
            <p:cNvPr id="255" name="Google Shape;255;p21"/>
            <p:cNvPicPr preferRelativeResize="0"/>
            <p:nvPr/>
          </p:nvPicPr>
          <p:blipFill>
            <a:blip r:embed="rId4">
              <a:alphaModFix/>
            </a:blip>
            <a:stretch>
              <a:fillRect/>
            </a:stretch>
          </p:blipFill>
          <p:spPr>
            <a:xfrm>
              <a:off x="8539150" y="177722"/>
              <a:ext cx="476478" cy="416134"/>
            </a:xfrm>
            <a:prstGeom prst="rect">
              <a:avLst/>
            </a:prstGeom>
            <a:noFill/>
            <a:ln>
              <a:noFill/>
            </a:ln>
          </p:spPr>
        </p:pic>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only 2">
  <p:cSld name="CUSTOM_4">
    <p:spTree>
      <p:nvGrpSpPr>
        <p:cNvPr id="1" name="Shape 256"/>
        <p:cNvGrpSpPr/>
        <p:nvPr/>
      </p:nvGrpSpPr>
      <p:grpSpPr>
        <a:xfrm>
          <a:off x="0" y="0"/>
          <a:ext cx="0" cy="0"/>
          <a:chOff x="0" y="0"/>
          <a:chExt cx="0" cy="0"/>
        </a:xfrm>
      </p:grpSpPr>
      <p:pic>
        <p:nvPicPr>
          <p:cNvPr id="257" name="Google Shape;257;p22"/>
          <p:cNvPicPr preferRelativeResize="0"/>
          <p:nvPr/>
        </p:nvPicPr>
        <p:blipFill>
          <a:blip r:embed="rId2">
            <a:alphaModFix/>
          </a:blip>
          <a:stretch>
            <a:fillRect/>
          </a:stretch>
        </p:blipFill>
        <p:spPr>
          <a:xfrm>
            <a:off x="0" y="0"/>
            <a:ext cx="9144000" cy="5143500"/>
          </a:xfrm>
          <a:prstGeom prst="rect">
            <a:avLst/>
          </a:prstGeom>
          <a:noFill/>
          <a:ln>
            <a:noFill/>
          </a:ln>
        </p:spPr>
      </p:pic>
      <p:sp>
        <p:nvSpPr>
          <p:cNvPr id="258" name="Google Shape;258;p22"/>
          <p:cNvSpPr txBox="1">
            <a:spLocks noGrp="1"/>
          </p:cNvSpPr>
          <p:nvPr>
            <p:ph type="title"/>
          </p:nvPr>
        </p:nvSpPr>
        <p:spPr>
          <a:xfrm>
            <a:off x="715100" y="445025"/>
            <a:ext cx="7713900" cy="572700"/>
          </a:xfrm>
          <a:prstGeom prst="rect">
            <a:avLst/>
          </a:prstGeom>
        </p:spPr>
        <p:txBody>
          <a:bodyPr spcFirstLastPara="1" wrap="square" lIns="91425" tIns="91425" rIns="91425" bIns="91425" anchor="t" anchorCtr="0">
            <a:noAutofit/>
          </a:bodyPr>
          <a:lstStyle>
            <a:lvl1pPr lvl="0">
              <a:spcBef>
                <a:spcPts val="0"/>
              </a:spcBef>
              <a:spcAft>
                <a:spcPts val="0"/>
              </a:spcAft>
              <a:buSzPts val="3000"/>
              <a:buFont typeface="Lexend"/>
              <a:buNone/>
              <a:defRPr>
                <a:latin typeface="Lexend"/>
                <a:ea typeface="Lexend"/>
                <a:cs typeface="Lexend"/>
                <a:sym typeface="Lexend"/>
              </a:defRPr>
            </a:lvl1pPr>
            <a:lvl2pPr lvl="1">
              <a:spcBef>
                <a:spcPts val="0"/>
              </a:spcBef>
              <a:spcAft>
                <a:spcPts val="0"/>
              </a:spcAft>
              <a:buSzPts val="3000"/>
              <a:buNone/>
              <a:defRPr>
                <a:latin typeface="Open Sans"/>
                <a:ea typeface="Open Sans"/>
                <a:cs typeface="Open Sans"/>
                <a:sym typeface="Open Sans"/>
              </a:defRPr>
            </a:lvl2pPr>
            <a:lvl3pPr lvl="2">
              <a:spcBef>
                <a:spcPts val="0"/>
              </a:spcBef>
              <a:spcAft>
                <a:spcPts val="0"/>
              </a:spcAft>
              <a:buSzPts val="3000"/>
              <a:buNone/>
              <a:defRPr>
                <a:latin typeface="Open Sans"/>
                <a:ea typeface="Open Sans"/>
                <a:cs typeface="Open Sans"/>
                <a:sym typeface="Open Sans"/>
              </a:defRPr>
            </a:lvl3pPr>
            <a:lvl4pPr lvl="3">
              <a:spcBef>
                <a:spcPts val="0"/>
              </a:spcBef>
              <a:spcAft>
                <a:spcPts val="0"/>
              </a:spcAft>
              <a:buSzPts val="3000"/>
              <a:buNone/>
              <a:defRPr>
                <a:latin typeface="Open Sans"/>
                <a:ea typeface="Open Sans"/>
                <a:cs typeface="Open Sans"/>
                <a:sym typeface="Open Sans"/>
              </a:defRPr>
            </a:lvl4pPr>
            <a:lvl5pPr lvl="4">
              <a:spcBef>
                <a:spcPts val="0"/>
              </a:spcBef>
              <a:spcAft>
                <a:spcPts val="0"/>
              </a:spcAft>
              <a:buSzPts val="3000"/>
              <a:buNone/>
              <a:defRPr>
                <a:latin typeface="Open Sans"/>
                <a:ea typeface="Open Sans"/>
                <a:cs typeface="Open Sans"/>
                <a:sym typeface="Open Sans"/>
              </a:defRPr>
            </a:lvl5pPr>
            <a:lvl6pPr lvl="5">
              <a:spcBef>
                <a:spcPts val="0"/>
              </a:spcBef>
              <a:spcAft>
                <a:spcPts val="0"/>
              </a:spcAft>
              <a:buSzPts val="3000"/>
              <a:buNone/>
              <a:defRPr>
                <a:latin typeface="Open Sans"/>
                <a:ea typeface="Open Sans"/>
                <a:cs typeface="Open Sans"/>
                <a:sym typeface="Open Sans"/>
              </a:defRPr>
            </a:lvl6pPr>
            <a:lvl7pPr lvl="6">
              <a:spcBef>
                <a:spcPts val="0"/>
              </a:spcBef>
              <a:spcAft>
                <a:spcPts val="0"/>
              </a:spcAft>
              <a:buSzPts val="3000"/>
              <a:buNone/>
              <a:defRPr>
                <a:latin typeface="Open Sans"/>
                <a:ea typeface="Open Sans"/>
                <a:cs typeface="Open Sans"/>
                <a:sym typeface="Open Sans"/>
              </a:defRPr>
            </a:lvl7pPr>
            <a:lvl8pPr lvl="7">
              <a:spcBef>
                <a:spcPts val="0"/>
              </a:spcBef>
              <a:spcAft>
                <a:spcPts val="0"/>
              </a:spcAft>
              <a:buSzPts val="3000"/>
              <a:buNone/>
              <a:defRPr>
                <a:latin typeface="Open Sans"/>
                <a:ea typeface="Open Sans"/>
                <a:cs typeface="Open Sans"/>
                <a:sym typeface="Open Sans"/>
              </a:defRPr>
            </a:lvl8pPr>
            <a:lvl9pPr lvl="8">
              <a:spcBef>
                <a:spcPts val="0"/>
              </a:spcBef>
              <a:spcAft>
                <a:spcPts val="0"/>
              </a:spcAft>
              <a:buSzPts val="3000"/>
              <a:buNone/>
              <a:defRPr>
                <a:latin typeface="Open Sans"/>
                <a:ea typeface="Open Sans"/>
                <a:cs typeface="Open Sans"/>
                <a:sym typeface="Open Sans"/>
              </a:defRPr>
            </a:lvl9pPr>
          </a:lstStyle>
          <a:p>
            <a:endParaRPr/>
          </a:p>
        </p:txBody>
      </p:sp>
      <p:grpSp>
        <p:nvGrpSpPr>
          <p:cNvPr id="259" name="Google Shape;259;p22"/>
          <p:cNvGrpSpPr/>
          <p:nvPr/>
        </p:nvGrpSpPr>
        <p:grpSpPr>
          <a:xfrm>
            <a:off x="-813325" y="-1668450"/>
            <a:ext cx="10427758" cy="7100459"/>
            <a:chOff x="-813325" y="-1668450"/>
            <a:chExt cx="10427758" cy="7100459"/>
          </a:xfrm>
        </p:grpSpPr>
        <p:sp>
          <p:nvSpPr>
            <p:cNvPr id="260" name="Google Shape;260;p22"/>
            <p:cNvSpPr/>
            <p:nvPr/>
          </p:nvSpPr>
          <p:spPr>
            <a:xfrm rot="-5400000">
              <a:off x="8342325" y="4159901"/>
              <a:ext cx="1358782" cy="1185435"/>
            </a:xfrm>
            <a:custGeom>
              <a:avLst/>
              <a:gdLst/>
              <a:ahLst/>
              <a:cxnLst/>
              <a:rect l="l" t="t" r="r" b="b"/>
              <a:pathLst>
                <a:path w="14368" h="12535" extrusionOk="0">
                  <a:moveTo>
                    <a:pt x="89" y="0"/>
                  </a:moveTo>
                  <a:cubicBezTo>
                    <a:pt x="46" y="0"/>
                    <a:pt x="0" y="46"/>
                    <a:pt x="0" y="92"/>
                  </a:cubicBezTo>
                  <a:cubicBezTo>
                    <a:pt x="0" y="135"/>
                    <a:pt x="46" y="181"/>
                    <a:pt x="89" y="181"/>
                  </a:cubicBezTo>
                  <a:lnTo>
                    <a:pt x="991" y="181"/>
                  </a:lnTo>
                  <a:cubicBezTo>
                    <a:pt x="1034" y="181"/>
                    <a:pt x="1080" y="135"/>
                    <a:pt x="1080" y="92"/>
                  </a:cubicBezTo>
                  <a:cubicBezTo>
                    <a:pt x="1080" y="46"/>
                    <a:pt x="1034" y="0"/>
                    <a:pt x="991" y="0"/>
                  </a:cubicBezTo>
                  <a:close/>
                  <a:moveTo>
                    <a:pt x="2341" y="0"/>
                  </a:moveTo>
                  <a:cubicBezTo>
                    <a:pt x="2295" y="0"/>
                    <a:pt x="2249" y="46"/>
                    <a:pt x="2249" y="92"/>
                  </a:cubicBezTo>
                  <a:cubicBezTo>
                    <a:pt x="2249" y="135"/>
                    <a:pt x="2295" y="181"/>
                    <a:pt x="2341" y="181"/>
                  </a:cubicBezTo>
                  <a:lnTo>
                    <a:pt x="3240" y="181"/>
                  </a:lnTo>
                  <a:cubicBezTo>
                    <a:pt x="3286" y="181"/>
                    <a:pt x="3330" y="135"/>
                    <a:pt x="3330" y="92"/>
                  </a:cubicBezTo>
                  <a:cubicBezTo>
                    <a:pt x="3330" y="46"/>
                    <a:pt x="3286" y="0"/>
                    <a:pt x="3240" y="0"/>
                  </a:cubicBezTo>
                  <a:close/>
                  <a:moveTo>
                    <a:pt x="4590" y="0"/>
                  </a:moveTo>
                  <a:cubicBezTo>
                    <a:pt x="4545" y="0"/>
                    <a:pt x="4501" y="46"/>
                    <a:pt x="4501" y="92"/>
                  </a:cubicBezTo>
                  <a:cubicBezTo>
                    <a:pt x="4501" y="135"/>
                    <a:pt x="4545" y="181"/>
                    <a:pt x="4590" y="181"/>
                  </a:cubicBezTo>
                  <a:lnTo>
                    <a:pt x="5490" y="181"/>
                  </a:lnTo>
                  <a:cubicBezTo>
                    <a:pt x="5536" y="181"/>
                    <a:pt x="5581" y="135"/>
                    <a:pt x="5581" y="92"/>
                  </a:cubicBezTo>
                  <a:cubicBezTo>
                    <a:pt x="5581" y="46"/>
                    <a:pt x="5536" y="0"/>
                    <a:pt x="5490" y="0"/>
                  </a:cubicBezTo>
                  <a:close/>
                  <a:moveTo>
                    <a:pt x="6840" y="0"/>
                  </a:moveTo>
                  <a:cubicBezTo>
                    <a:pt x="6796" y="0"/>
                    <a:pt x="6751" y="46"/>
                    <a:pt x="6751" y="92"/>
                  </a:cubicBezTo>
                  <a:cubicBezTo>
                    <a:pt x="6751" y="135"/>
                    <a:pt x="6796" y="181"/>
                    <a:pt x="6840" y="181"/>
                  </a:cubicBezTo>
                  <a:lnTo>
                    <a:pt x="6942" y="181"/>
                  </a:lnTo>
                  <a:cubicBezTo>
                    <a:pt x="7212" y="181"/>
                    <a:pt x="7472" y="192"/>
                    <a:pt x="7731" y="227"/>
                  </a:cubicBezTo>
                  <a:cubicBezTo>
                    <a:pt x="7774" y="227"/>
                    <a:pt x="7820" y="192"/>
                    <a:pt x="7831" y="149"/>
                  </a:cubicBezTo>
                  <a:cubicBezTo>
                    <a:pt x="7831" y="92"/>
                    <a:pt x="7798" y="46"/>
                    <a:pt x="7752" y="46"/>
                  </a:cubicBezTo>
                  <a:cubicBezTo>
                    <a:pt x="7482" y="14"/>
                    <a:pt x="7212" y="0"/>
                    <a:pt x="6942" y="0"/>
                  </a:cubicBezTo>
                  <a:close/>
                  <a:moveTo>
                    <a:pt x="9064" y="314"/>
                  </a:moveTo>
                  <a:cubicBezTo>
                    <a:pt x="9020" y="314"/>
                    <a:pt x="8987" y="335"/>
                    <a:pt x="8978" y="373"/>
                  </a:cubicBezTo>
                  <a:cubicBezTo>
                    <a:pt x="8957" y="419"/>
                    <a:pt x="8989" y="473"/>
                    <a:pt x="9035" y="486"/>
                  </a:cubicBezTo>
                  <a:cubicBezTo>
                    <a:pt x="9316" y="575"/>
                    <a:pt x="9596" y="675"/>
                    <a:pt x="9867" y="800"/>
                  </a:cubicBezTo>
                  <a:cubicBezTo>
                    <a:pt x="9877" y="802"/>
                    <a:pt x="9887" y="803"/>
                    <a:pt x="9898" y="803"/>
                  </a:cubicBezTo>
                  <a:cubicBezTo>
                    <a:pt x="9936" y="803"/>
                    <a:pt x="9974" y="787"/>
                    <a:pt x="9991" y="743"/>
                  </a:cubicBezTo>
                  <a:cubicBezTo>
                    <a:pt x="10002" y="700"/>
                    <a:pt x="9991" y="654"/>
                    <a:pt x="9945" y="632"/>
                  </a:cubicBezTo>
                  <a:cubicBezTo>
                    <a:pt x="9664" y="508"/>
                    <a:pt x="9383" y="405"/>
                    <a:pt x="9092" y="316"/>
                  </a:cubicBezTo>
                  <a:cubicBezTo>
                    <a:pt x="9082" y="314"/>
                    <a:pt x="9073" y="314"/>
                    <a:pt x="9064" y="314"/>
                  </a:cubicBezTo>
                  <a:close/>
                  <a:moveTo>
                    <a:pt x="11079" y="1276"/>
                  </a:moveTo>
                  <a:cubicBezTo>
                    <a:pt x="11052" y="1276"/>
                    <a:pt x="11024" y="1291"/>
                    <a:pt x="11003" y="1318"/>
                  </a:cubicBezTo>
                  <a:cubicBezTo>
                    <a:pt x="10982" y="1364"/>
                    <a:pt x="10992" y="1418"/>
                    <a:pt x="11025" y="1442"/>
                  </a:cubicBezTo>
                  <a:cubicBezTo>
                    <a:pt x="11273" y="1610"/>
                    <a:pt x="11511" y="1791"/>
                    <a:pt x="11735" y="1993"/>
                  </a:cubicBezTo>
                  <a:cubicBezTo>
                    <a:pt x="11749" y="2007"/>
                    <a:pt x="11766" y="2013"/>
                    <a:pt x="11785" y="2013"/>
                  </a:cubicBezTo>
                  <a:cubicBezTo>
                    <a:pt x="11811" y="2013"/>
                    <a:pt x="11839" y="2001"/>
                    <a:pt x="11859" y="1982"/>
                  </a:cubicBezTo>
                  <a:cubicBezTo>
                    <a:pt x="11892" y="1947"/>
                    <a:pt x="11892" y="1890"/>
                    <a:pt x="11848" y="1858"/>
                  </a:cubicBezTo>
                  <a:cubicBezTo>
                    <a:pt x="11622" y="1656"/>
                    <a:pt x="11387" y="1464"/>
                    <a:pt x="11127" y="1296"/>
                  </a:cubicBezTo>
                  <a:cubicBezTo>
                    <a:pt x="11113" y="1282"/>
                    <a:pt x="11096" y="1276"/>
                    <a:pt x="11079" y="1276"/>
                  </a:cubicBezTo>
                  <a:close/>
                  <a:moveTo>
                    <a:pt x="12715" y="2811"/>
                  </a:moveTo>
                  <a:cubicBezTo>
                    <a:pt x="12696" y="2811"/>
                    <a:pt x="12676" y="2816"/>
                    <a:pt x="12658" y="2825"/>
                  </a:cubicBezTo>
                  <a:cubicBezTo>
                    <a:pt x="12623" y="2860"/>
                    <a:pt x="12613" y="2916"/>
                    <a:pt x="12645" y="2960"/>
                  </a:cubicBezTo>
                  <a:cubicBezTo>
                    <a:pt x="12826" y="3186"/>
                    <a:pt x="12996" y="3432"/>
                    <a:pt x="13153" y="3691"/>
                  </a:cubicBezTo>
                  <a:cubicBezTo>
                    <a:pt x="13166" y="3714"/>
                    <a:pt x="13195" y="3731"/>
                    <a:pt x="13225" y="3731"/>
                  </a:cubicBezTo>
                  <a:cubicBezTo>
                    <a:pt x="13242" y="3731"/>
                    <a:pt x="13260" y="3726"/>
                    <a:pt x="13277" y="3713"/>
                  </a:cubicBezTo>
                  <a:cubicBezTo>
                    <a:pt x="13320" y="3691"/>
                    <a:pt x="13333" y="3635"/>
                    <a:pt x="13309" y="3591"/>
                  </a:cubicBezTo>
                  <a:cubicBezTo>
                    <a:pt x="13153" y="3332"/>
                    <a:pt x="12972" y="3084"/>
                    <a:pt x="12793" y="2849"/>
                  </a:cubicBezTo>
                  <a:cubicBezTo>
                    <a:pt x="12773" y="2822"/>
                    <a:pt x="12744" y="2811"/>
                    <a:pt x="12715" y="2811"/>
                  </a:cubicBezTo>
                  <a:close/>
                  <a:moveTo>
                    <a:pt x="13818" y="4763"/>
                  </a:moveTo>
                  <a:cubicBezTo>
                    <a:pt x="13806" y="4763"/>
                    <a:pt x="13793" y="4766"/>
                    <a:pt x="13782" y="4771"/>
                  </a:cubicBezTo>
                  <a:cubicBezTo>
                    <a:pt x="13738" y="4782"/>
                    <a:pt x="13714" y="4839"/>
                    <a:pt x="13725" y="4885"/>
                  </a:cubicBezTo>
                  <a:cubicBezTo>
                    <a:pt x="13828" y="5166"/>
                    <a:pt x="13917" y="5446"/>
                    <a:pt x="13984" y="5738"/>
                  </a:cubicBezTo>
                  <a:cubicBezTo>
                    <a:pt x="13993" y="5777"/>
                    <a:pt x="14036" y="5809"/>
                    <a:pt x="14077" y="5809"/>
                  </a:cubicBezTo>
                  <a:cubicBezTo>
                    <a:pt x="14084" y="5809"/>
                    <a:pt x="14091" y="5808"/>
                    <a:pt x="14098" y="5806"/>
                  </a:cubicBezTo>
                  <a:cubicBezTo>
                    <a:pt x="14143" y="5795"/>
                    <a:pt x="14176" y="5738"/>
                    <a:pt x="14165" y="5695"/>
                  </a:cubicBezTo>
                  <a:cubicBezTo>
                    <a:pt x="14098" y="5401"/>
                    <a:pt x="14008" y="5109"/>
                    <a:pt x="13895" y="4828"/>
                  </a:cubicBezTo>
                  <a:cubicBezTo>
                    <a:pt x="13887" y="4786"/>
                    <a:pt x="13854" y="4763"/>
                    <a:pt x="13818" y="4763"/>
                  </a:cubicBezTo>
                  <a:close/>
                  <a:moveTo>
                    <a:pt x="14265" y="6953"/>
                  </a:moveTo>
                  <a:cubicBezTo>
                    <a:pt x="14211" y="6967"/>
                    <a:pt x="14176" y="6999"/>
                    <a:pt x="14176" y="7056"/>
                  </a:cubicBezTo>
                  <a:cubicBezTo>
                    <a:pt x="14187" y="7180"/>
                    <a:pt x="14187" y="7304"/>
                    <a:pt x="14187" y="7426"/>
                  </a:cubicBezTo>
                  <a:lnTo>
                    <a:pt x="14187" y="7944"/>
                  </a:lnTo>
                  <a:cubicBezTo>
                    <a:pt x="14187" y="8001"/>
                    <a:pt x="14222" y="8033"/>
                    <a:pt x="14278" y="8033"/>
                  </a:cubicBezTo>
                  <a:cubicBezTo>
                    <a:pt x="14322" y="8033"/>
                    <a:pt x="14368" y="8001"/>
                    <a:pt x="14368" y="7944"/>
                  </a:cubicBezTo>
                  <a:lnTo>
                    <a:pt x="14368" y="7426"/>
                  </a:lnTo>
                  <a:cubicBezTo>
                    <a:pt x="14368" y="7291"/>
                    <a:pt x="14368" y="7169"/>
                    <a:pt x="14357" y="7045"/>
                  </a:cubicBezTo>
                  <a:cubicBezTo>
                    <a:pt x="14357" y="6999"/>
                    <a:pt x="14311" y="6953"/>
                    <a:pt x="14265" y="6953"/>
                  </a:cubicBezTo>
                  <a:close/>
                  <a:moveTo>
                    <a:pt x="14278" y="9205"/>
                  </a:moveTo>
                  <a:cubicBezTo>
                    <a:pt x="14222" y="9205"/>
                    <a:pt x="14187" y="9248"/>
                    <a:pt x="14187" y="9294"/>
                  </a:cubicBezTo>
                  <a:lnTo>
                    <a:pt x="14187" y="10193"/>
                  </a:lnTo>
                  <a:cubicBezTo>
                    <a:pt x="14187" y="10250"/>
                    <a:pt x="14222" y="10285"/>
                    <a:pt x="14278" y="10285"/>
                  </a:cubicBezTo>
                  <a:cubicBezTo>
                    <a:pt x="14322" y="10285"/>
                    <a:pt x="14368" y="10250"/>
                    <a:pt x="14368" y="10193"/>
                  </a:cubicBezTo>
                  <a:lnTo>
                    <a:pt x="14368" y="9294"/>
                  </a:lnTo>
                  <a:cubicBezTo>
                    <a:pt x="14368" y="9248"/>
                    <a:pt x="14322" y="9205"/>
                    <a:pt x="14278" y="9205"/>
                  </a:cubicBezTo>
                  <a:close/>
                  <a:moveTo>
                    <a:pt x="14278" y="11454"/>
                  </a:moveTo>
                  <a:cubicBezTo>
                    <a:pt x="14222" y="11454"/>
                    <a:pt x="14187" y="11500"/>
                    <a:pt x="14187" y="11543"/>
                  </a:cubicBezTo>
                  <a:lnTo>
                    <a:pt x="14187" y="12445"/>
                  </a:lnTo>
                  <a:cubicBezTo>
                    <a:pt x="14187" y="12502"/>
                    <a:pt x="14222" y="12534"/>
                    <a:pt x="14278" y="12534"/>
                  </a:cubicBezTo>
                  <a:cubicBezTo>
                    <a:pt x="14322" y="12534"/>
                    <a:pt x="14368" y="12502"/>
                    <a:pt x="14368" y="12445"/>
                  </a:cubicBezTo>
                  <a:lnTo>
                    <a:pt x="14368" y="11543"/>
                  </a:lnTo>
                  <a:cubicBezTo>
                    <a:pt x="14368" y="11500"/>
                    <a:pt x="14322" y="11454"/>
                    <a:pt x="14278" y="11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2"/>
            <p:cNvSpPr/>
            <p:nvPr/>
          </p:nvSpPr>
          <p:spPr>
            <a:xfrm rot="10800000">
              <a:off x="-813325" y="-1668450"/>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 name="Google Shape;262;p22"/>
          <p:cNvGrpSpPr/>
          <p:nvPr/>
        </p:nvGrpSpPr>
        <p:grpSpPr>
          <a:xfrm>
            <a:off x="324285" y="241502"/>
            <a:ext cx="8699768" cy="4198329"/>
            <a:chOff x="324285" y="241502"/>
            <a:chExt cx="8699768" cy="4198329"/>
          </a:xfrm>
        </p:grpSpPr>
        <p:pic>
          <p:nvPicPr>
            <p:cNvPr id="263" name="Google Shape;263;p22"/>
            <p:cNvPicPr preferRelativeResize="0"/>
            <p:nvPr/>
          </p:nvPicPr>
          <p:blipFill>
            <a:blip r:embed="rId3">
              <a:alphaModFix/>
            </a:blip>
            <a:stretch>
              <a:fillRect/>
            </a:stretch>
          </p:blipFill>
          <p:spPr>
            <a:xfrm>
              <a:off x="324285" y="241502"/>
              <a:ext cx="451967" cy="370226"/>
            </a:xfrm>
            <a:prstGeom prst="rect">
              <a:avLst/>
            </a:prstGeom>
            <a:noFill/>
            <a:ln>
              <a:noFill/>
            </a:ln>
          </p:spPr>
        </p:pic>
        <p:pic>
          <p:nvPicPr>
            <p:cNvPr id="264" name="Google Shape;264;p22"/>
            <p:cNvPicPr preferRelativeResize="0"/>
            <p:nvPr/>
          </p:nvPicPr>
          <p:blipFill>
            <a:blip r:embed="rId4">
              <a:alphaModFix/>
            </a:blip>
            <a:stretch>
              <a:fillRect/>
            </a:stretch>
          </p:blipFill>
          <p:spPr>
            <a:xfrm>
              <a:off x="8547575" y="4023697"/>
              <a:ext cx="476478" cy="416134"/>
            </a:xfrm>
            <a:prstGeom prst="rect">
              <a:avLst/>
            </a:prstGeom>
            <a:noFill/>
            <a:ln>
              <a:noFill/>
            </a:ln>
          </p:spPr>
        </p:pic>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265"/>
        <p:cNvGrpSpPr/>
        <p:nvPr/>
      </p:nvGrpSpPr>
      <p:grpSpPr>
        <a:xfrm>
          <a:off x="0" y="0"/>
          <a:ext cx="0" cy="0"/>
          <a:chOff x="0" y="0"/>
          <a:chExt cx="0" cy="0"/>
        </a:xfrm>
      </p:grpSpPr>
      <p:pic>
        <p:nvPicPr>
          <p:cNvPr id="266" name="Google Shape;266;p23"/>
          <p:cNvPicPr preferRelativeResize="0"/>
          <p:nvPr/>
        </p:nvPicPr>
        <p:blipFill>
          <a:blip r:embed="rId2">
            <a:alphaModFix/>
          </a:blip>
          <a:stretch>
            <a:fillRect/>
          </a:stretch>
        </p:blipFill>
        <p:spPr>
          <a:xfrm>
            <a:off x="0" y="0"/>
            <a:ext cx="9144000" cy="5143500"/>
          </a:xfrm>
          <a:prstGeom prst="rect">
            <a:avLst/>
          </a:prstGeom>
          <a:noFill/>
          <a:ln>
            <a:noFill/>
          </a:ln>
        </p:spPr>
      </p:pic>
      <p:sp>
        <p:nvSpPr>
          <p:cNvPr id="267" name="Google Shape;267;p23"/>
          <p:cNvSpPr txBox="1">
            <a:spLocks noGrp="1"/>
          </p:cNvSpPr>
          <p:nvPr>
            <p:ph type="ctrTitle"/>
          </p:nvPr>
        </p:nvSpPr>
        <p:spPr>
          <a:xfrm>
            <a:off x="715100" y="535000"/>
            <a:ext cx="4379400" cy="1056300"/>
          </a:xfrm>
          <a:prstGeom prst="rect">
            <a:avLst/>
          </a:prstGeom>
        </p:spPr>
        <p:txBody>
          <a:bodyPr spcFirstLastPara="1" wrap="square" lIns="91425" tIns="91425" rIns="91425" bIns="91425" anchor="t" anchorCtr="0">
            <a:noAutofit/>
          </a:bodyPr>
          <a:lstStyle>
            <a:lvl1pPr lvl="0" rtl="0">
              <a:spcBef>
                <a:spcPts val="0"/>
              </a:spcBef>
              <a:spcAft>
                <a:spcPts val="0"/>
              </a:spcAft>
              <a:buSzPts val="5200"/>
              <a:buFont typeface="Lexend"/>
              <a:buNone/>
              <a:defRPr sz="7200">
                <a:latin typeface="Lexend"/>
                <a:ea typeface="Lexend"/>
                <a:cs typeface="Lexend"/>
                <a:sym typeface="Lexend"/>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268" name="Google Shape;268;p23"/>
          <p:cNvSpPr txBox="1">
            <a:spLocks noGrp="1"/>
          </p:cNvSpPr>
          <p:nvPr>
            <p:ph type="subTitle" idx="1"/>
          </p:nvPr>
        </p:nvSpPr>
        <p:spPr>
          <a:xfrm>
            <a:off x="715200" y="1700400"/>
            <a:ext cx="4379400" cy="1170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269" name="Google Shape;269;p23"/>
          <p:cNvSpPr txBox="1"/>
          <p:nvPr/>
        </p:nvSpPr>
        <p:spPr>
          <a:xfrm>
            <a:off x="715100" y="3563450"/>
            <a:ext cx="4379400" cy="6156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300"/>
              </a:spcBef>
              <a:spcAft>
                <a:spcPts val="0"/>
              </a:spcAft>
              <a:buNone/>
            </a:pPr>
            <a:r>
              <a:rPr lang="en" sz="1000">
                <a:solidFill>
                  <a:schemeClr val="dk1"/>
                </a:solidFill>
                <a:latin typeface="DM Sans"/>
                <a:ea typeface="DM Sans"/>
                <a:cs typeface="DM Sans"/>
                <a:sym typeface="DM Sans"/>
              </a:rPr>
              <a:t>CREDITS: This presentation template was created by </a:t>
            </a:r>
            <a:r>
              <a:rPr lang="en" sz="1000" b="1" u="sng">
                <a:solidFill>
                  <a:schemeClr val="dk1"/>
                </a:solidFill>
                <a:latin typeface="DM Sans"/>
                <a:ea typeface="DM Sans"/>
                <a:cs typeface="DM Sans"/>
                <a:sym typeface="DM Sans"/>
                <a:hlinkClick r:id="rId3">
                  <a:extLst>
                    <a:ext uri="{A12FA001-AC4F-418D-AE19-62706E023703}">
                      <ahyp:hlinkClr xmlns:ahyp="http://schemas.microsoft.com/office/drawing/2018/hyperlinkcolor" val="tx"/>
                    </a:ext>
                  </a:extLst>
                </a:hlinkClick>
              </a:rPr>
              <a:t>Slidesgo</a:t>
            </a:r>
            <a:r>
              <a:rPr lang="en" sz="1000" u="sng">
                <a:solidFill>
                  <a:schemeClr val="dk1"/>
                </a:solidFill>
                <a:latin typeface="DM Sans"/>
                <a:ea typeface="DM Sans"/>
                <a:cs typeface="DM Sans"/>
                <a:sym typeface="DM Sans"/>
              </a:rPr>
              <a:t>,</a:t>
            </a:r>
            <a:r>
              <a:rPr lang="en" sz="1000">
                <a:solidFill>
                  <a:schemeClr val="dk1"/>
                </a:solidFill>
                <a:latin typeface="DM Sans"/>
                <a:ea typeface="DM Sans"/>
                <a:cs typeface="DM Sans"/>
                <a:sym typeface="DM Sans"/>
              </a:rPr>
              <a:t> including icons by </a:t>
            </a:r>
            <a:r>
              <a:rPr lang="en" sz="1000" b="1" u="sng">
                <a:solidFill>
                  <a:schemeClr val="dk1"/>
                </a:solidFill>
                <a:latin typeface="DM Sans"/>
                <a:ea typeface="DM Sans"/>
                <a:cs typeface="DM Sans"/>
                <a:sym typeface="DM Sans"/>
                <a:hlinkClick r:id="rId4">
                  <a:extLst>
                    <a:ext uri="{A12FA001-AC4F-418D-AE19-62706E023703}">
                      <ahyp:hlinkClr xmlns:ahyp="http://schemas.microsoft.com/office/drawing/2018/hyperlinkcolor" val="tx"/>
                    </a:ext>
                  </a:extLst>
                </a:hlinkClick>
              </a:rPr>
              <a:t>Flaticon</a:t>
            </a:r>
            <a:r>
              <a:rPr lang="en" sz="1000">
                <a:solidFill>
                  <a:schemeClr val="dk1"/>
                </a:solidFill>
                <a:latin typeface="DM Sans"/>
                <a:ea typeface="DM Sans"/>
                <a:cs typeface="DM Sans"/>
                <a:sym typeface="DM Sans"/>
              </a:rPr>
              <a:t>, and infographics &amp; images by </a:t>
            </a:r>
            <a:r>
              <a:rPr lang="en" sz="1000" b="1" u="sng">
                <a:solidFill>
                  <a:schemeClr val="dk1"/>
                </a:solidFill>
                <a:latin typeface="DM Sans"/>
                <a:ea typeface="DM Sans"/>
                <a:cs typeface="DM Sans"/>
                <a:sym typeface="DM Sans"/>
                <a:hlinkClick r:id="rId5">
                  <a:extLst>
                    <a:ext uri="{A12FA001-AC4F-418D-AE19-62706E023703}">
                      <ahyp:hlinkClr xmlns:ahyp="http://schemas.microsoft.com/office/drawing/2018/hyperlinkcolor" val="tx"/>
                    </a:ext>
                  </a:extLst>
                </a:hlinkClick>
              </a:rPr>
              <a:t>Freepik</a:t>
            </a:r>
            <a:endParaRPr sz="1000" b="1" u="sng">
              <a:solidFill>
                <a:schemeClr val="dk1"/>
              </a:solidFill>
              <a:latin typeface="DM Sans"/>
              <a:ea typeface="DM Sans"/>
              <a:cs typeface="DM Sans"/>
              <a:sym typeface="DM Sans"/>
            </a:endParaRPr>
          </a:p>
        </p:txBody>
      </p:sp>
      <p:grpSp>
        <p:nvGrpSpPr>
          <p:cNvPr id="270" name="Google Shape;270;p23"/>
          <p:cNvGrpSpPr/>
          <p:nvPr/>
        </p:nvGrpSpPr>
        <p:grpSpPr>
          <a:xfrm>
            <a:off x="-813325" y="-947506"/>
            <a:ext cx="10627818" cy="7782804"/>
            <a:chOff x="-813325" y="-947506"/>
            <a:chExt cx="10627818" cy="7782804"/>
          </a:xfrm>
        </p:grpSpPr>
        <p:grpSp>
          <p:nvGrpSpPr>
            <p:cNvPr id="271" name="Google Shape;271;p23"/>
            <p:cNvGrpSpPr/>
            <p:nvPr/>
          </p:nvGrpSpPr>
          <p:grpSpPr>
            <a:xfrm>
              <a:off x="6458196" y="-947506"/>
              <a:ext cx="3356296" cy="1785813"/>
              <a:chOff x="1386775" y="2177075"/>
              <a:chExt cx="3887302" cy="2068350"/>
            </a:xfrm>
          </p:grpSpPr>
          <p:sp>
            <p:nvSpPr>
              <p:cNvPr id="272" name="Google Shape;272;p23"/>
              <p:cNvSpPr/>
              <p:nvPr/>
            </p:nvSpPr>
            <p:spPr>
              <a:xfrm>
                <a:off x="1386775" y="2177075"/>
                <a:ext cx="2047396" cy="2047396"/>
              </a:xfrm>
              <a:custGeom>
                <a:avLst/>
                <a:gdLst/>
                <a:ahLst/>
                <a:cxnLst/>
                <a:rect l="l" t="t" r="r" b="b"/>
                <a:pathLst>
                  <a:path w="17495" h="17495" extrusionOk="0">
                    <a:moveTo>
                      <a:pt x="8755" y="0"/>
                    </a:moveTo>
                    <a:cubicBezTo>
                      <a:pt x="8652" y="0"/>
                      <a:pt x="8539" y="11"/>
                      <a:pt x="8439" y="11"/>
                    </a:cubicBezTo>
                    <a:cubicBezTo>
                      <a:pt x="8393" y="11"/>
                      <a:pt x="8350" y="57"/>
                      <a:pt x="8350" y="103"/>
                    </a:cubicBezTo>
                    <a:cubicBezTo>
                      <a:pt x="8360" y="157"/>
                      <a:pt x="8393" y="192"/>
                      <a:pt x="8450" y="192"/>
                    </a:cubicBezTo>
                    <a:cubicBezTo>
                      <a:pt x="8552" y="181"/>
                      <a:pt x="8652" y="181"/>
                      <a:pt x="8755" y="181"/>
                    </a:cubicBezTo>
                    <a:cubicBezTo>
                      <a:pt x="8944" y="181"/>
                      <a:pt x="9146" y="192"/>
                      <a:pt x="9338" y="203"/>
                    </a:cubicBezTo>
                    <a:cubicBezTo>
                      <a:pt x="9384" y="203"/>
                      <a:pt x="9430" y="170"/>
                      <a:pt x="9430" y="125"/>
                    </a:cubicBezTo>
                    <a:cubicBezTo>
                      <a:pt x="9440" y="68"/>
                      <a:pt x="9395" y="22"/>
                      <a:pt x="9349" y="22"/>
                    </a:cubicBezTo>
                    <a:cubicBezTo>
                      <a:pt x="9146" y="11"/>
                      <a:pt x="8957" y="0"/>
                      <a:pt x="8755" y="0"/>
                    </a:cubicBezTo>
                    <a:close/>
                    <a:moveTo>
                      <a:pt x="7089" y="157"/>
                    </a:moveTo>
                    <a:cubicBezTo>
                      <a:pt x="6784" y="224"/>
                      <a:pt x="6492" y="292"/>
                      <a:pt x="6200" y="384"/>
                    </a:cubicBezTo>
                    <a:cubicBezTo>
                      <a:pt x="6154" y="395"/>
                      <a:pt x="6133" y="451"/>
                      <a:pt x="6144" y="494"/>
                    </a:cubicBezTo>
                    <a:cubicBezTo>
                      <a:pt x="6153" y="533"/>
                      <a:pt x="6193" y="554"/>
                      <a:pt x="6233" y="554"/>
                    </a:cubicBezTo>
                    <a:cubicBezTo>
                      <a:pt x="6241" y="554"/>
                      <a:pt x="6249" y="553"/>
                      <a:pt x="6257" y="551"/>
                    </a:cubicBezTo>
                    <a:cubicBezTo>
                      <a:pt x="6538" y="473"/>
                      <a:pt x="6829" y="395"/>
                      <a:pt x="7121" y="338"/>
                    </a:cubicBezTo>
                    <a:cubicBezTo>
                      <a:pt x="7167" y="327"/>
                      <a:pt x="7202" y="281"/>
                      <a:pt x="7189" y="238"/>
                    </a:cubicBezTo>
                    <a:cubicBezTo>
                      <a:pt x="7178" y="181"/>
                      <a:pt x="7135" y="157"/>
                      <a:pt x="7089" y="157"/>
                    </a:cubicBezTo>
                    <a:close/>
                    <a:moveTo>
                      <a:pt x="10674" y="222"/>
                    </a:moveTo>
                    <a:cubicBezTo>
                      <a:pt x="10631" y="222"/>
                      <a:pt x="10597" y="246"/>
                      <a:pt x="10588" y="292"/>
                    </a:cubicBezTo>
                    <a:cubicBezTo>
                      <a:pt x="10577" y="338"/>
                      <a:pt x="10610" y="384"/>
                      <a:pt x="10655" y="395"/>
                    </a:cubicBezTo>
                    <a:cubicBezTo>
                      <a:pt x="10947" y="462"/>
                      <a:pt x="11228" y="540"/>
                      <a:pt x="11509" y="643"/>
                    </a:cubicBezTo>
                    <a:cubicBezTo>
                      <a:pt x="11516" y="645"/>
                      <a:pt x="11524" y="646"/>
                      <a:pt x="11531" y="646"/>
                    </a:cubicBezTo>
                    <a:cubicBezTo>
                      <a:pt x="11572" y="646"/>
                      <a:pt x="11613" y="623"/>
                      <a:pt x="11622" y="586"/>
                    </a:cubicBezTo>
                    <a:cubicBezTo>
                      <a:pt x="11644" y="540"/>
                      <a:pt x="11622" y="484"/>
                      <a:pt x="11565" y="473"/>
                    </a:cubicBezTo>
                    <a:cubicBezTo>
                      <a:pt x="11285" y="373"/>
                      <a:pt x="10993" y="292"/>
                      <a:pt x="10699" y="224"/>
                    </a:cubicBezTo>
                    <a:cubicBezTo>
                      <a:pt x="10690" y="223"/>
                      <a:pt x="10682" y="222"/>
                      <a:pt x="10674" y="222"/>
                    </a:cubicBezTo>
                    <a:close/>
                    <a:moveTo>
                      <a:pt x="4975" y="869"/>
                    </a:moveTo>
                    <a:cubicBezTo>
                      <a:pt x="4964" y="869"/>
                      <a:pt x="4952" y="872"/>
                      <a:pt x="4939" y="878"/>
                    </a:cubicBezTo>
                    <a:cubicBezTo>
                      <a:pt x="4659" y="1013"/>
                      <a:pt x="4399" y="1159"/>
                      <a:pt x="4140" y="1318"/>
                    </a:cubicBezTo>
                    <a:cubicBezTo>
                      <a:pt x="4097" y="1340"/>
                      <a:pt x="4083" y="1396"/>
                      <a:pt x="4108" y="1440"/>
                    </a:cubicBezTo>
                    <a:cubicBezTo>
                      <a:pt x="4129" y="1470"/>
                      <a:pt x="4162" y="1485"/>
                      <a:pt x="4192" y="1485"/>
                    </a:cubicBezTo>
                    <a:cubicBezTo>
                      <a:pt x="4207" y="1485"/>
                      <a:pt x="4220" y="1482"/>
                      <a:pt x="4232" y="1475"/>
                    </a:cubicBezTo>
                    <a:cubicBezTo>
                      <a:pt x="4488" y="1318"/>
                      <a:pt x="4748" y="1170"/>
                      <a:pt x="5018" y="1035"/>
                    </a:cubicBezTo>
                    <a:cubicBezTo>
                      <a:pt x="5064" y="1024"/>
                      <a:pt x="5074" y="967"/>
                      <a:pt x="5053" y="924"/>
                    </a:cubicBezTo>
                    <a:cubicBezTo>
                      <a:pt x="5035" y="890"/>
                      <a:pt x="5007" y="869"/>
                      <a:pt x="4975" y="869"/>
                    </a:cubicBezTo>
                    <a:close/>
                    <a:moveTo>
                      <a:pt x="12788" y="994"/>
                    </a:moveTo>
                    <a:cubicBezTo>
                      <a:pt x="12753" y="994"/>
                      <a:pt x="12718" y="1014"/>
                      <a:pt x="12702" y="1048"/>
                    </a:cubicBezTo>
                    <a:cubicBezTo>
                      <a:pt x="12681" y="1091"/>
                      <a:pt x="12691" y="1148"/>
                      <a:pt x="12737" y="1170"/>
                    </a:cubicBezTo>
                    <a:cubicBezTo>
                      <a:pt x="13007" y="1305"/>
                      <a:pt x="13253" y="1453"/>
                      <a:pt x="13501" y="1620"/>
                    </a:cubicBezTo>
                    <a:cubicBezTo>
                      <a:pt x="13519" y="1634"/>
                      <a:pt x="13539" y="1640"/>
                      <a:pt x="13557" y="1640"/>
                    </a:cubicBezTo>
                    <a:cubicBezTo>
                      <a:pt x="13585" y="1640"/>
                      <a:pt x="13611" y="1625"/>
                      <a:pt x="13626" y="1599"/>
                    </a:cubicBezTo>
                    <a:cubicBezTo>
                      <a:pt x="13658" y="1553"/>
                      <a:pt x="13647" y="1496"/>
                      <a:pt x="13601" y="1475"/>
                    </a:cubicBezTo>
                    <a:cubicBezTo>
                      <a:pt x="13356" y="1305"/>
                      <a:pt x="13096" y="1148"/>
                      <a:pt x="12826" y="1002"/>
                    </a:cubicBezTo>
                    <a:cubicBezTo>
                      <a:pt x="12814" y="996"/>
                      <a:pt x="12801" y="994"/>
                      <a:pt x="12788" y="994"/>
                    </a:cubicBezTo>
                    <a:close/>
                    <a:moveTo>
                      <a:pt x="3105" y="2103"/>
                    </a:moveTo>
                    <a:cubicBezTo>
                      <a:pt x="3083" y="2103"/>
                      <a:pt x="3060" y="2112"/>
                      <a:pt x="3038" y="2128"/>
                    </a:cubicBezTo>
                    <a:cubicBezTo>
                      <a:pt x="2814" y="2317"/>
                      <a:pt x="2598" y="2533"/>
                      <a:pt x="2385" y="2757"/>
                    </a:cubicBezTo>
                    <a:cubicBezTo>
                      <a:pt x="2353" y="2790"/>
                      <a:pt x="2353" y="2846"/>
                      <a:pt x="2385" y="2881"/>
                    </a:cubicBezTo>
                    <a:cubicBezTo>
                      <a:pt x="2408" y="2898"/>
                      <a:pt x="2434" y="2906"/>
                      <a:pt x="2458" y="2906"/>
                    </a:cubicBezTo>
                    <a:cubicBezTo>
                      <a:pt x="2482" y="2906"/>
                      <a:pt x="2504" y="2898"/>
                      <a:pt x="2520" y="2881"/>
                    </a:cubicBezTo>
                    <a:cubicBezTo>
                      <a:pt x="2723" y="2655"/>
                      <a:pt x="2936" y="2452"/>
                      <a:pt x="3163" y="2263"/>
                    </a:cubicBezTo>
                    <a:cubicBezTo>
                      <a:pt x="3195" y="2228"/>
                      <a:pt x="3206" y="2171"/>
                      <a:pt x="3173" y="2139"/>
                    </a:cubicBezTo>
                    <a:cubicBezTo>
                      <a:pt x="3155" y="2114"/>
                      <a:pt x="3131" y="2103"/>
                      <a:pt x="3105" y="2103"/>
                    </a:cubicBezTo>
                    <a:close/>
                    <a:moveTo>
                      <a:pt x="14609" y="2293"/>
                    </a:moveTo>
                    <a:cubicBezTo>
                      <a:pt x="14587" y="2293"/>
                      <a:pt x="14564" y="2301"/>
                      <a:pt x="14546" y="2317"/>
                    </a:cubicBezTo>
                    <a:cubicBezTo>
                      <a:pt x="14514" y="2352"/>
                      <a:pt x="14514" y="2409"/>
                      <a:pt x="14546" y="2441"/>
                    </a:cubicBezTo>
                    <a:cubicBezTo>
                      <a:pt x="14773" y="2644"/>
                      <a:pt x="14976" y="2857"/>
                      <a:pt x="15178" y="3084"/>
                    </a:cubicBezTo>
                    <a:cubicBezTo>
                      <a:pt x="15197" y="3103"/>
                      <a:pt x="15224" y="3114"/>
                      <a:pt x="15250" y="3114"/>
                    </a:cubicBezTo>
                    <a:cubicBezTo>
                      <a:pt x="15269" y="3114"/>
                      <a:pt x="15288" y="3108"/>
                      <a:pt x="15302" y="3095"/>
                    </a:cubicBezTo>
                    <a:cubicBezTo>
                      <a:pt x="15335" y="3060"/>
                      <a:pt x="15346" y="3006"/>
                      <a:pt x="15313" y="2960"/>
                    </a:cubicBezTo>
                    <a:cubicBezTo>
                      <a:pt x="15111" y="2736"/>
                      <a:pt x="14897" y="2520"/>
                      <a:pt x="14671" y="2317"/>
                    </a:cubicBezTo>
                    <a:cubicBezTo>
                      <a:pt x="14654" y="2301"/>
                      <a:pt x="14632" y="2293"/>
                      <a:pt x="14609" y="2293"/>
                    </a:cubicBezTo>
                    <a:close/>
                    <a:moveTo>
                      <a:pt x="1607" y="3773"/>
                    </a:moveTo>
                    <a:cubicBezTo>
                      <a:pt x="1580" y="3773"/>
                      <a:pt x="1552" y="3788"/>
                      <a:pt x="1532" y="3816"/>
                    </a:cubicBezTo>
                    <a:cubicBezTo>
                      <a:pt x="1362" y="4061"/>
                      <a:pt x="1205" y="4321"/>
                      <a:pt x="1059" y="4591"/>
                    </a:cubicBezTo>
                    <a:cubicBezTo>
                      <a:pt x="1035" y="4636"/>
                      <a:pt x="1046" y="4693"/>
                      <a:pt x="1092" y="4715"/>
                    </a:cubicBezTo>
                    <a:cubicBezTo>
                      <a:pt x="1104" y="4721"/>
                      <a:pt x="1118" y="4723"/>
                      <a:pt x="1131" y="4723"/>
                    </a:cubicBezTo>
                    <a:cubicBezTo>
                      <a:pt x="1166" y="4723"/>
                      <a:pt x="1200" y="4705"/>
                      <a:pt x="1216" y="4680"/>
                    </a:cubicBezTo>
                    <a:cubicBezTo>
                      <a:pt x="1362" y="4410"/>
                      <a:pt x="1508" y="4164"/>
                      <a:pt x="1678" y="3916"/>
                    </a:cubicBezTo>
                    <a:cubicBezTo>
                      <a:pt x="1710" y="3870"/>
                      <a:pt x="1699" y="3816"/>
                      <a:pt x="1653" y="3791"/>
                    </a:cubicBezTo>
                    <a:cubicBezTo>
                      <a:pt x="1641" y="3779"/>
                      <a:pt x="1624" y="3773"/>
                      <a:pt x="1607" y="3773"/>
                    </a:cubicBezTo>
                    <a:close/>
                    <a:moveTo>
                      <a:pt x="16059" y="4008"/>
                    </a:moveTo>
                    <a:cubicBezTo>
                      <a:pt x="16041" y="4008"/>
                      <a:pt x="16024" y="4015"/>
                      <a:pt x="16010" y="4029"/>
                    </a:cubicBezTo>
                    <a:cubicBezTo>
                      <a:pt x="15964" y="4051"/>
                      <a:pt x="15953" y="4107"/>
                      <a:pt x="15977" y="4153"/>
                    </a:cubicBezTo>
                    <a:cubicBezTo>
                      <a:pt x="16134" y="4399"/>
                      <a:pt x="16280" y="4658"/>
                      <a:pt x="16415" y="4917"/>
                    </a:cubicBezTo>
                    <a:cubicBezTo>
                      <a:pt x="16431" y="4951"/>
                      <a:pt x="16466" y="4972"/>
                      <a:pt x="16501" y="4972"/>
                    </a:cubicBezTo>
                    <a:cubicBezTo>
                      <a:pt x="16514" y="4972"/>
                      <a:pt x="16527" y="4969"/>
                      <a:pt x="16539" y="4963"/>
                    </a:cubicBezTo>
                    <a:cubicBezTo>
                      <a:pt x="16585" y="4939"/>
                      <a:pt x="16607" y="4882"/>
                      <a:pt x="16585" y="4839"/>
                    </a:cubicBezTo>
                    <a:cubicBezTo>
                      <a:pt x="16450" y="4569"/>
                      <a:pt x="16291" y="4310"/>
                      <a:pt x="16134" y="4051"/>
                    </a:cubicBezTo>
                    <a:cubicBezTo>
                      <a:pt x="16113" y="4023"/>
                      <a:pt x="16085" y="4008"/>
                      <a:pt x="16059" y="4008"/>
                    </a:cubicBezTo>
                    <a:close/>
                    <a:moveTo>
                      <a:pt x="582" y="5775"/>
                    </a:moveTo>
                    <a:cubicBezTo>
                      <a:pt x="548" y="5775"/>
                      <a:pt x="516" y="5799"/>
                      <a:pt x="506" y="5841"/>
                    </a:cubicBezTo>
                    <a:cubicBezTo>
                      <a:pt x="406" y="6122"/>
                      <a:pt x="317" y="6413"/>
                      <a:pt x="249" y="6705"/>
                    </a:cubicBezTo>
                    <a:cubicBezTo>
                      <a:pt x="236" y="6751"/>
                      <a:pt x="260" y="6807"/>
                      <a:pt x="317" y="6818"/>
                    </a:cubicBezTo>
                    <a:cubicBezTo>
                      <a:pt x="322" y="6820"/>
                      <a:pt x="328" y="6820"/>
                      <a:pt x="334" y="6820"/>
                    </a:cubicBezTo>
                    <a:cubicBezTo>
                      <a:pt x="371" y="6820"/>
                      <a:pt x="407" y="6791"/>
                      <a:pt x="417" y="6751"/>
                    </a:cubicBezTo>
                    <a:cubicBezTo>
                      <a:pt x="495" y="6459"/>
                      <a:pt x="573" y="6178"/>
                      <a:pt x="676" y="5895"/>
                    </a:cubicBezTo>
                    <a:cubicBezTo>
                      <a:pt x="687" y="5852"/>
                      <a:pt x="665" y="5795"/>
                      <a:pt x="619" y="5784"/>
                    </a:cubicBezTo>
                    <a:cubicBezTo>
                      <a:pt x="607" y="5778"/>
                      <a:pt x="595" y="5775"/>
                      <a:pt x="582" y="5775"/>
                    </a:cubicBezTo>
                    <a:close/>
                    <a:moveTo>
                      <a:pt x="17003" y="6039"/>
                    </a:moveTo>
                    <a:cubicBezTo>
                      <a:pt x="16994" y="6039"/>
                      <a:pt x="16985" y="6041"/>
                      <a:pt x="16976" y="6043"/>
                    </a:cubicBezTo>
                    <a:cubicBezTo>
                      <a:pt x="16933" y="6065"/>
                      <a:pt x="16909" y="6111"/>
                      <a:pt x="16922" y="6154"/>
                    </a:cubicBezTo>
                    <a:cubicBezTo>
                      <a:pt x="17012" y="6435"/>
                      <a:pt x="17090" y="6729"/>
                      <a:pt x="17147" y="7021"/>
                    </a:cubicBezTo>
                    <a:cubicBezTo>
                      <a:pt x="17156" y="7061"/>
                      <a:pt x="17192" y="7090"/>
                      <a:pt x="17229" y="7090"/>
                    </a:cubicBezTo>
                    <a:cubicBezTo>
                      <a:pt x="17235" y="7090"/>
                      <a:pt x="17241" y="7090"/>
                      <a:pt x="17246" y="7088"/>
                    </a:cubicBezTo>
                    <a:cubicBezTo>
                      <a:pt x="17303" y="7077"/>
                      <a:pt x="17327" y="7031"/>
                      <a:pt x="17327" y="6988"/>
                    </a:cubicBezTo>
                    <a:cubicBezTo>
                      <a:pt x="17260" y="6683"/>
                      <a:pt x="17179" y="6392"/>
                      <a:pt x="17090" y="6097"/>
                    </a:cubicBezTo>
                    <a:cubicBezTo>
                      <a:pt x="17081" y="6062"/>
                      <a:pt x="17042" y="6039"/>
                      <a:pt x="17003" y="6039"/>
                    </a:cubicBezTo>
                    <a:close/>
                    <a:moveTo>
                      <a:pt x="125" y="7966"/>
                    </a:moveTo>
                    <a:cubicBezTo>
                      <a:pt x="79" y="7966"/>
                      <a:pt x="33" y="8001"/>
                      <a:pt x="33" y="8055"/>
                    </a:cubicBezTo>
                    <a:cubicBezTo>
                      <a:pt x="12" y="8282"/>
                      <a:pt x="1" y="8517"/>
                      <a:pt x="1" y="8754"/>
                    </a:cubicBezTo>
                    <a:cubicBezTo>
                      <a:pt x="1" y="8822"/>
                      <a:pt x="12" y="8889"/>
                      <a:pt x="12" y="8957"/>
                    </a:cubicBezTo>
                    <a:cubicBezTo>
                      <a:pt x="12" y="9013"/>
                      <a:pt x="47" y="9046"/>
                      <a:pt x="101" y="9046"/>
                    </a:cubicBezTo>
                    <a:cubicBezTo>
                      <a:pt x="147" y="9046"/>
                      <a:pt x="193" y="9000"/>
                      <a:pt x="193" y="8957"/>
                    </a:cubicBezTo>
                    <a:cubicBezTo>
                      <a:pt x="193" y="8889"/>
                      <a:pt x="182" y="8822"/>
                      <a:pt x="182" y="8754"/>
                    </a:cubicBezTo>
                    <a:cubicBezTo>
                      <a:pt x="182" y="8517"/>
                      <a:pt x="193" y="8292"/>
                      <a:pt x="214" y="8068"/>
                    </a:cubicBezTo>
                    <a:cubicBezTo>
                      <a:pt x="214" y="8022"/>
                      <a:pt x="182" y="7976"/>
                      <a:pt x="125" y="7966"/>
                    </a:cubicBezTo>
                    <a:close/>
                    <a:moveTo>
                      <a:pt x="17395" y="8247"/>
                    </a:moveTo>
                    <a:cubicBezTo>
                      <a:pt x="17349" y="8247"/>
                      <a:pt x="17303" y="8292"/>
                      <a:pt x="17314" y="8338"/>
                    </a:cubicBezTo>
                    <a:lnTo>
                      <a:pt x="17314" y="8754"/>
                    </a:lnTo>
                    <a:cubicBezTo>
                      <a:pt x="17314" y="9057"/>
                      <a:pt x="17303" y="9351"/>
                      <a:pt x="17271" y="9642"/>
                    </a:cubicBezTo>
                    <a:cubicBezTo>
                      <a:pt x="17271" y="9688"/>
                      <a:pt x="17303" y="9732"/>
                      <a:pt x="17360" y="9742"/>
                    </a:cubicBezTo>
                    <a:cubicBezTo>
                      <a:pt x="17406" y="9742"/>
                      <a:pt x="17449" y="9710"/>
                      <a:pt x="17449" y="9653"/>
                    </a:cubicBezTo>
                    <a:cubicBezTo>
                      <a:pt x="17484" y="9362"/>
                      <a:pt x="17495" y="9057"/>
                      <a:pt x="17495" y="8754"/>
                    </a:cubicBezTo>
                    <a:lnTo>
                      <a:pt x="17495" y="8338"/>
                    </a:lnTo>
                    <a:cubicBezTo>
                      <a:pt x="17484" y="8282"/>
                      <a:pt x="17449" y="8247"/>
                      <a:pt x="17395" y="8247"/>
                    </a:cubicBezTo>
                    <a:close/>
                    <a:moveTo>
                      <a:pt x="235" y="10213"/>
                    </a:moveTo>
                    <a:cubicBezTo>
                      <a:pt x="228" y="10213"/>
                      <a:pt x="221" y="10214"/>
                      <a:pt x="214" y="10215"/>
                    </a:cubicBezTo>
                    <a:cubicBezTo>
                      <a:pt x="168" y="10215"/>
                      <a:pt x="136" y="10272"/>
                      <a:pt x="147" y="10317"/>
                    </a:cubicBezTo>
                    <a:cubicBezTo>
                      <a:pt x="203" y="10620"/>
                      <a:pt x="271" y="10914"/>
                      <a:pt x="349" y="11206"/>
                    </a:cubicBezTo>
                    <a:cubicBezTo>
                      <a:pt x="367" y="11244"/>
                      <a:pt x="402" y="11265"/>
                      <a:pt x="439" y="11265"/>
                    </a:cubicBezTo>
                    <a:cubicBezTo>
                      <a:pt x="447" y="11265"/>
                      <a:pt x="455" y="11264"/>
                      <a:pt x="463" y="11263"/>
                    </a:cubicBezTo>
                    <a:cubicBezTo>
                      <a:pt x="506" y="11252"/>
                      <a:pt x="541" y="11195"/>
                      <a:pt x="530" y="11149"/>
                    </a:cubicBezTo>
                    <a:cubicBezTo>
                      <a:pt x="438" y="10868"/>
                      <a:pt x="371" y="10577"/>
                      <a:pt x="328" y="10282"/>
                    </a:cubicBezTo>
                    <a:cubicBezTo>
                      <a:pt x="318" y="10245"/>
                      <a:pt x="282" y="10213"/>
                      <a:pt x="235" y="10213"/>
                    </a:cubicBezTo>
                    <a:close/>
                    <a:moveTo>
                      <a:pt x="17125" y="10887"/>
                    </a:moveTo>
                    <a:cubicBezTo>
                      <a:pt x="17084" y="10887"/>
                      <a:pt x="17042" y="10912"/>
                      <a:pt x="17033" y="10957"/>
                    </a:cubicBezTo>
                    <a:cubicBezTo>
                      <a:pt x="16955" y="11241"/>
                      <a:pt x="16866" y="11522"/>
                      <a:pt x="16763" y="11803"/>
                    </a:cubicBezTo>
                    <a:cubicBezTo>
                      <a:pt x="16742" y="11848"/>
                      <a:pt x="16763" y="11902"/>
                      <a:pt x="16809" y="11916"/>
                    </a:cubicBezTo>
                    <a:cubicBezTo>
                      <a:pt x="16824" y="11922"/>
                      <a:pt x="16838" y="11924"/>
                      <a:pt x="16851" y="11924"/>
                    </a:cubicBezTo>
                    <a:cubicBezTo>
                      <a:pt x="16887" y="11924"/>
                      <a:pt x="16915" y="11904"/>
                      <a:pt x="16933" y="11870"/>
                    </a:cubicBezTo>
                    <a:cubicBezTo>
                      <a:pt x="17033" y="11578"/>
                      <a:pt x="17136" y="11295"/>
                      <a:pt x="17214" y="11003"/>
                    </a:cubicBezTo>
                    <a:cubicBezTo>
                      <a:pt x="17225" y="10947"/>
                      <a:pt x="17192" y="10903"/>
                      <a:pt x="17147" y="10890"/>
                    </a:cubicBezTo>
                    <a:cubicBezTo>
                      <a:pt x="17139" y="10888"/>
                      <a:pt x="17132" y="10887"/>
                      <a:pt x="17125" y="10887"/>
                    </a:cubicBezTo>
                    <a:close/>
                    <a:moveTo>
                      <a:pt x="916" y="12345"/>
                    </a:moveTo>
                    <a:cubicBezTo>
                      <a:pt x="903" y="12345"/>
                      <a:pt x="891" y="12348"/>
                      <a:pt x="878" y="12353"/>
                    </a:cubicBezTo>
                    <a:cubicBezTo>
                      <a:pt x="832" y="12375"/>
                      <a:pt x="811" y="12432"/>
                      <a:pt x="832" y="12478"/>
                    </a:cubicBezTo>
                    <a:cubicBezTo>
                      <a:pt x="967" y="12748"/>
                      <a:pt x="1103" y="13018"/>
                      <a:pt x="1262" y="13277"/>
                    </a:cubicBezTo>
                    <a:cubicBezTo>
                      <a:pt x="1283" y="13306"/>
                      <a:pt x="1316" y="13321"/>
                      <a:pt x="1345" y="13321"/>
                    </a:cubicBezTo>
                    <a:cubicBezTo>
                      <a:pt x="1359" y="13321"/>
                      <a:pt x="1373" y="13317"/>
                      <a:pt x="1383" y="13309"/>
                    </a:cubicBezTo>
                    <a:cubicBezTo>
                      <a:pt x="1429" y="13277"/>
                      <a:pt x="1440" y="13220"/>
                      <a:pt x="1418" y="13185"/>
                    </a:cubicBezTo>
                    <a:cubicBezTo>
                      <a:pt x="1262" y="12928"/>
                      <a:pt x="1127" y="12669"/>
                      <a:pt x="1003" y="12399"/>
                    </a:cubicBezTo>
                    <a:cubicBezTo>
                      <a:pt x="985" y="12366"/>
                      <a:pt x="951" y="12345"/>
                      <a:pt x="916" y="12345"/>
                    </a:cubicBezTo>
                    <a:close/>
                    <a:moveTo>
                      <a:pt x="16268" y="12961"/>
                    </a:moveTo>
                    <a:cubicBezTo>
                      <a:pt x="16236" y="12961"/>
                      <a:pt x="16205" y="12976"/>
                      <a:pt x="16191" y="13007"/>
                    </a:cubicBezTo>
                    <a:cubicBezTo>
                      <a:pt x="16045" y="13266"/>
                      <a:pt x="15886" y="13512"/>
                      <a:pt x="15707" y="13760"/>
                    </a:cubicBezTo>
                    <a:cubicBezTo>
                      <a:pt x="15683" y="13793"/>
                      <a:pt x="15683" y="13849"/>
                      <a:pt x="15729" y="13884"/>
                    </a:cubicBezTo>
                    <a:cubicBezTo>
                      <a:pt x="15745" y="13892"/>
                      <a:pt x="15762" y="13895"/>
                      <a:pt x="15778" y="13895"/>
                    </a:cubicBezTo>
                    <a:cubicBezTo>
                      <a:pt x="15809" y="13895"/>
                      <a:pt x="15837" y="13883"/>
                      <a:pt x="15853" y="13860"/>
                    </a:cubicBezTo>
                    <a:cubicBezTo>
                      <a:pt x="16031" y="13614"/>
                      <a:pt x="16202" y="13355"/>
                      <a:pt x="16347" y="13096"/>
                    </a:cubicBezTo>
                    <a:cubicBezTo>
                      <a:pt x="16369" y="13050"/>
                      <a:pt x="16358" y="12996"/>
                      <a:pt x="16315" y="12972"/>
                    </a:cubicBezTo>
                    <a:cubicBezTo>
                      <a:pt x="16300" y="12965"/>
                      <a:pt x="16284" y="12961"/>
                      <a:pt x="16268" y="12961"/>
                    </a:cubicBezTo>
                    <a:close/>
                    <a:moveTo>
                      <a:pt x="2122" y="14235"/>
                    </a:moveTo>
                    <a:cubicBezTo>
                      <a:pt x="2103" y="14235"/>
                      <a:pt x="2085" y="14241"/>
                      <a:pt x="2072" y="14254"/>
                    </a:cubicBezTo>
                    <a:cubicBezTo>
                      <a:pt x="2037" y="14289"/>
                      <a:pt x="2026" y="14346"/>
                      <a:pt x="2058" y="14378"/>
                    </a:cubicBezTo>
                    <a:cubicBezTo>
                      <a:pt x="2250" y="14616"/>
                      <a:pt x="2463" y="14840"/>
                      <a:pt x="2679" y="15043"/>
                    </a:cubicBezTo>
                    <a:cubicBezTo>
                      <a:pt x="2696" y="15059"/>
                      <a:pt x="2718" y="15067"/>
                      <a:pt x="2740" y="15067"/>
                    </a:cubicBezTo>
                    <a:cubicBezTo>
                      <a:pt x="2762" y="15067"/>
                      <a:pt x="2785" y="15059"/>
                      <a:pt x="2801" y="15043"/>
                    </a:cubicBezTo>
                    <a:cubicBezTo>
                      <a:pt x="2836" y="15008"/>
                      <a:pt x="2836" y="14954"/>
                      <a:pt x="2801" y="14918"/>
                    </a:cubicBezTo>
                    <a:cubicBezTo>
                      <a:pt x="2588" y="14716"/>
                      <a:pt x="2385" y="14492"/>
                      <a:pt x="2193" y="14265"/>
                    </a:cubicBezTo>
                    <a:cubicBezTo>
                      <a:pt x="2175" y="14246"/>
                      <a:pt x="2147" y="14235"/>
                      <a:pt x="2122" y="14235"/>
                    </a:cubicBezTo>
                    <a:close/>
                    <a:moveTo>
                      <a:pt x="14913" y="14746"/>
                    </a:moveTo>
                    <a:cubicBezTo>
                      <a:pt x="14890" y="14746"/>
                      <a:pt x="14868" y="14755"/>
                      <a:pt x="14851" y="14773"/>
                    </a:cubicBezTo>
                    <a:cubicBezTo>
                      <a:pt x="14638" y="14986"/>
                      <a:pt x="14425" y="15188"/>
                      <a:pt x="14187" y="15369"/>
                    </a:cubicBezTo>
                    <a:cubicBezTo>
                      <a:pt x="14155" y="15402"/>
                      <a:pt x="14141" y="15459"/>
                      <a:pt x="14176" y="15504"/>
                    </a:cubicBezTo>
                    <a:cubicBezTo>
                      <a:pt x="14195" y="15523"/>
                      <a:pt x="14222" y="15535"/>
                      <a:pt x="14249" y="15535"/>
                    </a:cubicBezTo>
                    <a:cubicBezTo>
                      <a:pt x="14267" y="15535"/>
                      <a:pt x="14286" y="15529"/>
                      <a:pt x="14301" y="15515"/>
                    </a:cubicBezTo>
                    <a:cubicBezTo>
                      <a:pt x="14536" y="15323"/>
                      <a:pt x="14762" y="15121"/>
                      <a:pt x="14976" y="14897"/>
                    </a:cubicBezTo>
                    <a:cubicBezTo>
                      <a:pt x="15008" y="14862"/>
                      <a:pt x="15008" y="14805"/>
                      <a:pt x="14976" y="14773"/>
                    </a:cubicBezTo>
                    <a:cubicBezTo>
                      <a:pt x="14958" y="14755"/>
                      <a:pt x="14935" y="14746"/>
                      <a:pt x="14913" y="14746"/>
                    </a:cubicBezTo>
                    <a:close/>
                    <a:moveTo>
                      <a:pt x="3785" y="15751"/>
                    </a:moveTo>
                    <a:cubicBezTo>
                      <a:pt x="3755" y="15751"/>
                      <a:pt x="3727" y="15763"/>
                      <a:pt x="3714" y="15785"/>
                    </a:cubicBezTo>
                    <a:cubicBezTo>
                      <a:pt x="3678" y="15831"/>
                      <a:pt x="3692" y="15885"/>
                      <a:pt x="3724" y="15909"/>
                    </a:cubicBezTo>
                    <a:cubicBezTo>
                      <a:pt x="3973" y="16088"/>
                      <a:pt x="4232" y="16247"/>
                      <a:pt x="4502" y="16393"/>
                    </a:cubicBezTo>
                    <a:cubicBezTo>
                      <a:pt x="4516" y="16403"/>
                      <a:pt x="4532" y="16408"/>
                      <a:pt x="4547" y="16408"/>
                    </a:cubicBezTo>
                    <a:cubicBezTo>
                      <a:pt x="4579" y="16408"/>
                      <a:pt x="4609" y="16388"/>
                      <a:pt x="4623" y="16358"/>
                    </a:cubicBezTo>
                    <a:cubicBezTo>
                      <a:pt x="4648" y="16314"/>
                      <a:pt x="4637" y="16269"/>
                      <a:pt x="4591" y="16236"/>
                    </a:cubicBezTo>
                    <a:cubicBezTo>
                      <a:pt x="4332" y="16101"/>
                      <a:pt x="4073" y="15931"/>
                      <a:pt x="3838" y="15764"/>
                    </a:cubicBezTo>
                    <a:cubicBezTo>
                      <a:pt x="3821" y="15755"/>
                      <a:pt x="3803" y="15751"/>
                      <a:pt x="3785" y="15751"/>
                    </a:cubicBezTo>
                    <a:close/>
                    <a:moveTo>
                      <a:pt x="13143" y="16123"/>
                    </a:moveTo>
                    <a:cubicBezTo>
                      <a:pt x="13127" y="16123"/>
                      <a:pt x="13111" y="16126"/>
                      <a:pt x="13096" y="16134"/>
                    </a:cubicBezTo>
                    <a:cubicBezTo>
                      <a:pt x="12837" y="16290"/>
                      <a:pt x="12578" y="16425"/>
                      <a:pt x="12308" y="16549"/>
                    </a:cubicBezTo>
                    <a:cubicBezTo>
                      <a:pt x="12265" y="16574"/>
                      <a:pt x="12240" y="16628"/>
                      <a:pt x="12265" y="16674"/>
                    </a:cubicBezTo>
                    <a:cubicBezTo>
                      <a:pt x="12281" y="16709"/>
                      <a:pt x="12312" y="16723"/>
                      <a:pt x="12345" y="16723"/>
                    </a:cubicBezTo>
                    <a:cubicBezTo>
                      <a:pt x="12355" y="16723"/>
                      <a:pt x="12365" y="16722"/>
                      <a:pt x="12375" y="16719"/>
                    </a:cubicBezTo>
                    <a:cubicBezTo>
                      <a:pt x="12656" y="16584"/>
                      <a:pt x="12926" y="16449"/>
                      <a:pt x="13185" y="16290"/>
                    </a:cubicBezTo>
                    <a:cubicBezTo>
                      <a:pt x="13231" y="16269"/>
                      <a:pt x="13242" y="16212"/>
                      <a:pt x="13221" y="16169"/>
                    </a:cubicBezTo>
                    <a:cubicBezTo>
                      <a:pt x="13204" y="16138"/>
                      <a:pt x="13175" y="16123"/>
                      <a:pt x="13143" y="16123"/>
                    </a:cubicBezTo>
                    <a:close/>
                    <a:moveTo>
                      <a:pt x="5771" y="16791"/>
                    </a:moveTo>
                    <a:cubicBezTo>
                      <a:pt x="5731" y="16791"/>
                      <a:pt x="5699" y="16819"/>
                      <a:pt x="5682" y="16854"/>
                    </a:cubicBezTo>
                    <a:cubicBezTo>
                      <a:pt x="5671" y="16898"/>
                      <a:pt x="5693" y="16944"/>
                      <a:pt x="5739" y="16965"/>
                    </a:cubicBezTo>
                    <a:cubicBezTo>
                      <a:pt x="6019" y="17068"/>
                      <a:pt x="6311" y="17157"/>
                      <a:pt x="6605" y="17235"/>
                    </a:cubicBezTo>
                    <a:cubicBezTo>
                      <a:pt x="6612" y="17237"/>
                      <a:pt x="6618" y="17238"/>
                      <a:pt x="6625" y="17238"/>
                    </a:cubicBezTo>
                    <a:cubicBezTo>
                      <a:pt x="6664" y="17238"/>
                      <a:pt x="6707" y="17207"/>
                      <a:pt x="6716" y="17168"/>
                    </a:cubicBezTo>
                    <a:cubicBezTo>
                      <a:pt x="6730" y="17124"/>
                      <a:pt x="6694" y="17068"/>
                      <a:pt x="6649" y="17057"/>
                    </a:cubicBezTo>
                    <a:cubicBezTo>
                      <a:pt x="6357" y="16989"/>
                      <a:pt x="6076" y="16898"/>
                      <a:pt x="5806" y="16798"/>
                    </a:cubicBezTo>
                    <a:cubicBezTo>
                      <a:pt x="5794" y="16793"/>
                      <a:pt x="5782" y="16791"/>
                      <a:pt x="5771" y="16791"/>
                    </a:cubicBezTo>
                    <a:close/>
                    <a:moveTo>
                      <a:pt x="11084" y="17004"/>
                    </a:moveTo>
                    <a:cubicBezTo>
                      <a:pt x="11073" y="17004"/>
                      <a:pt x="11061" y="17006"/>
                      <a:pt x="11050" y="17011"/>
                    </a:cubicBezTo>
                    <a:cubicBezTo>
                      <a:pt x="10766" y="17089"/>
                      <a:pt x="10475" y="17146"/>
                      <a:pt x="10183" y="17203"/>
                    </a:cubicBezTo>
                    <a:cubicBezTo>
                      <a:pt x="10137" y="17214"/>
                      <a:pt x="10105" y="17259"/>
                      <a:pt x="10115" y="17303"/>
                    </a:cubicBezTo>
                    <a:cubicBezTo>
                      <a:pt x="10115" y="17349"/>
                      <a:pt x="10159" y="17384"/>
                      <a:pt x="10215" y="17384"/>
                    </a:cubicBezTo>
                    <a:cubicBezTo>
                      <a:pt x="10520" y="17327"/>
                      <a:pt x="10812" y="17259"/>
                      <a:pt x="11104" y="17181"/>
                    </a:cubicBezTo>
                    <a:cubicBezTo>
                      <a:pt x="11150" y="17168"/>
                      <a:pt x="11171" y="17114"/>
                      <a:pt x="11160" y="17068"/>
                    </a:cubicBezTo>
                    <a:cubicBezTo>
                      <a:pt x="11152" y="17032"/>
                      <a:pt x="11122" y="17004"/>
                      <a:pt x="11084" y="17004"/>
                    </a:cubicBezTo>
                    <a:close/>
                    <a:moveTo>
                      <a:pt x="7966" y="17281"/>
                    </a:moveTo>
                    <a:cubicBezTo>
                      <a:pt x="7920" y="17281"/>
                      <a:pt x="7877" y="17316"/>
                      <a:pt x="7864" y="17359"/>
                    </a:cubicBezTo>
                    <a:cubicBezTo>
                      <a:pt x="7864" y="17416"/>
                      <a:pt x="7899" y="17462"/>
                      <a:pt x="7955" y="17462"/>
                    </a:cubicBezTo>
                    <a:cubicBezTo>
                      <a:pt x="8215" y="17484"/>
                      <a:pt x="8485" y="17494"/>
                      <a:pt x="8755" y="17494"/>
                    </a:cubicBezTo>
                    <a:lnTo>
                      <a:pt x="8855" y="17494"/>
                    </a:lnTo>
                    <a:cubicBezTo>
                      <a:pt x="8911" y="17494"/>
                      <a:pt x="8944" y="17462"/>
                      <a:pt x="8944" y="17405"/>
                    </a:cubicBezTo>
                    <a:cubicBezTo>
                      <a:pt x="8944" y="17359"/>
                      <a:pt x="8900" y="17316"/>
                      <a:pt x="8855" y="17316"/>
                    </a:cubicBezTo>
                    <a:lnTo>
                      <a:pt x="8755" y="17316"/>
                    </a:lnTo>
                    <a:cubicBezTo>
                      <a:pt x="8485" y="17316"/>
                      <a:pt x="8225" y="17303"/>
                      <a:pt x="7966" y="1728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3"/>
              <p:cNvSpPr/>
              <p:nvPr/>
            </p:nvSpPr>
            <p:spPr>
              <a:xfrm>
                <a:off x="2793445" y="4224477"/>
                <a:ext cx="2480632" cy="20948"/>
              </a:xfrm>
              <a:custGeom>
                <a:avLst/>
                <a:gdLst/>
                <a:ahLst/>
                <a:cxnLst/>
                <a:rect l="l" t="t" r="r" b="b"/>
                <a:pathLst>
                  <a:path w="21197" h="179" extrusionOk="0">
                    <a:moveTo>
                      <a:pt x="93" y="0"/>
                    </a:moveTo>
                    <a:cubicBezTo>
                      <a:pt x="47" y="0"/>
                      <a:pt x="1" y="43"/>
                      <a:pt x="1" y="89"/>
                    </a:cubicBezTo>
                    <a:cubicBezTo>
                      <a:pt x="1" y="146"/>
                      <a:pt x="47" y="178"/>
                      <a:pt x="93" y="178"/>
                    </a:cubicBezTo>
                    <a:lnTo>
                      <a:pt x="992" y="178"/>
                    </a:lnTo>
                    <a:cubicBezTo>
                      <a:pt x="1038" y="178"/>
                      <a:pt x="1081" y="146"/>
                      <a:pt x="1081" y="89"/>
                    </a:cubicBezTo>
                    <a:cubicBezTo>
                      <a:pt x="1081" y="43"/>
                      <a:pt x="1038" y="0"/>
                      <a:pt x="992" y="0"/>
                    </a:cubicBezTo>
                    <a:close/>
                    <a:moveTo>
                      <a:pt x="2342" y="0"/>
                    </a:moveTo>
                    <a:cubicBezTo>
                      <a:pt x="2296" y="0"/>
                      <a:pt x="2253" y="43"/>
                      <a:pt x="2253" y="89"/>
                    </a:cubicBezTo>
                    <a:cubicBezTo>
                      <a:pt x="2253" y="146"/>
                      <a:pt x="2296" y="178"/>
                      <a:pt x="2342" y="178"/>
                    </a:cubicBezTo>
                    <a:lnTo>
                      <a:pt x="3241" y="178"/>
                    </a:lnTo>
                    <a:cubicBezTo>
                      <a:pt x="3287" y="178"/>
                      <a:pt x="3333" y="146"/>
                      <a:pt x="3333" y="89"/>
                    </a:cubicBezTo>
                    <a:cubicBezTo>
                      <a:pt x="3333" y="43"/>
                      <a:pt x="3287" y="0"/>
                      <a:pt x="3241" y="0"/>
                    </a:cubicBezTo>
                    <a:close/>
                    <a:moveTo>
                      <a:pt x="4591" y="0"/>
                    </a:moveTo>
                    <a:cubicBezTo>
                      <a:pt x="4548" y="0"/>
                      <a:pt x="4502" y="43"/>
                      <a:pt x="4502" y="89"/>
                    </a:cubicBezTo>
                    <a:cubicBezTo>
                      <a:pt x="4502" y="146"/>
                      <a:pt x="4548" y="178"/>
                      <a:pt x="4591" y="178"/>
                    </a:cubicBezTo>
                    <a:lnTo>
                      <a:pt x="5493" y="178"/>
                    </a:lnTo>
                    <a:cubicBezTo>
                      <a:pt x="5536" y="178"/>
                      <a:pt x="5582" y="146"/>
                      <a:pt x="5582" y="89"/>
                    </a:cubicBezTo>
                    <a:cubicBezTo>
                      <a:pt x="5582" y="43"/>
                      <a:pt x="5536" y="0"/>
                      <a:pt x="5493" y="0"/>
                    </a:cubicBezTo>
                    <a:close/>
                    <a:moveTo>
                      <a:pt x="6843" y="0"/>
                    </a:moveTo>
                    <a:cubicBezTo>
                      <a:pt x="6797" y="0"/>
                      <a:pt x="6751" y="43"/>
                      <a:pt x="6751" y="89"/>
                    </a:cubicBezTo>
                    <a:cubicBezTo>
                      <a:pt x="6751" y="146"/>
                      <a:pt x="6797" y="178"/>
                      <a:pt x="6843" y="178"/>
                    </a:cubicBezTo>
                    <a:lnTo>
                      <a:pt x="7742" y="178"/>
                    </a:lnTo>
                    <a:cubicBezTo>
                      <a:pt x="7788" y="178"/>
                      <a:pt x="7831" y="146"/>
                      <a:pt x="7831" y="89"/>
                    </a:cubicBezTo>
                    <a:cubicBezTo>
                      <a:pt x="7831" y="43"/>
                      <a:pt x="7788" y="0"/>
                      <a:pt x="7742" y="0"/>
                    </a:cubicBezTo>
                    <a:close/>
                    <a:moveTo>
                      <a:pt x="9092" y="0"/>
                    </a:moveTo>
                    <a:cubicBezTo>
                      <a:pt x="9046" y="0"/>
                      <a:pt x="9003" y="43"/>
                      <a:pt x="9003" y="89"/>
                    </a:cubicBezTo>
                    <a:cubicBezTo>
                      <a:pt x="9003" y="146"/>
                      <a:pt x="9046" y="178"/>
                      <a:pt x="9092" y="178"/>
                    </a:cubicBezTo>
                    <a:lnTo>
                      <a:pt x="9991" y="178"/>
                    </a:lnTo>
                    <a:cubicBezTo>
                      <a:pt x="10037" y="178"/>
                      <a:pt x="10083" y="146"/>
                      <a:pt x="10083" y="89"/>
                    </a:cubicBezTo>
                    <a:cubicBezTo>
                      <a:pt x="10083" y="43"/>
                      <a:pt x="10037" y="0"/>
                      <a:pt x="9991" y="0"/>
                    </a:cubicBezTo>
                    <a:close/>
                    <a:moveTo>
                      <a:pt x="11341" y="0"/>
                    </a:moveTo>
                    <a:cubicBezTo>
                      <a:pt x="11298" y="0"/>
                      <a:pt x="11252" y="43"/>
                      <a:pt x="11252" y="89"/>
                    </a:cubicBezTo>
                    <a:cubicBezTo>
                      <a:pt x="11252" y="146"/>
                      <a:pt x="11298" y="178"/>
                      <a:pt x="11341" y="178"/>
                    </a:cubicBezTo>
                    <a:lnTo>
                      <a:pt x="12243" y="178"/>
                    </a:lnTo>
                    <a:cubicBezTo>
                      <a:pt x="12286" y="178"/>
                      <a:pt x="12332" y="146"/>
                      <a:pt x="12332" y="89"/>
                    </a:cubicBezTo>
                    <a:cubicBezTo>
                      <a:pt x="12332" y="43"/>
                      <a:pt x="12286" y="0"/>
                      <a:pt x="12243" y="0"/>
                    </a:cubicBezTo>
                    <a:close/>
                    <a:moveTo>
                      <a:pt x="13593" y="0"/>
                    </a:moveTo>
                    <a:cubicBezTo>
                      <a:pt x="13547" y="0"/>
                      <a:pt x="13501" y="43"/>
                      <a:pt x="13501" y="89"/>
                    </a:cubicBezTo>
                    <a:cubicBezTo>
                      <a:pt x="13501" y="146"/>
                      <a:pt x="13547" y="178"/>
                      <a:pt x="13593" y="178"/>
                    </a:cubicBezTo>
                    <a:lnTo>
                      <a:pt x="14492" y="178"/>
                    </a:lnTo>
                    <a:cubicBezTo>
                      <a:pt x="14538" y="178"/>
                      <a:pt x="14581" y="146"/>
                      <a:pt x="14581" y="89"/>
                    </a:cubicBezTo>
                    <a:cubicBezTo>
                      <a:pt x="14581" y="43"/>
                      <a:pt x="14538" y="0"/>
                      <a:pt x="14492" y="0"/>
                    </a:cubicBezTo>
                    <a:close/>
                    <a:moveTo>
                      <a:pt x="15842" y="0"/>
                    </a:moveTo>
                    <a:cubicBezTo>
                      <a:pt x="15796" y="0"/>
                      <a:pt x="15753" y="43"/>
                      <a:pt x="15753" y="89"/>
                    </a:cubicBezTo>
                    <a:cubicBezTo>
                      <a:pt x="15753" y="146"/>
                      <a:pt x="15796" y="178"/>
                      <a:pt x="15842" y="178"/>
                    </a:cubicBezTo>
                    <a:lnTo>
                      <a:pt x="16741" y="178"/>
                    </a:lnTo>
                    <a:cubicBezTo>
                      <a:pt x="16787" y="178"/>
                      <a:pt x="16833" y="146"/>
                      <a:pt x="16833" y="89"/>
                    </a:cubicBezTo>
                    <a:cubicBezTo>
                      <a:pt x="16833" y="43"/>
                      <a:pt x="16787" y="0"/>
                      <a:pt x="16741" y="0"/>
                    </a:cubicBezTo>
                    <a:close/>
                    <a:moveTo>
                      <a:pt x="18092" y="0"/>
                    </a:moveTo>
                    <a:cubicBezTo>
                      <a:pt x="18048" y="0"/>
                      <a:pt x="18002" y="43"/>
                      <a:pt x="18002" y="89"/>
                    </a:cubicBezTo>
                    <a:cubicBezTo>
                      <a:pt x="18002" y="146"/>
                      <a:pt x="18048" y="178"/>
                      <a:pt x="18092" y="178"/>
                    </a:cubicBezTo>
                    <a:lnTo>
                      <a:pt x="18993" y="178"/>
                    </a:lnTo>
                    <a:cubicBezTo>
                      <a:pt x="19037" y="178"/>
                      <a:pt x="19082" y="146"/>
                      <a:pt x="19082" y="89"/>
                    </a:cubicBezTo>
                    <a:cubicBezTo>
                      <a:pt x="19082" y="43"/>
                      <a:pt x="19037" y="0"/>
                      <a:pt x="18993" y="0"/>
                    </a:cubicBezTo>
                    <a:close/>
                    <a:moveTo>
                      <a:pt x="20343" y="0"/>
                    </a:moveTo>
                    <a:cubicBezTo>
                      <a:pt x="20298" y="0"/>
                      <a:pt x="20252" y="43"/>
                      <a:pt x="20252" y="89"/>
                    </a:cubicBezTo>
                    <a:cubicBezTo>
                      <a:pt x="20252" y="146"/>
                      <a:pt x="20298" y="178"/>
                      <a:pt x="20343" y="178"/>
                    </a:cubicBezTo>
                    <a:lnTo>
                      <a:pt x="21108" y="178"/>
                    </a:lnTo>
                    <a:cubicBezTo>
                      <a:pt x="21164" y="178"/>
                      <a:pt x="21197" y="146"/>
                      <a:pt x="21197" y="89"/>
                    </a:cubicBezTo>
                    <a:cubicBezTo>
                      <a:pt x="21197" y="43"/>
                      <a:pt x="21164" y="0"/>
                      <a:pt x="211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4" name="Google Shape;274;p23"/>
            <p:cNvSpPr/>
            <p:nvPr/>
          </p:nvSpPr>
          <p:spPr>
            <a:xfrm>
              <a:off x="-813325" y="3652863"/>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275"/>
        <p:cNvGrpSpPr/>
        <p:nvPr/>
      </p:nvGrpSpPr>
      <p:grpSpPr>
        <a:xfrm>
          <a:off x="0" y="0"/>
          <a:ext cx="0" cy="0"/>
          <a:chOff x="0" y="0"/>
          <a:chExt cx="0" cy="0"/>
        </a:xfrm>
      </p:grpSpPr>
      <p:pic>
        <p:nvPicPr>
          <p:cNvPr id="276" name="Google Shape;276;p2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77" name="Google Shape;277;p24"/>
          <p:cNvGrpSpPr/>
          <p:nvPr/>
        </p:nvGrpSpPr>
        <p:grpSpPr>
          <a:xfrm>
            <a:off x="-985884" y="-993416"/>
            <a:ext cx="10595318" cy="6136925"/>
            <a:chOff x="-985884" y="-993416"/>
            <a:chExt cx="10595318" cy="6136925"/>
          </a:xfrm>
        </p:grpSpPr>
        <p:sp>
          <p:nvSpPr>
            <p:cNvPr id="278" name="Google Shape;278;p24"/>
            <p:cNvSpPr/>
            <p:nvPr/>
          </p:nvSpPr>
          <p:spPr>
            <a:xfrm rot="-5400000">
              <a:off x="8337325" y="3871401"/>
              <a:ext cx="1358782" cy="1185435"/>
            </a:xfrm>
            <a:custGeom>
              <a:avLst/>
              <a:gdLst/>
              <a:ahLst/>
              <a:cxnLst/>
              <a:rect l="l" t="t" r="r" b="b"/>
              <a:pathLst>
                <a:path w="14368" h="12535" extrusionOk="0">
                  <a:moveTo>
                    <a:pt x="89" y="0"/>
                  </a:moveTo>
                  <a:cubicBezTo>
                    <a:pt x="46" y="0"/>
                    <a:pt x="0" y="46"/>
                    <a:pt x="0" y="92"/>
                  </a:cubicBezTo>
                  <a:cubicBezTo>
                    <a:pt x="0" y="135"/>
                    <a:pt x="46" y="181"/>
                    <a:pt x="89" y="181"/>
                  </a:cubicBezTo>
                  <a:lnTo>
                    <a:pt x="991" y="181"/>
                  </a:lnTo>
                  <a:cubicBezTo>
                    <a:pt x="1034" y="181"/>
                    <a:pt x="1080" y="135"/>
                    <a:pt x="1080" y="92"/>
                  </a:cubicBezTo>
                  <a:cubicBezTo>
                    <a:pt x="1080" y="46"/>
                    <a:pt x="1034" y="0"/>
                    <a:pt x="991" y="0"/>
                  </a:cubicBezTo>
                  <a:close/>
                  <a:moveTo>
                    <a:pt x="2341" y="0"/>
                  </a:moveTo>
                  <a:cubicBezTo>
                    <a:pt x="2295" y="0"/>
                    <a:pt x="2249" y="46"/>
                    <a:pt x="2249" y="92"/>
                  </a:cubicBezTo>
                  <a:cubicBezTo>
                    <a:pt x="2249" y="135"/>
                    <a:pt x="2295" y="181"/>
                    <a:pt x="2341" y="181"/>
                  </a:cubicBezTo>
                  <a:lnTo>
                    <a:pt x="3240" y="181"/>
                  </a:lnTo>
                  <a:cubicBezTo>
                    <a:pt x="3286" y="181"/>
                    <a:pt x="3330" y="135"/>
                    <a:pt x="3330" y="92"/>
                  </a:cubicBezTo>
                  <a:cubicBezTo>
                    <a:pt x="3330" y="46"/>
                    <a:pt x="3286" y="0"/>
                    <a:pt x="3240" y="0"/>
                  </a:cubicBezTo>
                  <a:close/>
                  <a:moveTo>
                    <a:pt x="4590" y="0"/>
                  </a:moveTo>
                  <a:cubicBezTo>
                    <a:pt x="4545" y="0"/>
                    <a:pt x="4501" y="46"/>
                    <a:pt x="4501" y="92"/>
                  </a:cubicBezTo>
                  <a:cubicBezTo>
                    <a:pt x="4501" y="135"/>
                    <a:pt x="4545" y="181"/>
                    <a:pt x="4590" y="181"/>
                  </a:cubicBezTo>
                  <a:lnTo>
                    <a:pt x="5490" y="181"/>
                  </a:lnTo>
                  <a:cubicBezTo>
                    <a:pt x="5536" y="181"/>
                    <a:pt x="5581" y="135"/>
                    <a:pt x="5581" y="92"/>
                  </a:cubicBezTo>
                  <a:cubicBezTo>
                    <a:pt x="5581" y="46"/>
                    <a:pt x="5536" y="0"/>
                    <a:pt x="5490" y="0"/>
                  </a:cubicBezTo>
                  <a:close/>
                  <a:moveTo>
                    <a:pt x="6840" y="0"/>
                  </a:moveTo>
                  <a:cubicBezTo>
                    <a:pt x="6796" y="0"/>
                    <a:pt x="6751" y="46"/>
                    <a:pt x="6751" y="92"/>
                  </a:cubicBezTo>
                  <a:cubicBezTo>
                    <a:pt x="6751" y="135"/>
                    <a:pt x="6796" y="181"/>
                    <a:pt x="6840" y="181"/>
                  </a:cubicBezTo>
                  <a:lnTo>
                    <a:pt x="6942" y="181"/>
                  </a:lnTo>
                  <a:cubicBezTo>
                    <a:pt x="7212" y="181"/>
                    <a:pt x="7472" y="192"/>
                    <a:pt x="7731" y="227"/>
                  </a:cubicBezTo>
                  <a:cubicBezTo>
                    <a:pt x="7774" y="227"/>
                    <a:pt x="7820" y="192"/>
                    <a:pt x="7831" y="149"/>
                  </a:cubicBezTo>
                  <a:cubicBezTo>
                    <a:pt x="7831" y="92"/>
                    <a:pt x="7798" y="46"/>
                    <a:pt x="7752" y="46"/>
                  </a:cubicBezTo>
                  <a:cubicBezTo>
                    <a:pt x="7482" y="14"/>
                    <a:pt x="7212" y="0"/>
                    <a:pt x="6942" y="0"/>
                  </a:cubicBezTo>
                  <a:close/>
                  <a:moveTo>
                    <a:pt x="9064" y="314"/>
                  </a:moveTo>
                  <a:cubicBezTo>
                    <a:pt x="9020" y="314"/>
                    <a:pt x="8987" y="335"/>
                    <a:pt x="8978" y="373"/>
                  </a:cubicBezTo>
                  <a:cubicBezTo>
                    <a:pt x="8957" y="419"/>
                    <a:pt x="8989" y="473"/>
                    <a:pt x="9035" y="486"/>
                  </a:cubicBezTo>
                  <a:cubicBezTo>
                    <a:pt x="9316" y="575"/>
                    <a:pt x="9596" y="675"/>
                    <a:pt x="9867" y="800"/>
                  </a:cubicBezTo>
                  <a:cubicBezTo>
                    <a:pt x="9877" y="802"/>
                    <a:pt x="9887" y="803"/>
                    <a:pt x="9898" y="803"/>
                  </a:cubicBezTo>
                  <a:cubicBezTo>
                    <a:pt x="9936" y="803"/>
                    <a:pt x="9974" y="787"/>
                    <a:pt x="9991" y="743"/>
                  </a:cubicBezTo>
                  <a:cubicBezTo>
                    <a:pt x="10002" y="700"/>
                    <a:pt x="9991" y="654"/>
                    <a:pt x="9945" y="632"/>
                  </a:cubicBezTo>
                  <a:cubicBezTo>
                    <a:pt x="9664" y="508"/>
                    <a:pt x="9383" y="405"/>
                    <a:pt x="9092" y="316"/>
                  </a:cubicBezTo>
                  <a:cubicBezTo>
                    <a:pt x="9082" y="314"/>
                    <a:pt x="9073" y="314"/>
                    <a:pt x="9064" y="314"/>
                  </a:cubicBezTo>
                  <a:close/>
                  <a:moveTo>
                    <a:pt x="11079" y="1276"/>
                  </a:moveTo>
                  <a:cubicBezTo>
                    <a:pt x="11052" y="1276"/>
                    <a:pt x="11024" y="1291"/>
                    <a:pt x="11003" y="1318"/>
                  </a:cubicBezTo>
                  <a:cubicBezTo>
                    <a:pt x="10982" y="1364"/>
                    <a:pt x="10992" y="1418"/>
                    <a:pt x="11025" y="1442"/>
                  </a:cubicBezTo>
                  <a:cubicBezTo>
                    <a:pt x="11273" y="1610"/>
                    <a:pt x="11511" y="1791"/>
                    <a:pt x="11735" y="1993"/>
                  </a:cubicBezTo>
                  <a:cubicBezTo>
                    <a:pt x="11749" y="2007"/>
                    <a:pt x="11766" y="2013"/>
                    <a:pt x="11785" y="2013"/>
                  </a:cubicBezTo>
                  <a:cubicBezTo>
                    <a:pt x="11811" y="2013"/>
                    <a:pt x="11839" y="2001"/>
                    <a:pt x="11859" y="1982"/>
                  </a:cubicBezTo>
                  <a:cubicBezTo>
                    <a:pt x="11892" y="1947"/>
                    <a:pt x="11892" y="1890"/>
                    <a:pt x="11848" y="1858"/>
                  </a:cubicBezTo>
                  <a:cubicBezTo>
                    <a:pt x="11622" y="1656"/>
                    <a:pt x="11387" y="1464"/>
                    <a:pt x="11127" y="1296"/>
                  </a:cubicBezTo>
                  <a:cubicBezTo>
                    <a:pt x="11113" y="1282"/>
                    <a:pt x="11096" y="1276"/>
                    <a:pt x="11079" y="1276"/>
                  </a:cubicBezTo>
                  <a:close/>
                  <a:moveTo>
                    <a:pt x="12715" y="2811"/>
                  </a:moveTo>
                  <a:cubicBezTo>
                    <a:pt x="12696" y="2811"/>
                    <a:pt x="12676" y="2816"/>
                    <a:pt x="12658" y="2825"/>
                  </a:cubicBezTo>
                  <a:cubicBezTo>
                    <a:pt x="12623" y="2860"/>
                    <a:pt x="12613" y="2916"/>
                    <a:pt x="12645" y="2960"/>
                  </a:cubicBezTo>
                  <a:cubicBezTo>
                    <a:pt x="12826" y="3186"/>
                    <a:pt x="12996" y="3432"/>
                    <a:pt x="13153" y="3691"/>
                  </a:cubicBezTo>
                  <a:cubicBezTo>
                    <a:pt x="13166" y="3714"/>
                    <a:pt x="13195" y="3731"/>
                    <a:pt x="13225" y="3731"/>
                  </a:cubicBezTo>
                  <a:cubicBezTo>
                    <a:pt x="13242" y="3731"/>
                    <a:pt x="13260" y="3726"/>
                    <a:pt x="13277" y="3713"/>
                  </a:cubicBezTo>
                  <a:cubicBezTo>
                    <a:pt x="13320" y="3691"/>
                    <a:pt x="13333" y="3635"/>
                    <a:pt x="13309" y="3591"/>
                  </a:cubicBezTo>
                  <a:cubicBezTo>
                    <a:pt x="13153" y="3332"/>
                    <a:pt x="12972" y="3084"/>
                    <a:pt x="12793" y="2849"/>
                  </a:cubicBezTo>
                  <a:cubicBezTo>
                    <a:pt x="12773" y="2822"/>
                    <a:pt x="12744" y="2811"/>
                    <a:pt x="12715" y="2811"/>
                  </a:cubicBezTo>
                  <a:close/>
                  <a:moveTo>
                    <a:pt x="13818" y="4763"/>
                  </a:moveTo>
                  <a:cubicBezTo>
                    <a:pt x="13806" y="4763"/>
                    <a:pt x="13793" y="4766"/>
                    <a:pt x="13782" y="4771"/>
                  </a:cubicBezTo>
                  <a:cubicBezTo>
                    <a:pt x="13738" y="4782"/>
                    <a:pt x="13714" y="4839"/>
                    <a:pt x="13725" y="4885"/>
                  </a:cubicBezTo>
                  <a:cubicBezTo>
                    <a:pt x="13828" y="5166"/>
                    <a:pt x="13917" y="5446"/>
                    <a:pt x="13984" y="5738"/>
                  </a:cubicBezTo>
                  <a:cubicBezTo>
                    <a:pt x="13993" y="5777"/>
                    <a:pt x="14036" y="5809"/>
                    <a:pt x="14077" y="5809"/>
                  </a:cubicBezTo>
                  <a:cubicBezTo>
                    <a:pt x="14084" y="5809"/>
                    <a:pt x="14091" y="5808"/>
                    <a:pt x="14098" y="5806"/>
                  </a:cubicBezTo>
                  <a:cubicBezTo>
                    <a:pt x="14143" y="5795"/>
                    <a:pt x="14176" y="5738"/>
                    <a:pt x="14165" y="5695"/>
                  </a:cubicBezTo>
                  <a:cubicBezTo>
                    <a:pt x="14098" y="5401"/>
                    <a:pt x="14008" y="5109"/>
                    <a:pt x="13895" y="4828"/>
                  </a:cubicBezTo>
                  <a:cubicBezTo>
                    <a:pt x="13887" y="4786"/>
                    <a:pt x="13854" y="4763"/>
                    <a:pt x="13818" y="4763"/>
                  </a:cubicBezTo>
                  <a:close/>
                  <a:moveTo>
                    <a:pt x="14265" y="6953"/>
                  </a:moveTo>
                  <a:cubicBezTo>
                    <a:pt x="14211" y="6967"/>
                    <a:pt x="14176" y="6999"/>
                    <a:pt x="14176" y="7056"/>
                  </a:cubicBezTo>
                  <a:cubicBezTo>
                    <a:pt x="14187" y="7180"/>
                    <a:pt x="14187" y="7304"/>
                    <a:pt x="14187" y="7426"/>
                  </a:cubicBezTo>
                  <a:lnTo>
                    <a:pt x="14187" y="7944"/>
                  </a:lnTo>
                  <a:cubicBezTo>
                    <a:pt x="14187" y="8001"/>
                    <a:pt x="14222" y="8033"/>
                    <a:pt x="14278" y="8033"/>
                  </a:cubicBezTo>
                  <a:cubicBezTo>
                    <a:pt x="14322" y="8033"/>
                    <a:pt x="14368" y="8001"/>
                    <a:pt x="14368" y="7944"/>
                  </a:cubicBezTo>
                  <a:lnTo>
                    <a:pt x="14368" y="7426"/>
                  </a:lnTo>
                  <a:cubicBezTo>
                    <a:pt x="14368" y="7291"/>
                    <a:pt x="14368" y="7169"/>
                    <a:pt x="14357" y="7045"/>
                  </a:cubicBezTo>
                  <a:cubicBezTo>
                    <a:pt x="14357" y="6999"/>
                    <a:pt x="14311" y="6953"/>
                    <a:pt x="14265" y="6953"/>
                  </a:cubicBezTo>
                  <a:close/>
                  <a:moveTo>
                    <a:pt x="14278" y="9205"/>
                  </a:moveTo>
                  <a:cubicBezTo>
                    <a:pt x="14222" y="9205"/>
                    <a:pt x="14187" y="9248"/>
                    <a:pt x="14187" y="9294"/>
                  </a:cubicBezTo>
                  <a:lnTo>
                    <a:pt x="14187" y="10193"/>
                  </a:lnTo>
                  <a:cubicBezTo>
                    <a:pt x="14187" y="10250"/>
                    <a:pt x="14222" y="10285"/>
                    <a:pt x="14278" y="10285"/>
                  </a:cubicBezTo>
                  <a:cubicBezTo>
                    <a:pt x="14322" y="10285"/>
                    <a:pt x="14368" y="10250"/>
                    <a:pt x="14368" y="10193"/>
                  </a:cubicBezTo>
                  <a:lnTo>
                    <a:pt x="14368" y="9294"/>
                  </a:lnTo>
                  <a:cubicBezTo>
                    <a:pt x="14368" y="9248"/>
                    <a:pt x="14322" y="9205"/>
                    <a:pt x="14278" y="9205"/>
                  </a:cubicBezTo>
                  <a:close/>
                  <a:moveTo>
                    <a:pt x="14278" y="11454"/>
                  </a:moveTo>
                  <a:cubicBezTo>
                    <a:pt x="14222" y="11454"/>
                    <a:pt x="14187" y="11500"/>
                    <a:pt x="14187" y="11543"/>
                  </a:cubicBezTo>
                  <a:lnTo>
                    <a:pt x="14187" y="12445"/>
                  </a:lnTo>
                  <a:cubicBezTo>
                    <a:pt x="14187" y="12502"/>
                    <a:pt x="14222" y="12534"/>
                    <a:pt x="14278" y="12534"/>
                  </a:cubicBezTo>
                  <a:cubicBezTo>
                    <a:pt x="14322" y="12534"/>
                    <a:pt x="14368" y="12502"/>
                    <a:pt x="14368" y="12445"/>
                  </a:cubicBezTo>
                  <a:lnTo>
                    <a:pt x="14368" y="11543"/>
                  </a:lnTo>
                  <a:cubicBezTo>
                    <a:pt x="14368" y="11500"/>
                    <a:pt x="14322" y="11454"/>
                    <a:pt x="14278" y="11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4"/>
            <p:cNvSpPr/>
            <p:nvPr/>
          </p:nvSpPr>
          <p:spPr>
            <a:xfrm rot="5400000">
              <a:off x="-82675" y="-1896625"/>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 name="Google Shape;280;p24"/>
          <p:cNvGrpSpPr/>
          <p:nvPr/>
        </p:nvGrpSpPr>
        <p:grpSpPr>
          <a:xfrm>
            <a:off x="158025" y="215002"/>
            <a:ext cx="8859861" cy="3982549"/>
            <a:chOff x="158025" y="215002"/>
            <a:chExt cx="8859861" cy="3982549"/>
          </a:xfrm>
        </p:grpSpPr>
        <p:pic>
          <p:nvPicPr>
            <p:cNvPr id="281" name="Google Shape;281;p24"/>
            <p:cNvPicPr preferRelativeResize="0"/>
            <p:nvPr/>
          </p:nvPicPr>
          <p:blipFill>
            <a:blip r:embed="rId3">
              <a:alphaModFix/>
            </a:blip>
            <a:stretch>
              <a:fillRect/>
            </a:stretch>
          </p:blipFill>
          <p:spPr>
            <a:xfrm>
              <a:off x="8492004" y="3671675"/>
              <a:ext cx="525881" cy="525876"/>
            </a:xfrm>
            <a:prstGeom prst="rect">
              <a:avLst/>
            </a:prstGeom>
            <a:noFill/>
            <a:ln>
              <a:noFill/>
            </a:ln>
          </p:spPr>
        </p:pic>
        <p:pic>
          <p:nvPicPr>
            <p:cNvPr id="282" name="Google Shape;282;p24"/>
            <p:cNvPicPr preferRelativeResize="0"/>
            <p:nvPr/>
          </p:nvPicPr>
          <p:blipFill>
            <a:blip r:embed="rId4">
              <a:alphaModFix/>
            </a:blip>
            <a:stretch>
              <a:fillRect/>
            </a:stretch>
          </p:blipFill>
          <p:spPr>
            <a:xfrm>
              <a:off x="158025" y="215002"/>
              <a:ext cx="428317" cy="428312"/>
            </a:xfrm>
            <a:prstGeom prst="rect">
              <a:avLst/>
            </a:prstGeom>
            <a:noFill/>
            <a:ln>
              <a:noFill/>
            </a:ln>
          </p:spPr>
        </p:pic>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283"/>
        <p:cNvGrpSpPr/>
        <p:nvPr/>
      </p:nvGrpSpPr>
      <p:grpSpPr>
        <a:xfrm>
          <a:off x="0" y="0"/>
          <a:ext cx="0" cy="0"/>
          <a:chOff x="0" y="0"/>
          <a:chExt cx="0" cy="0"/>
        </a:xfrm>
      </p:grpSpPr>
      <p:pic>
        <p:nvPicPr>
          <p:cNvPr id="284" name="Google Shape;284;p2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85" name="Google Shape;285;p25"/>
          <p:cNvGrpSpPr/>
          <p:nvPr/>
        </p:nvGrpSpPr>
        <p:grpSpPr>
          <a:xfrm>
            <a:off x="-813325" y="-1380000"/>
            <a:ext cx="10422758" cy="7057509"/>
            <a:chOff x="-813325" y="-1380000"/>
            <a:chExt cx="10422758" cy="7057509"/>
          </a:xfrm>
        </p:grpSpPr>
        <p:sp>
          <p:nvSpPr>
            <p:cNvPr id="286" name="Google Shape;286;p25"/>
            <p:cNvSpPr/>
            <p:nvPr/>
          </p:nvSpPr>
          <p:spPr>
            <a:xfrm rot="-5400000">
              <a:off x="8337325" y="4405401"/>
              <a:ext cx="1358782" cy="1185435"/>
            </a:xfrm>
            <a:custGeom>
              <a:avLst/>
              <a:gdLst/>
              <a:ahLst/>
              <a:cxnLst/>
              <a:rect l="l" t="t" r="r" b="b"/>
              <a:pathLst>
                <a:path w="14368" h="12535" extrusionOk="0">
                  <a:moveTo>
                    <a:pt x="89" y="0"/>
                  </a:moveTo>
                  <a:cubicBezTo>
                    <a:pt x="46" y="0"/>
                    <a:pt x="0" y="46"/>
                    <a:pt x="0" y="92"/>
                  </a:cubicBezTo>
                  <a:cubicBezTo>
                    <a:pt x="0" y="135"/>
                    <a:pt x="46" y="181"/>
                    <a:pt x="89" y="181"/>
                  </a:cubicBezTo>
                  <a:lnTo>
                    <a:pt x="991" y="181"/>
                  </a:lnTo>
                  <a:cubicBezTo>
                    <a:pt x="1034" y="181"/>
                    <a:pt x="1080" y="135"/>
                    <a:pt x="1080" y="92"/>
                  </a:cubicBezTo>
                  <a:cubicBezTo>
                    <a:pt x="1080" y="46"/>
                    <a:pt x="1034" y="0"/>
                    <a:pt x="991" y="0"/>
                  </a:cubicBezTo>
                  <a:close/>
                  <a:moveTo>
                    <a:pt x="2341" y="0"/>
                  </a:moveTo>
                  <a:cubicBezTo>
                    <a:pt x="2295" y="0"/>
                    <a:pt x="2249" y="46"/>
                    <a:pt x="2249" y="92"/>
                  </a:cubicBezTo>
                  <a:cubicBezTo>
                    <a:pt x="2249" y="135"/>
                    <a:pt x="2295" y="181"/>
                    <a:pt x="2341" y="181"/>
                  </a:cubicBezTo>
                  <a:lnTo>
                    <a:pt x="3240" y="181"/>
                  </a:lnTo>
                  <a:cubicBezTo>
                    <a:pt x="3286" y="181"/>
                    <a:pt x="3330" y="135"/>
                    <a:pt x="3330" y="92"/>
                  </a:cubicBezTo>
                  <a:cubicBezTo>
                    <a:pt x="3330" y="46"/>
                    <a:pt x="3286" y="0"/>
                    <a:pt x="3240" y="0"/>
                  </a:cubicBezTo>
                  <a:close/>
                  <a:moveTo>
                    <a:pt x="4590" y="0"/>
                  </a:moveTo>
                  <a:cubicBezTo>
                    <a:pt x="4545" y="0"/>
                    <a:pt x="4501" y="46"/>
                    <a:pt x="4501" y="92"/>
                  </a:cubicBezTo>
                  <a:cubicBezTo>
                    <a:pt x="4501" y="135"/>
                    <a:pt x="4545" y="181"/>
                    <a:pt x="4590" y="181"/>
                  </a:cubicBezTo>
                  <a:lnTo>
                    <a:pt x="5490" y="181"/>
                  </a:lnTo>
                  <a:cubicBezTo>
                    <a:pt x="5536" y="181"/>
                    <a:pt x="5581" y="135"/>
                    <a:pt x="5581" y="92"/>
                  </a:cubicBezTo>
                  <a:cubicBezTo>
                    <a:pt x="5581" y="46"/>
                    <a:pt x="5536" y="0"/>
                    <a:pt x="5490" y="0"/>
                  </a:cubicBezTo>
                  <a:close/>
                  <a:moveTo>
                    <a:pt x="6840" y="0"/>
                  </a:moveTo>
                  <a:cubicBezTo>
                    <a:pt x="6796" y="0"/>
                    <a:pt x="6751" y="46"/>
                    <a:pt x="6751" y="92"/>
                  </a:cubicBezTo>
                  <a:cubicBezTo>
                    <a:pt x="6751" y="135"/>
                    <a:pt x="6796" y="181"/>
                    <a:pt x="6840" y="181"/>
                  </a:cubicBezTo>
                  <a:lnTo>
                    <a:pt x="6942" y="181"/>
                  </a:lnTo>
                  <a:cubicBezTo>
                    <a:pt x="7212" y="181"/>
                    <a:pt x="7472" y="192"/>
                    <a:pt x="7731" y="227"/>
                  </a:cubicBezTo>
                  <a:cubicBezTo>
                    <a:pt x="7774" y="227"/>
                    <a:pt x="7820" y="192"/>
                    <a:pt x="7831" y="149"/>
                  </a:cubicBezTo>
                  <a:cubicBezTo>
                    <a:pt x="7831" y="92"/>
                    <a:pt x="7798" y="46"/>
                    <a:pt x="7752" y="46"/>
                  </a:cubicBezTo>
                  <a:cubicBezTo>
                    <a:pt x="7482" y="14"/>
                    <a:pt x="7212" y="0"/>
                    <a:pt x="6942" y="0"/>
                  </a:cubicBezTo>
                  <a:close/>
                  <a:moveTo>
                    <a:pt x="9064" y="314"/>
                  </a:moveTo>
                  <a:cubicBezTo>
                    <a:pt x="9020" y="314"/>
                    <a:pt x="8987" y="335"/>
                    <a:pt x="8978" y="373"/>
                  </a:cubicBezTo>
                  <a:cubicBezTo>
                    <a:pt x="8957" y="419"/>
                    <a:pt x="8989" y="473"/>
                    <a:pt x="9035" y="486"/>
                  </a:cubicBezTo>
                  <a:cubicBezTo>
                    <a:pt x="9316" y="575"/>
                    <a:pt x="9596" y="675"/>
                    <a:pt x="9867" y="800"/>
                  </a:cubicBezTo>
                  <a:cubicBezTo>
                    <a:pt x="9877" y="802"/>
                    <a:pt x="9887" y="803"/>
                    <a:pt x="9898" y="803"/>
                  </a:cubicBezTo>
                  <a:cubicBezTo>
                    <a:pt x="9936" y="803"/>
                    <a:pt x="9974" y="787"/>
                    <a:pt x="9991" y="743"/>
                  </a:cubicBezTo>
                  <a:cubicBezTo>
                    <a:pt x="10002" y="700"/>
                    <a:pt x="9991" y="654"/>
                    <a:pt x="9945" y="632"/>
                  </a:cubicBezTo>
                  <a:cubicBezTo>
                    <a:pt x="9664" y="508"/>
                    <a:pt x="9383" y="405"/>
                    <a:pt x="9092" y="316"/>
                  </a:cubicBezTo>
                  <a:cubicBezTo>
                    <a:pt x="9082" y="314"/>
                    <a:pt x="9073" y="314"/>
                    <a:pt x="9064" y="314"/>
                  </a:cubicBezTo>
                  <a:close/>
                  <a:moveTo>
                    <a:pt x="11079" y="1276"/>
                  </a:moveTo>
                  <a:cubicBezTo>
                    <a:pt x="11052" y="1276"/>
                    <a:pt x="11024" y="1291"/>
                    <a:pt x="11003" y="1318"/>
                  </a:cubicBezTo>
                  <a:cubicBezTo>
                    <a:pt x="10982" y="1364"/>
                    <a:pt x="10992" y="1418"/>
                    <a:pt x="11025" y="1442"/>
                  </a:cubicBezTo>
                  <a:cubicBezTo>
                    <a:pt x="11273" y="1610"/>
                    <a:pt x="11511" y="1791"/>
                    <a:pt x="11735" y="1993"/>
                  </a:cubicBezTo>
                  <a:cubicBezTo>
                    <a:pt x="11749" y="2007"/>
                    <a:pt x="11766" y="2013"/>
                    <a:pt x="11785" y="2013"/>
                  </a:cubicBezTo>
                  <a:cubicBezTo>
                    <a:pt x="11811" y="2013"/>
                    <a:pt x="11839" y="2001"/>
                    <a:pt x="11859" y="1982"/>
                  </a:cubicBezTo>
                  <a:cubicBezTo>
                    <a:pt x="11892" y="1947"/>
                    <a:pt x="11892" y="1890"/>
                    <a:pt x="11848" y="1858"/>
                  </a:cubicBezTo>
                  <a:cubicBezTo>
                    <a:pt x="11622" y="1656"/>
                    <a:pt x="11387" y="1464"/>
                    <a:pt x="11127" y="1296"/>
                  </a:cubicBezTo>
                  <a:cubicBezTo>
                    <a:pt x="11113" y="1282"/>
                    <a:pt x="11096" y="1276"/>
                    <a:pt x="11079" y="1276"/>
                  </a:cubicBezTo>
                  <a:close/>
                  <a:moveTo>
                    <a:pt x="12715" y="2811"/>
                  </a:moveTo>
                  <a:cubicBezTo>
                    <a:pt x="12696" y="2811"/>
                    <a:pt x="12676" y="2816"/>
                    <a:pt x="12658" y="2825"/>
                  </a:cubicBezTo>
                  <a:cubicBezTo>
                    <a:pt x="12623" y="2860"/>
                    <a:pt x="12613" y="2916"/>
                    <a:pt x="12645" y="2960"/>
                  </a:cubicBezTo>
                  <a:cubicBezTo>
                    <a:pt x="12826" y="3186"/>
                    <a:pt x="12996" y="3432"/>
                    <a:pt x="13153" y="3691"/>
                  </a:cubicBezTo>
                  <a:cubicBezTo>
                    <a:pt x="13166" y="3714"/>
                    <a:pt x="13195" y="3731"/>
                    <a:pt x="13225" y="3731"/>
                  </a:cubicBezTo>
                  <a:cubicBezTo>
                    <a:pt x="13242" y="3731"/>
                    <a:pt x="13260" y="3726"/>
                    <a:pt x="13277" y="3713"/>
                  </a:cubicBezTo>
                  <a:cubicBezTo>
                    <a:pt x="13320" y="3691"/>
                    <a:pt x="13333" y="3635"/>
                    <a:pt x="13309" y="3591"/>
                  </a:cubicBezTo>
                  <a:cubicBezTo>
                    <a:pt x="13153" y="3332"/>
                    <a:pt x="12972" y="3084"/>
                    <a:pt x="12793" y="2849"/>
                  </a:cubicBezTo>
                  <a:cubicBezTo>
                    <a:pt x="12773" y="2822"/>
                    <a:pt x="12744" y="2811"/>
                    <a:pt x="12715" y="2811"/>
                  </a:cubicBezTo>
                  <a:close/>
                  <a:moveTo>
                    <a:pt x="13818" y="4763"/>
                  </a:moveTo>
                  <a:cubicBezTo>
                    <a:pt x="13806" y="4763"/>
                    <a:pt x="13793" y="4766"/>
                    <a:pt x="13782" y="4771"/>
                  </a:cubicBezTo>
                  <a:cubicBezTo>
                    <a:pt x="13738" y="4782"/>
                    <a:pt x="13714" y="4839"/>
                    <a:pt x="13725" y="4885"/>
                  </a:cubicBezTo>
                  <a:cubicBezTo>
                    <a:pt x="13828" y="5166"/>
                    <a:pt x="13917" y="5446"/>
                    <a:pt x="13984" y="5738"/>
                  </a:cubicBezTo>
                  <a:cubicBezTo>
                    <a:pt x="13993" y="5777"/>
                    <a:pt x="14036" y="5809"/>
                    <a:pt x="14077" y="5809"/>
                  </a:cubicBezTo>
                  <a:cubicBezTo>
                    <a:pt x="14084" y="5809"/>
                    <a:pt x="14091" y="5808"/>
                    <a:pt x="14098" y="5806"/>
                  </a:cubicBezTo>
                  <a:cubicBezTo>
                    <a:pt x="14143" y="5795"/>
                    <a:pt x="14176" y="5738"/>
                    <a:pt x="14165" y="5695"/>
                  </a:cubicBezTo>
                  <a:cubicBezTo>
                    <a:pt x="14098" y="5401"/>
                    <a:pt x="14008" y="5109"/>
                    <a:pt x="13895" y="4828"/>
                  </a:cubicBezTo>
                  <a:cubicBezTo>
                    <a:pt x="13887" y="4786"/>
                    <a:pt x="13854" y="4763"/>
                    <a:pt x="13818" y="4763"/>
                  </a:cubicBezTo>
                  <a:close/>
                  <a:moveTo>
                    <a:pt x="14265" y="6953"/>
                  </a:moveTo>
                  <a:cubicBezTo>
                    <a:pt x="14211" y="6967"/>
                    <a:pt x="14176" y="6999"/>
                    <a:pt x="14176" y="7056"/>
                  </a:cubicBezTo>
                  <a:cubicBezTo>
                    <a:pt x="14187" y="7180"/>
                    <a:pt x="14187" y="7304"/>
                    <a:pt x="14187" y="7426"/>
                  </a:cubicBezTo>
                  <a:lnTo>
                    <a:pt x="14187" y="7944"/>
                  </a:lnTo>
                  <a:cubicBezTo>
                    <a:pt x="14187" y="8001"/>
                    <a:pt x="14222" y="8033"/>
                    <a:pt x="14278" y="8033"/>
                  </a:cubicBezTo>
                  <a:cubicBezTo>
                    <a:pt x="14322" y="8033"/>
                    <a:pt x="14368" y="8001"/>
                    <a:pt x="14368" y="7944"/>
                  </a:cubicBezTo>
                  <a:lnTo>
                    <a:pt x="14368" y="7426"/>
                  </a:lnTo>
                  <a:cubicBezTo>
                    <a:pt x="14368" y="7291"/>
                    <a:pt x="14368" y="7169"/>
                    <a:pt x="14357" y="7045"/>
                  </a:cubicBezTo>
                  <a:cubicBezTo>
                    <a:pt x="14357" y="6999"/>
                    <a:pt x="14311" y="6953"/>
                    <a:pt x="14265" y="6953"/>
                  </a:cubicBezTo>
                  <a:close/>
                  <a:moveTo>
                    <a:pt x="14278" y="9205"/>
                  </a:moveTo>
                  <a:cubicBezTo>
                    <a:pt x="14222" y="9205"/>
                    <a:pt x="14187" y="9248"/>
                    <a:pt x="14187" y="9294"/>
                  </a:cubicBezTo>
                  <a:lnTo>
                    <a:pt x="14187" y="10193"/>
                  </a:lnTo>
                  <a:cubicBezTo>
                    <a:pt x="14187" y="10250"/>
                    <a:pt x="14222" y="10285"/>
                    <a:pt x="14278" y="10285"/>
                  </a:cubicBezTo>
                  <a:cubicBezTo>
                    <a:pt x="14322" y="10285"/>
                    <a:pt x="14368" y="10250"/>
                    <a:pt x="14368" y="10193"/>
                  </a:cubicBezTo>
                  <a:lnTo>
                    <a:pt x="14368" y="9294"/>
                  </a:lnTo>
                  <a:cubicBezTo>
                    <a:pt x="14368" y="9248"/>
                    <a:pt x="14322" y="9205"/>
                    <a:pt x="14278" y="9205"/>
                  </a:cubicBezTo>
                  <a:close/>
                  <a:moveTo>
                    <a:pt x="14278" y="11454"/>
                  </a:moveTo>
                  <a:cubicBezTo>
                    <a:pt x="14222" y="11454"/>
                    <a:pt x="14187" y="11500"/>
                    <a:pt x="14187" y="11543"/>
                  </a:cubicBezTo>
                  <a:lnTo>
                    <a:pt x="14187" y="12445"/>
                  </a:lnTo>
                  <a:cubicBezTo>
                    <a:pt x="14187" y="12502"/>
                    <a:pt x="14222" y="12534"/>
                    <a:pt x="14278" y="12534"/>
                  </a:cubicBezTo>
                  <a:cubicBezTo>
                    <a:pt x="14322" y="12534"/>
                    <a:pt x="14368" y="12502"/>
                    <a:pt x="14368" y="12445"/>
                  </a:cubicBezTo>
                  <a:lnTo>
                    <a:pt x="14368" y="11543"/>
                  </a:lnTo>
                  <a:cubicBezTo>
                    <a:pt x="14368" y="11500"/>
                    <a:pt x="14322" y="11454"/>
                    <a:pt x="14278" y="11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5"/>
            <p:cNvSpPr/>
            <p:nvPr/>
          </p:nvSpPr>
          <p:spPr>
            <a:xfrm rot="10800000">
              <a:off x="-813325" y="-1380000"/>
              <a:ext cx="1376016" cy="3182435"/>
            </a:xfrm>
            <a:custGeom>
              <a:avLst/>
              <a:gdLst/>
              <a:ahLst/>
              <a:cxnLst/>
              <a:rect l="l" t="t" r="r" b="b"/>
              <a:pathLst>
                <a:path w="17328" h="40076" extrusionOk="0">
                  <a:moveTo>
                    <a:pt x="8460" y="0"/>
                  </a:moveTo>
                  <a:cubicBezTo>
                    <a:pt x="8147" y="14"/>
                    <a:pt x="7842" y="36"/>
                    <a:pt x="7561" y="68"/>
                  </a:cubicBezTo>
                  <a:cubicBezTo>
                    <a:pt x="7505" y="68"/>
                    <a:pt x="7472" y="114"/>
                    <a:pt x="7472" y="160"/>
                  </a:cubicBezTo>
                  <a:cubicBezTo>
                    <a:pt x="7482" y="209"/>
                    <a:pt x="7516" y="240"/>
                    <a:pt x="7555" y="240"/>
                  </a:cubicBezTo>
                  <a:cubicBezTo>
                    <a:pt x="7560" y="240"/>
                    <a:pt x="7566" y="239"/>
                    <a:pt x="7572" y="238"/>
                  </a:cubicBezTo>
                  <a:cubicBezTo>
                    <a:pt x="7864" y="216"/>
                    <a:pt x="8158" y="192"/>
                    <a:pt x="8460" y="181"/>
                  </a:cubicBezTo>
                  <a:cubicBezTo>
                    <a:pt x="8517" y="181"/>
                    <a:pt x="8552" y="149"/>
                    <a:pt x="8552" y="92"/>
                  </a:cubicBezTo>
                  <a:cubicBezTo>
                    <a:pt x="8552" y="46"/>
                    <a:pt x="8506" y="0"/>
                    <a:pt x="8460" y="0"/>
                  </a:cubicBezTo>
                  <a:close/>
                  <a:moveTo>
                    <a:pt x="9802" y="55"/>
                  </a:moveTo>
                  <a:cubicBezTo>
                    <a:pt x="9757" y="55"/>
                    <a:pt x="9721" y="88"/>
                    <a:pt x="9721" y="135"/>
                  </a:cubicBezTo>
                  <a:cubicBezTo>
                    <a:pt x="9711" y="181"/>
                    <a:pt x="9754" y="227"/>
                    <a:pt x="9800" y="238"/>
                  </a:cubicBezTo>
                  <a:cubicBezTo>
                    <a:pt x="10105" y="260"/>
                    <a:pt x="10396" y="316"/>
                    <a:pt x="10677" y="373"/>
                  </a:cubicBezTo>
                  <a:cubicBezTo>
                    <a:pt x="10683" y="374"/>
                    <a:pt x="10689" y="375"/>
                    <a:pt x="10695" y="375"/>
                  </a:cubicBezTo>
                  <a:cubicBezTo>
                    <a:pt x="10734" y="375"/>
                    <a:pt x="10768" y="345"/>
                    <a:pt x="10780" y="306"/>
                  </a:cubicBezTo>
                  <a:cubicBezTo>
                    <a:pt x="10791" y="249"/>
                    <a:pt x="10766" y="203"/>
                    <a:pt x="10712" y="192"/>
                  </a:cubicBezTo>
                  <a:cubicBezTo>
                    <a:pt x="10429" y="135"/>
                    <a:pt x="10126" y="92"/>
                    <a:pt x="9821" y="57"/>
                  </a:cubicBezTo>
                  <a:cubicBezTo>
                    <a:pt x="9815" y="56"/>
                    <a:pt x="9808" y="55"/>
                    <a:pt x="9802" y="55"/>
                  </a:cubicBezTo>
                  <a:close/>
                  <a:moveTo>
                    <a:pt x="6238" y="292"/>
                  </a:moveTo>
                  <a:cubicBezTo>
                    <a:pt x="6230" y="292"/>
                    <a:pt x="6221" y="293"/>
                    <a:pt x="6211" y="295"/>
                  </a:cubicBezTo>
                  <a:cubicBezTo>
                    <a:pt x="5906" y="362"/>
                    <a:pt x="5625" y="451"/>
                    <a:pt x="5345" y="540"/>
                  </a:cubicBezTo>
                  <a:cubicBezTo>
                    <a:pt x="5299" y="565"/>
                    <a:pt x="5277" y="608"/>
                    <a:pt x="5288" y="665"/>
                  </a:cubicBezTo>
                  <a:cubicBezTo>
                    <a:pt x="5308" y="703"/>
                    <a:pt x="5341" y="724"/>
                    <a:pt x="5378" y="724"/>
                  </a:cubicBezTo>
                  <a:cubicBezTo>
                    <a:pt x="5386" y="724"/>
                    <a:pt x="5393" y="723"/>
                    <a:pt x="5401" y="721"/>
                  </a:cubicBezTo>
                  <a:cubicBezTo>
                    <a:pt x="5671" y="621"/>
                    <a:pt x="5963" y="540"/>
                    <a:pt x="6257" y="462"/>
                  </a:cubicBezTo>
                  <a:cubicBezTo>
                    <a:pt x="6300" y="451"/>
                    <a:pt x="6335" y="405"/>
                    <a:pt x="6325" y="362"/>
                  </a:cubicBezTo>
                  <a:cubicBezTo>
                    <a:pt x="6313" y="315"/>
                    <a:pt x="6281" y="292"/>
                    <a:pt x="6238" y="292"/>
                  </a:cubicBezTo>
                  <a:close/>
                  <a:moveTo>
                    <a:pt x="11980" y="578"/>
                  </a:moveTo>
                  <a:cubicBezTo>
                    <a:pt x="11945" y="578"/>
                    <a:pt x="11911" y="601"/>
                    <a:pt x="11903" y="643"/>
                  </a:cubicBezTo>
                  <a:cubicBezTo>
                    <a:pt x="11881" y="689"/>
                    <a:pt x="11903" y="732"/>
                    <a:pt x="11949" y="756"/>
                  </a:cubicBezTo>
                  <a:cubicBezTo>
                    <a:pt x="12230" y="867"/>
                    <a:pt x="12500" y="991"/>
                    <a:pt x="12748" y="1137"/>
                  </a:cubicBezTo>
                  <a:cubicBezTo>
                    <a:pt x="12760" y="1144"/>
                    <a:pt x="12774" y="1147"/>
                    <a:pt x="12787" y="1147"/>
                  </a:cubicBezTo>
                  <a:cubicBezTo>
                    <a:pt x="12821" y="1147"/>
                    <a:pt x="12855" y="1128"/>
                    <a:pt x="12872" y="1105"/>
                  </a:cubicBezTo>
                  <a:cubicBezTo>
                    <a:pt x="12894" y="1059"/>
                    <a:pt x="12883" y="1002"/>
                    <a:pt x="12837" y="981"/>
                  </a:cubicBezTo>
                  <a:cubicBezTo>
                    <a:pt x="12578" y="835"/>
                    <a:pt x="12308" y="700"/>
                    <a:pt x="12016" y="586"/>
                  </a:cubicBezTo>
                  <a:cubicBezTo>
                    <a:pt x="12005" y="581"/>
                    <a:pt x="11992" y="578"/>
                    <a:pt x="11980" y="578"/>
                  </a:cubicBezTo>
                  <a:close/>
                  <a:moveTo>
                    <a:pt x="4143" y="1093"/>
                  </a:moveTo>
                  <a:cubicBezTo>
                    <a:pt x="4127" y="1093"/>
                    <a:pt x="4111" y="1097"/>
                    <a:pt x="4097" y="1105"/>
                  </a:cubicBezTo>
                  <a:cubicBezTo>
                    <a:pt x="3827" y="1251"/>
                    <a:pt x="3568" y="1418"/>
                    <a:pt x="3330" y="1588"/>
                  </a:cubicBezTo>
                  <a:cubicBezTo>
                    <a:pt x="3298" y="1610"/>
                    <a:pt x="3287" y="1666"/>
                    <a:pt x="3309" y="1712"/>
                  </a:cubicBezTo>
                  <a:cubicBezTo>
                    <a:pt x="3328" y="1738"/>
                    <a:pt x="3355" y="1748"/>
                    <a:pt x="3381" y="1748"/>
                  </a:cubicBezTo>
                  <a:cubicBezTo>
                    <a:pt x="3400" y="1748"/>
                    <a:pt x="3418" y="1743"/>
                    <a:pt x="3433" y="1734"/>
                  </a:cubicBezTo>
                  <a:cubicBezTo>
                    <a:pt x="3668" y="1566"/>
                    <a:pt x="3916" y="1407"/>
                    <a:pt x="4186" y="1261"/>
                  </a:cubicBezTo>
                  <a:cubicBezTo>
                    <a:pt x="4232" y="1240"/>
                    <a:pt x="4243" y="1183"/>
                    <a:pt x="4219" y="1137"/>
                  </a:cubicBezTo>
                  <a:cubicBezTo>
                    <a:pt x="4204" y="1108"/>
                    <a:pt x="4174" y="1093"/>
                    <a:pt x="4143" y="1093"/>
                  </a:cubicBezTo>
                  <a:close/>
                  <a:moveTo>
                    <a:pt x="13905" y="1722"/>
                  </a:moveTo>
                  <a:cubicBezTo>
                    <a:pt x="13881" y="1722"/>
                    <a:pt x="13856" y="1732"/>
                    <a:pt x="13839" y="1755"/>
                  </a:cubicBezTo>
                  <a:cubicBezTo>
                    <a:pt x="13804" y="1791"/>
                    <a:pt x="13817" y="1847"/>
                    <a:pt x="13850" y="1880"/>
                  </a:cubicBezTo>
                  <a:cubicBezTo>
                    <a:pt x="14087" y="2071"/>
                    <a:pt x="14301" y="2274"/>
                    <a:pt x="14503" y="2487"/>
                  </a:cubicBezTo>
                  <a:cubicBezTo>
                    <a:pt x="14519" y="2505"/>
                    <a:pt x="14542" y="2514"/>
                    <a:pt x="14566" y="2514"/>
                  </a:cubicBezTo>
                  <a:cubicBezTo>
                    <a:pt x="14590" y="2514"/>
                    <a:pt x="14615" y="2505"/>
                    <a:pt x="14638" y="2487"/>
                  </a:cubicBezTo>
                  <a:cubicBezTo>
                    <a:pt x="14671" y="2455"/>
                    <a:pt x="14671" y="2398"/>
                    <a:pt x="14638" y="2363"/>
                  </a:cubicBezTo>
                  <a:cubicBezTo>
                    <a:pt x="14425" y="2139"/>
                    <a:pt x="14209" y="1936"/>
                    <a:pt x="13963" y="1745"/>
                  </a:cubicBezTo>
                  <a:cubicBezTo>
                    <a:pt x="13947" y="1730"/>
                    <a:pt x="13926" y="1722"/>
                    <a:pt x="13905" y="1722"/>
                  </a:cubicBezTo>
                  <a:close/>
                  <a:moveTo>
                    <a:pt x="2359" y="2452"/>
                  </a:moveTo>
                  <a:cubicBezTo>
                    <a:pt x="2335" y="2452"/>
                    <a:pt x="2312" y="2460"/>
                    <a:pt x="2296" y="2476"/>
                  </a:cubicBezTo>
                  <a:cubicBezTo>
                    <a:pt x="2083" y="2701"/>
                    <a:pt x="1880" y="2927"/>
                    <a:pt x="1699" y="3162"/>
                  </a:cubicBezTo>
                  <a:cubicBezTo>
                    <a:pt x="1678" y="3208"/>
                    <a:pt x="1678" y="3265"/>
                    <a:pt x="1721" y="3286"/>
                  </a:cubicBezTo>
                  <a:cubicBezTo>
                    <a:pt x="1735" y="3301"/>
                    <a:pt x="1754" y="3307"/>
                    <a:pt x="1772" y="3307"/>
                  </a:cubicBezTo>
                  <a:cubicBezTo>
                    <a:pt x="1799" y="3307"/>
                    <a:pt x="1826" y="3295"/>
                    <a:pt x="1845" y="3276"/>
                  </a:cubicBezTo>
                  <a:cubicBezTo>
                    <a:pt x="2026" y="3052"/>
                    <a:pt x="2218" y="2825"/>
                    <a:pt x="2431" y="2601"/>
                  </a:cubicBezTo>
                  <a:cubicBezTo>
                    <a:pt x="2463" y="2566"/>
                    <a:pt x="2463" y="2512"/>
                    <a:pt x="2431" y="2476"/>
                  </a:cubicBezTo>
                  <a:cubicBezTo>
                    <a:pt x="2408" y="2460"/>
                    <a:pt x="2382" y="2452"/>
                    <a:pt x="2359" y="2452"/>
                  </a:cubicBezTo>
                  <a:close/>
                  <a:moveTo>
                    <a:pt x="15431" y="3373"/>
                  </a:moveTo>
                  <a:cubicBezTo>
                    <a:pt x="15412" y="3373"/>
                    <a:pt x="15394" y="3379"/>
                    <a:pt x="15381" y="3389"/>
                  </a:cubicBezTo>
                  <a:cubicBezTo>
                    <a:pt x="15335" y="3421"/>
                    <a:pt x="15324" y="3478"/>
                    <a:pt x="15357" y="3511"/>
                  </a:cubicBezTo>
                  <a:cubicBezTo>
                    <a:pt x="15527" y="3759"/>
                    <a:pt x="15683" y="4018"/>
                    <a:pt x="15829" y="4267"/>
                  </a:cubicBezTo>
                  <a:cubicBezTo>
                    <a:pt x="15845" y="4295"/>
                    <a:pt x="15876" y="4310"/>
                    <a:pt x="15907" y="4310"/>
                  </a:cubicBezTo>
                  <a:cubicBezTo>
                    <a:pt x="15923" y="4310"/>
                    <a:pt x="15939" y="4306"/>
                    <a:pt x="15953" y="4299"/>
                  </a:cubicBezTo>
                  <a:cubicBezTo>
                    <a:pt x="15999" y="4277"/>
                    <a:pt x="16010" y="4221"/>
                    <a:pt x="15988" y="4175"/>
                  </a:cubicBezTo>
                  <a:cubicBezTo>
                    <a:pt x="15843" y="3929"/>
                    <a:pt x="15683" y="3670"/>
                    <a:pt x="15505" y="3411"/>
                  </a:cubicBezTo>
                  <a:cubicBezTo>
                    <a:pt x="15485" y="3384"/>
                    <a:pt x="15457" y="3373"/>
                    <a:pt x="15431" y="3373"/>
                  </a:cubicBezTo>
                  <a:close/>
                  <a:moveTo>
                    <a:pt x="1037" y="4265"/>
                  </a:moveTo>
                  <a:cubicBezTo>
                    <a:pt x="1008" y="4265"/>
                    <a:pt x="984" y="4281"/>
                    <a:pt x="968" y="4310"/>
                  </a:cubicBezTo>
                  <a:cubicBezTo>
                    <a:pt x="811" y="4591"/>
                    <a:pt x="687" y="4861"/>
                    <a:pt x="573" y="5131"/>
                  </a:cubicBezTo>
                  <a:cubicBezTo>
                    <a:pt x="552" y="5177"/>
                    <a:pt x="573" y="5233"/>
                    <a:pt x="619" y="5244"/>
                  </a:cubicBezTo>
                  <a:cubicBezTo>
                    <a:pt x="631" y="5250"/>
                    <a:pt x="644" y="5252"/>
                    <a:pt x="657" y="5252"/>
                  </a:cubicBezTo>
                  <a:cubicBezTo>
                    <a:pt x="693" y="5252"/>
                    <a:pt x="728" y="5232"/>
                    <a:pt x="744" y="5198"/>
                  </a:cubicBezTo>
                  <a:cubicBezTo>
                    <a:pt x="843" y="4942"/>
                    <a:pt x="968" y="4672"/>
                    <a:pt x="1127" y="4388"/>
                  </a:cubicBezTo>
                  <a:cubicBezTo>
                    <a:pt x="1149" y="4356"/>
                    <a:pt x="1127" y="4299"/>
                    <a:pt x="1081" y="4277"/>
                  </a:cubicBezTo>
                  <a:cubicBezTo>
                    <a:pt x="1066" y="4269"/>
                    <a:pt x="1051" y="4265"/>
                    <a:pt x="1037" y="4265"/>
                  </a:cubicBezTo>
                  <a:close/>
                  <a:moveTo>
                    <a:pt x="16508" y="5348"/>
                  </a:moveTo>
                  <a:cubicBezTo>
                    <a:pt x="16496" y="5348"/>
                    <a:pt x="16484" y="5351"/>
                    <a:pt x="16472" y="5357"/>
                  </a:cubicBezTo>
                  <a:cubicBezTo>
                    <a:pt x="16426" y="5379"/>
                    <a:pt x="16404" y="5425"/>
                    <a:pt x="16415" y="5468"/>
                  </a:cubicBezTo>
                  <a:cubicBezTo>
                    <a:pt x="16539" y="5762"/>
                    <a:pt x="16639" y="6054"/>
                    <a:pt x="16731" y="6313"/>
                  </a:cubicBezTo>
                  <a:cubicBezTo>
                    <a:pt x="16740" y="6351"/>
                    <a:pt x="16780" y="6373"/>
                    <a:pt x="16819" y="6373"/>
                  </a:cubicBezTo>
                  <a:cubicBezTo>
                    <a:pt x="16826" y="6373"/>
                    <a:pt x="16834" y="6372"/>
                    <a:pt x="16842" y="6370"/>
                  </a:cubicBezTo>
                  <a:cubicBezTo>
                    <a:pt x="16887" y="6359"/>
                    <a:pt x="16923" y="6302"/>
                    <a:pt x="16898" y="6257"/>
                  </a:cubicBezTo>
                  <a:cubicBezTo>
                    <a:pt x="16820" y="5987"/>
                    <a:pt x="16707" y="5706"/>
                    <a:pt x="16585" y="5401"/>
                  </a:cubicBezTo>
                  <a:cubicBezTo>
                    <a:pt x="16567" y="5369"/>
                    <a:pt x="16540" y="5348"/>
                    <a:pt x="16508" y="5348"/>
                  </a:cubicBezTo>
                  <a:close/>
                  <a:moveTo>
                    <a:pt x="236" y="6356"/>
                  </a:moveTo>
                  <a:cubicBezTo>
                    <a:pt x="191" y="6356"/>
                    <a:pt x="156" y="6388"/>
                    <a:pt x="147" y="6427"/>
                  </a:cubicBezTo>
                  <a:cubicBezTo>
                    <a:pt x="47" y="6832"/>
                    <a:pt x="12" y="7145"/>
                    <a:pt x="1" y="7337"/>
                  </a:cubicBezTo>
                  <a:cubicBezTo>
                    <a:pt x="1" y="7383"/>
                    <a:pt x="33" y="7426"/>
                    <a:pt x="90" y="7426"/>
                  </a:cubicBezTo>
                  <a:cubicBezTo>
                    <a:pt x="136" y="7426"/>
                    <a:pt x="182" y="7393"/>
                    <a:pt x="182" y="7337"/>
                  </a:cubicBezTo>
                  <a:cubicBezTo>
                    <a:pt x="193" y="7169"/>
                    <a:pt x="225" y="6864"/>
                    <a:pt x="317" y="6470"/>
                  </a:cubicBezTo>
                  <a:cubicBezTo>
                    <a:pt x="338" y="6427"/>
                    <a:pt x="303" y="6370"/>
                    <a:pt x="260" y="6359"/>
                  </a:cubicBezTo>
                  <a:cubicBezTo>
                    <a:pt x="252" y="6357"/>
                    <a:pt x="244" y="6356"/>
                    <a:pt x="236" y="6356"/>
                  </a:cubicBezTo>
                  <a:close/>
                  <a:moveTo>
                    <a:pt x="17171" y="7504"/>
                  </a:moveTo>
                  <a:cubicBezTo>
                    <a:pt x="17163" y="7504"/>
                    <a:pt x="17155" y="7505"/>
                    <a:pt x="17147" y="7507"/>
                  </a:cubicBezTo>
                  <a:cubicBezTo>
                    <a:pt x="17101" y="7518"/>
                    <a:pt x="17068" y="7561"/>
                    <a:pt x="17079" y="7607"/>
                  </a:cubicBezTo>
                  <a:cubicBezTo>
                    <a:pt x="17101" y="7731"/>
                    <a:pt x="17125" y="7820"/>
                    <a:pt x="17125" y="7887"/>
                  </a:cubicBezTo>
                  <a:cubicBezTo>
                    <a:pt x="17136" y="7923"/>
                    <a:pt x="17136" y="7944"/>
                    <a:pt x="17136" y="7955"/>
                  </a:cubicBezTo>
                  <a:cubicBezTo>
                    <a:pt x="17147" y="7966"/>
                    <a:pt x="17147" y="7966"/>
                    <a:pt x="17147" y="7979"/>
                  </a:cubicBezTo>
                  <a:lnTo>
                    <a:pt x="17147" y="8484"/>
                  </a:lnTo>
                  <a:cubicBezTo>
                    <a:pt x="17147" y="8541"/>
                    <a:pt x="17179" y="8573"/>
                    <a:pt x="17236" y="8573"/>
                  </a:cubicBezTo>
                  <a:cubicBezTo>
                    <a:pt x="17282" y="8573"/>
                    <a:pt x="17328" y="8541"/>
                    <a:pt x="17328" y="8484"/>
                  </a:cubicBezTo>
                  <a:lnTo>
                    <a:pt x="17328" y="7966"/>
                  </a:lnTo>
                  <a:lnTo>
                    <a:pt x="17328" y="7955"/>
                  </a:lnTo>
                  <a:cubicBezTo>
                    <a:pt x="17328" y="7955"/>
                    <a:pt x="17303" y="7820"/>
                    <a:pt x="17260" y="7574"/>
                  </a:cubicBezTo>
                  <a:cubicBezTo>
                    <a:pt x="17249" y="7535"/>
                    <a:pt x="17215" y="7504"/>
                    <a:pt x="17171" y="7504"/>
                  </a:cubicBezTo>
                  <a:close/>
                  <a:moveTo>
                    <a:pt x="90" y="8608"/>
                  </a:moveTo>
                  <a:cubicBezTo>
                    <a:pt x="33" y="8608"/>
                    <a:pt x="1" y="8641"/>
                    <a:pt x="1" y="8697"/>
                  </a:cubicBezTo>
                  <a:lnTo>
                    <a:pt x="1" y="9599"/>
                  </a:lnTo>
                  <a:cubicBezTo>
                    <a:pt x="1" y="9653"/>
                    <a:pt x="33" y="9688"/>
                    <a:pt x="90" y="9688"/>
                  </a:cubicBezTo>
                  <a:cubicBezTo>
                    <a:pt x="136" y="9688"/>
                    <a:pt x="182" y="9653"/>
                    <a:pt x="182" y="9599"/>
                  </a:cubicBezTo>
                  <a:lnTo>
                    <a:pt x="182" y="8697"/>
                  </a:lnTo>
                  <a:cubicBezTo>
                    <a:pt x="182" y="8641"/>
                    <a:pt x="136" y="8608"/>
                    <a:pt x="90" y="8608"/>
                  </a:cubicBezTo>
                  <a:close/>
                  <a:moveTo>
                    <a:pt x="17236" y="9745"/>
                  </a:moveTo>
                  <a:cubicBezTo>
                    <a:pt x="17179" y="9745"/>
                    <a:pt x="17147" y="9788"/>
                    <a:pt x="17147" y="9834"/>
                  </a:cubicBezTo>
                  <a:lnTo>
                    <a:pt x="17147" y="10733"/>
                  </a:lnTo>
                  <a:cubicBezTo>
                    <a:pt x="17147" y="10790"/>
                    <a:pt x="17179" y="10825"/>
                    <a:pt x="17236" y="10825"/>
                  </a:cubicBezTo>
                  <a:cubicBezTo>
                    <a:pt x="17282" y="10825"/>
                    <a:pt x="17328" y="10790"/>
                    <a:pt x="17328" y="10733"/>
                  </a:cubicBezTo>
                  <a:lnTo>
                    <a:pt x="17328" y="9834"/>
                  </a:lnTo>
                  <a:cubicBezTo>
                    <a:pt x="17328" y="9788"/>
                    <a:pt x="17282" y="9745"/>
                    <a:pt x="17236" y="9745"/>
                  </a:cubicBezTo>
                  <a:close/>
                  <a:moveTo>
                    <a:pt x="90" y="10868"/>
                  </a:moveTo>
                  <a:cubicBezTo>
                    <a:pt x="33" y="10868"/>
                    <a:pt x="1" y="10903"/>
                    <a:pt x="1" y="10960"/>
                  </a:cubicBezTo>
                  <a:lnTo>
                    <a:pt x="1" y="11859"/>
                  </a:lnTo>
                  <a:cubicBezTo>
                    <a:pt x="1" y="11905"/>
                    <a:pt x="33" y="11948"/>
                    <a:pt x="90" y="11948"/>
                  </a:cubicBezTo>
                  <a:cubicBezTo>
                    <a:pt x="136" y="11948"/>
                    <a:pt x="182" y="11905"/>
                    <a:pt x="182" y="11859"/>
                  </a:cubicBezTo>
                  <a:lnTo>
                    <a:pt x="182" y="10960"/>
                  </a:lnTo>
                  <a:cubicBezTo>
                    <a:pt x="182" y="10903"/>
                    <a:pt x="136" y="10868"/>
                    <a:pt x="90" y="10868"/>
                  </a:cubicBezTo>
                  <a:close/>
                  <a:moveTo>
                    <a:pt x="17236" y="11994"/>
                  </a:moveTo>
                  <a:cubicBezTo>
                    <a:pt x="17179" y="11994"/>
                    <a:pt x="17147" y="12040"/>
                    <a:pt x="17147" y="12083"/>
                  </a:cubicBezTo>
                  <a:lnTo>
                    <a:pt x="17147" y="12985"/>
                  </a:lnTo>
                  <a:cubicBezTo>
                    <a:pt x="17147" y="13042"/>
                    <a:pt x="17179" y="13074"/>
                    <a:pt x="17236" y="13074"/>
                  </a:cubicBezTo>
                  <a:cubicBezTo>
                    <a:pt x="17282" y="13074"/>
                    <a:pt x="17328" y="13042"/>
                    <a:pt x="17328" y="12985"/>
                  </a:cubicBezTo>
                  <a:lnTo>
                    <a:pt x="17328" y="12083"/>
                  </a:lnTo>
                  <a:cubicBezTo>
                    <a:pt x="17328" y="12040"/>
                    <a:pt x="17282" y="11994"/>
                    <a:pt x="17236" y="11994"/>
                  </a:cubicBezTo>
                  <a:close/>
                  <a:moveTo>
                    <a:pt x="90" y="13120"/>
                  </a:moveTo>
                  <a:cubicBezTo>
                    <a:pt x="33" y="13120"/>
                    <a:pt x="1" y="13163"/>
                    <a:pt x="1" y="13209"/>
                  </a:cubicBezTo>
                  <a:lnTo>
                    <a:pt x="1" y="14108"/>
                  </a:lnTo>
                  <a:cubicBezTo>
                    <a:pt x="1" y="14165"/>
                    <a:pt x="33" y="14200"/>
                    <a:pt x="90" y="14200"/>
                  </a:cubicBezTo>
                  <a:cubicBezTo>
                    <a:pt x="136" y="14200"/>
                    <a:pt x="182" y="14165"/>
                    <a:pt x="182" y="14108"/>
                  </a:cubicBezTo>
                  <a:lnTo>
                    <a:pt x="182" y="13209"/>
                  </a:lnTo>
                  <a:cubicBezTo>
                    <a:pt x="182" y="13163"/>
                    <a:pt x="136" y="13120"/>
                    <a:pt x="90" y="13120"/>
                  </a:cubicBezTo>
                  <a:close/>
                  <a:moveTo>
                    <a:pt x="17236" y="14243"/>
                  </a:moveTo>
                  <a:cubicBezTo>
                    <a:pt x="17179" y="14243"/>
                    <a:pt x="17147" y="14289"/>
                    <a:pt x="17147" y="14335"/>
                  </a:cubicBezTo>
                  <a:lnTo>
                    <a:pt x="17147" y="15234"/>
                  </a:lnTo>
                  <a:cubicBezTo>
                    <a:pt x="17147" y="15291"/>
                    <a:pt x="17179" y="15324"/>
                    <a:pt x="17236" y="15324"/>
                  </a:cubicBezTo>
                  <a:cubicBezTo>
                    <a:pt x="17282" y="15324"/>
                    <a:pt x="17328" y="15291"/>
                    <a:pt x="17328" y="15234"/>
                  </a:cubicBezTo>
                  <a:lnTo>
                    <a:pt x="17328" y="14335"/>
                  </a:lnTo>
                  <a:cubicBezTo>
                    <a:pt x="17328" y="14289"/>
                    <a:pt x="17282" y="14243"/>
                    <a:pt x="17236" y="14243"/>
                  </a:cubicBezTo>
                  <a:close/>
                  <a:moveTo>
                    <a:pt x="90" y="15380"/>
                  </a:moveTo>
                  <a:cubicBezTo>
                    <a:pt x="33" y="15380"/>
                    <a:pt x="1" y="15415"/>
                    <a:pt x="1" y="15472"/>
                  </a:cubicBezTo>
                  <a:lnTo>
                    <a:pt x="1" y="16371"/>
                  </a:lnTo>
                  <a:cubicBezTo>
                    <a:pt x="1" y="16417"/>
                    <a:pt x="33" y="16460"/>
                    <a:pt x="90" y="16460"/>
                  </a:cubicBezTo>
                  <a:cubicBezTo>
                    <a:pt x="136" y="16460"/>
                    <a:pt x="182" y="16417"/>
                    <a:pt x="182" y="16371"/>
                  </a:cubicBezTo>
                  <a:lnTo>
                    <a:pt x="182" y="15472"/>
                  </a:lnTo>
                  <a:cubicBezTo>
                    <a:pt x="182" y="15415"/>
                    <a:pt x="136" y="15380"/>
                    <a:pt x="90" y="15380"/>
                  </a:cubicBezTo>
                  <a:close/>
                  <a:moveTo>
                    <a:pt x="17236" y="16495"/>
                  </a:moveTo>
                  <a:cubicBezTo>
                    <a:pt x="17179" y="16495"/>
                    <a:pt x="17147" y="16539"/>
                    <a:pt x="17147" y="16584"/>
                  </a:cubicBezTo>
                  <a:lnTo>
                    <a:pt x="17147" y="17484"/>
                  </a:lnTo>
                  <a:cubicBezTo>
                    <a:pt x="17147" y="17540"/>
                    <a:pt x="17179" y="17575"/>
                    <a:pt x="17236" y="17575"/>
                  </a:cubicBezTo>
                  <a:cubicBezTo>
                    <a:pt x="17282" y="17575"/>
                    <a:pt x="17328" y="17540"/>
                    <a:pt x="17328" y="17484"/>
                  </a:cubicBezTo>
                  <a:lnTo>
                    <a:pt x="17328" y="16584"/>
                  </a:lnTo>
                  <a:cubicBezTo>
                    <a:pt x="17328" y="16539"/>
                    <a:pt x="17282" y="16495"/>
                    <a:pt x="17236" y="16495"/>
                  </a:cubicBezTo>
                  <a:close/>
                  <a:moveTo>
                    <a:pt x="90" y="17632"/>
                  </a:moveTo>
                  <a:cubicBezTo>
                    <a:pt x="33" y="17632"/>
                    <a:pt x="1" y="17675"/>
                    <a:pt x="1" y="17721"/>
                  </a:cubicBezTo>
                  <a:lnTo>
                    <a:pt x="1" y="18620"/>
                  </a:lnTo>
                  <a:cubicBezTo>
                    <a:pt x="1" y="18677"/>
                    <a:pt x="33" y="18712"/>
                    <a:pt x="90" y="18712"/>
                  </a:cubicBezTo>
                  <a:cubicBezTo>
                    <a:pt x="136" y="18712"/>
                    <a:pt x="182" y="18677"/>
                    <a:pt x="182" y="18620"/>
                  </a:cubicBezTo>
                  <a:lnTo>
                    <a:pt x="182" y="17721"/>
                  </a:lnTo>
                  <a:cubicBezTo>
                    <a:pt x="182" y="17675"/>
                    <a:pt x="136" y="17632"/>
                    <a:pt x="90" y="17632"/>
                  </a:cubicBezTo>
                  <a:close/>
                  <a:moveTo>
                    <a:pt x="17236" y="18745"/>
                  </a:moveTo>
                  <a:cubicBezTo>
                    <a:pt x="17179" y="18745"/>
                    <a:pt x="17147" y="18790"/>
                    <a:pt x="17147" y="18834"/>
                  </a:cubicBezTo>
                  <a:lnTo>
                    <a:pt x="17147" y="19736"/>
                  </a:lnTo>
                  <a:cubicBezTo>
                    <a:pt x="17147" y="19792"/>
                    <a:pt x="17179" y="19825"/>
                    <a:pt x="17236" y="19825"/>
                  </a:cubicBezTo>
                  <a:cubicBezTo>
                    <a:pt x="17282" y="19825"/>
                    <a:pt x="17328" y="19792"/>
                    <a:pt x="17328" y="19736"/>
                  </a:cubicBezTo>
                  <a:lnTo>
                    <a:pt x="17328" y="18834"/>
                  </a:lnTo>
                  <a:cubicBezTo>
                    <a:pt x="17328" y="18790"/>
                    <a:pt x="17282" y="18745"/>
                    <a:pt x="17236" y="18745"/>
                  </a:cubicBezTo>
                  <a:close/>
                  <a:moveTo>
                    <a:pt x="90" y="19892"/>
                  </a:moveTo>
                  <a:cubicBezTo>
                    <a:pt x="33" y="19892"/>
                    <a:pt x="1" y="19927"/>
                    <a:pt x="1" y="19981"/>
                  </a:cubicBezTo>
                  <a:lnTo>
                    <a:pt x="1" y="20883"/>
                  </a:lnTo>
                  <a:cubicBezTo>
                    <a:pt x="1" y="20926"/>
                    <a:pt x="33" y="20972"/>
                    <a:pt x="90" y="20972"/>
                  </a:cubicBezTo>
                  <a:cubicBezTo>
                    <a:pt x="136" y="20972"/>
                    <a:pt x="182" y="20926"/>
                    <a:pt x="182" y="20883"/>
                  </a:cubicBezTo>
                  <a:lnTo>
                    <a:pt x="182" y="19981"/>
                  </a:lnTo>
                  <a:cubicBezTo>
                    <a:pt x="182" y="19927"/>
                    <a:pt x="136" y="19892"/>
                    <a:pt x="90" y="19892"/>
                  </a:cubicBezTo>
                  <a:close/>
                  <a:moveTo>
                    <a:pt x="17236" y="20994"/>
                  </a:moveTo>
                  <a:cubicBezTo>
                    <a:pt x="17179" y="20994"/>
                    <a:pt x="17147" y="21040"/>
                    <a:pt x="17147" y="21086"/>
                  </a:cubicBezTo>
                  <a:lnTo>
                    <a:pt x="17147" y="21985"/>
                  </a:lnTo>
                  <a:cubicBezTo>
                    <a:pt x="17147" y="22041"/>
                    <a:pt x="17179" y="22074"/>
                    <a:pt x="17236" y="22074"/>
                  </a:cubicBezTo>
                  <a:cubicBezTo>
                    <a:pt x="17282" y="22074"/>
                    <a:pt x="17328" y="22041"/>
                    <a:pt x="17328" y="21985"/>
                  </a:cubicBezTo>
                  <a:lnTo>
                    <a:pt x="17328" y="21086"/>
                  </a:lnTo>
                  <a:cubicBezTo>
                    <a:pt x="17328" y="21040"/>
                    <a:pt x="17282" y="20994"/>
                    <a:pt x="17236" y="20994"/>
                  </a:cubicBezTo>
                  <a:close/>
                  <a:moveTo>
                    <a:pt x="90" y="22141"/>
                  </a:moveTo>
                  <a:cubicBezTo>
                    <a:pt x="33" y="22141"/>
                    <a:pt x="1" y="22187"/>
                    <a:pt x="1" y="22233"/>
                  </a:cubicBezTo>
                  <a:lnTo>
                    <a:pt x="1" y="23143"/>
                  </a:lnTo>
                  <a:cubicBezTo>
                    <a:pt x="1" y="23189"/>
                    <a:pt x="33" y="23235"/>
                    <a:pt x="90" y="23235"/>
                  </a:cubicBezTo>
                  <a:cubicBezTo>
                    <a:pt x="136" y="23235"/>
                    <a:pt x="182" y="23189"/>
                    <a:pt x="182" y="23143"/>
                  </a:cubicBezTo>
                  <a:lnTo>
                    <a:pt x="182" y="22233"/>
                  </a:lnTo>
                  <a:cubicBezTo>
                    <a:pt x="182" y="22187"/>
                    <a:pt x="136" y="22141"/>
                    <a:pt x="90" y="22141"/>
                  </a:cubicBezTo>
                  <a:close/>
                  <a:moveTo>
                    <a:pt x="17236" y="23246"/>
                  </a:moveTo>
                  <a:cubicBezTo>
                    <a:pt x="17179" y="23246"/>
                    <a:pt x="17147" y="23289"/>
                    <a:pt x="17147" y="23335"/>
                  </a:cubicBezTo>
                  <a:lnTo>
                    <a:pt x="17147" y="24234"/>
                  </a:lnTo>
                  <a:cubicBezTo>
                    <a:pt x="17147" y="24291"/>
                    <a:pt x="17179" y="24326"/>
                    <a:pt x="17236" y="24326"/>
                  </a:cubicBezTo>
                  <a:cubicBezTo>
                    <a:pt x="17282" y="24326"/>
                    <a:pt x="17328" y="24291"/>
                    <a:pt x="17328" y="24234"/>
                  </a:cubicBezTo>
                  <a:lnTo>
                    <a:pt x="17328" y="23335"/>
                  </a:lnTo>
                  <a:cubicBezTo>
                    <a:pt x="17328" y="23289"/>
                    <a:pt x="17282" y="23246"/>
                    <a:pt x="17236" y="23246"/>
                  </a:cubicBezTo>
                  <a:close/>
                  <a:moveTo>
                    <a:pt x="17236" y="25495"/>
                  </a:moveTo>
                  <a:cubicBezTo>
                    <a:pt x="17179" y="25495"/>
                    <a:pt x="17147" y="25541"/>
                    <a:pt x="17147" y="25584"/>
                  </a:cubicBezTo>
                  <a:lnTo>
                    <a:pt x="17147" y="26486"/>
                  </a:lnTo>
                  <a:cubicBezTo>
                    <a:pt x="17147" y="26542"/>
                    <a:pt x="17179" y="26575"/>
                    <a:pt x="17236" y="26575"/>
                  </a:cubicBezTo>
                  <a:cubicBezTo>
                    <a:pt x="17282" y="26575"/>
                    <a:pt x="17328" y="26542"/>
                    <a:pt x="17328" y="26486"/>
                  </a:cubicBezTo>
                  <a:lnTo>
                    <a:pt x="17328" y="25584"/>
                  </a:lnTo>
                  <a:cubicBezTo>
                    <a:pt x="17328" y="25541"/>
                    <a:pt x="17282" y="25495"/>
                    <a:pt x="17236" y="25495"/>
                  </a:cubicBezTo>
                  <a:close/>
                  <a:moveTo>
                    <a:pt x="17236" y="27744"/>
                  </a:moveTo>
                  <a:cubicBezTo>
                    <a:pt x="17179" y="27744"/>
                    <a:pt x="17147" y="27790"/>
                    <a:pt x="17147" y="27836"/>
                  </a:cubicBezTo>
                  <a:lnTo>
                    <a:pt x="17147" y="28735"/>
                  </a:lnTo>
                  <a:cubicBezTo>
                    <a:pt x="17147" y="28792"/>
                    <a:pt x="17179" y="28824"/>
                    <a:pt x="17236" y="28824"/>
                  </a:cubicBezTo>
                  <a:cubicBezTo>
                    <a:pt x="17282" y="28824"/>
                    <a:pt x="17328" y="28792"/>
                    <a:pt x="17328" y="28735"/>
                  </a:cubicBezTo>
                  <a:lnTo>
                    <a:pt x="17328" y="27836"/>
                  </a:lnTo>
                  <a:cubicBezTo>
                    <a:pt x="17328" y="27790"/>
                    <a:pt x="17282" y="27744"/>
                    <a:pt x="17236" y="27744"/>
                  </a:cubicBezTo>
                  <a:close/>
                  <a:moveTo>
                    <a:pt x="17236" y="29996"/>
                  </a:moveTo>
                  <a:cubicBezTo>
                    <a:pt x="17179" y="29996"/>
                    <a:pt x="17147" y="30039"/>
                    <a:pt x="17147" y="30085"/>
                  </a:cubicBezTo>
                  <a:lnTo>
                    <a:pt x="17147" y="30984"/>
                  </a:lnTo>
                  <a:cubicBezTo>
                    <a:pt x="17147" y="31041"/>
                    <a:pt x="17179" y="31076"/>
                    <a:pt x="17236" y="31076"/>
                  </a:cubicBezTo>
                  <a:cubicBezTo>
                    <a:pt x="17282" y="31076"/>
                    <a:pt x="17328" y="31041"/>
                    <a:pt x="17328" y="30984"/>
                  </a:cubicBezTo>
                  <a:lnTo>
                    <a:pt x="17328" y="30085"/>
                  </a:lnTo>
                  <a:cubicBezTo>
                    <a:pt x="17328" y="30039"/>
                    <a:pt x="17282" y="29996"/>
                    <a:pt x="17236" y="29996"/>
                  </a:cubicBezTo>
                  <a:close/>
                  <a:moveTo>
                    <a:pt x="17236" y="32245"/>
                  </a:moveTo>
                  <a:cubicBezTo>
                    <a:pt x="17179" y="32245"/>
                    <a:pt x="17147" y="32291"/>
                    <a:pt x="17147" y="32334"/>
                  </a:cubicBezTo>
                  <a:lnTo>
                    <a:pt x="17147" y="33236"/>
                  </a:lnTo>
                  <a:cubicBezTo>
                    <a:pt x="17147" y="33293"/>
                    <a:pt x="17179" y="33325"/>
                    <a:pt x="17236" y="33325"/>
                  </a:cubicBezTo>
                  <a:cubicBezTo>
                    <a:pt x="17282" y="33325"/>
                    <a:pt x="17328" y="33293"/>
                    <a:pt x="17328" y="33236"/>
                  </a:cubicBezTo>
                  <a:lnTo>
                    <a:pt x="17328" y="32334"/>
                  </a:lnTo>
                  <a:cubicBezTo>
                    <a:pt x="17328" y="32291"/>
                    <a:pt x="17282" y="32245"/>
                    <a:pt x="17236" y="32245"/>
                  </a:cubicBezTo>
                  <a:close/>
                  <a:moveTo>
                    <a:pt x="17236" y="34494"/>
                  </a:moveTo>
                  <a:cubicBezTo>
                    <a:pt x="17179" y="34494"/>
                    <a:pt x="17147" y="34540"/>
                    <a:pt x="17147" y="34586"/>
                  </a:cubicBezTo>
                  <a:lnTo>
                    <a:pt x="17147" y="35485"/>
                  </a:lnTo>
                  <a:cubicBezTo>
                    <a:pt x="17147" y="35542"/>
                    <a:pt x="17179" y="35574"/>
                    <a:pt x="17236" y="35574"/>
                  </a:cubicBezTo>
                  <a:cubicBezTo>
                    <a:pt x="17282" y="35574"/>
                    <a:pt x="17328" y="35542"/>
                    <a:pt x="17328" y="35485"/>
                  </a:cubicBezTo>
                  <a:lnTo>
                    <a:pt x="17328" y="34586"/>
                  </a:lnTo>
                  <a:cubicBezTo>
                    <a:pt x="17328" y="34540"/>
                    <a:pt x="17282" y="34494"/>
                    <a:pt x="17236" y="34494"/>
                  </a:cubicBezTo>
                  <a:close/>
                  <a:moveTo>
                    <a:pt x="17236" y="36746"/>
                  </a:moveTo>
                  <a:cubicBezTo>
                    <a:pt x="17179" y="36746"/>
                    <a:pt x="17147" y="36789"/>
                    <a:pt x="17147" y="36835"/>
                  </a:cubicBezTo>
                  <a:lnTo>
                    <a:pt x="17147" y="37734"/>
                  </a:lnTo>
                  <a:cubicBezTo>
                    <a:pt x="17147" y="37791"/>
                    <a:pt x="17179" y="37826"/>
                    <a:pt x="17236" y="37826"/>
                  </a:cubicBezTo>
                  <a:cubicBezTo>
                    <a:pt x="17282" y="37826"/>
                    <a:pt x="17328" y="37791"/>
                    <a:pt x="17328" y="37734"/>
                  </a:cubicBezTo>
                  <a:lnTo>
                    <a:pt x="17328" y="36835"/>
                  </a:lnTo>
                  <a:cubicBezTo>
                    <a:pt x="17328" y="36789"/>
                    <a:pt x="17282" y="36746"/>
                    <a:pt x="17236" y="36746"/>
                  </a:cubicBezTo>
                  <a:close/>
                  <a:moveTo>
                    <a:pt x="17236" y="38995"/>
                  </a:moveTo>
                  <a:cubicBezTo>
                    <a:pt x="17179" y="38995"/>
                    <a:pt x="17147" y="39041"/>
                    <a:pt x="17147" y="39085"/>
                  </a:cubicBezTo>
                  <a:lnTo>
                    <a:pt x="17147" y="39986"/>
                  </a:lnTo>
                  <a:cubicBezTo>
                    <a:pt x="17147" y="40043"/>
                    <a:pt x="17179" y="40075"/>
                    <a:pt x="17236" y="40075"/>
                  </a:cubicBezTo>
                  <a:cubicBezTo>
                    <a:pt x="17282" y="40075"/>
                    <a:pt x="17328" y="40043"/>
                    <a:pt x="17328" y="39986"/>
                  </a:cubicBezTo>
                  <a:lnTo>
                    <a:pt x="17328" y="39085"/>
                  </a:lnTo>
                  <a:cubicBezTo>
                    <a:pt x="17328" y="39041"/>
                    <a:pt x="17282" y="38995"/>
                    <a:pt x="17236" y="389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 name="Google Shape;288;p25"/>
          <p:cNvGrpSpPr/>
          <p:nvPr/>
        </p:nvGrpSpPr>
        <p:grpSpPr>
          <a:xfrm>
            <a:off x="148454" y="1429093"/>
            <a:ext cx="8752024" cy="3270850"/>
            <a:chOff x="148454" y="1429093"/>
            <a:chExt cx="8752024" cy="3270850"/>
          </a:xfrm>
        </p:grpSpPr>
        <p:pic>
          <p:nvPicPr>
            <p:cNvPr id="289" name="Google Shape;289;p25"/>
            <p:cNvPicPr preferRelativeResize="0"/>
            <p:nvPr/>
          </p:nvPicPr>
          <p:blipFill>
            <a:blip r:embed="rId3">
              <a:alphaModFix/>
            </a:blip>
            <a:stretch>
              <a:fillRect/>
            </a:stretch>
          </p:blipFill>
          <p:spPr>
            <a:xfrm>
              <a:off x="8424000" y="4283809"/>
              <a:ext cx="476478" cy="416134"/>
            </a:xfrm>
            <a:prstGeom prst="rect">
              <a:avLst/>
            </a:prstGeom>
            <a:noFill/>
            <a:ln>
              <a:noFill/>
            </a:ln>
          </p:spPr>
        </p:pic>
        <p:pic>
          <p:nvPicPr>
            <p:cNvPr id="290" name="Google Shape;290;p25"/>
            <p:cNvPicPr preferRelativeResize="0"/>
            <p:nvPr/>
          </p:nvPicPr>
          <p:blipFill>
            <a:blip r:embed="rId4">
              <a:alphaModFix/>
            </a:blip>
            <a:stretch>
              <a:fillRect/>
            </a:stretch>
          </p:blipFill>
          <p:spPr>
            <a:xfrm>
              <a:off x="148454" y="1429093"/>
              <a:ext cx="414235" cy="414210"/>
            </a:xfrm>
            <a:prstGeom prst="rect">
              <a:avLst/>
            </a:prstGeom>
            <a:noFill/>
            <a:ln>
              <a:noFill/>
            </a:ln>
          </p:spPr>
        </p:pic>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94"/>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95"/>
        <p:cNvGrpSpPr/>
        <p:nvPr/>
      </p:nvGrpSpPr>
      <p:grpSpPr>
        <a:xfrm>
          <a:off x="0" y="0"/>
          <a:ext cx="0" cy="0"/>
          <a:chOff x="0" y="0"/>
          <a:chExt cx="0" cy="0"/>
        </a:xfrm>
      </p:grpSpPr>
      <p:sp>
        <p:nvSpPr>
          <p:cNvPr id="296" name="Google Shape;296;p28"/>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lvl1pPr lvl="0">
              <a:spcBef>
                <a:spcPts val="0"/>
              </a:spcBef>
              <a:spcAft>
                <a:spcPts val="0"/>
              </a:spcAft>
              <a:buSzPts val="2400"/>
              <a:buFont typeface="Arial"/>
              <a:buNone/>
              <a:defRPr>
                <a:solidFill>
                  <a:schemeClr val="lt1"/>
                </a:solidFill>
                <a:latin typeface="Arial"/>
                <a:ea typeface="Arial"/>
                <a:cs typeface="Arial"/>
                <a:sym typeface="Arial"/>
              </a:defRPr>
            </a:lvl1pPr>
            <a:lvl2pPr lvl="1">
              <a:spcBef>
                <a:spcPts val="0"/>
              </a:spcBef>
              <a:spcAft>
                <a:spcPts val="0"/>
              </a:spcAft>
              <a:buSzPts val="2400"/>
              <a:buFont typeface="Arial"/>
              <a:buNone/>
              <a:defRPr>
                <a:latin typeface="Arial"/>
                <a:ea typeface="Arial"/>
                <a:cs typeface="Arial"/>
                <a:sym typeface="Arial"/>
              </a:defRPr>
            </a:lvl2pPr>
            <a:lvl3pPr lvl="2">
              <a:spcBef>
                <a:spcPts val="0"/>
              </a:spcBef>
              <a:spcAft>
                <a:spcPts val="0"/>
              </a:spcAft>
              <a:buSzPts val="2400"/>
              <a:buFont typeface="Arial"/>
              <a:buNone/>
              <a:defRPr>
                <a:latin typeface="Arial"/>
                <a:ea typeface="Arial"/>
                <a:cs typeface="Arial"/>
                <a:sym typeface="Arial"/>
              </a:defRPr>
            </a:lvl3pPr>
            <a:lvl4pPr lvl="3">
              <a:spcBef>
                <a:spcPts val="0"/>
              </a:spcBef>
              <a:spcAft>
                <a:spcPts val="0"/>
              </a:spcAft>
              <a:buSzPts val="2400"/>
              <a:buFont typeface="Arial"/>
              <a:buNone/>
              <a:defRPr>
                <a:latin typeface="Arial"/>
                <a:ea typeface="Arial"/>
                <a:cs typeface="Arial"/>
                <a:sym typeface="Arial"/>
              </a:defRPr>
            </a:lvl4pPr>
            <a:lvl5pPr lvl="4">
              <a:spcBef>
                <a:spcPts val="0"/>
              </a:spcBef>
              <a:spcAft>
                <a:spcPts val="0"/>
              </a:spcAft>
              <a:buSzPts val="2400"/>
              <a:buFont typeface="Arial"/>
              <a:buNone/>
              <a:defRPr>
                <a:latin typeface="Arial"/>
                <a:ea typeface="Arial"/>
                <a:cs typeface="Arial"/>
                <a:sym typeface="Arial"/>
              </a:defRPr>
            </a:lvl5pPr>
            <a:lvl6pPr lvl="5">
              <a:spcBef>
                <a:spcPts val="0"/>
              </a:spcBef>
              <a:spcAft>
                <a:spcPts val="0"/>
              </a:spcAft>
              <a:buSzPts val="2400"/>
              <a:buFont typeface="Arial"/>
              <a:buNone/>
              <a:defRPr>
                <a:latin typeface="Arial"/>
                <a:ea typeface="Arial"/>
                <a:cs typeface="Arial"/>
                <a:sym typeface="Arial"/>
              </a:defRPr>
            </a:lvl6pPr>
            <a:lvl7pPr lvl="6">
              <a:spcBef>
                <a:spcPts val="0"/>
              </a:spcBef>
              <a:spcAft>
                <a:spcPts val="0"/>
              </a:spcAft>
              <a:buSzPts val="2400"/>
              <a:buFont typeface="Arial"/>
              <a:buNone/>
              <a:defRPr>
                <a:latin typeface="Arial"/>
                <a:ea typeface="Arial"/>
                <a:cs typeface="Arial"/>
                <a:sym typeface="Arial"/>
              </a:defRPr>
            </a:lvl7pPr>
            <a:lvl8pPr lvl="7">
              <a:spcBef>
                <a:spcPts val="0"/>
              </a:spcBef>
              <a:spcAft>
                <a:spcPts val="0"/>
              </a:spcAft>
              <a:buSzPts val="2400"/>
              <a:buFont typeface="Arial"/>
              <a:buNone/>
              <a:defRPr>
                <a:latin typeface="Arial"/>
                <a:ea typeface="Arial"/>
                <a:cs typeface="Arial"/>
                <a:sym typeface="Arial"/>
              </a:defRPr>
            </a:lvl8pPr>
            <a:lvl9pPr lvl="8">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6.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Lexend"/>
              <a:buNone/>
              <a:defRPr sz="3000" b="1">
                <a:solidFill>
                  <a:schemeClr val="dk1"/>
                </a:solidFill>
                <a:latin typeface="Lexend"/>
                <a:ea typeface="Lexend"/>
                <a:cs typeface="Lexend"/>
                <a:sym typeface="Lexend"/>
              </a:defRPr>
            </a:lvl1pPr>
            <a:lvl2pPr lvl="1" rtl="0">
              <a:spcBef>
                <a:spcPts val="0"/>
              </a:spcBef>
              <a:spcAft>
                <a:spcPts val="0"/>
              </a:spcAft>
              <a:buClr>
                <a:schemeClr val="dk1"/>
              </a:buClr>
              <a:buSzPts val="3000"/>
              <a:buFont typeface="Lexend"/>
              <a:buNone/>
              <a:defRPr sz="3000" b="1">
                <a:solidFill>
                  <a:schemeClr val="dk1"/>
                </a:solidFill>
                <a:latin typeface="Lexend"/>
                <a:ea typeface="Lexend"/>
                <a:cs typeface="Lexend"/>
                <a:sym typeface="Lexend"/>
              </a:defRPr>
            </a:lvl2pPr>
            <a:lvl3pPr lvl="2" rtl="0">
              <a:spcBef>
                <a:spcPts val="0"/>
              </a:spcBef>
              <a:spcAft>
                <a:spcPts val="0"/>
              </a:spcAft>
              <a:buClr>
                <a:schemeClr val="dk1"/>
              </a:buClr>
              <a:buSzPts val="3000"/>
              <a:buFont typeface="Lexend"/>
              <a:buNone/>
              <a:defRPr sz="3000" b="1">
                <a:solidFill>
                  <a:schemeClr val="dk1"/>
                </a:solidFill>
                <a:latin typeface="Lexend"/>
                <a:ea typeface="Lexend"/>
                <a:cs typeface="Lexend"/>
                <a:sym typeface="Lexend"/>
              </a:defRPr>
            </a:lvl3pPr>
            <a:lvl4pPr lvl="3" rtl="0">
              <a:spcBef>
                <a:spcPts val="0"/>
              </a:spcBef>
              <a:spcAft>
                <a:spcPts val="0"/>
              </a:spcAft>
              <a:buClr>
                <a:schemeClr val="dk1"/>
              </a:buClr>
              <a:buSzPts val="3000"/>
              <a:buFont typeface="Lexend"/>
              <a:buNone/>
              <a:defRPr sz="3000" b="1">
                <a:solidFill>
                  <a:schemeClr val="dk1"/>
                </a:solidFill>
                <a:latin typeface="Lexend"/>
                <a:ea typeface="Lexend"/>
                <a:cs typeface="Lexend"/>
                <a:sym typeface="Lexend"/>
              </a:defRPr>
            </a:lvl4pPr>
            <a:lvl5pPr lvl="4" rtl="0">
              <a:spcBef>
                <a:spcPts val="0"/>
              </a:spcBef>
              <a:spcAft>
                <a:spcPts val="0"/>
              </a:spcAft>
              <a:buClr>
                <a:schemeClr val="dk1"/>
              </a:buClr>
              <a:buSzPts val="3000"/>
              <a:buFont typeface="Lexend"/>
              <a:buNone/>
              <a:defRPr sz="3000" b="1">
                <a:solidFill>
                  <a:schemeClr val="dk1"/>
                </a:solidFill>
                <a:latin typeface="Lexend"/>
                <a:ea typeface="Lexend"/>
                <a:cs typeface="Lexend"/>
                <a:sym typeface="Lexend"/>
              </a:defRPr>
            </a:lvl5pPr>
            <a:lvl6pPr lvl="5" rtl="0">
              <a:spcBef>
                <a:spcPts val="0"/>
              </a:spcBef>
              <a:spcAft>
                <a:spcPts val="0"/>
              </a:spcAft>
              <a:buClr>
                <a:schemeClr val="dk1"/>
              </a:buClr>
              <a:buSzPts val="3000"/>
              <a:buFont typeface="Lexend"/>
              <a:buNone/>
              <a:defRPr sz="3000" b="1">
                <a:solidFill>
                  <a:schemeClr val="dk1"/>
                </a:solidFill>
                <a:latin typeface="Lexend"/>
                <a:ea typeface="Lexend"/>
                <a:cs typeface="Lexend"/>
                <a:sym typeface="Lexend"/>
              </a:defRPr>
            </a:lvl6pPr>
            <a:lvl7pPr lvl="6" rtl="0">
              <a:spcBef>
                <a:spcPts val="0"/>
              </a:spcBef>
              <a:spcAft>
                <a:spcPts val="0"/>
              </a:spcAft>
              <a:buClr>
                <a:schemeClr val="dk1"/>
              </a:buClr>
              <a:buSzPts val="3000"/>
              <a:buFont typeface="Lexend"/>
              <a:buNone/>
              <a:defRPr sz="3000" b="1">
                <a:solidFill>
                  <a:schemeClr val="dk1"/>
                </a:solidFill>
                <a:latin typeface="Lexend"/>
                <a:ea typeface="Lexend"/>
                <a:cs typeface="Lexend"/>
                <a:sym typeface="Lexend"/>
              </a:defRPr>
            </a:lvl7pPr>
            <a:lvl8pPr lvl="7" rtl="0">
              <a:spcBef>
                <a:spcPts val="0"/>
              </a:spcBef>
              <a:spcAft>
                <a:spcPts val="0"/>
              </a:spcAft>
              <a:buClr>
                <a:schemeClr val="dk1"/>
              </a:buClr>
              <a:buSzPts val="3000"/>
              <a:buFont typeface="Lexend"/>
              <a:buNone/>
              <a:defRPr sz="3000" b="1">
                <a:solidFill>
                  <a:schemeClr val="dk1"/>
                </a:solidFill>
                <a:latin typeface="Lexend"/>
                <a:ea typeface="Lexend"/>
                <a:cs typeface="Lexend"/>
                <a:sym typeface="Lexend"/>
              </a:defRPr>
            </a:lvl8pPr>
            <a:lvl9pPr lvl="8" rtl="0">
              <a:spcBef>
                <a:spcPts val="0"/>
              </a:spcBef>
              <a:spcAft>
                <a:spcPts val="0"/>
              </a:spcAft>
              <a:buClr>
                <a:schemeClr val="dk1"/>
              </a:buClr>
              <a:buSzPts val="3000"/>
              <a:buFont typeface="Lexend"/>
              <a:buNone/>
              <a:defRPr sz="3000" b="1">
                <a:solidFill>
                  <a:schemeClr val="dk1"/>
                </a:solidFill>
                <a:latin typeface="Lexend"/>
                <a:ea typeface="Lexend"/>
                <a:cs typeface="Lexend"/>
                <a:sym typeface="Lexend"/>
              </a:defRPr>
            </a:lvl9pPr>
          </a:lstStyle>
          <a:p>
            <a:endParaRPr/>
          </a:p>
        </p:txBody>
      </p:sp>
      <p:sp>
        <p:nvSpPr>
          <p:cNvPr id="7" name="Google Shape;7;p1"/>
          <p:cNvSpPr txBox="1">
            <a:spLocks noGrp="1"/>
          </p:cNvSpPr>
          <p:nvPr>
            <p:ph type="body" idx="1"/>
          </p:nvPr>
        </p:nvSpPr>
        <p:spPr>
          <a:xfrm>
            <a:off x="715100" y="1152475"/>
            <a:ext cx="77139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lt1"/>
              </a:buClr>
              <a:buSzPts val="1200"/>
              <a:buFont typeface="DM Sans"/>
              <a:buChar char="●"/>
              <a:defRPr sz="1200">
                <a:solidFill>
                  <a:schemeClr val="dk1"/>
                </a:solidFill>
                <a:latin typeface="DM Sans"/>
                <a:ea typeface="DM Sans"/>
                <a:cs typeface="DM Sans"/>
                <a:sym typeface="DM Sans"/>
              </a:defRPr>
            </a:lvl1pPr>
            <a:lvl2pPr marL="914400" lvl="1"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2pPr>
            <a:lvl3pPr marL="1371600" lvl="2"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3pPr>
            <a:lvl4pPr marL="1828800" lvl="3"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4pPr>
            <a:lvl5pPr marL="2286000" lvl="4"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5pPr>
            <a:lvl6pPr marL="2743200" lvl="5"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6pPr>
            <a:lvl7pPr marL="3200400" lvl="6"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7pPr>
            <a:lvl8pPr marL="3657600" lvl="7"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8pPr>
            <a:lvl9pPr marL="4114800" lvl="8"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91"/>
        <p:cNvGrpSpPr/>
        <p:nvPr/>
      </p:nvGrpSpPr>
      <p:grpSpPr>
        <a:xfrm>
          <a:off x="0" y="0"/>
          <a:ext cx="0" cy="0"/>
          <a:chOff x="0" y="0"/>
          <a:chExt cx="0" cy="0"/>
        </a:xfrm>
      </p:grpSpPr>
      <p:sp>
        <p:nvSpPr>
          <p:cNvPr id="292" name="Google Shape;292;p26"/>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293" name="Google Shape;293;p26"/>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2" r:id="rId1"/>
    <p:sldLayoutId id="2147483673"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image" Target="../media/image16.png"/><Relationship Id="rId4" Type="http://schemas.openxmlformats.org/officeDocument/2006/relationships/image" Target="../media/image12.png"/></Relationships>
</file>

<file path=ppt/slides/_rels/slide2.xml.rels><?xml version="1.0" encoding="UTF-8" standalone="yes"?>
<Relationships xmlns="http://schemas.openxmlformats.org/package/2006/relationships"><Relationship Id="rId8" Type="http://schemas.openxmlformats.org/officeDocument/2006/relationships/hyperlink" Target="https://storyset.com/?utm_source=slidesgo_template&amp;utm_medium=referral-link&amp;utm_campaign=promo-slide&amp;utm_term=slidesgo&amp;utm_content=storyset" TargetMode="External"/><Relationship Id="rId13" Type="http://schemas.openxmlformats.org/officeDocument/2006/relationships/slide" Target="slide23.xml"/><Relationship Id="rId3" Type="http://schemas.openxmlformats.org/officeDocument/2006/relationships/hyperlink" Target="https://bit.ly/3A1uf1Q" TargetMode="External"/><Relationship Id="rId7" Type="http://schemas.openxmlformats.org/officeDocument/2006/relationships/hyperlink" Target="https://www.flaticon.com/?utm_source=slidesgo_template&amp;utm_medium=referral-link&amp;utm_campaign=promo-slide&amp;utm_term=slidesgo&amp;utm_content=flaticon" TargetMode="External"/><Relationship Id="rId12" Type="http://schemas.openxmlformats.org/officeDocument/2006/relationships/slide" Target="slide24.xml"/><Relationship Id="rId17"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2" Type="http://schemas.openxmlformats.org/officeDocument/2006/relationships/notesSlide" Target="../notesSlides/notesSlide2.xml"/><Relationship Id="rId16" Type="http://schemas.openxmlformats.org/officeDocument/2006/relationships/slide" Target="slide29.xml"/><Relationship Id="rId1" Type="http://schemas.openxmlformats.org/officeDocument/2006/relationships/slideLayout" Target="../slideLayouts/slideLayout3.xml"/><Relationship Id="rId6" Type="http://schemas.openxmlformats.org/officeDocument/2006/relationships/hyperlink" Target="https://www.freepik.com/?utm_source=slidesgo_template&amp;utm_medium=referral-link&amp;utm_campaign=promo-slide&amp;utm_term=slidesgo&amp;utm_content=freepik" TargetMode="External"/><Relationship Id="rId11" Type="http://schemas.openxmlformats.org/officeDocument/2006/relationships/slide" Target="slide27.xml"/><Relationship Id="rId5" Type="http://schemas.openxmlformats.org/officeDocument/2006/relationships/hyperlink" Target="http://bit.ly/33VAFh3" TargetMode="External"/><Relationship Id="rId15" Type="http://schemas.openxmlformats.org/officeDocument/2006/relationships/slide" Target="slide35.xml"/><Relationship Id="rId10" Type="http://schemas.openxmlformats.org/officeDocument/2006/relationships/hyperlink" Target="https://www.videvo.net/?utm_source=slidesgo_template&amp;utm_medium=referral-link&amp;utm_campaign=sg_resources&amp;utm_content=videvo" TargetMode="External"/><Relationship Id="rId4" Type="http://schemas.openxmlformats.org/officeDocument/2006/relationships/hyperlink" Target="http://bit.ly/30B07Gq" TargetMode="External"/><Relationship Id="rId9" Type="http://schemas.openxmlformats.org/officeDocument/2006/relationships/hyperlink" Target="https://wepik.com/?utm_source=slidesgo_template&amp;utm_medium=referral-link&amp;utm_campaign=promo-slide&amp;utm_term=slidesgo&amp;utm_content=wepik" TargetMode="External"/><Relationship Id="rId14" Type="http://schemas.openxmlformats.org/officeDocument/2006/relationships/slide" Target="slide21.xml"/></Relationships>
</file>

<file path=ppt/slides/_rels/slide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3.xml"/><Relationship Id="rId1" Type="http://schemas.openxmlformats.org/officeDocument/2006/relationships/slideLayout" Target="../slideLayouts/slideLayout12.xml"/><Relationship Id="rId4" Type="http://schemas.openxmlformats.org/officeDocument/2006/relationships/image" Target="../media/image10.png"/></Relationships>
</file>

<file path=ppt/slides/_rels/slide4.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9.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8.xml"/></Relationships>
</file>

<file path=ppt/slides/_rels/slide9.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9.xml"/><Relationship Id="rId1" Type="http://schemas.openxmlformats.org/officeDocument/2006/relationships/slideLayout" Target="../slideLayouts/slideLayout19.xml"/></Relationships>
</file>

<file path=ppt/slides/_rels/slide1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0.xml"/><Relationship Id="rId1" Type="http://schemas.openxmlformats.org/officeDocument/2006/relationships/slideLayout" Target="../slideLayouts/slideLayout10.xml"/><Relationship Id="rId4" Type="http://schemas.openxmlformats.org/officeDocument/2006/relationships/image" Target="../media/image9.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9.xml"/></Relationships>
</file>

<file path=ppt/slides/_rels/slide12.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2.xml"/><Relationship Id="rId1" Type="http://schemas.openxmlformats.org/officeDocument/2006/relationships/slideLayout" Target="../slideLayouts/slideLayout5.xml"/><Relationship Id="rId5" Type="http://schemas.openxmlformats.org/officeDocument/2006/relationships/image" Target="../media/image21.png"/><Relationship Id="rId4" Type="http://schemas.openxmlformats.org/officeDocument/2006/relationships/hyperlink" Target="https://docs.google.com/spreadsheets/d/1MIOK2YHYXsUPsmS8F9L0k2IU9U0TAdR_aZ0GRFDmiNU/copy#gid=1203771748" TargetMode="Externa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0.xml"/></Relationships>
</file>

<file path=ppt/slides/_rels/slide14.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14.xml"/><Relationship Id="rId1" Type="http://schemas.openxmlformats.org/officeDocument/2006/relationships/slideLayout" Target="../slideLayouts/slideLayout13.xml"/><Relationship Id="rId6" Type="http://schemas.openxmlformats.org/officeDocument/2006/relationships/image" Target="../media/image25.jpg"/><Relationship Id="rId5" Type="http://schemas.openxmlformats.org/officeDocument/2006/relationships/image" Target="../media/image24.jpg"/><Relationship Id="rId4" Type="http://schemas.openxmlformats.org/officeDocument/2006/relationships/image" Target="../media/image23.jpg"/></Relationships>
</file>

<file path=ppt/slides/_rels/slide15.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notesSlide" Target="../notesSlides/notesSlide15.xml"/><Relationship Id="rId1" Type="http://schemas.openxmlformats.org/officeDocument/2006/relationships/slideLayout" Target="../slideLayouts/slideLayout2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0.xml"/></Relationships>
</file>

<file path=ppt/slides/_rels/slide18.xml.rels><?xml version="1.0" encoding="UTF-8" standalone="yes"?>
<Relationships xmlns="http://schemas.openxmlformats.org/package/2006/relationships"><Relationship Id="rId3" Type="http://schemas.openxmlformats.org/officeDocument/2006/relationships/image" Target="../media/image27.jpg"/><Relationship Id="rId2" Type="http://schemas.openxmlformats.org/officeDocument/2006/relationships/notesSlide" Target="../notesSlides/notesSlide18.xml"/><Relationship Id="rId1" Type="http://schemas.openxmlformats.org/officeDocument/2006/relationships/slideLayout" Target="../slideLayouts/slideLayout17.xml"/><Relationship Id="rId5" Type="http://schemas.openxmlformats.org/officeDocument/2006/relationships/image" Target="../media/image29.jpg"/><Relationship Id="rId4" Type="http://schemas.openxmlformats.org/officeDocument/2006/relationships/image" Target="../media/image28.jpg"/></Relationships>
</file>

<file path=ppt/slides/_rels/slide19.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7" Type="http://schemas.openxmlformats.org/officeDocument/2006/relationships/image" Target="../media/image31.png"/><Relationship Id="rId2" Type="http://schemas.openxmlformats.org/officeDocument/2006/relationships/notesSlide" Target="../notesSlides/notesSlide19.xml"/><Relationship Id="rId1" Type="http://schemas.openxmlformats.org/officeDocument/2006/relationships/slideLayout" Target="../slideLayouts/slideLayout21.xml"/><Relationship Id="rId6" Type="http://schemas.openxmlformats.org/officeDocument/2006/relationships/hyperlink" Target="https://docs.google.com/spreadsheets/d/1MIOK2YHYXsUPsmS8F9L0k2IU9U0TAdR_aZ0GRFDmiNU/copy#gid=0" TargetMode="External"/><Relationship Id="rId5" Type="http://schemas.openxmlformats.org/officeDocument/2006/relationships/image" Target="../media/image30.png"/><Relationship Id="rId4" Type="http://schemas.openxmlformats.org/officeDocument/2006/relationships/hyperlink" Target="https://docs.google.com/spreadsheets/d/1MIOK2YHYXsUPsmS8F9L0k2IU9U0TAdR_aZ0GRFDmiNU/copy#gid=224893433" TargetMode="Externa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21.xml"/><Relationship Id="rId1" Type="http://schemas.openxmlformats.org/officeDocument/2006/relationships/slideLayout" Target="../slideLayouts/slideLayout22.xml"/><Relationship Id="rId5" Type="http://schemas.openxmlformats.org/officeDocument/2006/relationships/image" Target="../media/image33.png"/><Relationship Id="rId4" Type="http://schemas.openxmlformats.org/officeDocument/2006/relationships/image" Target="../media/image32.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0.xml"/></Relationships>
</file>

<file path=ppt/slides/_rels/slide23.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hyperlink" Target="https://www.freepik.com/free-vector/heavy-vehicles-set_717960.htm/?utm_source=slidesgo_template&amp;utm_medium=referral-link&amp;utm_campaign=sg_resources&amp;utm_content=freepik" TargetMode="External"/><Relationship Id="rId7" Type="http://schemas.openxmlformats.org/officeDocument/2006/relationships/image" Target="../media/image36.png"/><Relationship Id="rId2" Type="http://schemas.openxmlformats.org/officeDocument/2006/relationships/notesSlide" Target="../notesSlides/notesSlide23.xml"/><Relationship Id="rId1" Type="http://schemas.openxmlformats.org/officeDocument/2006/relationships/slideLayout" Target="../slideLayouts/slideLayout14.xml"/><Relationship Id="rId6" Type="http://schemas.openxmlformats.org/officeDocument/2006/relationships/image" Target="../media/image35.png"/><Relationship Id="rId5" Type="http://schemas.openxmlformats.org/officeDocument/2006/relationships/image" Target="../media/image34.png"/><Relationship Id="rId10" Type="http://schemas.openxmlformats.org/officeDocument/2006/relationships/image" Target="../media/image38.png"/><Relationship Id="rId4" Type="http://schemas.openxmlformats.org/officeDocument/2006/relationships/hyperlink" Target="https://www.freepik.com/free-vector/realistic-road-transportation-concept-with-traffic-lights-signboards-construction-warning-signs-illustration_12986386.htm/?utm_source=slidesgo_template&amp;utm_medium=referral-link&amp;utm_campaign=sg_resources&amp;utm_content=freepik" TargetMode="External"/><Relationship Id="rId9" Type="http://schemas.openxmlformats.org/officeDocument/2006/relationships/image" Target="../media/image37.png"/></Relationships>
</file>

<file path=ppt/slides/_rels/slide24.xml.rels><?xml version="1.0" encoding="UTF-8" standalone="yes"?>
<Relationships xmlns="http://schemas.openxmlformats.org/package/2006/relationships"><Relationship Id="rId8" Type="http://schemas.openxmlformats.org/officeDocument/2006/relationships/hyperlink" Target="https://www.freepik.com/free-vector/traffic-signs-lights-pictograms-collection_3886786.htm/?utm_source=slidesgo_template&amp;utm_medium=referral-link&amp;utm_campaign=sg_resources&amp;utm_content=freepik" TargetMode="External"/><Relationship Id="rId13" Type="http://schemas.openxmlformats.org/officeDocument/2006/relationships/hyperlink" Target="https://www.freepik.com/free-vector/pack-nine-car-silhouettes_1080562.htm/?utm_source=slidesgo_template&amp;utm_medium=referral-link&amp;utm_campaign=sg_resources&amp;utm_content=freepik" TargetMode="External"/><Relationship Id="rId18" Type="http://schemas.openxmlformats.org/officeDocument/2006/relationships/hyperlink" Target="https://www.freepik.com/free-photo/bend-right-arrow-line-sign_6984696.htm/?utm_source=slidesgo_template&amp;utm_medium=referral-link&amp;utm_campaign=sg_resources&amp;utm_content=freepik" TargetMode="External"/><Relationship Id="rId3" Type="http://schemas.openxmlformats.org/officeDocument/2006/relationships/hyperlink" Target="https://www.freepik.com/free-vector/push-pull-sign-illustration_40479917.htm/?utm_source=slidesgo_template&amp;utm_medium=referral-link&amp;utm_campaign=sg_resources&amp;utm_content=freepik" TargetMode="External"/><Relationship Id="rId21" Type="http://schemas.openxmlformats.org/officeDocument/2006/relationships/hyperlink" Target="https://www.freepik.com/free-photo/street-sign-ahead-pillar_4783511.htm/?utm_source=slidesgo_template&amp;utm_medium=referral-link&amp;utm_campaign=sg_resources&amp;utm_content=freepik" TargetMode="External"/><Relationship Id="rId7" Type="http://schemas.openxmlformats.org/officeDocument/2006/relationships/hyperlink" Target="https://www.freepik.com/free-vector/traffic-sign-lights-realistic-3d-decorative-icons-set_3925399.htm/?utm_source=slidesgo_template&amp;utm_medium=referral-link&amp;utm_campaign=sg_resources&amp;utm_content=freepik" TargetMode="External"/><Relationship Id="rId12" Type="http://schemas.openxmlformats.org/officeDocument/2006/relationships/hyperlink" Target="https://www.freepik.com/free-vector/road-map-with-pointers-flat-style_2087262.htm/?utm_source=slidesgo_template&amp;utm_medium=referral-link&amp;utm_campaign=sg_resources&amp;utm_content=freepik" TargetMode="External"/><Relationship Id="rId17" Type="http://schemas.openxmlformats.org/officeDocument/2006/relationships/hyperlink" Target="https://www.freepik.com/free-photo/red-light-sign-pedestrian-crossing-city_24238242.htm/?utm_source=slidesgo_template&amp;utm_medium=referral-link&amp;utm_campaign=sg_resources&amp;utm_content=freepik" TargetMode="External"/><Relationship Id="rId2" Type="http://schemas.openxmlformats.org/officeDocument/2006/relationships/notesSlide" Target="../notesSlides/notesSlide24.xml"/><Relationship Id="rId16" Type="http://schemas.openxmlformats.org/officeDocument/2006/relationships/hyperlink" Target="https://www.freepik.com/free-photo/portrait-african-american-model_17625352.htm/?utm_source=slidesgo_template&amp;utm_medium=referral-link&amp;utm_campaign=sg_resources&amp;utm_content=freepik" TargetMode="External"/><Relationship Id="rId20" Type="http://schemas.openxmlformats.org/officeDocument/2006/relationships/hyperlink" Target="https://www.freepik.com/free-photo/medium-shot-happy-girl-posing_10715327.htm/?utm_source=slidesgo_template&amp;utm_medium=referral-link&amp;utm_campaign=sg_resources&amp;utm_content=freepik" TargetMode="External"/><Relationship Id="rId1" Type="http://schemas.openxmlformats.org/officeDocument/2006/relationships/slideLayout" Target="../slideLayouts/slideLayout15.xml"/><Relationship Id="rId6" Type="http://schemas.openxmlformats.org/officeDocument/2006/relationships/hyperlink" Target="https://www.freepik.com/free-vector/traffic-signs-color-transparent-set_5966154.htm/?utm_source=slidesgo_template&amp;utm_medium=referral-link&amp;utm_campaign=sg_resources&amp;utm_content=freepik" TargetMode="External"/><Relationship Id="rId11" Type="http://schemas.openxmlformats.org/officeDocument/2006/relationships/hyperlink" Target="https://www.freepik.com/free-vector/choose-your-way_792682.htm/?utm_source=slidesgo_template&amp;utm_medium=referral-link&amp;utm_campaign=sg_resources&amp;utm_content=freepik" TargetMode="External"/><Relationship Id="rId5" Type="http://schemas.openxmlformats.org/officeDocument/2006/relationships/hyperlink" Target="https://www.freepik.com/free-vector/city-transport-elements-set_9586877.htm/?utm_source=slidesgo_template&amp;utm_medium=referral-link&amp;utm_campaign=sg_resources&amp;utm_content=freepik" TargetMode="External"/><Relationship Id="rId15" Type="http://schemas.openxmlformats.org/officeDocument/2006/relationships/hyperlink" Target="https://www.freepik.com/free-photo/close-up-handsome-man-glasses_6184469.htm/?utm_source=slidesgo_template&amp;utm_medium=referral-link&amp;utm_campaign=sg_resources&amp;utm_content=freepik" TargetMode="External"/><Relationship Id="rId23" Type="http://schemas.openxmlformats.org/officeDocument/2006/relationships/hyperlink" Target="https://www.freepik.com/free-photo/bicycle-warning-sign-modern-square-pedestrian-crossing-road-sign-against-blue-sky_4605227.htm/?utm_source=slidesgo_template&amp;utm_medium=referral-link&amp;utm_campaign=sg_resources&amp;utm_content=freepik" TargetMode="External"/><Relationship Id="rId10" Type="http://schemas.openxmlformats.org/officeDocument/2006/relationships/hyperlink" Target="https://www.freepik.com/free-vector/banners-cities-different-colors_922154.htm/?utm_source=slidesgo_template&amp;utm_medium=referral-link&amp;utm_campaign=sg_resources&amp;utm_content=freepi" TargetMode="External"/><Relationship Id="rId19" Type="http://schemas.openxmlformats.org/officeDocument/2006/relationships/hyperlink" Target="https://www.freepik.com/free-photo/joyful-woman-with-hand-her-pockets_1211408.htm/?utm_source=slidesgo_template&amp;utm_medium=referral-link&amp;utm_campaign=sg_resources&amp;utm_content=freepik" TargetMode="External"/><Relationship Id="rId4" Type="http://schemas.openxmlformats.org/officeDocument/2006/relationships/hyperlink" Target="https://www.freepik.com/free-vector/flat-construction-sign-background_4634725.htm/?utm_source=slidesgo_template&amp;utm_medium=referral-link&amp;utm_campaign=sg_resources&amp;utm_content=freepik" TargetMode="External"/><Relationship Id="rId9" Type="http://schemas.openxmlformats.org/officeDocument/2006/relationships/hyperlink" Target="https://www.freepik.com/free-vector/red-road-signs-realistic-set_5966155.htm/?utm_source=slidesgo_template&amp;utm_medium=referral-link&amp;utm_campaign=sg_resources&amp;utm_content=freepi" TargetMode="External"/><Relationship Id="rId14" Type="http://schemas.openxmlformats.org/officeDocument/2006/relationships/hyperlink" Target="https://www.flaticon.com/packs/traffic-signs-10?word=traffic/?utm_source=slidesgo_template&amp;utm_medium=referral-link&amp;utm_campaign=sg_resources&amp;utm_content=flaticon" TargetMode="External"/><Relationship Id="rId22" Type="http://schemas.openxmlformats.org/officeDocument/2006/relationships/hyperlink" Target="https://www.freepik.com/free-photo/people-driving-cars-city-street_18036801.htm/?utm_source=slidesgo_template&amp;utm_medium=referral-link&amp;utm_campaign=sg_resources&amp;utm_content=freepik" TargetMode="External"/></Relationships>
</file>

<file path=ppt/slides/_rels/slide2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5.xml"/><Relationship Id="rId1" Type="http://schemas.openxmlformats.org/officeDocument/2006/relationships/slideLayout" Target="../slideLayouts/slideLayout26.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1.xml"/></Relationships>
</file>

<file path=ppt/slides/_rels/slide2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6.xml"/><Relationship Id="rId1" Type="http://schemas.openxmlformats.org/officeDocument/2006/relationships/slideLayout" Target="../slideLayouts/slideLayout26.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1.xml"/></Relationships>
</file>

<file path=ppt/slides/_rels/slide27.xml.rels><?xml version="1.0" encoding="UTF-8" standalone="yes"?>
<Relationships xmlns="http://schemas.openxmlformats.org/package/2006/relationships"><Relationship Id="rId3" Type="http://schemas.openxmlformats.org/officeDocument/2006/relationships/hyperlink" Target="https://fonts.google.com/specimen/Lexend" TargetMode="External"/><Relationship Id="rId2" Type="http://schemas.openxmlformats.org/officeDocument/2006/relationships/notesSlide" Target="../notesSlides/notesSlide27.xml"/><Relationship Id="rId1" Type="http://schemas.openxmlformats.org/officeDocument/2006/relationships/slideLayout" Target="../slideLayouts/slideLayout26.xml"/><Relationship Id="rId4" Type="http://schemas.openxmlformats.org/officeDocument/2006/relationships/hyperlink" Target="https://fonts.google.com/specimen/DM+Sans" TargetMode="External"/></Relationships>
</file>

<file path=ppt/slides/_rels/slide28.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43.png"/><Relationship Id="rId2" Type="http://schemas.openxmlformats.org/officeDocument/2006/relationships/notesSlide" Target="../notesSlides/notesSlide28.xml"/><Relationship Id="rId1" Type="http://schemas.openxmlformats.org/officeDocument/2006/relationships/slideLayout" Target="../slideLayouts/slideLayout26.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42.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41.png"/><Relationship Id="rId4" Type="http://schemas.openxmlformats.org/officeDocument/2006/relationships/image" Target="../media/image39.png"/><Relationship Id="rId9" Type="http://schemas.openxmlformats.org/officeDocument/2006/relationships/image" Target="../media/image40.png"/></Relationships>
</file>

<file path=ppt/slides/_rels/slide29.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9.xml"/><Relationship Id="rId1" Type="http://schemas.openxmlformats.org/officeDocument/2006/relationships/slideLayout" Target="../slideLayouts/slideLayout26.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5.xml"/><Relationship Id="rId1" Type="http://schemas.openxmlformats.org/officeDocument/2006/relationships/slideLayout" Target="../slideLayouts/slideLayout26.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5.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6.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6.xml"/></Relationships>
</file>

<file path=ppt/slides/_rels/slide4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2.xml"/><Relationship Id="rId1" Type="http://schemas.openxmlformats.org/officeDocument/2006/relationships/slideLayout" Target="../slideLayouts/slideLayout25.xml"/><Relationship Id="rId4" Type="http://schemas.openxmlformats.org/officeDocument/2006/relationships/image" Target="../media/image4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00"/>
        <p:cNvGrpSpPr/>
        <p:nvPr/>
      </p:nvGrpSpPr>
      <p:grpSpPr>
        <a:xfrm>
          <a:off x="0" y="0"/>
          <a:ext cx="0" cy="0"/>
          <a:chOff x="0" y="0"/>
          <a:chExt cx="0" cy="0"/>
        </a:xfrm>
      </p:grpSpPr>
      <p:grpSp>
        <p:nvGrpSpPr>
          <p:cNvPr id="301" name="Google Shape;301;p29"/>
          <p:cNvGrpSpPr/>
          <p:nvPr/>
        </p:nvGrpSpPr>
        <p:grpSpPr>
          <a:xfrm>
            <a:off x="4556485" y="1280565"/>
            <a:ext cx="4587320" cy="2805295"/>
            <a:chOff x="4556485" y="1280565"/>
            <a:chExt cx="4587320" cy="2805295"/>
          </a:xfrm>
        </p:grpSpPr>
        <p:grpSp>
          <p:nvGrpSpPr>
            <p:cNvPr id="302" name="Google Shape;302;p29"/>
            <p:cNvGrpSpPr/>
            <p:nvPr/>
          </p:nvGrpSpPr>
          <p:grpSpPr>
            <a:xfrm>
              <a:off x="5427861" y="1280565"/>
              <a:ext cx="3715944" cy="1533715"/>
              <a:chOff x="870150" y="1611275"/>
              <a:chExt cx="3479674" cy="1668895"/>
            </a:xfrm>
          </p:grpSpPr>
          <p:sp>
            <p:nvSpPr>
              <p:cNvPr id="303" name="Google Shape;303;p29"/>
              <p:cNvSpPr/>
              <p:nvPr/>
            </p:nvSpPr>
            <p:spPr>
              <a:xfrm>
                <a:off x="870150" y="1611275"/>
                <a:ext cx="1167754" cy="1668894"/>
              </a:xfrm>
              <a:custGeom>
                <a:avLst/>
                <a:gdLst/>
                <a:ahLst/>
                <a:cxnLst/>
                <a:rect l="l" t="t" r="r" b="b"/>
                <a:pathLst>
                  <a:path w="6683" h="9551" extrusionOk="0">
                    <a:moveTo>
                      <a:pt x="3340" y="0"/>
                    </a:moveTo>
                    <a:lnTo>
                      <a:pt x="448" y="1564"/>
                    </a:lnTo>
                    <a:lnTo>
                      <a:pt x="0" y="1564"/>
                    </a:lnTo>
                    <a:lnTo>
                      <a:pt x="0" y="9551"/>
                    </a:lnTo>
                    <a:lnTo>
                      <a:pt x="6683" y="9551"/>
                    </a:lnTo>
                    <a:lnTo>
                      <a:pt x="6683" y="1564"/>
                    </a:lnTo>
                    <a:lnTo>
                      <a:pt x="6232" y="1564"/>
                    </a:lnTo>
                    <a:lnTo>
                      <a:pt x="33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9"/>
              <p:cNvSpPr/>
              <p:nvPr/>
            </p:nvSpPr>
            <p:spPr>
              <a:xfrm>
                <a:off x="3096974" y="1921780"/>
                <a:ext cx="1252850" cy="1358390"/>
              </a:xfrm>
              <a:custGeom>
                <a:avLst/>
                <a:gdLst/>
                <a:ahLst/>
                <a:cxnLst/>
                <a:rect l="l" t="t" r="r" b="b"/>
                <a:pathLst>
                  <a:path w="7170" h="7774" extrusionOk="0">
                    <a:moveTo>
                      <a:pt x="1013" y="0"/>
                    </a:moveTo>
                    <a:cubicBezTo>
                      <a:pt x="935" y="0"/>
                      <a:pt x="878" y="57"/>
                      <a:pt x="878" y="135"/>
                    </a:cubicBezTo>
                    <a:cubicBezTo>
                      <a:pt x="878" y="192"/>
                      <a:pt x="902" y="227"/>
                      <a:pt x="946" y="259"/>
                    </a:cubicBezTo>
                    <a:lnTo>
                      <a:pt x="946" y="1048"/>
                    </a:lnTo>
                    <a:cubicBezTo>
                      <a:pt x="597" y="1283"/>
                      <a:pt x="284" y="1563"/>
                      <a:pt x="1" y="1879"/>
                    </a:cubicBezTo>
                    <a:lnTo>
                      <a:pt x="1" y="7774"/>
                    </a:lnTo>
                    <a:lnTo>
                      <a:pt x="7169" y="7774"/>
                    </a:lnTo>
                    <a:lnTo>
                      <a:pt x="7169" y="1879"/>
                    </a:lnTo>
                    <a:cubicBezTo>
                      <a:pt x="6303" y="878"/>
                      <a:pt x="5020" y="238"/>
                      <a:pt x="3592" y="238"/>
                    </a:cubicBezTo>
                    <a:cubicBezTo>
                      <a:pt x="2668" y="238"/>
                      <a:pt x="1812" y="508"/>
                      <a:pt x="1081" y="956"/>
                    </a:cubicBezTo>
                    <a:lnTo>
                      <a:pt x="1081" y="259"/>
                    </a:lnTo>
                    <a:cubicBezTo>
                      <a:pt x="1127" y="227"/>
                      <a:pt x="1162" y="192"/>
                      <a:pt x="1162" y="135"/>
                    </a:cubicBezTo>
                    <a:cubicBezTo>
                      <a:pt x="1162" y="57"/>
                      <a:pt x="1094" y="0"/>
                      <a:pt x="10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9"/>
              <p:cNvSpPr/>
              <p:nvPr/>
            </p:nvSpPr>
            <p:spPr>
              <a:xfrm>
                <a:off x="2114264" y="1884387"/>
                <a:ext cx="930114" cy="1395783"/>
              </a:xfrm>
              <a:custGeom>
                <a:avLst/>
                <a:gdLst/>
                <a:ahLst/>
                <a:cxnLst/>
                <a:rect l="l" t="t" r="r" b="b"/>
                <a:pathLst>
                  <a:path w="5323" h="7988" extrusionOk="0">
                    <a:moveTo>
                      <a:pt x="2655" y="1"/>
                    </a:moveTo>
                    <a:lnTo>
                      <a:pt x="249" y="1891"/>
                    </a:lnTo>
                    <a:lnTo>
                      <a:pt x="249" y="1926"/>
                    </a:lnTo>
                    <a:lnTo>
                      <a:pt x="0" y="1926"/>
                    </a:lnTo>
                    <a:lnTo>
                      <a:pt x="0" y="2331"/>
                    </a:lnTo>
                    <a:lnTo>
                      <a:pt x="249" y="2331"/>
                    </a:lnTo>
                    <a:lnTo>
                      <a:pt x="249" y="7988"/>
                    </a:lnTo>
                    <a:lnTo>
                      <a:pt x="5074" y="7988"/>
                    </a:lnTo>
                    <a:lnTo>
                      <a:pt x="5074" y="2331"/>
                    </a:lnTo>
                    <a:lnTo>
                      <a:pt x="5322" y="2331"/>
                    </a:lnTo>
                    <a:lnTo>
                      <a:pt x="5322" y="1926"/>
                    </a:lnTo>
                    <a:lnTo>
                      <a:pt x="5074" y="1926"/>
                    </a:lnTo>
                    <a:lnTo>
                      <a:pt x="5074" y="1891"/>
                    </a:lnTo>
                    <a:lnTo>
                      <a:pt x="26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 name="Google Shape;306;p29"/>
            <p:cNvGrpSpPr/>
            <p:nvPr/>
          </p:nvGrpSpPr>
          <p:grpSpPr>
            <a:xfrm>
              <a:off x="7209246" y="2403278"/>
              <a:ext cx="1008536" cy="1621515"/>
              <a:chOff x="1450050" y="2975575"/>
              <a:chExt cx="285850" cy="459600"/>
            </a:xfrm>
          </p:grpSpPr>
          <p:sp>
            <p:nvSpPr>
              <p:cNvPr id="307" name="Google Shape;307;p29"/>
              <p:cNvSpPr/>
              <p:nvPr/>
            </p:nvSpPr>
            <p:spPr>
              <a:xfrm>
                <a:off x="1540925" y="2975575"/>
                <a:ext cx="79600" cy="79625"/>
              </a:xfrm>
              <a:custGeom>
                <a:avLst/>
                <a:gdLst/>
                <a:ahLst/>
                <a:cxnLst/>
                <a:rect l="l" t="t" r="r" b="b"/>
                <a:pathLst>
                  <a:path w="3184" h="3185" extrusionOk="0">
                    <a:moveTo>
                      <a:pt x="1588" y="1"/>
                    </a:moveTo>
                    <a:cubicBezTo>
                      <a:pt x="710" y="1"/>
                      <a:pt x="0" y="722"/>
                      <a:pt x="0" y="1599"/>
                    </a:cubicBezTo>
                    <a:cubicBezTo>
                      <a:pt x="0" y="2477"/>
                      <a:pt x="710" y="3184"/>
                      <a:pt x="1588" y="3184"/>
                    </a:cubicBezTo>
                    <a:cubicBezTo>
                      <a:pt x="2476" y="3184"/>
                      <a:pt x="3184" y="2477"/>
                      <a:pt x="3184" y="1599"/>
                    </a:cubicBezTo>
                    <a:cubicBezTo>
                      <a:pt x="3184" y="722"/>
                      <a:pt x="2476" y="1"/>
                      <a:pt x="15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9"/>
              <p:cNvSpPr/>
              <p:nvPr/>
            </p:nvSpPr>
            <p:spPr>
              <a:xfrm>
                <a:off x="1450050" y="3059600"/>
                <a:ext cx="285850" cy="375575"/>
              </a:xfrm>
              <a:custGeom>
                <a:avLst/>
                <a:gdLst/>
                <a:ahLst/>
                <a:cxnLst/>
                <a:rect l="l" t="t" r="r" b="b"/>
                <a:pathLst>
                  <a:path w="11434" h="15023" extrusionOk="0">
                    <a:moveTo>
                      <a:pt x="6150" y="1"/>
                    </a:moveTo>
                    <a:cubicBezTo>
                      <a:pt x="6129" y="1"/>
                      <a:pt x="6113" y="2"/>
                      <a:pt x="6100" y="4"/>
                    </a:cubicBezTo>
                    <a:cubicBezTo>
                      <a:pt x="6087" y="4"/>
                      <a:pt x="6076" y="4"/>
                      <a:pt x="6065" y="15"/>
                    </a:cubicBezTo>
                    <a:cubicBezTo>
                      <a:pt x="5898" y="82"/>
                      <a:pt x="4086" y="768"/>
                      <a:pt x="3983" y="1184"/>
                    </a:cubicBezTo>
                    <a:cubicBezTo>
                      <a:pt x="3873" y="1635"/>
                      <a:pt x="2982" y="3774"/>
                      <a:pt x="2555" y="4133"/>
                    </a:cubicBezTo>
                    <a:cubicBezTo>
                      <a:pt x="2218" y="4424"/>
                      <a:pt x="1183" y="4999"/>
                      <a:pt x="565" y="5259"/>
                    </a:cubicBezTo>
                    <a:cubicBezTo>
                      <a:pt x="249" y="5326"/>
                      <a:pt x="1" y="5596"/>
                      <a:pt x="1" y="5934"/>
                    </a:cubicBezTo>
                    <a:cubicBezTo>
                      <a:pt x="1" y="6314"/>
                      <a:pt x="317" y="6630"/>
                      <a:pt x="700" y="6630"/>
                    </a:cubicBezTo>
                    <a:cubicBezTo>
                      <a:pt x="835" y="6630"/>
                      <a:pt x="957" y="6584"/>
                      <a:pt x="1059" y="6528"/>
                    </a:cubicBezTo>
                    <a:cubicBezTo>
                      <a:pt x="1621" y="6417"/>
                      <a:pt x="2758" y="5799"/>
                      <a:pt x="3084" y="5550"/>
                    </a:cubicBezTo>
                    <a:cubicBezTo>
                      <a:pt x="3319" y="5380"/>
                      <a:pt x="4513" y="4683"/>
                      <a:pt x="4726" y="4257"/>
                    </a:cubicBezTo>
                    <a:cubicBezTo>
                      <a:pt x="4756" y="4201"/>
                      <a:pt x="4811" y="4175"/>
                      <a:pt x="4866" y="4175"/>
                    </a:cubicBezTo>
                    <a:cubicBezTo>
                      <a:pt x="4934" y="4175"/>
                      <a:pt x="5001" y="4215"/>
                      <a:pt x="5020" y="4289"/>
                    </a:cubicBezTo>
                    <a:cubicBezTo>
                      <a:pt x="5155" y="4964"/>
                      <a:pt x="5031" y="6595"/>
                      <a:pt x="5031" y="6787"/>
                    </a:cubicBezTo>
                    <a:cubicBezTo>
                      <a:pt x="5031" y="7057"/>
                      <a:pt x="3670" y="9093"/>
                      <a:pt x="3198" y="9970"/>
                    </a:cubicBezTo>
                    <a:cubicBezTo>
                      <a:pt x="2871" y="10591"/>
                      <a:pt x="2679" y="13594"/>
                      <a:pt x="2679" y="14290"/>
                    </a:cubicBezTo>
                    <a:cubicBezTo>
                      <a:pt x="2679" y="14315"/>
                      <a:pt x="2690" y="14336"/>
                      <a:pt x="2701" y="14358"/>
                    </a:cubicBezTo>
                    <a:cubicBezTo>
                      <a:pt x="2768" y="14741"/>
                      <a:pt x="3106" y="15022"/>
                      <a:pt x="3500" y="15022"/>
                    </a:cubicBezTo>
                    <a:cubicBezTo>
                      <a:pt x="3951" y="15022"/>
                      <a:pt x="4321" y="14663"/>
                      <a:pt x="4321" y="14201"/>
                    </a:cubicBezTo>
                    <a:lnTo>
                      <a:pt x="4321" y="14169"/>
                    </a:lnTo>
                    <a:cubicBezTo>
                      <a:pt x="4445" y="13345"/>
                      <a:pt x="4704" y="10950"/>
                      <a:pt x="4839" y="10680"/>
                    </a:cubicBezTo>
                    <a:cubicBezTo>
                      <a:pt x="4964" y="10443"/>
                      <a:pt x="6100" y="8620"/>
                      <a:pt x="6481" y="7959"/>
                    </a:cubicBezTo>
                    <a:cubicBezTo>
                      <a:pt x="6511" y="7903"/>
                      <a:pt x="6562" y="7877"/>
                      <a:pt x="6612" y="7877"/>
                    </a:cubicBezTo>
                    <a:cubicBezTo>
                      <a:pt x="6673" y="7877"/>
                      <a:pt x="6733" y="7917"/>
                      <a:pt x="6751" y="7991"/>
                    </a:cubicBezTo>
                    <a:cubicBezTo>
                      <a:pt x="6943" y="8712"/>
                      <a:pt x="7348" y="10286"/>
                      <a:pt x="7394" y="10489"/>
                    </a:cubicBezTo>
                    <a:cubicBezTo>
                      <a:pt x="7450" y="10702"/>
                      <a:pt x="8833" y="13178"/>
                      <a:pt x="9295" y="14034"/>
                    </a:cubicBezTo>
                    <a:cubicBezTo>
                      <a:pt x="9394" y="14371"/>
                      <a:pt x="9710" y="14617"/>
                      <a:pt x="10083" y="14617"/>
                    </a:cubicBezTo>
                    <a:cubicBezTo>
                      <a:pt x="10531" y="14617"/>
                      <a:pt x="10904" y="14247"/>
                      <a:pt x="10904" y="13796"/>
                    </a:cubicBezTo>
                    <a:cubicBezTo>
                      <a:pt x="10904" y="13583"/>
                      <a:pt x="10826" y="13391"/>
                      <a:pt x="10691" y="13246"/>
                    </a:cubicBezTo>
                    <a:cubicBezTo>
                      <a:pt x="10261" y="12311"/>
                      <a:pt x="9014" y="9611"/>
                      <a:pt x="8979" y="9465"/>
                    </a:cubicBezTo>
                    <a:cubicBezTo>
                      <a:pt x="8935" y="9284"/>
                      <a:pt x="8800" y="6382"/>
                      <a:pt x="8800" y="6136"/>
                    </a:cubicBezTo>
                    <a:lnTo>
                      <a:pt x="8800" y="6101"/>
                    </a:lnTo>
                    <a:lnTo>
                      <a:pt x="8147" y="3198"/>
                    </a:lnTo>
                    <a:cubicBezTo>
                      <a:pt x="8131" y="3096"/>
                      <a:pt x="8210" y="3014"/>
                      <a:pt x="8298" y="3014"/>
                    </a:cubicBezTo>
                    <a:cubicBezTo>
                      <a:pt x="8326" y="3014"/>
                      <a:pt x="8355" y="3023"/>
                      <a:pt x="8382" y="3042"/>
                    </a:cubicBezTo>
                    <a:cubicBezTo>
                      <a:pt x="8946" y="3436"/>
                      <a:pt x="9621" y="4044"/>
                      <a:pt x="9621" y="4122"/>
                    </a:cubicBezTo>
                    <a:cubicBezTo>
                      <a:pt x="9621" y="4222"/>
                      <a:pt x="10137" y="5607"/>
                      <a:pt x="10161" y="6123"/>
                    </a:cubicBezTo>
                    <a:cubicBezTo>
                      <a:pt x="10161" y="6158"/>
                      <a:pt x="10172" y="6190"/>
                      <a:pt x="10194" y="6225"/>
                    </a:cubicBezTo>
                    <a:cubicBezTo>
                      <a:pt x="10286" y="6474"/>
                      <a:pt x="10520" y="6641"/>
                      <a:pt x="10790" y="6641"/>
                    </a:cubicBezTo>
                    <a:cubicBezTo>
                      <a:pt x="11117" y="6641"/>
                      <a:pt x="11376" y="6417"/>
                      <a:pt x="11420" y="6101"/>
                    </a:cubicBezTo>
                    <a:cubicBezTo>
                      <a:pt x="11433" y="6090"/>
                      <a:pt x="11433" y="6079"/>
                      <a:pt x="11433" y="6055"/>
                    </a:cubicBezTo>
                    <a:lnTo>
                      <a:pt x="11433" y="6023"/>
                    </a:lnTo>
                    <a:lnTo>
                      <a:pt x="11433" y="6012"/>
                    </a:lnTo>
                    <a:cubicBezTo>
                      <a:pt x="11433" y="5966"/>
                      <a:pt x="11433" y="5934"/>
                      <a:pt x="11420" y="5899"/>
                    </a:cubicBezTo>
                    <a:cubicBezTo>
                      <a:pt x="11320" y="4989"/>
                      <a:pt x="10475" y="2726"/>
                      <a:pt x="10453" y="2648"/>
                    </a:cubicBezTo>
                    <a:cubicBezTo>
                      <a:pt x="10431" y="2569"/>
                      <a:pt x="8001" y="488"/>
                      <a:pt x="7685" y="263"/>
                    </a:cubicBezTo>
                    <a:cubicBezTo>
                      <a:pt x="7675" y="250"/>
                      <a:pt x="7653" y="250"/>
                      <a:pt x="7639" y="250"/>
                    </a:cubicBezTo>
                    <a:cubicBezTo>
                      <a:pt x="7451" y="210"/>
                      <a:pt x="6432" y="1"/>
                      <a:pt x="6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 name="Google Shape;309;p29"/>
            <p:cNvGrpSpPr/>
            <p:nvPr/>
          </p:nvGrpSpPr>
          <p:grpSpPr>
            <a:xfrm>
              <a:off x="4556485" y="2980002"/>
              <a:ext cx="2387878" cy="1105859"/>
              <a:chOff x="920150" y="2576575"/>
              <a:chExt cx="316225" cy="146450"/>
            </a:xfrm>
          </p:grpSpPr>
          <p:sp>
            <p:nvSpPr>
              <p:cNvPr id="310" name="Google Shape;310;p29"/>
              <p:cNvSpPr/>
              <p:nvPr/>
            </p:nvSpPr>
            <p:spPr>
              <a:xfrm>
                <a:off x="945475" y="2673500"/>
                <a:ext cx="34050" cy="34050"/>
              </a:xfrm>
              <a:custGeom>
                <a:avLst/>
                <a:gdLst/>
                <a:ahLst/>
                <a:cxnLst/>
                <a:rect l="l" t="t" r="r" b="b"/>
                <a:pathLst>
                  <a:path w="1362" h="1362" extrusionOk="0">
                    <a:moveTo>
                      <a:pt x="686" y="1"/>
                    </a:moveTo>
                    <a:cubicBezTo>
                      <a:pt x="306" y="1"/>
                      <a:pt x="0" y="303"/>
                      <a:pt x="0" y="676"/>
                    </a:cubicBezTo>
                    <a:cubicBezTo>
                      <a:pt x="0" y="1046"/>
                      <a:pt x="306" y="1362"/>
                      <a:pt x="686" y="1362"/>
                    </a:cubicBezTo>
                    <a:cubicBezTo>
                      <a:pt x="1059" y="1362"/>
                      <a:pt x="1361" y="1046"/>
                      <a:pt x="1361" y="676"/>
                    </a:cubicBezTo>
                    <a:cubicBezTo>
                      <a:pt x="1361" y="303"/>
                      <a:pt x="1059" y="1"/>
                      <a:pt x="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9"/>
              <p:cNvSpPr/>
              <p:nvPr/>
            </p:nvSpPr>
            <p:spPr>
              <a:xfrm>
                <a:off x="929750" y="2657775"/>
                <a:ext cx="65575" cy="65250"/>
              </a:xfrm>
              <a:custGeom>
                <a:avLst/>
                <a:gdLst/>
                <a:ahLst/>
                <a:cxnLst/>
                <a:rect l="l" t="t" r="r" b="b"/>
                <a:pathLst>
                  <a:path w="2623" h="2610" extrusionOk="0">
                    <a:moveTo>
                      <a:pt x="1315" y="338"/>
                    </a:moveTo>
                    <a:cubicBezTo>
                      <a:pt x="1845" y="338"/>
                      <a:pt x="2285" y="765"/>
                      <a:pt x="2285" y="1305"/>
                    </a:cubicBezTo>
                    <a:cubicBezTo>
                      <a:pt x="2285" y="1845"/>
                      <a:pt x="1845" y="2272"/>
                      <a:pt x="1315" y="2272"/>
                    </a:cubicBezTo>
                    <a:cubicBezTo>
                      <a:pt x="775" y="2272"/>
                      <a:pt x="338" y="1845"/>
                      <a:pt x="338" y="1305"/>
                    </a:cubicBezTo>
                    <a:cubicBezTo>
                      <a:pt x="338" y="765"/>
                      <a:pt x="775" y="338"/>
                      <a:pt x="1315" y="338"/>
                    </a:cubicBezTo>
                    <a:close/>
                    <a:moveTo>
                      <a:pt x="1315" y="1"/>
                    </a:moveTo>
                    <a:cubicBezTo>
                      <a:pt x="597" y="1"/>
                      <a:pt x="0" y="584"/>
                      <a:pt x="0" y="1305"/>
                    </a:cubicBezTo>
                    <a:cubicBezTo>
                      <a:pt x="0" y="2026"/>
                      <a:pt x="597" y="2609"/>
                      <a:pt x="1315" y="2609"/>
                    </a:cubicBezTo>
                    <a:cubicBezTo>
                      <a:pt x="2036" y="2609"/>
                      <a:pt x="2622" y="2026"/>
                      <a:pt x="2622" y="1305"/>
                    </a:cubicBezTo>
                    <a:cubicBezTo>
                      <a:pt x="2622" y="584"/>
                      <a:pt x="2036" y="1"/>
                      <a:pt x="13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9"/>
              <p:cNvSpPr/>
              <p:nvPr/>
            </p:nvSpPr>
            <p:spPr>
              <a:xfrm>
                <a:off x="1153325" y="2673500"/>
                <a:ext cx="34100" cy="34050"/>
              </a:xfrm>
              <a:custGeom>
                <a:avLst/>
                <a:gdLst/>
                <a:ahLst/>
                <a:cxnLst/>
                <a:rect l="l" t="t" r="r" b="b"/>
                <a:pathLst>
                  <a:path w="1364" h="1362" extrusionOk="0">
                    <a:moveTo>
                      <a:pt x="689" y="1"/>
                    </a:moveTo>
                    <a:cubicBezTo>
                      <a:pt x="305" y="1"/>
                      <a:pt x="0" y="303"/>
                      <a:pt x="0" y="676"/>
                    </a:cubicBezTo>
                    <a:cubicBezTo>
                      <a:pt x="0" y="1046"/>
                      <a:pt x="305" y="1362"/>
                      <a:pt x="689" y="1362"/>
                    </a:cubicBezTo>
                    <a:cubicBezTo>
                      <a:pt x="1059" y="1362"/>
                      <a:pt x="1364" y="1046"/>
                      <a:pt x="1364" y="676"/>
                    </a:cubicBezTo>
                    <a:cubicBezTo>
                      <a:pt x="1364" y="303"/>
                      <a:pt x="1059" y="1"/>
                      <a:pt x="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9"/>
              <p:cNvSpPr/>
              <p:nvPr/>
            </p:nvSpPr>
            <p:spPr>
              <a:xfrm>
                <a:off x="1137575" y="2657775"/>
                <a:ext cx="65575" cy="65250"/>
              </a:xfrm>
              <a:custGeom>
                <a:avLst/>
                <a:gdLst/>
                <a:ahLst/>
                <a:cxnLst/>
                <a:rect l="l" t="t" r="r" b="b"/>
                <a:pathLst>
                  <a:path w="2623" h="2610" extrusionOk="0">
                    <a:moveTo>
                      <a:pt x="1319" y="338"/>
                    </a:moveTo>
                    <a:cubicBezTo>
                      <a:pt x="1845" y="338"/>
                      <a:pt x="2285" y="765"/>
                      <a:pt x="2285" y="1305"/>
                    </a:cubicBezTo>
                    <a:cubicBezTo>
                      <a:pt x="2285" y="1845"/>
                      <a:pt x="1845" y="2272"/>
                      <a:pt x="1319" y="2272"/>
                    </a:cubicBezTo>
                    <a:cubicBezTo>
                      <a:pt x="779" y="2272"/>
                      <a:pt x="338" y="1845"/>
                      <a:pt x="338" y="1305"/>
                    </a:cubicBezTo>
                    <a:cubicBezTo>
                      <a:pt x="338" y="765"/>
                      <a:pt x="779" y="338"/>
                      <a:pt x="1319" y="338"/>
                    </a:cubicBezTo>
                    <a:close/>
                    <a:moveTo>
                      <a:pt x="1319" y="1"/>
                    </a:moveTo>
                    <a:cubicBezTo>
                      <a:pt x="587" y="1"/>
                      <a:pt x="1" y="584"/>
                      <a:pt x="1" y="1305"/>
                    </a:cubicBezTo>
                    <a:cubicBezTo>
                      <a:pt x="1" y="2026"/>
                      <a:pt x="587" y="2609"/>
                      <a:pt x="1319" y="2609"/>
                    </a:cubicBezTo>
                    <a:cubicBezTo>
                      <a:pt x="2037" y="2609"/>
                      <a:pt x="2623" y="2026"/>
                      <a:pt x="2623" y="1305"/>
                    </a:cubicBezTo>
                    <a:cubicBezTo>
                      <a:pt x="2623" y="584"/>
                      <a:pt x="2037" y="1"/>
                      <a:pt x="1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9"/>
              <p:cNvSpPr/>
              <p:nvPr/>
            </p:nvSpPr>
            <p:spPr>
              <a:xfrm>
                <a:off x="920150" y="2576575"/>
                <a:ext cx="316225" cy="117750"/>
              </a:xfrm>
              <a:custGeom>
                <a:avLst/>
                <a:gdLst/>
                <a:ahLst/>
                <a:cxnLst/>
                <a:rect l="l" t="t" r="r" b="b"/>
                <a:pathLst>
                  <a:path w="12649" h="4710" extrusionOk="0">
                    <a:moveTo>
                      <a:pt x="2207" y="581"/>
                    </a:moveTo>
                    <a:lnTo>
                      <a:pt x="2207" y="2101"/>
                    </a:lnTo>
                    <a:lnTo>
                      <a:pt x="1070" y="2101"/>
                    </a:lnTo>
                    <a:cubicBezTo>
                      <a:pt x="1070" y="2101"/>
                      <a:pt x="1262" y="1313"/>
                      <a:pt x="1688" y="829"/>
                    </a:cubicBezTo>
                    <a:cubicBezTo>
                      <a:pt x="1780" y="716"/>
                      <a:pt x="1958" y="649"/>
                      <a:pt x="2207" y="581"/>
                    </a:cubicBezTo>
                    <a:close/>
                    <a:moveTo>
                      <a:pt x="3973" y="444"/>
                    </a:moveTo>
                    <a:cubicBezTo>
                      <a:pt x="4273" y="444"/>
                      <a:pt x="4575" y="452"/>
                      <a:pt x="4861" y="468"/>
                    </a:cubicBezTo>
                    <a:lnTo>
                      <a:pt x="4861" y="2101"/>
                    </a:lnTo>
                    <a:lnTo>
                      <a:pt x="2488" y="2101"/>
                    </a:lnTo>
                    <a:lnTo>
                      <a:pt x="2488" y="535"/>
                    </a:lnTo>
                    <a:cubicBezTo>
                      <a:pt x="2907" y="471"/>
                      <a:pt x="3436" y="444"/>
                      <a:pt x="3973" y="444"/>
                    </a:cubicBezTo>
                    <a:close/>
                    <a:moveTo>
                      <a:pt x="5199" y="492"/>
                    </a:moveTo>
                    <a:cubicBezTo>
                      <a:pt x="5479" y="503"/>
                      <a:pt x="5739" y="524"/>
                      <a:pt x="5952" y="549"/>
                    </a:cubicBezTo>
                    <a:cubicBezTo>
                      <a:pt x="7181" y="694"/>
                      <a:pt x="8801" y="2101"/>
                      <a:pt x="8801" y="2101"/>
                    </a:cubicBezTo>
                    <a:lnTo>
                      <a:pt x="5199" y="2101"/>
                    </a:lnTo>
                    <a:lnTo>
                      <a:pt x="5199" y="492"/>
                    </a:lnTo>
                    <a:close/>
                    <a:moveTo>
                      <a:pt x="10229" y="2279"/>
                    </a:moveTo>
                    <a:lnTo>
                      <a:pt x="10229" y="2279"/>
                    </a:lnTo>
                    <a:cubicBezTo>
                      <a:pt x="10229" y="2279"/>
                      <a:pt x="10869" y="2382"/>
                      <a:pt x="11320" y="2809"/>
                    </a:cubicBezTo>
                    <a:cubicBezTo>
                      <a:pt x="11320" y="2809"/>
                      <a:pt x="11104" y="2877"/>
                      <a:pt x="10864" y="2877"/>
                    </a:cubicBezTo>
                    <a:cubicBezTo>
                      <a:pt x="10563" y="2877"/>
                      <a:pt x="10223" y="2769"/>
                      <a:pt x="10229" y="2279"/>
                    </a:cubicBezTo>
                    <a:close/>
                    <a:moveTo>
                      <a:pt x="4174" y="0"/>
                    </a:moveTo>
                    <a:cubicBezTo>
                      <a:pt x="3265" y="0"/>
                      <a:pt x="2302" y="77"/>
                      <a:pt x="1699" y="289"/>
                    </a:cubicBezTo>
                    <a:cubicBezTo>
                      <a:pt x="552" y="684"/>
                      <a:pt x="484" y="2730"/>
                      <a:pt x="484" y="2730"/>
                    </a:cubicBezTo>
                    <a:lnTo>
                      <a:pt x="1" y="3079"/>
                    </a:lnTo>
                    <a:lnTo>
                      <a:pt x="1" y="4709"/>
                    </a:lnTo>
                    <a:lnTo>
                      <a:pt x="239" y="4709"/>
                    </a:lnTo>
                    <a:cubicBezTo>
                      <a:pt x="239" y="4709"/>
                      <a:pt x="1" y="3079"/>
                      <a:pt x="1699" y="3079"/>
                    </a:cubicBezTo>
                    <a:cubicBezTo>
                      <a:pt x="3400" y="3079"/>
                      <a:pt x="3230" y="4709"/>
                      <a:pt x="3230" y="4709"/>
                    </a:cubicBezTo>
                    <a:lnTo>
                      <a:pt x="8531" y="4709"/>
                    </a:lnTo>
                    <a:cubicBezTo>
                      <a:pt x="8531" y="4709"/>
                      <a:pt x="8350" y="3057"/>
                      <a:pt x="10016" y="3057"/>
                    </a:cubicBezTo>
                    <a:cubicBezTo>
                      <a:pt x="11679" y="3057"/>
                      <a:pt x="11476" y="4709"/>
                      <a:pt x="11476" y="4709"/>
                    </a:cubicBezTo>
                    <a:lnTo>
                      <a:pt x="11973" y="4709"/>
                    </a:lnTo>
                    <a:cubicBezTo>
                      <a:pt x="12648" y="2844"/>
                      <a:pt x="10577" y="2034"/>
                      <a:pt x="9959" y="1953"/>
                    </a:cubicBezTo>
                    <a:cubicBezTo>
                      <a:pt x="9341" y="1885"/>
                      <a:pt x="7113" y="300"/>
                      <a:pt x="6200" y="144"/>
                    </a:cubicBezTo>
                    <a:cubicBezTo>
                      <a:pt x="5773" y="63"/>
                      <a:pt x="4996" y="0"/>
                      <a:pt x="4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15" name="Google Shape;315;p29"/>
          <p:cNvSpPr/>
          <p:nvPr/>
        </p:nvSpPr>
        <p:spPr>
          <a:xfrm>
            <a:off x="2900485" y="3524587"/>
            <a:ext cx="31577" cy="16725"/>
          </a:xfrm>
          <a:custGeom>
            <a:avLst/>
            <a:gdLst/>
            <a:ahLst/>
            <a:cxnLst/>
            <a:rect l="l" t="t" r="r" b="b"/>
            <a:pathLst>
              <a:path w="236" h="125" extrusionOk="0">
                <a:moveTo>
                  <a:pt x="0" y="0"/>
                </a:moveTo>
                <a:lnTo>
                  <a:pt x="0" y="11"/>
                </a:lnTo>
                <a:cubicBezTo>
                  <a:pt x="0" y="68"/>
                  <a:pt x="57" y="124"/>
                  <a:pt x="125" y="124"/>
                </a:cubicBezTo>
                <a:cubicBezTo>
                  <a:pt x="192" y="124"/>
                  <a:pt x="235" y="68"/>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9"/>
          <p:cNvSpPr txBox="1">
            <a:spLocks noGrp="1"/>
          </p:cNvSpPr>
          <p:nvPr>
            <p:ph type="ctrTitle"/>
          </p:nvPr>
        </p:nvSpPr>
        <p:spPr>
          <a:xfrm>
            <a:off x="677019" y="1073199"/>
            <a:ext cx="4731000" cy="2233800"/>
          </a:xfrm>
          <a:prstGeom prst="rect">
            <a:avLst/>
          </a:prstGeom>
        </p:spPr>
        <p:txBody>
          <a:bodyPr spcFirstLastPara="1" wrap="square" lIns="91425" tIns="91425" rIns="91425" bIns="91425" anchor="b" anchorCtr="0">
            <a:noAutofit/>
          </a:bodyPr>
          <a:lstStyle/>
          <a:p>
            <a:br>
              <a:rPr lang="en-IN" sz="1600" dirty="0"/>
            </a:br>
            <a:r>
              <a:rPr lang="en-IN" sz="1600" dirty="0"/>
              <a:t>SMART TRAFFIC</a:t>
            </a:r>
            <a:br>
              <a:rPr lang="en-IN" sz="1600" dirty="0"/>
            </a:br>
            <a:r>
              <a:rPr lang="en-IN" sz="1600" dirty="0"/>
              <a:t>MANAGEMENT SYSTEM</a:t>
            </a:r>
            <a:br>
              <a:rPr lang="en-IN" sz="1600" dirty="0"/>
            </a:br>
            <a:br>
              <a:rPr lang="en-IN" sz="1600" dirty="0"/>
            </a:br>
            <a:r>
              <a:rPr lang="en-IN" sz="1600" dirty="0"/>
              <a:t>Group No. 04</a:t>
            </a:r>
            <a:br>
              <a:rPr lang="en-IN" sz="1600" dirty="0"/>
            </a:br>
            <a:r>
              <a:rPr lang="en-IN" sz="1600" dirty="0"/>
              <a:t>Stage 2: Design &amp; Planning</a:t>
            </a:r>
            <a:br>
              <a:rPr lang="en-IN" sz="1600" dirty="0"/>
            </a:br>
            <a:br>
              <a:rPr lang="en-IN" sz="1600" dirty="0"/>
            </a:br>
            <a:r>
              <a:rPr lang="en-IN" sz="1600" dirty="0"/>
              <a:t>Team Members:</a:t>
            </a:r>
            <a:br>
              <a:rPr lang="en-IN" sz="1600" dirty="0"/>
            </a:br>
            <a:r>
              <a:rPr lang="en-IN" sz="1600" dirty="0"/>
              <a:t> </a:t>
            </a:r>
          </a:p>
        </p:txBody>
      </p:sp>
      <p:sp>
        <p:nvSpPr>
          <p:cNvPr id="317" name="Google Shape;317;p29"/>
          <p:cNvSpPr txBox="1">
            <a:spLocks noGrp="1"/>
          </p:cNvSpPr>
          <p:nvPr>
            <p:ph type="subTitle" idx="1"/>
          </p:nvPr>
        </p:nvSpPr>
        <p:spPr>
          <a:xfrm>
            <a:off x="715100" y="3676350"/>
            <a:ext cx="4731000" cy="409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 is where your presentation begins</a:t>
            </a:r>
            <a:endParaRPr/>
          </a:p>
        </p:txBody>
      </p:sp>
      <p:grpSp>
        <p:nvGrpSpPr>
          <p:cNvPr id="318" name="Google Shape;318;p29"/>
          <p:cNvGrpSpPr/>
          <p:nvPr/>
        </p:nvGrpSpPr>
        <p:grpSpPr>
          <a:xfrm>
            <a:off x="5594925" y="802631"/>
            <a:ext cx="3093950" cy="3761157"/>
            <a:chOff x="5594925" y="802631"/>
            <a:chExt cx="3093950" cy="3761157"/>
          </a:xfrm>
        </p:grpSpPr>
        <p:pic>
          <p:nvPicPr>
            <p:cNvPr id="319" name="Google Shape;319;p29"/>
            <p:cNvPicPr preferRelativeResize="0"/>
            <p:nvPr/>
          </p:nvPicPr>
          <p:blipFill>
            <a:blip r:embed="rId3">
              <a:alphaModFix/>
            </a:blip>
            <a:stretch>
              <a:fillRect/>
            </a:stretch>
          </p:blipFill>
          <p:spPr>
            <a:xfrm>
              <a:off x="7904701" y="3317027"/>
              <a:ext cx="784174" cy="737299"/>
            </a:xfrm>
            <a:prstGeom prst="rect">
              <a:avLst/>
            </a:prstGeom>
            <a:noFill/>
            <a:ln>
              <a:noFill/>
            </a:ln>
          </p:spPr>
        </p:pic>
        <p:pic>
          <p:nvPicPr>
            <p:cNvPr id="320" name="Google Shape;320;p29"/>
            <p:cNvPicPr preferRelativeResize="0"/>
            <p:nvPr/>
          </p:nvPicPr>
          <p:blipFill>
            <a:blip r:embed="rId4">
              <a:alphaModFix/>
            </a:blip>
            <a:stretch>
              <a:fillRect/>
            </a:stretch>
          </p:blipFill>
          <p:spPr>
            <a:xfrm>
              <a:off x="5594925" y="1684485"/>
              <a:ext cx="893075" cy="2543852"/>
            </a:xfrm>
            <a:prstGeom prst="rect">
              <a:avLst/>
            </a:prstGeom>
            <a:noFill/>
            <a:ln>
              <a:noFill/>
            </a:ln>
          </p:spPr>
        </p:pic>
        <p:pic>
          <p:nvPicPr>
            <p:cNvPr id="321" name="Google Shape;321;p29"/>
            <p:cNvPicPr preferRelativeResize="0"/>
            <p:nvPr/>
          </p:nvPicPr>
          <p:blipFill>
            <a:blip r:embed="rId5">
              <a:alphaModFix/>
            </a:blip>
            <a:stretch>
              <a:fillRect/>
            </a:stretch>
          </p:blipFill>
          <p:spPr>
            <a:xfrm>
              <a:off x="6709613" y="802631"/>
              <a:ext cx="784175" cy="3761157"/>
            </a:xfrm>
            <a:prstGeom prst="rect">
              <a:avLst/>
            </a:prstGeom>
            <a:noFill/>
            <a:ln>
              <a:noFill/>
            </a:ln>
          </p:spPr>
        </p:pic>
      </p:grpSp>
      <p:grpSp>
        <p:nvGrpSpPr>
          <p:cNvPr id="2" name="Google Shape;956;p49">
            <a:extLst>
              <a:ext uri="{FF2B5EF4-FFF2-40B4-BE49-F238E27FC236}">
                <a16:creationId xmlns:a16="http://schemas.microsoft.com/office/drawing/2014/main" id="{F351AC6C-58CF-5E85-431E-A9D00B5D6095}"/>
              </a:ext>
            </a:extLst>
          </p:cNvPr>
          <p:cNvGrpSpPr/>
          <p:nvPr/>
        </p:nvGrpSpPr>
        <p:grpSpPr>
          <a:xfrm>
            <a:off x="342512" y="1471598"/>
            <a:ext cx="372791" cy="309666"/>
            <a:chOff x="1520997" y="2661516"/>
            <a:chExt cx="372791" cy="309666"/>
          </a:xfrm>
        </p:grpSpPr>
        <p:sp>
          <p:nvSpPr>
            <p:cNvPr id="3" name="Google Shape;957;p49">
              <a:extLst>
                <a:ext uri="{FF2B5EF4-FFF2-40B4-BE49-F238E27FC236}">
                  <a16:creationId xmlns:a16="http://schemas.microsoft.com/office/drawing/2014/main" id="{3AA3873C-A603-87DF-D058-13624B8CD338}"/>
                </a:ext>
              </a:extLst>
            </p:cNvPr>
            <p:cNvSpPr/>
            <p:nvPr/>
          </p:nvSpPr>
          <p:spPr>
            <a:xfrm>
              <a:off x="1520997" y="2661516"/>
              <a:ext cx="372791" cy="309666"/>
            </a:xfrm>
            <a:custGeom>
              <a:avLst/>
              <a:gdLst/>
              <a:ahLst/>
              <a:cxnLst/>
              <a:rect l="l" t="t" r="r" b="b"/>
              <a:pathLst>
                <a:path w="13825" h="11484" extrusionOk="0">
                  <a:moveTo>
                    <a:pt x="6914" y="0"/>
                  </a:moveTo>
                  <a:cubicBezTo>
                    <a:pt x="6647" y="0"/>
                    <a:pt x="6382" y="129"/>
                    <a:pt x="6230" y="388"/>
                  </a:cubicBezTo>
                  <a:lnTo>
                    <a:pt x="317" y="10280"/>
                  </a:lnTo>
                  <a:cubicBezTo>
                    <a:pt x="0" y="10808"/>
                    <a:pt x="384" y="11484"/>
                    <a:pt x="1014" y="11484"/>
                  </a:cubicBezTo>
                  <a:lnTo>
                    <a:pt x="12821" y="11484"/>
                  </a:lnTo>
                  <a:cubicBezTo>
                    <a:pt x="13441" y="11484"/>
                    <a:pt x="13825" y="10808"/>
                    <a:pt x="13508" y="10280"/>
                  </a:cubicBezTo>
                  <a:lnTo>
                    <a:pt x="7606" y="388"/>
                  </a:lnTo>
                  <a:cubicBezTo>
                    <a:pt x="7448" y="129"/>
                    <a:pt x="7180" y="0"/>
                    <a:pt x="6914"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 name="Google Shape;958;p49">
              <a:extLst>
                <a:ext uri="{FF2B5EF4-FFF2-40B4-BE49-F238E27FC236}">
                  <a16:creationId xmlns:a16="http://schemas.microsoft.com/office/drawing/2014/main" id="{CF739289-2745-C76D-36DE-0102CAF7AC90}"/>
                </a:ext>
              </a:extLst>
            </p:cNvPr>
            <p:cNvSpPr/>
            <p:nvPr/>
          </p:nvSpPr>
          <p:spPr>
            <a:xfrm>
              <a:off x="1596661" y="2739013"/>
              <a:ext cx="221733" cy="184198"/>
            </a:xfrm>
            <a:custGeom>
              <a:avLst/>
              <a:gdLst/>
              <a:ahLst/>
              <a:cxnLst/>
              <a:rect l="l" t="t" r="r" b="b"/>
              <a:pathLst>
                <a:path w="8223" h="6831" extrusionOk="0">
                  <a:moveTo>
                    <a:pt x="4110" y="1"/>
                  </a:moveTo>
                  <a:cubicBezTo>
                    <a:pt x="3951" y="1"/>
                    <a:pt x="3790" y="77"/>
                    <a:pt x="3694" y="228"/>
                  </a:cubicBezTo>
                  <a:lnTo>
                    <a:pt x="179" y="6109"/>
                  </a:lnTo>
                  <a:cubicBezTo>
                    <a:pt x="1" y="6425"/>
                    <a:pt x="225" y="6831"/>
                    <a:pt x="596" y="6831"/>
                  </a:cubicBezTo>
                  <a:lnTo>
                    <a:pt x="7625" y="6831"/>
                  </a:lnTo>
                  <a:cubicBezTo>
                    <a:pt x="7988" y="6831"/>
                    <a:pt x="8223" y="6425"/>
                    <a:pt x="8031" y="6109"/>
                  </a:cubicBezTo>
                  <a:lnTo>
                    <a:pt x="4516" y="228"/>
                  </a:lnTo>
                  <a:cubicBezTo>
                    <a:pt x="4427" y="77"/>
                    <a:pt x="4269" y="1"/>
                    <a:pt x="4110"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 name="Google Shape;959;p49">
              <a:extLst>
                <a:ext uri="{FF2B5EF4-FFF2-40B4-BE49-F238E27FC236}">
                  <a16:creationId xmlns:a16="http://schemas.microsoft.com/office/drawing/2014/main" id="{361FAD56-B49D-9AEF-6483-C9C479F91986}"/>
                </a:ext>
              </a:extLst>
            </p:cNvPr>
            <p:cNvSpPr/>
            <p:nvPr/>
          </p:nvSpPr>
          <p:spPr>
            <a:xfrm>
              <a:off x="1624596" y="2865803"/>
              <a:ext cx="165889" cy="41310"/>
            </a:xfrm>
            <a:custGeom>
              <a:avLst/>
              <a:gdLst/>
              <a:ahLst/>
              <a:cxnLst/>
              <a:rect l="l" t="t" r="r" b="b"/>
              <a:pathLst>
                <a:path w="6152" h="1532" extrusionOk="0">
                  <a:moveTo>
                    <a:pt x="3074" y="1"/>
                  </a:moveTo>
                  <a:cubicBezTo>
                    <a:pt x="2231" y="1"/>
                    <a:pt x="1520" y="393"/>
                    <a:pt x="1317" y="923"/>
                  </a:cubicBezTo>
                  <a:lnTo>
                    <a:pt x="292" y="923"/>
                  </a:lnTo>
                  <a:cubicBezTo>
                    <a:pt x="125" y="923"/>
                    <a:pt x="0" y="1058"/>
                    <a:pt x="0" y="1228"/>
                  </a:cubicBezTo>
                  <a:cubicBezTo>
                    <a:pt x="0" y="1396"/>
                    <a:pt x="125" y="1531"/>
                    <a:pt x="292" y="1531"/>
                  </a:cubicBezTo>
                  <a:lnTo>
                    <a:pt x="5846" y="1531"/>
                  </a:lnTo>
                  <a:cubicBezTo>
                    <a:pt x="6016" y="1531"/>
                    <a:pt x="6151" y="1396"/>
                    <a:pt x="6151" y="1228"/>
                  </a:cubicBezTo>
                  <a:cubicBezTo>
                    <a:pt x="6151" y="1058"/>
                    <a:pt x="6016" y="923"/>
                    <a:pt x="5846" y="923"/>
                  </a:cubicBezTo>
                  <a:lnTo>
                    <a:pt x="4821" y="923"/>
                  </a:lnTo>
                  <a:cubicBezTo>
                    <a:pt x="4618" y="393"/>
                    <a:pt x="3910" y="1"/>
                    <a:pt x="3074"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960;p49">
              <a:extLst>
                <a:ext uri="{FF2B5EF4-FFF2-40B4-BE49-F238E27FC236}">
                  <a16:creationId xmlns:a16="http://schemas.microsoft.com/office/drawing/2014/main" id="{A0885BCD-9C31-1B8E-388E-2B59E7F30959}"/>
                </a:ext>
              </a:extLst>
            </p:cNvPr>
            <p:cNvSpPr/>
            <p:nvPr/>
          </p:nvSpPr>
          <p:spPr>
            <a:xfrm>
              <a:off x="1666797" y="2866396"/>
              <a:ext cx="123688" cy="40717"/>
            </a:xfrm>
            <a:custGeom>
              <a:avLst/>
              <a:gdLst/>
              <a:ahLst/>
              <a:cxnLst/>
              <a:rect l="l" t="t" r="r" b="b"/>
              <a:pathLst>
                <a:path w="4587" h="1510" extrusionOk="0">
                  <a:moveTo>
                    <a:pt x="1509" y="0"/>
                  </a:moveTo>
                  <a:cubicBezTo>
                    <a:pt x="880" y="0"/>
                    <a:pt x="317" y="214"/>
                    <a:pt x="1" y="541"/>
                  </a:cubicBezTo>
                  <a:cubicBezTo>
                    <a:pt x="282" y="417"/>
                    <a:pt x="631" y="338"/>
                    <a:pt x="1004" y="338"/>
                  </a:cubicBezTo>
                  <a:cubicBezTo>
                    <a:pt x="1769" y="338"/>
                    <a:pt x="2423" y="665"/>
                    <a:pt x="2683" y="1114"/>
                  </a:cubicBezTo>
                  <a:cubicBezTo>
                    <a:pt x="2740" y="1195"/>
                    <a:pt x="2829" y="1239"/>
                    <a:pt x="2918" y="1239"/>
                  </a:cubicBezTo>
                  <a:lnTo>
                    <a:pt x="3775" y="1239"/>
                  </a:lnTo>
                  <a:cubicBezTo>
                    <a:pt x="3864" y="1239"/>
                    <a:pt x="3943" y="1285"/>
                    <a:pt x="4000" y="1341"/>
                  </a:cubicBezTo>
                  <a:cubicBezTo>
                    <a:pt x="4046" y="1385"/>
                    <a:pt x="4067" y="1441"/>
                    <a:pt x="4078" y="1509"/>
                  </a:cubicBezTo>
                  <a:lnTo>
                    <a:pt x="4281" y="1509"/>
                  </a:lnTo>
                  <a:cubicBezTo>
                    <a:pt x="4451" y="1509"/>
                    <a:pt x="4586" y="1374"/>
                    <a:pt x="4586" y="1206"/>
                  </a:cubicBezTo>
                  <a:cubicBezTo>
                    <a:pt x="4586" y="1128"/>
                    <a:pt x="4551" y="1047"/>
                    <a:pt x="4497" y="993"/>
                  </a:cubicBezTo>
                  <a:cubicBezTo>
                    <a:pt x="4440" y="936"/>
                    <a:pt x="4373" y="901"/>
                    <a:pt x="4281" y="901"/>
                  </a:cubicBezTo>
                  <a:lnTo>
                    <a:pt x="3256" y="901"/>
                  </a:lnTo>
                  <a:cubicBezTo>
                    <a:pt x="3053" y="384"/>
                    <a:pt x="2345" y="0"/>
                    <a:pt x="1509"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25"/>
        <p:cNvGrpSpPr/>
        <p:nvPr/>
      </p:nvGrpSpPr>
      <p:grpSpPr>
        <a:xfrm>
          <a:off x="0" y="0"/>
          <a:ext cx="0" cy="0"/>
          <a:chOff x="0" y="0"/>
          <a:chExt cx="0" cy="0"/>
        </a:xfrm>
      </p:grpSpPr>
      <p:sp>
        <p:nvSpPr>
          <p:cNvPr id="326" name="Google Shape;326;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Contents of this template</a:t>
            </a:r>
            <a:endParaRPr/>
          </a:p>
        </p:txBody>
      </p:sp>
      <p:sp>
        <p:nvSpPr>
          <p:cNvPr id="327" name="Google Shape;327;p30"/>
          <p:cNvSpPr txBox="1">
            <a:spLocks noGrp="1"/>
          </p:cNvSpPr>
          <p:nvPr>
            <p:ph type="body" idx="1"/>
          </p:nvPr>
        </p:nvSpPr>
        <p:spPr>
          <a:xfrm>
            <a:off x="720000" y="1178013"/>
            <a:ext cx="7704000" cy="385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delete this slide when you’re done editing the presentation</a:t>
            </a:r>
            <a:endParaRPr/>
          </a:p>
        </p:txBody>
      </p:sp>
      <p:sp>
        <p:nvSpPr>
          <p:cNvPr id="328" name="Google Shape;328;p30"/>
          <p:cNvSpPr txBox="1"/>
          <p:nvPr/>
        </p:nvSpPr>
        <p:spPr>
          <a:xfrm>
            <a:off x="716625" y="3886375"/>
            <a:ext cx="2144100" cy="461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chemeClr val="dk1"/>
                </a:solidFill>
                <a:latin typeface="DM Sans"/>
                <a:ea typeface="DM Sans"/>
                <a:cs typeface="DM Sans"/>
                <a:sym typeface="DM Sans"/>
              </a:rPr>
              <a:t>For more info:</a:t>
            </a:r>
            <a:br>
              <a:rPr lang="en" sz="800">
                <a:solidFill>
                  <a:schemeClr val="dk1"/>
                </a:solidFill>
                <a:latin typeface="DM Sans"/>
                <a:ea typeface="DM Sans"/>
                <a:cs typeface="DM Sans"/>
                <a:sym typeface="DM Sans"/>
              </a:rPr>
            </a:br>
            <a:r>
              <a:rPr lang="en" sz="1000" b="1" u="sng">
                <a:solidFill>
                  <a:schemeClr val="dk1"/>
                </a:solidFill>
                <a:latin typeface="DM Sans"/>
                <a:ea typeface="DM Sans"/>
                <a:cs typeface="DM Sans"/>
                <a:sym typeface="DM Sans"/>
                <a:hlinkClick r:id="rId3">
                  <a:extLst>
                    <a:ext uri="{A12FA001-AC4F-418D-AE19-62706E023703}">
                      <ahyp:hlinkClr xmlns:ahyp="http://schemas.microsoft.com/office/drawing/2018/hyperlinkcolor" val="tx"/>
                    </a:ext>
                  </a:extLst>
                </a:hlinkClick>
              </a:rPr>
              <a:t>Slidesgo</a:t>
            </a:r>
            <a:r>
              <a:rPr lang="en" sz="1000">
                <a:solidFill>
                  <a:schemeClr val="dk1"/>
                </a:solidFill>
                <a:uFill>
                  <a:noFill/>
                </a:uFill>
                <a:latin typeface="DM Sans"/>
                <a:ea typeface="DM Sans"/>
                <a:cs typeface="DM Sans"/>
                <a:sym typeface="DM Sans"/>
                <a:hlinkClick r:id="rId3">
                  <a:extLst>
                    <a:ext uri="{A12FA001-AC4F-418D-AE19-62706E023703}">
                      <ahyp:hlinkClr xmlns:ahyp="http://schemas.microsoft.com/office/drawing/2018/hyperlinkcolor" val="tx"/>
                    </a:ext>
                  </a:extLst>
                </a:hlinkClick>
              </a:rPr>
              <a:t> </a:t>
            </a:r>
            <a:r>
              <a:rPr lang="en" sz="1000">
                <a:solidFill>
                  <a:schemeClr val="dk1"/>
                </a:solidFill>
                <a:latin typeface="DM Sans"/>
                <a:ea typeface="DM Sans"/>
                <a:cs typeface="DM Sans"/>
                <a:sym typeface="DM Sans"/>
              </a:rPr>
              <a:t>| </a:t>
            </a:r>
            <a:r>
              <a:rPr lang="en" sz="1000" b="1" u="sng">
                <a:solidFill>
                  <a:schemeClr val="dk1"/>
                </a:solidFill>
                <a:latin typeface="DM Sans"/>
                <a:ea typeface="DM Sans"/>
                <a:cs typeface="DM Sans"/>
                <a:sym typeface="DM Sans"/>
                <a:hlinkClick r:id="rId4">
                  <a:extLst>
                    <a:ext uri="{A12FA001-AC4F-418D-AE19-62706E023703}">
                      <ahyp:hlinkClr xmlns:ahyp="http://schemas.microsoft.com/office/drawing/2018/hyperlinkcolor" val="tx"/>
                    </a:ext>
                  </a:extLst>
                </a:hlinkClick>
              </a:rPr>
              <a:t>Blog</a:t>
            </a:r>
            <a:r>
              <a:rPr lang="en" sz="1000">
                <a:solidFill>
                  <a:schemeClr val="dk1"/>
                </a:solidFill>
                <a:latin typeface="DM Sans"/>
                <a:ea typeface="DM Sans"/>
                <a:cs typeface="DM Sans"/>
                <a:sym typeface="DM Sans"/>
              </a:rPr>
              <a:t> |</a:t>
            </a:r>
            <a:r>
              <a:rPr lang="en" sz="1000" b="1">
                <a:solidFill>
                  <a:schemeClr val="dk1"/>
                </a:solidFill>
                <a:latin typeface="DM Sans"/>
                <a:ea typeface="DM Sans"/>
                <a:cs typeface="DM Sans"/>
                <a:sym typeface="DM Sans"/>
              </a:rPr>
              <a:t> </a:t>
            </a:r>
            <a:r>
              <a:rPr lang="en" sz="1000" b="1" u="sng">
                <a:solidFill>
                  <a:schemeClr val="dk1"/>
                </a:solidFill>
                <a:latin typeface="DM Sans"/>
                <a:ea typeface="DM Sans"/>
                <a:cs typeface="DM Sans"/>
                <a:sym typeface="DM Sans"/>
                <a:hlinkClick r:id="rId5">
                  <a:extLst>
                    <a:ext uri="{A12FA001-AC4F-418D-AE19-62706E023703}">
                      <ahyp:hlinkClr xmlns:ahyp="http://schemas.microsoft.com/office/drawing/2018/hyperlinkcolor" val="tx"/>
                    </a:ext>
                  </a:extLst>
                </a:hlinkClick>
              </a:rPr>
              <a:t>Faq</a:t>
            </a:r>
            <a:r>
              <a:rPr lang="en" sz="1000" b="1" u="sng">
                <a:solidFill>
                  <a:schemeClr val="dk1"/>
                </a:solidFill>
                <a:latin typeface="DM Sans"/>
                <a:ea typeface="DM Sans"/>
                <a:cs typeface="DM Sans"/>
                <a:sym typeface="DM Sans"/>
              </a:rPr>
              <a:t>s</a:t>
            </a:r>
            <a:endParaRPr sz="1000" b="1" u="sng">
              <a:solidFill>
                <a:schemeClr val="dk1"/>
              </a:solidFill>
              <a:latin typeface="DM Sans"/>
              <a:ea typeface="DM Sans"/>
              <a:cs typeface="DM Sans"/>
              <a:sym typeface="DM Sans"/>
            </a:endParaRPr>
          </a:p>
        </p:txBody>
      </p:sp>
      <p:sp>
        <p:nvSpPr>
          <p:cNvPr id="329" name="Google Shape;329;p30"/>
          <p:cNvSpPr txBox="1"/>
          <p:nvPr/>
        </p:nvSpPr>
        <p:spPr>
          <a:xfrm>
            <a:off x="2898400" y="3886375"/>
            <a:ext cx="5530500" cy="461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chemeClr val="dk1"/>
                </a:solidFill>
                <a:latin typeface="DM Sans"/>
                <a:ea typeface="DM Sans"/>
                <a:cs typeface="DM Sans"/>
                <a:sym typeface="DM Sans"/>
              </a:rPr>
              <a:t>You can visit our sister projects:</a:t>
            </a:r>
            <a:br>
              <a:rPr lang="en" sz="1000">
                <a:solidFill>
                  <a:schemeClr val="dk1"/>
                </a:solidFill>
                <a:latin typeface="DM Sans"/>
                <a:ea typeface="DM Sans"/>
                <a:cs typeface="DM Sans"/>
                <a:sym typeface="DM Sans"/>
              </a:rPr>
            </a:br>
            <a:r>
              <a:rPr lang="en" sz="1000" b="1" u="sng">
                <a:solidFill>
                  <a:schemeClr val="dk1"/>
                </a:solidFill>
                <a:latin typeface="DM Sans"/>
                <a:ea typeface="DM Sans"/>
                <a:cs typeface="DM Sans"/>
                <a:sym typeface="DM Sans"/>
                <a:hlinkClick r:id="rId6">
                  <a:extLst>
                    <a:ext uri="{A12FA001-AC4F-418D-AE19-62706E023703}">
                      <ahyp:hlinkClr xmlns:ahyp="http://schemas.microsoft.com/office/drawing/2018/hyperlinkcolor" val="tx"/>
                    </a:ext>
                  </a:extLst>
                </a:hlinkClick>
              </a:rPr>
              <a:t>Freepik</a:t>
            </a:r>
            <a:r>
              <a:rPr lang="en" sz="1000" b="1">
                <a:solidFill>
                  <a:schemeClr val="dk1"/>
                </a:solidFill>
                <a:latin typeface="DM Sans"/>
                <a:ea typeface="DM Sans"/>
                <a:cs typeface="DM Sans"/>
                <a:sym typeface="DM Sans"/>
              </a:rPr>
              <a:t> </a:t>
            </a:r>
            <a:r>
              <a:rPr lang="en" sz="1000">
                <a:solidFill>
                  <a:schemeClr val="dk1"/>
                </a:solidFill>
                <a:latin typeface="DM Sans"/>
                <a:ea typeface="DM Sans"/>
                <a:cs typeface="DM Sans"/>
                <a:sym typeface="DM Sans"/>
              </a:rPr>
              <a:t>| </a:t>
            </a:r>
            <a:r>
              <a:rPr lang="en" sz="1000" b="1" u="sng">
                <a:solidFill>
                  <a:schemeClr val="dk1"/>
                </a:solidFill>
                <a:latin typeface="DM Sans"/>
                <a:ea typeface="DM Sans"/>
                <a:cs typeface="DM Sans"/>
                <a:sym typeface="DM Sans"/>
                <a:hlinkClick r:id="rId7">
                  <a:extLst>
                    <a:ext uri="{A12FA001-AC4F-418D-AE19-62706E023703}">
                      <ahyp:hlinkClr xmlns:ahyp="http://schemas.microsoft.com/office/drawing/2018/hyperlinkcolor" val="tx"/>
                    </a:ext>
                  </a:extLst>
                </a:hlinkClick>
              </a:rPr>
              <a:t>Flaticon</a:t>
            </a:r>
            <a:r>
              <a:rPr lang="en" sz="1000" u="sng">
                <a:solidFill>
                  <a:schemeClr val="dk1"/>
                </a:solidFill>
                <a:latin typeface="DM Sans"/>
                <a:ea typeface="DM Sans"/>
                <a:cs typeface="DM Sans"/>
                <a:sym typeface="DM Sans"/>
              </a:rPr>
              <a:t> </a:t>
            </a:r>
            <a:r>
              <a:rPr lang="en" sz="1000">
                <a:solidFill>
                  <a:schemeClr val="dk1"/>
                </a:solidFill>
                <a:latin typeface="DM Sans"/>
                <a:ea typeface="DM Sans"/>
                <a:cs typeface="DM Sans"/>
                <a:sym typeface="DM Sans"/>
              </a:rPr>
              <a:t>| </a:t>
            </a:r>
            <a:r>
              <a:rPr lang="en" sz="1000" b="1" u="sng">
                <a:solidFill>
                  <a:schemeClr val="dk1"/>
                </a:solidFill>
                <a:latin typeface="DM Sans"/>
                <a:ea typeface="DM Sans"/>
                <a:cs typeface="DM Sans"/>
                <a:sym typeface="DM Sans"/>
                <a:hlinkClick r:id="rId8">
                  <a:extLst>
                    <a:ext uri="{A12FA001-AC4F-418D-AE19-62706E023703}">
                      <ahyp:hlinkClr xmlns:ahyp="http://schemas.microsoft.com/office/drawing/2018/hyperlinkcolor" val="tx"/>
                    </a:ext>
                  </a:extLst>
                </a:hlinkClick>
              </a:rPr>
              <a:t>Storyset</a:t>
            </a:r>
            <a:r>
              <a:rPr lang="en" sz="1000">
                <a:solidFill>
                  <a:schemeClr val="dk1"/>
                </a:solidFill>
                <a:latin typeface="DM Sans"/>
                <a:ea typeface="DM Sans"/>
                <a:cs typeface="DM Sans"/>
                <a:sym typeface="DM Sans"/>
              </a:rPr>
              <a:t> | </a:t>
            </a:r>
            <a:r>
              <a:rPr lang="en" sz="1000" b="1" u="sng">
                <a:solidFill>
                  <a:schemeClr val="dk1"/>
                </a:solidFill>
                <a:latin typeface="DM Sans"/>
                <a:ea typeface="DM Sans"/>
                <a:cs typeface="DM Sans"/>
                <a:sym typeface="DM Sans"/>
                <a:hlinkClick r:id="rId9">
                  <a:extLst>
                    <a:ext uri="{A12FA001-AC4F-418D-AE19-62706E023703}">
                      <ahyp:hlinkClr xmlns:ahyp="http://schemas.microsoft.com/office/drawing/2018/hyperlinkcolor" val="tx"/>
                    </a:ext>
                  </a:extLst>
                </a:hlinkClick>
              </a:rPr>
              <a:t>Wepik</a:t>
            </a:r>
            <a:r>
              <a:rPr lang="en" sz="1000">
                <a:solidFill>
                  <a:schemeClr val="dk1"/>
                </a:solidFill>
                <a:uFill>
                  <a:noFill/>
                </a:uFill>
                <a:latin typeface="DM Sans"/>
                <a:ea typeface="DM Sans"/>
                <a:cs typeface="DM Sans"/>
                <a:sym typeface="DM Sans"/>
                <a:hlinkClick r:id="rId9">
                  <a:extLst>
                    <a:ext uri="{A12FA001-AC4F-418D-AE19-62706E023703}">
                      <ahyp:hlinkClr xmlns:ahyp="http://schemas.microsoft.com/office/drawing/2018/hyperlinkcolor" val="tx"/>
                    </a:ext>
                  </a:extLst>
                </a:hlinkClick>
              </a:rPr>
              <a:t> </a:t>
            </a:r>
            <a:r>
              <a:rPr lang="en" sz="1000">
                <a:solidFill>
                  <a:schemeClr val="dk1"/>
                </a:solidFill>
                <a:latin typeface="DM Sans"/>
                <a:ea typeface="DM Sans"/>
                <a:cs typeface="DM Sans"/>
                <a:sym typeface="DM Sans"/>
              </a:rPr>
              <a:t>| </a:t>
            </a:r>
            <a:r>
              <a:rPr lang="en" sz="1000" b="1" u="sng">
                <a:solidFill>
                  <a:schemeClr val="dk1"/>
                </a:solidFill>
                <a:latin typeface="DM Sans"/>
                <a:ea typeface="DM Sans"/>
                <a:cs typeface="DM Sans"/>
                <a:sym typeface="DM Sans"/>
                <a:hlinkClick r:id="rId10">
                  <a:extLst>
                    <a:ext uri="{A12FA001-AC4F-418D-AE19-62706E023703}">
                      <ahyp:hlinkClr xmlns:ahyp="http://schemas.microsoft.com/office/drawing/2018/hyperlinkcolor" val="tx"/>
                    </a:ext>
                  </a:extLst>
                </a:hlinkClick>
              </a:rPr>
              <a:t>Videvo</a:t>
            </a:r>
            <a:endParaRPr sz="1000" b="1" u="sng">
              <a:solidFill>
                <a:schemeClr val="dk1"/>
              </a:solidFill>
              <a:latin typeface="DM Sans"/>
              <a:ea typeface="DM Sans"/>
              <a:cs typeface="DM Sans"/>
              <a:sym typeface="DM Sans"/>
            </a:endParaRPr>
          </a:p>
        </p:txBody>
      </p:sp>
      <p:graphicFrame>
        <p:nvGraphicFramePr>
          <p:cNvPr id="330" name="Google Shape;330;p30"/>
          <p:cNvGraphicFramePr/>
          <p:nvPr/>
        </p:nvGraphicFramePr>
        <p:xfrm>
          <a:off x="715100" y="1645347"/>
          <a:ext cx="7557550" cy="2093825"/>
        </p:xfrm>
        <a:graphic>
          <a:graphicData uri="http://schemas.openxmlformats.org/drawingml/2006/table">
            <a:tbl>
              <a:tblPr>
                <a:noFill/>
                <a:tableStyleId>{DCB763DE-65B5-4D63-BB31-BC02D93AD25C}</a:tableStyleId>
              </a:tblPr>
              <a:tblGrid>
                <a:gridCol w="2298825">
                  <a:extLst>
                    <a:ext uri="{9D8B030D-6E8A-4147-A177-3AD203B41FA5}">
                      <a16:colId xmlns:a16="http://schemas.microsoft.com/office/drawing/2014/main" val="20000"/>
                    </a:ext>
                  </a:extLst>
                </a:gridCol>
                <a:gridCol w="5258725">
                  <a:extLst>
                    <a:ext uri="{9D8B030D-6E8A-4147-A177-3AD203B41FA5}">
                      <a16:colId xmlns:a16="http://schemas.microsoft.com/office/drawing/2014/main" val="20001"/>
                    </a:ext>
                  </a:extLst>
                </a:gridCol>
              </a:tblGrid>
              <a:tr h="347825">
                <a:tc>
                  <a:txBody>
                    <a:bodyPr/>
                    <a:lstStyle/>
                    <a:p>
                      <a:pPr marL="0" lvl="0" indent="0" algn="l" rtl="0">
                        <a:spcBef>
                          <a:spcPts val="0"/>
                        </a:spcBef>
                        <a:spcAft>
                          <a:spcPts val="0"/>
                        </a:spcAft>
                        <a:buNone/>
                      </a:pPr>
                      <a:r>
                        <a:rPr lang="en" sz="1000" b="1" u="sng">
                          <a:solidFill>
                            <a:schemeClr val="accent6"/>
                          </a:solidFill>
                          <a:latin typeface="Lexend"/>
                          <a:ea typeface="Lexend"/>
                          <a:cs typeface="Lexend"/>
                          <a:sym typeface="Lexend"/>
                          <a:hlinkClick r:id="rId11" action="ppaction://hlinksldjump">
                            <a:extLst>
                              <a:ext uri="{A12FA001-AC4F-418D-AE19-62706E023703}">
                                <ahyp:hlinkClr xmlns:ahyp="http://schemas.microsoft.com/office/drawing/2018/hyperlinkcolor" val="tx"/>
                              </a:ext>
                            </a:extLst>
                          </a:hlinkClick>
                        </a:rPr>
                        <a:t>Fonts</a:t>
                      </a:r>
                      <a:endParaRPr sz="1000" b="1" u="sng">
                        <a:solidFill>
                          <a:schemeClr val="accent6"/>
                        </a:solidFill>
                        <a:latin typeface="Lexend"/>
                        <a:ea typeface="Lexend"/>
                        <a:cs typeface="Lexend"/>
                        <a:sym typeface="Lexen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1600"/>
                        </a:spcAft>
                        <a:buNone/>
                      </a:pPr>
                      <a:r>
                        <a:rPr lang="en" sz="1000">
                          <a:solidFill>
                            <a:schemeClr val="dk1"/>
                          </a:solidFill>
                          <a:latin typeface="DM Sans"/>
                          <a:ea typeface="DM Sans"/>
                          <a:cs typeface="DM Sans"/>
                          <a:sym typeface="DM Sans"/>
                        </a:rPr>
                        <a:t>To view this template correctly in PowerPoint, download and install the fonts we used</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49200">
                <a:tc>
                  <a:txBody>
                    <a:bodyPr/>
                    <a:lstStyle/>
                    <a:p>
                      <a:pPr marL="0" lvl="0" indent="0" algn="l" rtl="0">
                        <a:spcBef>
                          <a:spcPts val="0"/>
                        </a:spcBef>
                        <a:spcAft>
                          <a:spcPts val="0"/>
                        </a:spcAft>
                        <a:buNone/>
                      </a:pPr>
                      <a:r>
                        <a:rPr lang="en" sz="1000" b="1" u="sng">
                          <a:solidFill>
                            <a:schemeClr val="accent6"/>
                          </a:solidFill>
                          <a:latin typeface="Lexend"/>
                          <a:ea typeface="Lexend"/>
                          <a:cs typeface="Lexend"/>
                          <a:sym typeface="Lexend"/>
                          <a:hlinkClick r:id="rId12" action="ppaction://hlinksldjump">
                            <a:extLst>
                              <a:ext uri="{A12FA001-AC4F-418D-AE19-62706E023703}">
                                <ahyp:hlinkClr xmlns:ahyp="http://schemas.microsoft.com/office/drawing/2018/hyperlinkcolor" val="tx"/>
                              </a:ext>
                            </a:extLst>
                          </a:hlinkClick>
                        </a:rPr>
                        <a:t>Used </a:t>
                      </a:r>
                      <a:r>
                        <a:rPr lang="en" sz="1000" b="1">
                          <a:solidFill>
                            <a:schemeClr val="accent6"/>
                          </a:solidFill>
                          <a:latin typeface="Lexend"/>
                          <a:ea typeface="Lexend"/>
                          <a:cs typeface="Lexend"/>
                          <a:sym typeface="Lexend"/>
                        </a:rPr>
                        <a:t>and </a:t>
                      </a:r>
                      <a:r>
                        <a:rPr lang="en" sz="1000" b="1" u="sng">
                          <a:solidFill>
                            <a:schemeClr val="accent6"/>
                          </a:solidFill>
                          <a:latin typeface="Lexend"/>
                          <a:ea typeface="Lexend"/>
                          <a:cs typeface="Lexend"/>
                          <a:sym typeface="Lexend"/>
                          <a:hlinkClick r:id="rId13" action="ppaction://hlinksldjump">
                            <a:extLst>
                              <a:ext uri="{A12FA001-AC4F-418D-AE19-62706E023703}">
                                <ahyp:hlinkClr xmlns:ahyp="http://schemas.microsoft.com/office/drawing/2018/hyperlinkcolor" val="tx"/>
                              </a:ext>
                            </a:extLst>
                          </a:hlinkClick>
                        </a:rPr>
                        <a:t>alternative resources</a:t>
                      </a:r>
                      <a:endParaRPr sz="1000" b="1" u="sng">
                        <a:solidFill>
                          <a:schemeClr val="accent6"/>
                        </a:solidFill>
                        <a:latin typeface="Lexend"/>
                        <a:ea typeface="Lexend"/>
                        <a:cs typeface="Lexend"/>
                        <a:sym typeface="Lexen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l" rtl="0">
                        <a:lnSpc>
                          <a:spcPct val="100000"/>
                        </a:lnSpc>
                        <a:spcBef>
                          <a:spcPts val="0"/>
                        </a:spcBef>
                        <a:spcAft>
                          <a:spcPts val="1600"/>
                        </a:spcAft>
                        <a:buNone/>
                      </a:pPr>
                      <a:r>
                        <a:rPr lang="en" sz="1000">
                          <a:solidFill>
                            <a:schemeClr val="dk1"/>
                          </a:solidFill>
                          <a:latin typeface="DM Sans"/>
                          <a:ea typeface="DM Sans"/>
                          <a:cs typeface="DM Sans"/>
                          <a:sym typeface="DM Sans"/>
                        </a:rPr>
                        <a:t>An assortment of graphic resources that are suitable for use in this presentation</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49200">
                <a:tc>
                  <a:txBody>
                    <a:bodyPr/>
                    <a:lstStyle/>
                    <a:p>
                      <a:pPr marL="0" lvl="0" indent="0" algn="l" rtl="0">
                        <a:spcBef>
                          <a:spcPts val="0"/>
                        </a:spcBef>
                        <a:spcAft>
                          <a:spcPts val="0"/>
                        </a:spcAft>
                        <a:buNone/>
                      </a:pPr>
                      <a:r>
                        <a:rPr lang="en" sz="1000" b="1" u="sng">
                          <a:solidFill>
                            <a:schemeClr val="accent6"/>
                          </a:solidFill>
                          <a:latin typeface="Lexend"/>
                          <a:ea typeface="Lexend"/>
                          <a:cs typeface="Lexend"/>
                          <a:sym typeface="Lexend"/>
                          <a:hlinkClick r:id="rId14" action="ppaction://hlinksldjump">
                            <a:extLst>
                              <a:ext uri="{A12FA001-AC4F-418D-AE19-62706E023703}">
                                <ahyp:hlinkClr xmlns:ahyp="http://schemas.microsoft.com/office/drawing/2018/hyperlinkcolor" val="tx"/>
                              </a:ext>
                            </a:extLst>
                          </a:hlinkClick>
                        </a:rPr>
                        <a:t>Thanks</a:t>
                      </a:r>
                      <a:r>
                        <a:rPr lang="en" sz="1000" b="1" u="sng">
                          <a:solidFill>
                            <a:schemeClr val="accent6"/>
                          </a:solidFill>
                          <a:latin typeface="Lexend"/>
                          <a:ea typeface="Lexend"/>
                          <a:cs typeface="Lexend"/>
                          <a:sym typeface="Lexend"/>
                        </a:rPr>
                        <a:t> slide</a:t>
                      </a:r>
                      <a:endParaRPr sz="1000" b="1" u="sng">
                        <a:solidFill>
                          <a:schemeClr val="accent6"/>
                        </a:solidFill>
                        <a:latin typeface="Lexend"/>
                        <a:ea typeface="Lexend"/>
                        <a:cs typeface="Lexend"/>
                        <a:sym typeface="Lexen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1600"/>
                        </a:spcAft>
                        <a:buNone/>
                      </a:pPr>
                      <a:r>
                        <a:rPr lang="en" sz="1000">
                          <a:solidFill>
                            <a:schemeClr val="dk1"/>
                          </a:solidFill>
                          <a:latin typeface="DM Sans"/>
                          <a:ea typeface="DM Sans"/>
                          <a:cs typeface="DM Sans"/>
                          <a:sym typeface="DM Sans"/>
                        </a:rPr>
                        <a:t>You must keep it so that proper credits for our design are given</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49200">
                <a:tc>
                  <a:txBody>
                    <a:bodyPr/>
                    <a:lstStyle/>
                    <a:p>
                      <a:pPr marL="0" lvl="0" indent="0" algn="l" rtl="0">
                        <a:spcBef>
                          <a:spcPts val="0"/>
                        </a:spcBef>
                        <a:spcAft>
                          <a:spcPts val="0"/>
                        </a:spcAft>
                        <a:buNone/>
                      </a:pPr>
                      <a:r>
                        <a:rPr lang="en" sz="1000" b="1" u="sng">
                          <a:solidFill>
                            <a:schemeClr val="accent6"/>
                          </a:solidFill>
                          <a:latin typeface="Lexend"/>
                          <a:ea typeface="Lexend"/>
                          <a:cs typeface="Lexend"/>
                          <a:sym typeface="Lexend"/>
                          <a:hlinkClick r:id="rId11" action="ppaction://hlinksldjump">
                            <a:extLst>
                              <a:ext uri="{A12FA001-AC4F-418D-AE19-62706E023703}">
                                <ahyp:hlinkClr xmlns:ahyp="http://schemas.microsoft.com/office/drawing/2018/hyperlinkcolor" val="tx"/>
                              </a:ext>
                            </a:extLst>
                          </a:hlinkClick>
                        </a:rPr>
                        <a:t>Colors</a:t>
                      </a:r>
                      <a:endParaRPr sz="1000" b="1" u="sng">
                        <a:solidFill>
                          <a:schemeClr val="accent6"/>
                        </a:solidFill>
                        <a:latin typeface="Lexend"/>
                        <a:ea typeface="Lexend"/>
                        <a:cs typeface="Lexend"/>
                        <a:sym typeface="Lexen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1600"/>
                        </a:spcAft>
                        <a:buNone/>
                      </a:pPr>
                      <a:r>
                        <a:rPr lang="en" sz="1000">
                          <a:solidFill>
                            <a:schemeClr val="dk1"/>
                          </a:solidFill>
                          <a:latin typeface="DM Sans"/>
                          <a:ea typeface="DM Sans"/>
                          <a:cs typeface="DM Sans"/>
                          <a:sym typeface="DM Sans"/>
                        </a:rPr>
                        <a:t>All the colors used in this presentation</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49200">
                <a:tc>
                  <a:txBody>
                    <a:bodyPr/>
                    <a:lstStyle/>
                    <a:p>
                      <a:pPr marL="0" lvl="0" indent="0" algn="l" rtl="0">
                        <a:spcBef>
                          <a:spcPts val="0"/>
                        </a:spcBef>
                        <a:spcAft>
                          <a:spcPts val="0"/>
                        </a:spcAft>
                        <a:buNone/>
                      </a:pPr>
                      <a:r>
                        <a:rPr lang="en" sz="1000" b="1" u="sng">
                          <a:solidFill>
                            <a:schemeClr val="accent6"/>
                          </a:solidFill>
                          <a:latin typeface="Lexend"/>
                          <a:ea typeface="Lexend"/>
                          <a:cs typeface="Lexend"/>
                          <a:sym typeface="Lexend"/>
                          <a:hlinkClick r:id="rId15" action="ppaction://hlinksldjump">
                            <a:extLst>
                              <a:ext uri="{A12FA001-AC4F-418D-AE19-62706E023703}">
                                <ahyp:hlinkClr xmlns:ahyp="http://schemas.microsoft.com/office/drawing/2018/hyperlinkcolor" val="tx"/>
                              </a:ext>
                            </a:extLst>
                          </a:hlinkClick>
                        </a:rPr>
                        <a:t>Icons</a:t>
                      </a:r>
                      <a:r>
                        <a:rPr lang="en" sz="1000" b="1">
                          <a:solidFill>
                            <a:schemeClr val="accent6"/>
                          </a:solidFill>
                          <a:latin typeface="Lexend"/>
                          <a:ea typeface="Lexend"/>
                          <a:cs typeface="Lexend"/>
                          <a:sym typeface="Lexend"/>
                        </a:rPr>
                        <a:t> and </a:t>
                      </a:r>
                      <a:r>
                        <a:rPr lang="en" sz="1000" b="1" u="sng">
                          <a:solidFill>
                            <a:schemeClr val="accent6"/>
                          </a:solidFill>
                          <a:latin typeface="Lexend"/>
                          <a:ea typeface="Lexend"/>
                          <a:cs typeface="Lexend"/>
                          <a:sym typeface="Lexend"/>
                          <a:hlinkClick r:id="rId16" action="ppaction://hlinksldjump">
                            <a:extLst>
                              <a:ext uri="{A12FA001-AC4F-418D-AE19-62706E023703}">
                                <ahyp:hlinkClr xmlns:ahyp="http://schemas.microsoft.com/office/drawing/2018/hyperlinkcolor" val="tx"/>
                              </a:ext>
                            </a:extLst>
                          </a:hlinkClick>
                        </a:rPr>
                        <a:t>infographic resources</a:t>
                      </a:r>
                      <a:endParaRPr sz="1000" b="1" u="sng">
                        <a:solidFill>
                          <a:schemeClr val="accent6"/>
                        </a:solidFill>
                        <a:latin typeface="Lexend"/>
                        <a:ea typeface="Lexend"/>
                        <a:cs typeface="Lexend"/>
                        <a:sym typeface="Lexen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These can be used in the template, and their size and color can be edited</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49200">
                <a:tc>
                  <a:txBody>
                    <a:bodyPr/>
                    <a:lstStyle/>
                    <a:p>
                      <a:pPr marL="0" lvl="0" indent="0" algn="l" rtl="0">
                        <a:spcBef>
                          <a:spcPts val="0"/>
                        </a:spcBef>
                        <a:spcAft>
                          <a:spcPts val="0"/>
                        </a:spcAft>
                        <a:buNone/>
                      </a:pPr>
                      <a:r>
                        <a:rPr lang="en" sz="1000" b="1">
                          <a:solidFill>
                            <a:schemeClr val="accent6"/>
                          </a:solidFill>
                          <a:latin typeface="Lexend"/>
                          <a:ea typeface="Lexend"/>
                          <a:cs typeface="Lexend"/>
                          <a:sym typeface="Lexend"/>
                        </a:rPr>
                        <a:t>Editable presentation theme </a:t>
                      </a:r>
                      <a:endParaRPr sz="1000" b="1">
                        <a:solidFill>
                          <a:schemeClr val="accent6"/>
                        </a:solidFill>
                        <a:latin typeface="Lexend"/>
                        <a:ea typeface="Lexend"/>
                        <a:cs typeface="Lexend"/>
                        <a:sym typeface="Lexen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1600"/>
                        </a:spcAft>
                        <a:buNone/>
                      </a:pPr>
                      <a:r>
                        <a:rPr lang="en" sz="1000">
                          <a:solidFill>
                            <a:schemeClr val="dk1"/>
                          </a:solidFill>
                          <a:latin typeface="DM Sans"/>
                          <a:ea typeface="DM Sans"/>
                          <a:cs typeface="DM Sans"/>
                          <a:sym typeface="DM Sans"/>
                        </a:rPr>
                        <a:t>You can edit the master slides easily. For more info, click</a:t>
                      </a:r>
                      <a:r>
                        <a:rPr lang="en" sz="1000">
                          <a:solidFill>
                            <a:schemeClr val="dk1"/>
                          </a:solidFill>
                          <a:latin typeface="DM Sans Light"/>
                          <a:ea typeface="DM Sans Light"/>
                          <a:cs typeface="DM Sans Light"/>
                          <a:sym typeface="DM Sans Light"/>
                        </a:rPr>
                        <a:t> </a:t>
                      </a:r>
                      <a:r>
                        <a:rPr lang="en" sz="1000" b="1" u="sng">
                          <a:solidFill>
                            <a:schemeClr val="dk1"/>
                          </a:solidFill>
                          <a:latin typeface="DM Sans"/>
                          <a:ea typeface="DM Sans"/>
                          <a:cs typeface="DM Sans"/>
                          <a:sym typeface="DM Sans"/>
                          <a:hlinkClick r:id="rId17">
                            <a:extLst>
                              <a:ext uri="{A12FA001-AC4F-418D-AE19-62706E023703}">
                                <ahyp:hlinkClr xmlns:ahyp="http://schemas.microsoft.com/office/drawing/2018/hyperlinkcolor" val="tx"/>
                              </a:ext>
                            </a:extLst>
                          </a:hlinkClick>
                        </a:rPr>
                        <a:t>here</a:t>
                      </a:r>
                      <a:endParaRPr sz="1000" b="1" u="sng">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34"/>
        <p:cNvGrpSpPr/>
        <p:nvPr/>
      </p:nvGrpSpPr>
      <p:grpSpPr>
        <a:xfrm>
          <a:off x="0" y="0"/>
          <a:ext cx="0" cy="0"/>
          <a:chOff x="0" y="0"/>
          <a:chExt cx="0" cy="0"/>
        </a:xfrm>
      </p:grpSpPr>
      <p:sp>
        <p:nvSpPr>
          <p:cNvPr id="335" name="Google Shape;335;p3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contents</a:t>
            </a:r>
            <a:endParaRPr/>
          </a:p>
        </p:txBody>
      </p:sp>
      <p:sp>
        <p:nvSpPr>
          <p:cNvPr id="336" name="Google Shape;336;p31"/>
          <p:cNvSpPr txBox="1">
            <a:spLocks noGrp="1"/>
          </p:cNvSpPr>
          <p:nvPr>
            <p:ph type="title" idx="2"/>
          </p:nvPr>
        </p:nvSpPr>
        <p:spPr>
          <a:xfrm>
            <a:off x="720000" y="1522633"/>
            <a:ext cx="734700" cy="447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01</a:t>
            </a:r>
            <a:endParaRPr dirty="0"/>
          </a:p>
        </p:txBody>
      </p:sp>
      <p:grpSp>
        <p:nvGrpSpPr>
          <p:cNvPr id="337" name="Google Shape;337;p31"/>
          <p:cNvGrpSpPr/>
          <p:nvPr/>
        </p:nvGrpSpPr>
        <p:grpSpPr>
          <a:xfrm>
            <a:off x="6732151" y="1522631"/>
            <a:ext cx="2671885" cy="3244286"/>
            <a:chOff x="6732151" y="1522631"/>
            <a:chExt cx="2671885" cy="3244286"/>
          </a:xfrm>
        </p:grpSpPr>
        <p:grpSp>
          <p:nvGrpSpPr>
            <p:cNvPr id="338" name="Google Shape;338;p31"/>
            <p:cNvGrpSpPr/>
            <p:nvPr/>
          </p:nvGrpSpPr>
          <p:grpSpPr>
            <a:xfrm>
              <a:off x="6732151" y="1522631"/>
              <a:ext cx="2671885" cy="1238024"/>
              <a:chOff x="448250" y="3041400"/>
              <a:chExt cx="588975" cy="238775"/>
            </a:xfrm>
          </p:grpSpPr>
          <p:sp>
            <p:nvSpPr>
              <p:cNvPr id="339" name="Google Shape;339;p31"/>
              <p:cNvSpPr/>
              <p:nvPr/>
            </p:nvSpPr>
            <p:spPr>
              <a:xfrm>
                <a:off x="870150" y="3041400"/>
                <a:ext cx="167075" cy="238775"/>
              </a:xfrm>
              <a:custGeom>
                <a:avLst/>
                <a:gdLst/>
                <a:ahLst/>
                <a:cxnLst/>
                <a:rect l="l" t="t" r="r" b="b"/>
                <a:pathLst>
                  <a:path w="6683" h="9551" extrusionOk="0">
                    <a:moveTo>
                      <a:pt x="3340" y="0"/>
                    </a:moveTo>
                    <a:lnTo>
                      <a:pt x="448" y="1564"/>
                    </a:lnTo>
                    <a:lnTo>
                      <a:pt x="0" y="1564"/>
                    </a:lnTo>
                    <a:lnTo>
                      <a:pt x="0" y="9551"/>
                    </a:lnTo>
                    <a:lnTo>
                      <a:pt x="6683" y="9551"/>
                    </a:lnTo>
                    <a:lnTo>
                      <a:pt x="6683" y="1564"/>
                    </a:lnTo>
                    <a:lnTo>
                      <a:pt x="6232" y="1564"/>
                    </a:lnTo>
                    <a:lnTo>
                      <a:pt x="33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1"/>
              <p:cNvSpPr/>
              <p:nvPr/>
            </p:nvSpPr>
            <p:spPr>
              <a:xfrm>
                <a:off x="582650" y="3061100"/>
                <a:ext cx="273400" cy="219075"/>
              </a:xfrm>
              <a:custGeom>
                <a:avLst/>
                <a:gdLst/>
                <a:ahLst/>
                <a:cxnLst/>
                <a:rect l="l" t="t" r="r" b="b"/>
                <a:pathLst>
                  <a:path w="10936" h="8763" extrusionOk="0">
                    <a:moveTo>
                      <a:pt x="10825" y="1"/>
                    </a:moveTo>
                    <a:lnTo>
                      <a:pt x="114" y="4556"/>
                    </a:lnTo>
                    <a:lnTo>
                      <a:pt x="0" y="4556"/>
                    </a:lnTo>
                    <a:lnTo>
                      <a:pt x="0" y="4904"/>
                    </a:lnTo>
                    <a:lnTo>
                      <a:pt x="114" y="4904"/>
                    </a:lnTo>
                    <a:lnTo>
                      <a:pt x="114" y="8763"/>
                    </a:lnTo>
                    <a:lnTo>
                      <a:pt x="10825" y="8763"/>
                    </a:lnTo>
                    <a:lnTo>
                      <a:pt x="10825" y="4904"/>
                    </a:lnTo>
                    <a:lnTo>
                      <a:pt x="10936" y="4904"/>
                    </a:lnTo>
                    <a:lnTo>
                      <a:pt x="10936" y="4556"/>
                    </a:lnTo>
                    <a:lnTo>
                      <a:pt x="10825" y="4556"/>
                    </a:lnTo>
                    <a:lnTo>
                      <a:pt x="10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1"/>
              <p:cNvSpPr/>
              <p:nvPr/>
            </p:nvSpPr>
            <p:spPr>
              <a:xfrm>
                <a:off x="448250" y="3078525"/>
                <a:ext cx="143475" cy="201650"/>
              </a:xfrm>
              <a:custGeom>
                <a:avLst/>
                <a:gdLst/>
                <a:ahLst/>
                <a:cxnLst/>
                <a:rect l="l" t="t" r="r" b="b"/>
                <a:pathLst>
                  <a:path w="5739" h="8066" extrusionOk="0">
                    <a:moveTo>
                      <a:pt x="2846" y="1"/>
                    </a:moveTo>
                    <a:lnTo>
                      <a:pt x="2846" y="1450"/>
                    </a:lnTo>
                    <a:lnTo>
                      <a:pt x="0" y="1450"/>
                    </a:lnTo>
                    <a:lnTo>
                      <a:pt x="0" y="2082"/>
                    </a:lnTo>
                    <a:lnTo>
                      <a:pt x="0" y="4097"/>
                    </a:lnTo>
                    <a:lnTo>
                      <a:pt x="0" y="4726"/>
                    </a:lnTo>
                    <a:lnTo>
                      <a:pt x="0" y="8066"/>
                    </a:lnTo>
                    <a:lnTo>
                      <a:pt x="5738" y="8066"/>
                    </a:lnTo>
                    <a:lnTo>
                      <a:pt x="5738" y="4726"/>
                    </a:lnTo>
                    <a:lnTo>
                      <a:pt x="5738" y="4097"/>
                    </a:lnTo>
                    <a:lnTo>
                      <a:pt x="5738" y="2082"/>
                    </a:lnTo>
                    <a:lnTo>
                      <a:pt x="5738" y="1450"/>
                    </a:lnTo>
                    <a:lnTo>
                      <a:pt x="4534" y="1450"/>
                    </a:lnTo>
                    <a:lnTo>
                      <a:pt x="28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 name="Google Shape;342;p31"/>
            <p:cNvGrpSpPr/>
            <p:nvPr/>
          </p:nvGrpSpPr>
          <p:grpSpPr>
            <a:xfrm>
              <a:off x="7735258" y="3145403"/>
              <a:ext cx="1008536" cy="1621515"/>
              <a:chOff x="1450050" y="2975575"/>
              <a:chExt cx="285850" cy="459600"/>
            </a:xfrm>
          </p:grpSpPr>
          <p:sp>
            <p:nvSpPr>
              <p:cNvPr id="343" name="Google Shape;343;p31"/>
              <p:cNvSpPr/>
              <p:nvPr/>
            </p:nvSpPr>
            <p:spPr>
              <a:xfrm>
                <a:off x="1540925" y="2975575"/>
                <a:ext cx="79600" cy="79625"/>
              </a:xfrm>
              <a:custGeom>
                <a:avLst/>
                <a:gdLst/>
                <a:ahLst/>
                <a:cxnLst/>
                <a:rect l="l" t="t" r="r" b="b"/>
                <a:pathLst>
                  <a:path w="3184" h="3185" extrusionOk="0">
                    <a:moveTo>
                      <a:pt x="1588" y="1"/>
                    </a:moveTo>
                    <a:cubicBezTo>
                      <a:pt x="710" y="1"/>
                      <a:pt x="0" y="722"/>
                      <a:pt x="0" y="1599"/>
                    </a:cubicBezTo>
                    <a:cubicBezTo>
                      <a:pt x="0" y="2477"/>
                      <a:pt x="710" y="3184"/>
                      <a:pt x="1588" y="3184"/>
                    </a:cubicBezTo>
                    <a:cubicBezTo>
                      <a:pt x="2476" y="3184"/>
                      <a:pt x="3184" y="2477"/>
                      <a:pt x="3184" y="1599"/>
                    </a:cubicBezTo>
                    <a:cubicBezTo>
                      <a:pt x="3184" y="722"/>
                      <a:pt x="2476" y="1"/>
                      <a:pt x="15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1"/>
              <p:cNvSpPr/>
              <p:nvPr/>
            </p:nvSpPr>
            <p:spPr>
              <a:xfrm>
                <a:off x="1450050" y="3059600"/>
                <a:ext cx="285850" cy="375575"/>
              </a:xfrm>
              <a:custGeom>
                <a:avLst/>
                <a:gdLst/>
                <a:ahLst/>
                <a:cxnLst/>
                <a:rect l="l" t="t" r="r" b="b"/>
                <a:pathLst>
                  <a:path w="11434" h="15023" extrusionOk="0">
                    <a:moveTo>
                      <a:pt x="6150" y="1"/>
                    </a:moveTo>
                    <a:cubicBezTo>
                      <a:pt x="6129" y="1"/>
                      <a:pt x="6113" y="2"/>
                      <a:pt x="6100" y="4"/>
                    </a:cubicBezTo>
                    <a:cubicBezTo>
                      <a:pt x="6087" y="4"/>
                      <a:pt x="6076" y="4"/>
                      <a:pt x="6065" y="15"/>
                    </a:cubicBezTo>
                    <a:cubicBezTo>
                      <a:pt x="5898" y="82"/>
                      <a:pt x="4086" y="768"/>
                      <a:pt x="3983" y="1184"/>
                    </a:cubicBezTo>
                    <a:cubicBezTo>
                      <a:pt x="3873" y="1635"/>
                      <a:pt x="2982" y="3774"/>
                      <a:pt x="2555" y="4133"/>
                    </a:cubicBezTo>
                    <a:cubicBezTo>
                      <a:pt x="2218" y="4424"/>
                      <a:pt x="1183" y="4999"/>
                      <a:pt x="565" y="5259"/>
                    </a:cubicBezTo>
                    <a:cubicBezTo>
                      <a:pt x="249" y="5326"/>
                      <a:pt x="1" y="5596"/>
                      <a:pt x="1" y="5934"/>
                    </a:cubicBezTo>
                    <a:cubicBezTo>
                      <a:pt x="1" y="6314"/>
                      <a:pt x="317" y="6630"/>
                      <a:pt x="700" y="6630"/>
                    </a:cubicBezTo>
                    <a:cubicBezTo>
                      <a:pt x="835" y="6630"/>
                      <a:pt x="957" y="6584"/>
                      <a:pt x="1059" y="6528"/>
                    </a:cubicBezTo>
                    <a:cubicBezTo>
                      <a:pt x="1621" y="6417"/>
                      <a:pt x="2758" y="5799"/>
                      <a:pt x="3084" y="5550"/>
                    </a:cubicBezTo>
                    <a:cubicBezTo>
                      <a:pt x="3319" y="5380"/>
                      <a:pt x="4513" y="4683"/>
                      <a:pt x="4726" y="4257"/>
                    </a:cubicBezTo>
                    <a:cubicBezTo>
                      <a:pt x="4756" y="4201"/>
                      <a:pt x="4811" y="4175"/>
                      <a:pt x="4866" y="4175"/>
                    </a:cubicBezTo>
                    <a:cubicBezTo>
                      <a:pt x="4934" y="4175"/>
                      <a:pt x="5001" y="4215"/>
                      <a:pt x="5020" y="4289"/>
                    </a:cubicBezTo>
                    <a:cubicBezTo>
                      <a:pt x="5155" y="4964"/>
                      <a:pt x="5031" y="6595"/>
                      <a:pt x="5031" y="6787"/>
                    </a:cubicBezTo>
                    <a:cubicBezTo>
                      <a:pt x="5031" y="7057"/>
                      <a:pt x="3670" y="9093"/>
                      <a:pt x="3198" y="9970"/>
                    </a:cubicBezTo>
                    <a:cubicBezTo>
                      <a:pt x="2871" y="10591"/>
                      <a:pt x="2679" y="13594"/>
                      <a:pt x="2679" y="14290"/>
                    </a:cubicBezTo>
                    <a:cubicBezTo>
                      <a:pt x="2679" y="14315"/>
                      <a:pt x="2690" y="14336"/>
                      <a:pt x="2701" y="14358"/>
                    </a:cubicBezTo>
                    <a:cubicBezTo>
                      <a:pt x="2768" y="14741"/>
                      <a:pt x="3106" y="15022"/>
                      <a:pt x="3500" y="15022"/>
                    </a:cubicBezTo>
                    <a:cubicBezTo>
                      <a:pt x="3951" y="15022"/>
                      <a:pt x="4321" y="14663"/>
                      <a:pt x="4321" y="14201"/>
                    </a:cubicBezTo>
                    <a:lnTo>
                      <a:pt x="4321" y="14169"/>
                    </a:lnTo>
                    <a:cubicBezTo>
                      <a:pt x="4445" y="13345"/>
                      <a:pt x="4704" y="10950"/>
                      <a:pt x="4839" y="10680"/>
                    </a:cubicBezTo>
                    <a:cubicBezTo>
                      <a:pt x="4964" y="10443"/>
                      <a:pt x="6100" y="8620"/>
                      <a:pt x="6481" y="7959"/>
                    </a:cubicBezTo>
                    <a:cubicBezTo>
                      <a:pt x="6511" y="7903"/>
                      <a:pt x="6562" y="7877"/>
                      <a:pt x="6612" y="7877"/>
                    </a:cubicBezTo>
                    <a:cubicBezTo>
                      <a:pt x="6673" y="7877"/>
                      <a:pt x="6733" y="7917"/>
                      <a:pt x="6751" y="7991"/>
                    </a:cubicBezTo>
                    <a:cubicBezTo>
                      <a:pt x="6943" y="8712"/>
                      <a:pt x="7348" y="10286"/>
                      <a:pt x="7394" y="10489"/>
                    </a:cubicBezTo>
                    <a:cubicBezTo>
                      <a:pt x="7450" y="10702"/>
                      <a:pt x="8833" y="13178"/>
                      <a:pt x="9295" y="14034"/>
                    </a:cubicBezTo>
                    <a:cubicBezTo>
                      <a:pt x="9394" y="14371"/>
                      <a:pt x="9710" y="14617"/>
                      <a:pt x="10083" y="14617"/>
                    </a:cubicBezTo>
                    <a:cubicBezTo>
                      <a:pt x="10531" y="14617"/>
                      <a:pt x="10904" y="14247"/>
                      <a:pt x="10904" y="13796"/>
                    </a:cubicBezTo>
                    <a:cubicBezTo>
                      <a:pt x="10904" y="13583"/>
                      <a:pt x="10826" y="13391"/>
                      <a:pt x="10691" y="13246"/>
                    </a:cubicBezTo>
                    <a:cubicBezTo>
                      <a:pt x="10261" y="12311"/>
                      <a:pt x="9014" y="9611"/>
                      <a:pt x="8979" y="9465"/>
                    </a:cubicBezTo>
                    <a:cubicBezTo>
                      <a:pt x="8935" y="9284"/>
                      <a:pt x="8800" y="6382"/>
                      <a:pt x="8800" y="6136"/>
                    </a:cubicBezTo>
                    <a:lnTo>
                      <a:pt x="8800" y="6101"/>
                    </a:lnTo>
                    <a:lnTo>
                      <a:pt x="8147" y="3198"/>
                    </a:lnTo>
                    <a:cubicBezTo>
                      <a:pt x="8131" y="3096"/>
                      <a:pt x="8210" y="3014"/>
                      <a:pt x="8298" y="3014"/>
                    </a:cubicBezTo>
                    <a:cubicBezTo>
                      <a:pt x="8326" y="3014"/>
                      <a:pt x="8355" y="3023"/>
                      <a:pt x="8382" y="3042"/>
                    </a:cubicBezTo>
                    <a:cubicBezTo>
                      <a:pt x="8946" y="3436"/>
                      <a:pt x="9621" y="4044"/>
                      <a:pt x="9621" y="4122"/>
                    </a:cubicBezTo>
                    <a:cubicBezTo>
                      <a:pt x="9621" y="4222"/>
                      <a:pt x="10137" y="5607"/>
                      <a:pt x="10161" y="6123"/>
                    </a:cubicBezTo>
                    <a:cubicBezTo>
                      <a:pt x="10161" y="6158"/>
                      <a:pt x="10172" y="6190"/>
                      <a:pt x="10194" y="6225"/>
                    </a:cubicBezTo>
                    <a:cubicBezTo>
                      <a:pt x="10286" y="6474"/>
                      <a:pt x="10520" y="6641"/>
                      <a:pt x="10790" y="6641"/>
                    </a:cubicBezTo>
                    <a:cubicBezTo>
                      <a:pt x="11117" y="6641"/>
                      <a:pt x="11376" y="6417"/>
                      <a:pt x="11420" y="6101"/>
                    </a:cubicBezTo>
                    <a:cubicBezTo>
                      <a:pt x="11433" y="6090"/>
                      <a:pt x="11433" y="6079"/>
                      <a:pt x="11433" y="6055"/>
                    </a:cubicBezTo>
                    <a:lnTo>
                      <a:pt x="11433" y="6023"/>
                    </a:lnTo>
                    <a:lnTo>
                      <a:pt x="11433" y="6012"/>
                    </a:lnTo>
                    <a:cubicBezTo>
                      <a:pt x="11433" y="5966"/>
                      <a:pt x="11433" y="5934"/>
                      <a:pt x="11420" y="5899"/>
                    </a:cubicBezTo>
                    <a:cubicBezTo>
                      <a:pt x="11320" y="4989"/>
                      <a:pt x="10475" y="2726"/>
                      <a:pt x="10453" y="2648"/>
                    </a:cubicBezTo>
                    <a:cubicBezTo>
                      <a:pt x="10431" y="2569"/>
                      <a:pt x="8001" y="488"/>
                      <a:pt x="7685" y="263"/>
                    </a:cubicBezTo>
                    <a:cubicBezTo>
                      <a:pt x="7675" y="250"/>
                      <a:pt x="7653" y="250"/>
                      <a:pt x="7639" y="250"/>
                    </a:cubicBezTo>
                    <a:cubicBezTo>
                      <a:pt x="7451" y="210"/>
                      <a:pt x="6432" y="1"/>
                      <a:pt x="6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45" name="Google Shape;345;p31"/>
          <p:cNvSpPr txBox="1">
            <a:spLocks noGrp="1"/>
          </p:cNvSpPr>
          <p:nvPr>
            <p:ph type="title" idx="3"/>
          </p:nvPr>
        </p:nvSpPr>
        <p:spPr>
          <a:xfrm>
            <a:off x="720000" y="2956041"/>
            <a:ext cx="734700" cy="447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04</a:t>
            </a:r>
            <a:endParaRPr/>
          </a:p>
        </p:txBody>
      </p:sp>
      <p:sp>
        <p:nvSpPr>
          <p:cNvPr id="346" name="Google Shape;346;p31"/>
          <p:cNvSpPr txBox="1">
            <a:spLocks noGrp="1"/>
          </p:cNvSpPr>
          <p:nvPr>
            <p:ph type="title" idx="4"/>
          </p:nvPr>
        </p:nvSpPr>
        <p:spPr>
          <a:xfrm>
            <a:off x="2885875" y="1522633"/>
            <a:ext cx="734700" cy="447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02</a:t>
            </a:r>
            <a:endParaRPr/>
          </a:p>
        </p:txBody>
      </p:sp>
      <p:sp>
        <p:nvSpPr>
          <p:cNvPr id="347" name="Google Shape;347;p31"/>
          <p:cNvSpPr txBox="1">
            <a:spLocks noGrp="1"/>
          </p:cNvSpPr>
          <p:nvPr>
            <p:ph type="title" idx="5"/>
          </p:nvPr>
        </p:nvSpPr>
        <p:spPr>
          <a:xfrm>
            <a:off x="2885875" y="2956041"/>
            <a:ext cx="734700" cy="447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05</a:t>
            </a:r>
            <a:endParaRPr/>
          </a:p>
        </p:txBody>
      </p:sp>
      <p:sp>
        <p:nvSpPr>
          <p:cNvPr id="348" name="Google Shape;348;p31"/>
          <p:cNvSpPr txBox="1">
            <a:spLocks noGrp="1"/>
          </p:cNvSpPr>
          <p:nvPr>
            <p:ph type="title" idx="6"/>
          </p:nvPr>
        </p:nvSpPr>
        <p:spPr>
          <a:xfrm>
            <a:off x="5051750" y="1522633"/>
            <a:ext cx="734700" cy="447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03</a:t>
            </a:r>
            <a:endParaRPr/>
          </a:p>
        </p:txBody>
      </p:sp>
      <p:sp>
        <p:nvSpPr>
          <p:cNvPr id="349" name="Google Shape;349;p31"/>
          <p:cNvSpPr txBox="1">
            <a:spLocks noGrp="1"/>
          </p:cNvSpPr>
          <p:nvPr>
            <p:ph type="title" idx="7"/>
          </p:nvPr>
        </p:nvSpPr>
        <p:spPr>
          <a:xfrm>
            <a:off x="5051750" y="2956041"/>
            <a:ext cx="734700" cy="447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06</a:t>
            </a:r>
            <a:endParaRPr/>
          </a:p>
        </p:txBody>
      </p:sp>
      <p:sp>
        <p:nvSpPr>
          <p:cNvPr id="350" name="Google Shape;350;p31"/>
          <p:cNvSpPr txBox="1">
            <a:spLocks noGrp="1"/>
          </p:cNvSpPr>
          <p:nvPr>
            <p:ph type="subTitle" idx="1"/>
          </p:nvPr>
        </p:nvSpPr>
        <p:spPr>
          <a:xfrm>
            <a:off x="720000" y="1908200"/>
            <a:ext cx="2205300" cy="67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Campaign objectives</a:t>
            </a:r>
            <a:endParaRPr/>
          </a:p>
        </p:txBody>
      </p:sp>
      <p:sp>
        <p:nvSpPr>
          <p:cNvPr id="351" name="Google Shape;351;p31"/>
          <p:cNvSpPr txBox="1">
            <a:spLocks noGrp="1"/>
          </p:cNvSpPr>
          <p:nvPr>
            <p:ph type="subTitle" idx="8"/>
          </p:nvPr>
        </p:nvSpPr>
        <p:spPr>
          <a:xfrm>
            <a:off x="2885875" y="1908200"/>
            <a:ext cx="2205300" cy="67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Target audience identification</a:t>
            </a:r>
            <a:endParaRPr/>
          </a:p>
        </p:txBody>
      </p:sp>
      <p:sp>
        <p:nvSpPr>
          <p:cNvPr id="352" name="Google Shape;352;p31"/>
          <p:cNvSpPr txBox="1">
            <a:spLocks noGrp="1"/>
          </p:cNvSpPr>
          <p:nvPr>
            <p:ph type="subTitle" idx="9"/>
          </p:nvPr>
        </p:nvSpPr>
        <p:spPr>
          <a:xfrm>
            <a:off x="5051750" y="1908200"/>
            <a:ext cx="2205300" cy="67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Content</a:t>
            </a:r>
            <a:endParaRPr/>
          </a:p>
          <a:p>
            <a:pPr marL="0" lvl="0" indent="0" algn="l" rtl="0">
              <a:spcBef>
                <a:spcPts val="0"/>
              </a:spcBef>
              <a:spcAft>
                <a:spcPts val="0"/>
              </a:spcAft>
              <a:buNone/>
            </a:pPr>
            <a:r>
              <a:rPr lang="en"/>
              <a:t>strategy</a:t>
            </a:r>
            <a:endParaRPr/>
          </a:p>
        </p:txBody>
      </p:sp>
      <p:sp>
        <p:nvSpPr>
          <p:cNvPr id="353" name="Google Shape;353;p31"/>
          <p:cNvSpPr txBox="1">
            <a:spLocks noGrp="1"/>
          </p:cNvSpPr>
          <p:nvPr>
            <p:ph type="subTitle" idx="13"/>
          </p:nvPr>
        </p:nvSpPr>
        <p:spPr>
          <a:xfrm>
            <a:off x="720000" y="3341750"/>
            <a:ext cx="2205300" cy="67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Content design and creation</a:t>
            </a:r>
            <a:endParaRPr/>
          </a:p>
        </p:txBody>
      </p:sp>
      <p:sp>
        <p:nvSpPr>
          <p:cNvPr id="354" name="Google Shape;354;p31"/>
          <p:cNvSpPr txBox="1">
            <a:spLocks noGrp="1"/>
          </p:cNvSpPr>
          <p:nvPr>
            <p:ph type="subTitle" idx="14"/>
          </p:nvPr>
        </p:nvSpPr>
        <p:spPr>
          <a:xfrm>
            <a:off x="2885875" y="3341750"/>
            <a:ext cx="2205300" cy="67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Promotion and distribution</a:t>
            </a:r>
            <a:endParaRPr/>
          </a:p>
        </p:txBody>
      </p:sp>
      <p:sp>
        <p:nvSpPr>
          <p:cNvPr id="355" name="Google Shape;355;p31"/>
          <p:cNvSpPr txBox="1">
            <a:spLocks noGrp="1"/>
          </p:cNvSpPr>
          <p:nvPr>
            <p:ph type="subTitle" idx="15"/>
          </p:nvPr>
        </p:nvSpPr>
        <p:spPr>
          <a:xfrm>
            <a:off x="5051750" y="3341750"/>
            <a:ext cx="2205300" cy="67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Metrics</a:t>
            </a:r>
            <a:endParaRPr/>
          </a:p>
          <a:p>
            <a:pPr marL="0" lvl="0" indent="0" algn="l" rtl="0">
              <a:spcBef>
                <a:spcPts val="0"/>
              </a:spcBef>
              <a:spcAft>
                <a:spcPts val="0"/>
              </a:spcAft>
              <a:buNone/>
            </a:pPr>
            <a:r>
              <a:rPr lang="en"/>
              <a:t>and analysis</a:t>
            </a:r>
            <a:endParaRPr/>
          </a:p>
        </p:txBody>
      </p:sp>
      <p:grpSp>
        <p:nvGrpSpPr>
          <p:cNvPr id="356" name="Google Shape;356;p31"/>
          <p:cNvGrpSpPr/>
          <p:nvPr/>
        </p:nvGrpSpPr>
        <p:grpSpPr>
          <a:xfrm>
            <a:off x="6979850" y="-1328600"/>
            <a:ext cx="1610747" cy="6239350"/>
            <a:chOff x="6979850" y="-1328600"/>
            <a:chExt cx="1610747" cy="6239350"/>
          </a:xfrm>
        </p:grpSpPr>
        <p:pic>
          <p:nvPicPr>
            <p:cNvPr id="357" name="Google Shape;357;p31"/>
            <p:cNvPicPr preferRelativeResize="0"/>
            <p:nvPr/>
          </p:nvPicPr>
          <p:blipFill>
            <a:blip r:embed="rId3">
              <a:alphaModFix/>
            </a:blip>
            <a:stretch>
              <a:fillRect/>
            </a:stretch>
          </p:blipFill>
          <p:spPr>
            <a:xfrm>
              <a:off x="6979850" y="2451650"/>
              <a:ext cx="822500" cy="2459100"/>
            </a:xfrm>
            <a:prstGeom prst="rect">
              <a:avLst/>
            </a:prstGeom>
            <a:noFill/>
            <a:ln>
              <a:noFill/>
            </a:ln>
          </p:spPr>
        </p:pic>
        <p:pic>
          <p:nvPicPr>
            <p:cNvPr id="358" name="Google Shape;358;p31"/>
            <p:cNvPicPr preferRelativeResize="0"/>
            <p:nvPr/>
          </p:nvPicPr>
          <p:blipFill>
            <a:blip r:embed="rId4">
              <a:alphaModFix/>
            </a:blip>
            <a:stretch>
              <a:fillRect/>
            </a:stretch>
          </p:blipFill>
          <p:spPr>
            <a:xfrm>
              <a:off x="8177147" y="-1328600"/>
              <a:ext cx="413450" cy="3780250"/>
            </a:xfrm>
            <a:prstGeom prst="rect">
              <a:avLst/>
            </a:prstGeom>
            <a:noFill/>
            <a:ln>
              <a:noFill/>
            </a:ln>
          </p:spPr>
        </p:pic>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62"/>
        <p:cNvGrpSpPr/>
        <p:nvPr/>
      </p:nvGrpSpPr>
      <p:grpSpPr>
        <a:xfrm>
          <a:off x="0" y="0"/>
          <a:ext cx="0" cy="0"/>
          <a:chOff x="0" y="0"/>
          <a:chExt cx="0" cy="0"/>
        </a:xfrm>
      </p:grpSpPr>
      <p:sp>
        <p:nvSpPr>
          <p:cNvPr id="363" name="Google Shape;363;p32"/>
          <p:cNvSpPr txBox="1">
            <a:spLocks noGrp="1"/>
          </p:cNvSpPr>
          <p:nvPr>
            <p:ph type="title"/>
          </p:nvPr>
        </p:nvSpPr>
        <p:spPr>
          <a:xfrm>
            <a:off x="820100" y="962125"/>
            <a:ext cx="42804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Marketing campaign</a:t>
            </a:r>
            <a:endParaRPr/>
          </a:p>
        </p:txBody>
      </p:sp>
      <p:sp>
        <p:nvSpPr>
          <p:cNvPr id="364" name="Google Shape;364;p32"/>
          <p:cNvSpPr txBox="1">
            <a:spLocks noGrp="1"/>
          </p:cNvSpPr>
          <p:nvPr>
            <p:ph type="body" idx="1"/>
          </p:nvPr>
        </p:nvSpPr>
        <p:spPr>
          <a:xfrm>
            <a:off x="820113" y="1618575"/>
            <a:ext cx="4280400" cy="2403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Creating a successful marketing campaign requires careful planning and execution. To ensure success, every campaign should include:</a:t>
            </a:r>
            <a:endParaRPr/>
          </a:p>
          <a:p>
            <a:pPr marL="457200" lvl="0" indent="-304800" algn="l" rtl="0">
              <a:spcBef>
                <a:spcPts val="1000"/>
              </a:spcBef>
              <a:spcAft>
                <a:spcPts val="0"/>
              </a:spcAft>
              <a:buSzPts val="1200"/>
              <a:buFont typeface="DM Sans Light"/>
              <a:buChar char="●"/>
            </a:pPr>
            <a:r>
              <a:rPr lang="en"/>
              <a:t>Clear objectives aligned with business goals</a:t>
            </a:r>
            <a:endParaRPr/>
          </a:p>
          <a:p>
            <a:pPr marL="457200" lvl="0" indent="-304800" algn="l" rtl="0">
              <a:spcBef>
                <a:spcPts val="0"/>
              </a:spcBef>
              <a:spcAft>
                <a:spcPts val="0"/>
              </a:spcAft>
              <a:buSzPts val="1200"/>
              <a:buFont typeface="DM Sans Light"/>
              <a:buChar char="●"/>
            </a:pPr>
            <a:r>
              <a:rPr lang="en"/>
              <a:t>A deep understanding of the target audience</a:t>
            </a:r>
            <a:endParaRPr/>
          </a:p>
          <a:p>
            <a:pPr marL="457200" lvl="0" indent="-304800" algn="l" rtl="0">
              <a:spcBef>
                <a:spcPts val="0"/>
              </a:spcBef>
              <a:spcAft>
                <a:spcPts val="0"/>
              </a:spcAft>
              <a:buSzPts val="1200"/>
              <a:buFont typeface="DM Sans Light"/>
              <a:buChar char="●"/>
            </a:pPr>
            <a:r>
              <a:rPr lang="en"/>
              <a:t>A comprehensive content strategy that outlines creation, distribution, and promotion</a:t>
            </a:r>
            <a:endParaRPr/>
          </a:p>
          <a:p>
            <a:pPr marL="0" lvl="0" indent="0" algn="l" rtl="0">
              <a:spcBef>
                <a:spcPts val="1000"/>
              </a:spcBef>
              <a:spcAft>
                <a:spcPts val="0"/>
              </a:spcAft>
              <a:buNone/>
            </a:pPr>
            <a:r>
              <a:rPr lang="en"/>
              <a:t>By including these essential components, businesses can create effective, efficient, and impactful campaigns</a:t>
            </a:r>
            <a:endParaRPr/>
          </a:p>
        </p:txBody>
      </p:sp>
      <p:pic>
        <p:nvPicPr>
          <p:cNvPr id="365" name="Google Shape;365;p32"/>
          <p:cNvPicPr preferRelativeResize="0">
            <a:picLocks noGrp="1"/>
          </p:cNvPicPr>
          <p:nvPr>
            <p:ph type="pic" idx="2"/>
          </p:nvPr>
        </p:nvPicPr>
        <p:blipFill rotWithShape="1">
          <a:blip r:embed="rId3">
            <a:alphaModFix/>
          </a:blip>
          <a:srcRect t="1172" b="1172"/>
          <a:stretch/>
        </p:blipFill>
        <p:spPr>
          <a:xfrm>
            <a:off x="5631000" y="0"/>
            <a:ext cx="3513000" cy="5143501"/>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69"/>
        <p:cNvGrpSpPr/>
        <p:nvPr/>
      </p:nvGrpSpPr>
      <p:grpSpPr>
        <a:xfrm>
          <a:off x="0" y="0"/>
          <a:ext cx="0" cy="0"/>
          <a:chOff x="0" y="0"/>
          <a:chExt cx="0" cy="0"/>
        </a:xfrm>
      </p:grpSpPr>
      <p:sp>
        <p:nvSpPr>
          <p:cNvPr id="370" name="Google Shape;370;p33"/>
          <p:cNvSpPr txBox="1">
            <a:spLocks noGrp="1"/>
          </p:cNvSpPr>
          <p:nvPr>
            <p:ph type="title"/>
          </p:nvPr>
        </p:nvSpPr>
        <p:spPr>
          <a:xfrm>
            <a:off x="1063137" y="6175"/>
            <a:ext cx="3851100" cy="1845300"/>
          </a:xfrm>
          <a:prstGeom prst="rect">
            <a:avLst/>
          </a:prstGeom>
        </p:spPr>
        <p:txBody>
          <a:bodyPr spcFirstLastPara="1" wrap="square" lIns="91425" tIns="91425" rIns="91425" bIns="91425" anchor="t" anchorCtr="0">
            <a:noAutofit/>
          </a:bodyPr>
          <a:lstStyle/>
          <a:p>
            <a:r>
              <a:rPr lang="en-US" sz="1800" dirty="0"/>
              <a:t> </a:t>
            </a:r>
            <a:br>
              <a:rPr lang="en-US" sz="1800" dirty="0"/>
            </a:br>
            <a:r>
              <a:rPr lang="en-US" sz="1800" dirty="0"/>
              <a:t> </a:t>
            </a:r>
            <a:r>
              <a:rPr lang="en-US" sz="2000" dirty="0"/>
              <a:t>TOOL JUSTIFICATION</a:t>
            </a:r>
            <a:br>
              <a:rPr lang="en-US" sz="2000" dirty="0"/>
            </a:br>
            <a:r>
              <a:rPr lang="en-US" sz="1400" b="0" dirty="0"/>
              <a:t>SUMO: Accurate and open-source traffic simulation with realistic vehicle generation.</a:t>
            </a:r>
            <a:br>
              <a:rPr lang="en-US" sz="1400" b="0" dirty="0"/>
            </a:br>
            <a:br>
              <a:rPr lang="en-US" sz="1400" b="0" dirty="0"/>
            </a:br>
            <a:r>
              <a:rPr lang="en-US" sz="1400" b="0" dirty="0"/>
              <a:t>Python &amp; </a:t>
            </a:r>
            <a:r>
              <a:rPr lang="en-US" sz="1400" b="0" dirty="0" err="1"/>
              <a:t>TraCI</a:t>
            </a:r>
            <a:r>
              <a:rPr lang="en-US" sz="1400" b="0" dirty="0"/>
              <a:t>: Enables robust rule-based AI and real-time traffic simulation control.</a:t>
            </a:r>
            <a:br>
              <a:rPr lang="en-US" sz="1400" b="0" dirty="0"/>
            </a:br>
            <a:br>
              <a:rPr lang="en-US" sz="1400" b="0" dirty="0"/>
            </a:br>
            <a:r>
              <a:rPr lang="en-US" sz="1400" b="0" dirty="0"/>
              <a:t>Unity 3D: Provides high-quality 3D graphics for realistic and easy-to-understand visualization.</a:t>
            </a:r>
            <a:br>
              <a:rPr lang="en-US" sz="1400" b="0" dirty="0"/>
            </a:br>
            <a:br>
              <a:rPr lang="en-US" sz="1400" b="0" dirty="0"/>
            </a:br>
            <a:r>
              <a:rPr lang="en-US" sz="1400" b="0" dirty="0"/>
              <a:t>SUMO vs Unity: SUMO handles simulation and data, while Unity provides a better visual representation.</a:t>
            </a:r>
            <a:br>
              <a:rPr lang="en-US" sz="1400" b="0" dirty="0"/>
            </a:br>
            <a:br>
              <a:rPr lang="en-US" sz="1400" b="0" dirty="0"/>
            </a:br>
            <a:r>
              <a:rPr lang="en-US" sz="1400" b="0" dirty="0"/>
              <a:t>Overall Stack: Combines accurate simulation, intelligent processing, real-time control, and realistic visualization.</a:t>
            </a:r>
            <a:endParaRPr lang="en-IN" sz="1050" b="0" dirty="0"/>
          </a:p>
        </p:txBody>
      </p:sp>
      <p:sp>
        <p:nvSpPr>
          <p:cNvPr id="371" name="Google Shape;371;p33"/>
          <p:cNvSpPr txBox="1">
            <a:spLocks noGrp="1"/>
          </p:cNvSpPr>
          <p:nvPr>
            <p:ph type="title" idx="2"/>
          </p:nvPr>
        </p:nvSpPr>
        <p:spPr>
          <a:xfrm>
            <a:off x="6501273" y="667912"/>
            <a:ext cx="1009800" cy="852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endParaRPr dirty="0"/>
          </a:p>
        </p:txBody>
      </p:sp>
      <p:grpSp>
        <p:nvGrpSpPr>
          <p:cNvPr id="372" name="Google Shape;372;p33"/>
          <p:cNvGrpSpPr/>
          <p:nvPr/>
        </p:nvGrpSpPr>
        <p:grpSpPr>
          <a:xfrm>
            <a:off x="5692979" y="1446950"/>
            <a:ext cx="3490851" cy="2814270"/>
            <a:chOff x="6145679" y="2221075"/>
            <a:chExt cx="3490851" cy="2814270"/>
          </a:xfrm>
        </p:grpSpPr>
        <p:grpSp>
          <p:nvGrpSpPr>
            <p:cNvPr id="373" name="Google Shape;373;p33"/>
            <p:cNvGrpSpPr/>
            <p:nvPr/>
          </p:nvGrpSpPr>
          <p:grpSpPr>
            <a:xfrm>
              <a:off x="6145679" y="2221075"/>
              <a:ext cx="3490851" cy="1515258"/>
              <a:chOff x="2564554" y="1879900"/>
              <a:chExt cx="3490851" cy="1515258"/>
            </a:xfrm>
          </p:grpSpPr>
          <p:sp>
            <p:nvSpPr>
              <p:cNvPr id="374" name="Google Shape;374;p33"/>
              <p:cNvSpPr/>
              <p:nvPr/>
            </p:nvSpPr>
            <p:spPr>
              <a:xfrm>
                <a:off x="4679375" y="1879900"/>
                <a:ext cx="1376030" cy="1515242"/>
              </a:xfrm>
              <a:custGeom>
                <a:avLst/>
                <a:gdLst/>
                <a:ahLst/>
                <a:cxnLst/>
                <a:rect l="l" t="t" r="r" b="b"/>
                <a:pathLst>
                  <a:path w="6683" h="9551" extrusionOk="0">
                    <a:moveTo>
                      <a:pt x="3340" y="0"/>
                    </a:moveTo>
                    <a:lnTo>
                      <a:pt x="448" y="1564"/>
                    </a:lnTo>
                    <a:lnTo>
                      <a:pt x="0" y="1564"/>
                    </a:lnTo>
                    <a:lnTo>
                      <a:pt x="0" y="9551"/>
                    </a:lnTo>
                    <a:lnTo>
                      <a:pt x="6683" y="9551"/>
                    </a:lnTo>
                    <a:lnTo>
                      <a:pt x="6683" y="1564"/>
                    </a:lnTo>
                    <a:lnTo>
                      <a:pt x="6232" y="1564"/>
                    </a:lnTo>
                    <a:lnTo>
                      <a:pt x="33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3"/>
              <p:cNvSpPr/>
              <p:nvPr/>
            </p:nvSpPr>
            <p:spPr>
              <a:xfrm>
                <a:off x="3440925" y="2148655"/>
                <a:ext cx="1149656" cy="1246503"/>
              </a:xfrm>
              <a:custGeom>
                <a:avLst/>
                <a:gdLst/>
                <a:ahLst/>
                <a:cxnLst/>
                <a:rect l="l" t="t" r="r" b="b"/>
                <a:pathLst>
                  <a:path w="7170" h="7774" extrusionOk="0">
                    <a:moveTo>
                      <a:pt x="1013" y="0"/>
                    </a:moveTo>
                    <a:cubicBezTo>
                      <a:pt x="935" y="0"/>
                      <a:pt x="878" y="57"/>
                      <a:pt x="878" y="135"/>
                    </a:cubicBezTo>
                    <a:cubicBezTo>
                      <a:pt x="878" y="192"/>
                      <a:pt x="902" y="227"/>
                      <a:pt x="946" y="259"/>
                    </a:cubicBezTo>
                    <a:lnTo>
                      <a:pt x="946" y="1048"/>
                    </a:lnTo>
                    <a:cubicBezTo>
                      <a:pt x="597" y="1283"/>
                      <a:pt x="284" y="1563"/>
                      <a:pt x="1" y="1879"/>
                    </a:cubicBezTo>
                    <a:lnTo>
                      <a:pt x="1" y="7774"/>
                    </a:lnTo>
                    <a:lnTo>
                      <a:pt x="7169" y="7774"/>
                    </a:lnTo>
                    <a:lnTo>
                      <a:pt x="7169" y="1879"/>
                    </a:lnTo>
                    <a:cubicBezTo>
                      <a:pt x="6303" y="878"/>
                      <a:pt x="5020" y="238"/>
                      <a:pt x="3592" y="238"/>
                    </a:cubicBezTo>
                    <a:cubicBezTo>
                      <a:pt x="2668" y="238"/>
                      <a:pt x="1812" y="508"/>
                      <a:pt x="1081" y="956"/>
                    </a:cubicBezTo>
                    <a:lnTo>
                      <a:pt x="1081" y="259"/>
                    </a:lnTo>
                    <a:cubicBezTo>
                      <a:pt x="1127" y="227"/>
                      <a:pt x="1162" y="192"/>
                      <a:pt x="1162" y="135"/>
                    </a:cubicBezTo>
                    <a:cubicBezTo>
                      <a:pt x="1162" y="57"/>
                      <a:pt x="1094" y="0"/>
                      <a:pt x="10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3"/>
              <p:cNvSpPr/>
              <p:nvPr/>
            </p:nvSpPr>
            <p:spPr>
              <a:xfrm>
                <a:off x="2564554" y="2213274"/>
                <a:ext cx="787578" cy="1181885"/>
              </a:xfrm>
              <a:custGeom>
                <a:avLst/>
                <a:gdLst/>
                <a:ahLst/>
                <a:cxnLst/>
                <a:rect l="l" t="t" r="r" b="b"/>
                <a:pathLst>
                  <a:path w="5323" h="7988" extrusionOk="0">
                    <a:moveTo>
                      <a:pt x="2655" y="1"/>
                    </a:moveTo>
                    <a:lnTo>
                      <a:pt x="249" y="1891"/>
                    </a:lnTo>
                    <a:lnTo>
                      <a:pt x="249" y="1926"/>
                    </a:lnTo>
                    <a:lnTo>
                      <a:pt x="0" y="1926"/>
                    </a:lnTo>
                    <a:lnTo>
                      <a:pt x="0" y="2331"/>
                    </a:lnTo>
                    <a:lnTo>
                      <a:pt x="249" y="2331"/>
                    </a:lnTo>
                    <a:lnTo>
                      <a:pt x="249" y="7988"/>
                    </a:lnTo>
                    <a:lnTo>
                      <a:pt x="5074" y="7988"/>
                    </a:lnTo>
                    <a:lnTo>
                      <a:pt x="5074" y="2331"/>
                    </a:lnTo>
                    <a:lnTo>
                      <a:pt x="5322" y="2331"/>
                    </a:lnTo>
                    <a:lnTo>
                      <a:pt x="5322" y="1926"/>
                    </a:lnTo>
                    <a:lnTo>
                      <a:pt x="5074" y="1926"/>
                    </a:lnTo>
                    <a:lnTo>
                      <a:pt x="5074" y="1891"/>
                    </a:lnTo>
                    <a:lnTo>
                      <a:pt x="26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7" name="Google Shape;377;p33"/>
            <p:cNvSpPr/>
            <p:nvPr/>
          </p:nvSpPr>
          <p:spPr>
            <a:xfrm>
              <a:off x="7412575" y="3572600"/>
              <a:ext cx="1756907" cy="1462746"/>
            </a:xfrm>
            <a:custGeom>
              <a:avLst/>
              <a:gdLst/>
              <a:ahLst/>
              <a:cxnLst/>
              <a:rect l="l" t="t" r="r" b="b"/>
              <a:pathLst>
                <a:path w="22015" h="18329" extrusionOk="0">
                  <a:moveTo>
                    <a:pt x="10879" y="0"/>
                  </a:moveTo>
                  <a:cubicBezTo>
                    <a:pt x="9753" y="0"/>
                    <a:pt x="8843" y="910"/>
                    <a:pt x="8843" y="2036"/>
                  </a:cubicBezTo>
                  <a:cubicBezTo>
                    <a:pt x="8843" y="3162"/>
                    <a:pt x="9753" y="4072"/>
                    <a:pt x="10879" y="4072"/>
                  </a:cubicBezTo>
                  <a:cubicBezTo>
                    <a:pt x="12005" y="4072"/>
                    <a:pt x="12915" y="3162"/>
                    <a:pt x="12915" y="2036"/>
                  </a:cubicBezTo>
                  <a:cubicBezTo>
                    <a:pt x="12915" y="910"/>
                    <a:pt x="12005" y="0"/>
                    <a:pt x="10879" y="0"/>
                  </a:cubicBezTo>
                  <a:close/>
                  <a:moveTo>
                    <a:pt x="3397" y="4231"/>
                  </a:moveTo>
                  <a:cubicBezTo>
                    <a:pt x="2384" y="4231"/>
                    <a:pt x="1574" y="5052"/>
                    <a:pt x="1574" y="6054"/>
                  </a:cubicBezTo>
                  <a:cubicBezTo>
                    <a:pt x="1574" y="7067"/>
                    <a:pt x="2384" y="7877"/>
                    <a:pt x="3397" y="7877"/>
                  </a:cubicBezTo>
                  <a:cubicBezTo>
                    <a:pt x="4399" y="7877"/>
                    <a:pt x="5220" y="7067"/>
                    <a:pt x="5220" y="6054"/>
                  </a:cubicBezTo>
                  <a:cubicBezTo>
                    <a:pt x="5220" y="5052"/>
                    <a:pt x="4399" y="4231"/>
                    <a:pt x="3397" y="4231"/>
                  </a:cubicBezTo>
                  <a:close/>
                  <a:moveTo>
                    <a:pt x="11678" y="6513"/>
                  </a:moveTo>
                  <a:cubicBezTo>
                    <a:pt x="11632" y="6559"/>
                    <a:pt x="11600" y="6581"/>
                    <a:pt x="11576" y="6616"/>
                  </a:cubicBezTo>
                  <a:cubicBezTo>
                    <a:pt x="11273" y="7099"/>
                    <a:pt x="10946" y="7582"/>
                    <a:pt x="10644" y="8066"/>
                  </a:cubicBezTo>
                  <a:cubicBezTo>
                    <a:pt x="10592" y="8145"/>
                    <a:pt x="10552" y="8183"/>
                    <a:pt x="10494" y="8183"/>
                  </a:cubicBezTo>
                  <a:cubicBezTo>
                    <a:pt x="10461" y="8183"/>
                    <a:pt x="10423" y="8171"/>
                    <a:pt x="10374" y="8147"/>
                  </a:cubicBezTo>
                  <a:cubicBezTo>
                    <a:pt x="9945" y="7944"/>
                    <a:pt x="9507" y="7763"/>
                    <a:pt x="9078" y="7571"/>
                  </a:cubicBezTo>
                  <a:cubicBezTo>
                    <a:pt x="8900" y="7493"/>
                    <a:pt x="8719" y="7458"/>
                    <a:pt x="8538" y="7458"/>
                  </a:cubicBezTo>
                  <a:cubicBezTo>
                    <a:pt x="8101" y="7482"/>
                    <a:pt x="7706" y="7841"/>
                    <a:pt x="7639" y="8292"/>
                  </a:cubicBezTo>
                  <a:cubicBezTo>
                    <a:pt x="7582" y="8673"/>
                    <a:pt x="7795" y="8989"/>
                    <a:pt x="8246" y="9170"/>
                  </a:cubicBezTo>
                  <a:cubicBezTo>
                    <a:pt x="8889" y="9416"/>
                    <a:pt x="9529" y="9664"/>
                    <a:pt x="10158" y="9912"/>
                  </a:cubicBezTo>
                  <a:cubicBezTo>
                    <a:pt x="10299" y="9967"/>
                    <a:pt x="10450" y="9993"/>
                    <a:pt x="10602" y="9993"/>
                  </a:cubicBezTo>
                  <a:cubicBezTo>
                    <a:pt x="11017" y="9993"/>
                    <a:pt x="11436" y="9797"/>
                    <a:pt x="11667" y="9451"/>
                  </a:cubicBezTo>
                  <a:cubicBezTo>
                    <a:pt x="11927" y="9078"/>
                    <a:pt x="12162" y="8697"/>
                    <a:pt x="12410" y="8325"/>
                  </a:cubicBezTo>
                  <a:cubicBezTo>
                    <a:pt x="12453" y="8257"/>
                    <a:pt x="12488" y="8190"/>
                    <a:pt x="12442" y="8101"/>
                  </a:cubicBezTo>
                  <a:cubicBezTo>
                    <a:pt x="12197" y="7571"/>
                    <a:pt x="11937" y="7053"/>
                    <a:pt x="11678" y="6513"/>
                  </a:cubicBezTo>
                  <a:close/>
                  <a:moveTo>
                    <a:pt x="922" y="9437"/>
                  </a:moveTo>
                  <a:cubicBezTo>
                    <a:pt x="755" y="9437"/>
                    <a:pt x="599" y="9492"/>
                    <a:pt x="484" y="9607"/>
                  </a:cubicBezTo>
                  <a:cubicBezTo>
                    <a:pt x="157" y="9934"/>
                    <a:pt x="0" y="10520"/>
                    <a:pt x="394" y="10901"/>
                  </a:cubicBezTo>
                  <a:cubicBezTo>
                    <a:pt x="810" y="11306"/>
                    <a:pt x="1215" y="11735"/>
                    <a:pt x="1631" y="12151"/>
                  </a:cubicBezTo>
                  <a:cubicBezTo>
                    <a:pt x="1855" y="12375"/>
                    <a:pt x="2139" y="12488"/>
                    <a:pt x="2384" y="12488"/>
                  </a:cubicBezTo>
                  <a:cubicBezTo>
                    <a:pt x="2690" y="12488"/>
                    <a:pt x="2892" y="12442"/>
                    <a:pt x="3059" y="12307"/>
                  </a:cubicBezTo>
                  <a:cubicBezTo>
                    <a:pt x="3521" y="11959"/>
                    <a:pt x="3983" y="11622"/>
                    <a:pt x="4445" y="11284"/>
                  </a:cubicBezTo>
                  <a:cubicBezTo>
                    <a:pt x="4555" y="11195"/>
                    <a:pt x="4580" y="11128"/>
                    <a:pt x="4512" y="11003"/>
                  </a:cubicBezTo>
                  <a:cubicBezTo>
                    <a:pt x="4331" y="10655"/>
                    <a:pt x="4164" y="10293"/>
                    <a:pt x="3994" y="9934"/>
                  </a:cubicBezTo>
                  <a:cubicBezTo>
                    <a:pt x="3953" y="9852"/>
                    <a:pt x="3916" y="9808"/>
                    <a:pt x="3863" y="9808"/>
                  </a:cubicBezTo>
                  <a:cubicBezTo>
                    <a:pt x="3829" y="9808"/>
                    <a:pt x="3788" y="9827"/>
                    <a:pt x="3734" y="9867"/>
                  </a:cubicBezTo>
                  <a:cubicBezTo>
                    <a:pt x="3386" y="10115"/>
                    <a:pt x="3016" y="10339"/>
                    <a:pt x="2679" y="10598"/>
                  </a:cubicBezTo>
                  <a:cubicBezTo>
                    <a:pt x="2614" y="10648"/>
                    <a:pt x="2562" y="10671"/>
                    <a:pt x="2516" y="10671"/>
                  </a:cubicBezTo>
                  <a:cubicBezTo>
                    <a:pt x="2457" y="10671"/>
                    <a:pt x="2408" y="10633"/>
                    <a:pt x="2352" y="10563"/>
                  </a:cubicBezTo>
                  <a:cubicBezTo>
                    <a:pt x="2104" y="10282"/>
                    <a:pt x="1855" y="10023"/>
                    <a:pt x="1609" y="9753"/>
                  </a:cubicBezTo>
                  <a:cubicBezTo>
                    <a:pt x="1417" y="9548"/>
                    <a:pt x="1159" y="9437"/>
                    <a:pt x="922" y="9437"/>
                  </a:cubicBezTo>
                  <a:close/>
                  <a:moveTo>
                    <a:pt x="17448" y="10600"/>
                  </a:moveTo>
                  <a:cubicBezTo>
                    <a:pt x="17419" y="10600"/>
                    <a:pt x="17384" y="10614"/>
                    <a:pt x="17338" y="10644"/>
                  </a:cubicBezTo>
                  <a:cubicBezTo>
                    <a:pt x="16887" y="10947"/>
                    <a:pt x="16425" y="11238"/>
                    <a:pt x="15963" y="11522"/>
                  </a:cubicBezTo>
                  <a:cubicBezTo>
                    <a:pt x="15817" y="11611"/>
                    <a:pt x="15796" y="11668"/>
                    <a:pt x="15909" y="11824"/>
                  </a:cubicBezTo>
                  <a:cubicBezTo>
                    <a:pt x="16436" y="12521"/>
                    <a:pt x="16976" y="13220"/>
                    <a:pt x="17483" y="13928"/>
                  </a:cubicBezTo>
                  <a:cubicBezTo>
                    <a:pt x="17810" y="14411"/>
                    <a:pt x="18283" y="14570"/>
                    <a:pt x="18755" y="14603"/>
                  </a:cubicBezTo>
                  <a:cubicBezTo>
                    <a:pt x="19104" y="14603"/>
                    <a:pt x="19363" y="14535"/>
                    <a:pt x="19598" y="14400"/>
                  </a:cubicBezTo>
                  <a:cubicBezTo>
                    <a:pt x="20162" y="14098"/>
                    <a:pt x="20713" y="13803"/>
                    <a:pt x="21274" y="13501"/>
                  </a:cubicBezTo>
                  <a:cubicBezTo>
                    <a:pt x="21612" y="13320"/>
                    <a:pt x="21804" y="13039"/>
                    <a:pt x="21882" y="12680"/>
                  </a:cubicBezTo>
                  <a:cubicBezTo>
                    <a:pt x="22014" y="12096"/>
                    <a:pt x="21618" y="11610"/>
                    <a:pt x="21032" y="11610"/>
                  </a:cubicBezTo>
                  <a:cubicBezTo>
                    <a:pt x="21019" y="11610"/>
                    <a:pt x="21006" y="11610"/>
                    <a:pt x="20994" y="11611"/>
                  </a:cubicBezTo>
                  <a:cubicBezTo>
                    <a:pt x="20734" y="11611"/>
                    <a:pt x="20499" y="11700"/>
                    <a:pt x="20273" y="11824"/>
                  </a:cubicBezTo>
                  <a:cubicBezTo>
                    <a:pt x="19970" y="12005"/>
                    <a:pt x="19676" y="12208"/>
                    <a:pt x="19338" y="12332"/>
                  </a:cubicBezTo>
                  <a:cubicBezTo>
                    <a:pt x="19233" y="12374"/>
                    <a:pt x="19140" y="12397"/>
                    <a:pt x="19057" y="12397"/>
                  </a:cubicBezTo>
                  <a:cubicBezTo>
                    <a:pt x="18902" y="12397"/>
                    <a:pt x="18777" y="12319"/>
                    <a:pt x="18653" y="12151"/>
                  </a:cubicBezTo>
                  <a:cubicBezTo>
                    <a:pt x="18293" y="11678"/>
                    <a:pt x="17934" y="11195"/>
                    <a:pt x="17583" y="10712"/>
                  </a:cubicBezTo>
                  <a:cubicBezTo>
                    <a:pt x="17534" y="10640"/>
                    <a:pt x="17499" y="10600"/>
                    <a:pt x="17448" y="10600"/>
                  </a:cubicBezTo>
                  <a:close/>
                  <a:moveTo>
                    <a:pt x="8181" y="13220"/>
                  </a:moveTo>
                  <a:cubicBezTo>
                    <a:pt x="8125" y="13220"/>
                    <a:pt x="8058" y="13254"/>
                    <a:pt x="7966" y="13331"/>
                  </a:cubicBezTo>
                  <a:cubicBezTo>
                    <a:pt x="7809" y="13455"/>
                    <a:pt x="7639" y="13579"/>
                    <a:pt x="7471" y="13682"/>
                  </a:cubicBezTo>
                  <a:cubicBezTo>
                    <a:pt x="6918" y="13995"/>
                    <a:pt x="6715" y="13984"/>
                    <a:pt x="6875" y="14198"/>
                  </a:cubicBezTo>
                  <a:cubicBezTo>
                    <a:pt x="7336" y="14805"/>
                    <a:pt x="7763" y="15437"/>
                    <a:pt x="8257" y="16009"/>
                  </a:cubicBezTo>
                  <a:cubicBezTo>
                    <a:pt x="8525" y="16311"/>
                    <a:pt x="8931" y="16472"/>
                    <a:pt x="9332" y="16472"/>
                  </a:cubicBezTo>
                  <a:cubicBezTo>
                    <a:pt x="9575" y="16472"/>
                    <a:pt x="9816" y="16413"/>
                    <a:pt x="10023" y="16290"/>
                  </a:cubicBezTo>
                  <a:cubicBezTo>
                    <a:pt x="10069" y="16269"/>
                    <a:pt x="10126" y="16233"/>
                    <a:pt x="10172" y="16212"/>
                  </a:cubicBezTo>
                  <a:cubicBezTo>
                    <a:pt x="10182" y="16201"/>
                    <a:pt x="10193" y="16179"/>
                    <a:pt x="10193" y="16166"/>
                  </a:cubicBezTo>
                  <a:lnTo>
                    <a:pt x="10193" y="14468"/>
                  </a:lnTo>
                  <a:cubicBezTo>
                    <a:pt x="10193" y="14436"/>
                    <a:pt x="10175" y="14415"/>
                    <a:pt x="10152" y="14415"/>
                  </a:cubicBezTo>
                  <a:cubicBezTo>
                    <a:pt x="10144" y="14415"/>
                    <a:pt x="10134" y="14418"/>
                    <a:pt x="10126" y="14424"/>
                  </a:cubicBezTo>
                  <a:cubicBezTo>
                    <a:pt x="10037" y="14468"/>
                    <a:pt x="9945" y="14513"/>
                    <a:pt x="9856" y="14570"/>
                  </a:cubicBezTo>
                  <a:cubicBezTo>
                    <a:pt x="9720" y="14645"/>
                    <a:pt x="9610" y="14683"/>
                    <a:pt x="9511" y="14683"/>
                  </a:cubicBezTo>
                  <a:cubicBezTo>
                    <a:pt x="9356" y="14683"/>
                    <a:pt x="9230" y="14589"/>
                    <a:pt x="9078" y="14389"/>
                  </a:cubicBezTo>
                  <a:cubicBezTo>
                    <a:pt x="8832" y="14041"/>
                    <a:pt x="8584" y="13703"/>
                    <a:pt x="8360" y="13355"/>
                  </a:cubicBezTo>
                  <a:cubicBezTo>
                    <a:pt x="8298" y="13269"/>
                    <a:pt x="8247" y="13220"/>
                    <a:pt x="8181" y="13220"/>
                  </a:cubicBezTo>
                  <a:close/>
                  <a:moveTo>
                    <a:pt x="13549" y="3171"/>
                  </a:moveTo>
                  <a:cubicBezTo>
                    <a:pt x="13152" y="3171"/>
                    <a:pt x="12326" y="4192"/>
                    <a:pt x="12116" y="4445"/>
                  </a:cubicBezTo>
                  <a:cubicBezTo>
                    <a:pt x="11778" y="4850"/>
                    <a:pt x="11859" y="5244"/>
                    <a:pt x="12048" y="5649"/>
                  </a:cubicBezTo>
                  <a:cubicBezTo>
                    <a:pt x="12602" y="6818"/>
                    <a:pt x="13163" y="7976"/>
                    <a:pt x="13725" y="9146"/>
                  </a:cubicBezTo>
                  <a:cubicBezTo>
                    <a:pt x="13927" y="9551"/>
                    <a:pt x="13817" y="9912"/>
                    <a:pt x="13444" y="10147"/>
                  </a:cubicBezTo>
                  <a:cubicBezTo>
                    <a:pt x="12872" y="10520"/>
                    <a:pt x="12307" y="10901"/>
                    <a:pt x="11711" y="11238"/>
                  </a:cubicBezTo>
                  <a:cubicBezTo>
                    <a:pt x="11036" y="11632"/>
                    <a:pt x="10744" y="12208"/>
                    <a:pt x="10722" y="12926"/>
                  </a:cubicBezTo>
                  <a:cubicBezTo>
                    <a:pt x="10722" y="12950"/>
                    <a:pt x="10733" y="12982"/>
                    <a:pt x="10722" y="13018"/>
                  </a:cubicBezTo>
                  <a:cubicBezTo>
                    <a:pt x="10722" y="13018"/>
                    <a:pt x="10722" y="13028"/>
                    <a:pt x="10712" y="13039"/>
                  </a:cubicBezTo>
                  <a:lnTo>
                    <a:pt x="10712" y="13128"/>
                  </a:lnTo>
                  <a:cubicBezTo>
                    <a:pt x="10722" y="13398"/>
                    <a:pt x="10779" y="16752"/>
                    <a:pt x="10779" y="17168"/>
                  </a:cubicBezTo>
                  <a:cubicBezTo>
                    <a:pt x="10790" y="17608"/>
                    <a:pt x="11092" y="17978"/>
                    <a:pt x="11532" y="18113"/>
                  </a:cubicBezTo>
                  <a:cubicBezTo>
                    <a:pt x="11616" y="18139"/>
                    <a:pt x="11700" y="18152"/>
                    <a:pt x="11783" y="18152"/>
                  </a:cubicBezTo>
                  <a:cubicBezTo>
                    <a:pt x="12059" y="18152"/>
                    <a:pt x="12327" y="18010"/>
                    <a:pt x="12534" y="17743"/>
                  </a:cubicBezTo>
                  <a:cubicBezTo>
                    <a:pt x="12712" y="17505"/>
                    <a:pt x="12791" y="17235"/>
                    <a:pt x="12780" y="16944"/>
                  </a:cubicBezTo>
                  <a:lnTo>
                    <a:pt x="12780" y="13849"/>
                  </a:lnTo>
                  <a:cubicBezTo>
                    <a:pt x="12780" y="13355"/>
                    <a:pt x="12939" y="12972"/>
                    <a:pt x="13387" y="12680"/>
                  </a:cubicBezTo>
                  <a:cubicBezTo>
                    <a:pt x="14467" y="12005"/>
                    <a:pt x="15515" y="11263"/>
                    <a:pt x="16571" y="10552"/>
                  </a:cubicBezTo>
                  <a:cubicBezTo>
                    <a:pt x="16865" y="10361"/>
                    <a:pt x="17022" y="10091"/>
                    <a:pt x="17057" y="9742"/>
                  </a:cubicBezTo>
                  <a:cubicBezTo>
                    <a:pt x="17078" y="9472"/>
                    <a:pt x="17057" y="9213"/>
                    <a:pt x="16965" y="8967"/>
                  </a:cubicBezTo>
                  <a:cubicBezTo>
                    <a:pt x="16741" y="8325"/>
                    <a:pt x="16368" y="7752"/>
                    <a:pt x="16055" y="7156"/>
                  </a:cubicBezTo>
                  <a:cubicBezTo>
                    <a:pt x="15707" y="6491"/>
                    <a:pt x="15345" y="5838"/>
                    <a:pt x="14964" y="5120"/>
                  </a:cubicBezTo>
                  <a:lnTo>
                    <a:pt x="14964" y="5120"/>
                  </a:lnTo>
                  <a:cubicBezTo>
                    <a:pt x="15234" y="5141"/>
                    <a:pt x="15437" y="5176"/>
                    <a:pt x="15639" y="5176"/>
                  </a:cubicBezTo>
                  <a:cubicBezTo>
                    <a:pt x="16020" y="5176"/>
                    <a:pt x="16258" y="5365"/>
                    <a:pt x="16414" y="5703"/>
                  </a:cubicBezTo>
                  <a:cubicBezTo>
                    <a:pt x="16865" y="6626"/>
                    <a:pt x="17270" y="7561"/>
                    <a:pt x="17764" y="8460"/>
                  </a:cubicBezTo>
                  <a:cubicBezTo>
                    <a:pt x="17937" y="8773"/>
                    <a:pt x="18265" y="8949"/>
                    <a:pt x="18594" y="8949"/>
                  </a:cubicBezTo>
                  <a:cubicBezTo>
                    <a:pt x="18739" y="8949"/>
                    <a:pt x="18883" y="8915"/>
                    <a:pt x="19014" y="8843"/>
                  </a:cubicBezTo>
                  <a:cubicBezTo>
                    <a:pt x="19384" y="8641"/>
                    <a:pt x="19509" y="8133"/>
                    <a:pt x="19271" y="7674"/>
                  </a:cubicBezTo>
                  <a:cubicBezTo>
                    <a:pt x="18709" y="6537"/>
                    <a:pt x="18148" y="5401"/>
                    <a:pt x="17583" y="4275"/>
                  </a:cubicBezTo>
                  <a:cubicBezTo>
                    <a:pt x="17405" y="3916"/>
                    <a:pt x="17146" y="3667"/>
                    <a:pt x="16719" y="3624"/>
                  </a:cubicBezTo>
                  <a:cubicBezTo>
                    <a:pt x="16123" y="3556"/>
                    <a:pt x="15526" y="3454"/>
                    <a:pt x="14929" y="3365"/>
                  </a:cubicBezTo>
                  <a:cubicBezTo>
                    <a:pt x="14478" y="3297"/>
                    <a:pt x="14030" y="3230"/>
                    <a:pt x="13579" y="3173"/>
                  </a:cubicBezTo>
                  <a:cubicBezTo>
                    <a:pt x="13569" y="3172"/>
                    <a:pt x="13559" y="3171"/>
                    <a:pt x="13549" y="3171"/>
                  </a:cubicBezTo>
                  <a:close/>
                  <a:moveTo>
                    <a:pt x="8168" y="3386"/>
                  </a:moveTo>
                  <a:cubicBezTo>
                    <a:pt x="7785" y="3408"/>
                    <a:pt x="7493" y="3589"/>
                    <a:pt x="7280" y="3926"/>
                  </a:cubicBezTo>
                  <a:cubicBezTo>
                    <a:pt x="6310" y="5457"/>
                    <a:pt x="5344" y="6999"/>
                    <a:pt x="4353" y="8527"/>
                  </a:cubicBezTo>
                  <a:cubicBezTo>
                    <a:pt x="4175" y="8808"/>
                    <a:pt x="4175" y="9057"/>
                    <a:pt x="4320" y="9348"/>
                  </a:cubicBezTo>
                  <a:lnTo>
                    <a:pt x="5433" y="11678"/>
                  </a:lnTo>
                  <a:cubicBezTo>
                    <a:pt x="5625" y="12094"/>
                    <a:pt x="5546" y="12364"/>
                    <a:pt x="5176" y="12602"/>
                  </a:cubicBezTo>
                  <a:cubicBezTo>
                    <a:pt x="4690" y="12904"/>
                    <a:pt x="4218" y="13220"/>
                    <a:pt x="3734" y="13512"/>
                  </a:cubicBezTo>
                  <a:cubicBezTo>
                    <a:pt x="3297" y="13782"/>
                    <a:pt x="3003" y="14165"/>
                    <a:pt x="2825" y="14659"/>
                  </a:cubicBezTo>
                  <a:cubicBezTo>
                    <a:pt x="2633" y="15199"/>
                    <a:pt x="2430" y="15728"/>
                    <a:pt x="2239" y="16279"/>
                  </a:cubicBezTo>
                  <a:cubicBezTo>
                    <a:pt x="2114" y="16652"/>
                    <a:pt x="1923" y="17000"/>
                    <a:pt x="1880" y="17405"/>
                  </a:cubicBezTo>
                  <a:cubicBezTo>
                    <a:pt x="1834" y="17810"/>
                    <a:pt x="2047" y="18159"/>
                    <a:pt x="2409" y="18283"/>
                  </a:cubicBezTo>
                  <a:cubicBezTo>
                    <a:pt x="2495" y="18314"/>
                    <a:pt x="2582" y="18329"/>
                    <a:pt x="2667" y="18329"/>
                  </a:cubicBezTo>
                  <a:cubicBezTo>
                    <a:pt x="2923" y="18329"/>
                    <a:pt x="3164" y="18193"/>
                    <a:pt x="3340" y="17956"/>
                  </a:cubicBezTo>
                  <a:cubicBezTo>
                    <a:pt x="3432" y="17821"/>
                    <a:pt x="3475" y="17675"/>
                    <a:pt x="3521" y="17540"/>
                  </a:cubicBezTo>
                  <a:cubicBezTo>
                    <a:pt x="3780" y="16854"/>
                    <a:pt x="4029" y="16179"/>
                    <a:pt x="4275" y="15491"/>
                  </a:cubicBezTo>
                  <a:cubicBezTo>
                    <a:pt x="4366" y="15234"/>
                    <a:pt x="4512" y="15032"/>
                    <a:pt x="4747" y="14883"/>
                  </a:cubicBezTo>
                  <a:cubicBezTo>
                    <a:pt x="5635" y="14311"/>
                    <a:pt x="6526" y="13714"/>
                    <a:pt x="7436" y="13174"/>
                  </a:cubicBezTo>
                  <a:cubicBezTo>
                    <a:pt x="8065" y="12804"/>
                    <a:pt x="8257" y="12251"/>
                    <a:pt x="8325" y="11600"/>
                  </a:cubicBezTo>
                  <a:cubicBezTo>
                    <a:pt x="8335" y="11430"/>
                    <a:pt x="8292" y="11263"/>
                    <a:pt x="8214" y="11103"/>
                  </a:cubicBezTo>
                  <a:cubicBezTo>
                    <a:pt x="7717" y="10215"/>
                    <a:pt x="7245" y="9305"/>
                    <a:pt x="6751" y="8417"/>
                  </a:cubicBezTo>
                  <a:cubicBezTo>
                    <a:pt x="6672" y="8268"/>
                    <a:pt x="6683" y="8179"/>
                    <a:pt x="6772" y="8055"/>
                  </a:cubicBezTo>
                  <a:cubicBezTo>
                    <a:pt x="7458" y="7053"/>
                    <a:pt x="8157" y="6065"/>
                    <a:pt x="8821" y="5063"/>
                  </a:cubicBezTo>
                  <a:cubicBezTo>
                    <a:pt x="9237" y="4420"/>
                    <a:pt x="9181" y="3521"/>
                    <a:pt x="8168" y="338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 name="Google Shape;378;p33"/>
          <p:cNvGrpSpPr/>
          <p:nvPr/>
        </p:nvGrpSpPr>
        <p:grpSpPr>
          <a:xfrm>
            <a:off x="4914237" y="1637200"/>
            <a:ext cx="2091935" cy="3998522"/>
            <a:chOff x="4894562" y="2455375"/>
            <a:chExt cx="2091935" cy="3998522"/>
          </a:xfrm>
        </p:grpSpPr>
        <p:pic>
          <p:nvPicPr>
            <p:cNvPr id="379" name="Google Shape;379;p33"/>
            <p:cNvPicPr preferRelativeResize="0"/>
            <p:nvPr/>
          </p:nvPicPr>
          <p:blipFill>
            <a:blip r:embed="rId3">
              <a:alphaModFix/>
            </a:blip>
            <a:stretch>
              <a:fillRect/>
            </a:stretch>
          </p:blipFill>
          <p:spPr>
            <a:xfrm>
              <a:off x="4894562" y="2455375"/>
              <a:ext cx="778750" cy="2584873"/>
            </a:xfrm>
            <a:prstGeom prst="rect">
              <a:avLst/>
            </a:prstGeom>
            <a:noFill/>
            <a:ln>
              <a:noFill/>
            </a:ln>
          </p:spPr>
        </p:pic>
        <p:pic>
          <p:nvPicPr>
            <p:cNvPr id="380" name="Google Shape;380;p33"/>
            <p:cNvPicPr preferRelativeResize="0"/>
            <p:nvPr/>
          </p:nvPicPr>
          <p:blipFill>
            <a:blip r:embed="rId4">
              <a:alphaModFix/>
            </a:blip>
            <a:stretch>
              <a:fillRect/>
            </a:stretch>
          </p:blipFill>
          <p:spPr>
            <a:xfrm>
              <a:off x="5863925" y="3097625"/>
              <a:ext cx="1122573" cy="3356273"/>
            </a:xfrm>
            <a:prstGeom prst="rect">
              <a:avLst/>
            </a:prstGeom>
            <a:noFill/>
            <a:ln>
              <a:noFill/>
            </a:ln>
          </p:spPr>
        </p:pic>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84"/>
        <p:cNvGrpSpPr/>
        <p:nvPr/>
      </p:nvGrpSpPr>
      <p:grpSpPr>
        <a:xfrm>
          <a:off x="0" y="0"/>
          <a:ext cx="0" cy="0"/>
          <a:chOff x="0" y="0"/>
          <a:chExt cx="0" cy="0"/>
        </a:xfrm>
      </p:grpSpPr>
      <p:sp>
        <p:nvSpPr>
          <p:cNvPr id="385" name="Google Shape;385;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Campaign objectives</a:t>
            </a:r>
            <a:endParaRPr/>
          </a:p>
        </p:txBody>
      </p:sp>
      <p:sp>
        <p:nvSpPr>
          <p:cNvPr id="386" name="Google Shape;386;p34"/>
          <p:cNvSpPr txBox="1">
            <a:spLocks noGrp="1"/>
          </p:cNvSpPr>
          <p:nvPr>
            <p:ph type="subTitle" idx="3"/>
          </p:nvPr>
        </p:nvSpPr>
        <p:spPr>
          <a:xfrm>
            <a:off x="1290775" y="2490775"/>
            <a:ext cx="2907600" cy="1413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Clear, measurable objectives are crucial for a successful marketing campaign. Start by considering what you want to achieve and define key performance indicators (KPIs) to measure success</a:t>
            </a:r>
            <a:endParaRPr/>
          </a:p>
        </p:txBody>
      </p:sp>
      <p:sp>
        <p:nvSpPr>
          <p:cNvPr id="387" name="Google Shape;387;p34"/>
          <p:cNvSpPr txBox="1">
            <a:spLocks noGrp="1"/>
          </p:cNvSpPr>
          <p:nvPr>
            <p:ph type="subTitle" idx="1"/>
          </p:nvPr>
        </p:nvSpPr>
        <p:spPr>
          <a:xfrm>
            <a:off x="1290775" y="2099650"/>
            <a:ext cx="2907600" cy="45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Defining objectives</a:t>
            </a:r>
            <a:endParaRPr/>
          </a:p>
        </p:txBody>
      </p:sp>
      <p:sp>
        <p:nvSpPr>
          <p:cNvPr id="388" name="Google Shape;388;p34"/>
          <p:cNvSpPr txBox="1">
            <a:spLocks noGrp="1"/>
          </p:cNvSpPr>
          <p:nvPr>
            <p:ph type="subTitle" idx="2"/>
          </p:nvPr>
        </p:nvSpPr>
        <p:spPr>
          <a:xfrm>
            <a:off x="4945650" y="2099650"/>
            <a:ext cx="2907600" cy="45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Business goals</a:t>
            </a:r>
            <a:endParaRPr/>
          </a:p>
        </p:txBody>
      </p:sp>
      <p:sp>
        <p:nvSpPr>
          <p:cNvPr id="389" name="Google Shape;389;p34"/>
          <p:cNvSpPr txBox="1">
            <a:spLocks noGrp="1"/>
          </p:cNvSpPr>
          <p:nvPr>
            <p:ph type="subTitle" idx="4"/>
          </p:nvPr>
        </p:nvSpPr>
        <p:spPr>
          <a:xfrm>
            <a:off x="4945650" y="2490775"/>
            <a:ext cx="2907600" cy="1413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Align campaign objectives with business goals by understanding your company's mission, vision, and values. Identify how the campaign can contribute to achieving these goals and adjust objectives accordingly</a:t>
            </a:r>
            <a:endParaRPr/>
          </a:p>
        </p:txBody>
      </p:sp>
      <p:grpSp>
        <p:nvGrpSpPr>
          <p:cNvPr id="390" name="Google Shape;390;p34"/>
          <p:cNvGrpSpPr/>
          <p:nvPr/>
        </p:nvGrpSpPr>
        <p:grpSpPr>
          <a:xfrm>
            <a:off x="6218085" y="1737800"/>
            <a:ext cx="362733" cy="361816"/>
            <a:chOff x="4021677" y="3238675"/>
            <a:chExt cx="362733" cy="361816"/>
          </a:xfrm>
        </p:grpSpPr>
        <p:sp>
          <p:nvSpPr>
            <p:cNvPr id="391" name="Google Shape;391;p34"/>
            <p:cNvSpPr/>
            <p:nvPr/>
          </p:nvSpPr>
          <p:spPr>
            <a:xfrm>
              <a:off x="4021677" y="3238675"/>
              <a:ext cx="362733" cy="361816"/>
            </a:xfrm>
            <a:custGeom>
              <a:avLst/>
              <a:gdLst/>
              <a:ahLst/>
              <a:cxnLst/>
              <a:rect l="l" t="t" r="r" b="b"/>
              <a:pathLst>
                <a:path w="13452" h="13418" extrusionOk="0">
                  <a:moveTo>
                    <a:pt x="6726" y="0"/>
                  </a:moveTo>
                  <a:cubicBezTo>
                    <a:pt x="6679" y="0"/>
                    <a:pt x="6631" y="17"/>
                    <a:pt x="6592" y="51"/>
                  </a:cubicBezTo>
                  <a:lnTo>
                    <a:pt x="68" y="6572"/>
                  </a:lnTo>
                  <a:cubicBezTo>
                    <a:pt x="1" y="6653"/>
                    <a:pt x="1" y="6764"/>
                    <a:pt x="68" y="6843"/>
                  </a:cubicBezTo>
                  <a:lnTo>
                    <a:pt x="6592" y="13367"/>
                  </a:lnTo>
                  <a:cubicBezTo>
                    <a:pt x="6631" y="13401"/>
                    <a:pt x="6679" y="13417"/>
                    <a:pt x="6726" y="13417"/>
                  </a:cubicBezTo>
                  <a:cubicBezTo>
                    <a:pt x="6774" y="13417"/>
                    <a:pt x="6822" y="13401"/>
                    <a:pt x="6863" y="13367"/>
                  </a:cubicBezTo>
                  <a:lnTo>
                    <a:pt x="13384" y="6843"/>
                  </a:lnTo>
                  <a:cubicBezTo>
                    <a:pt x="13452" y="6764"/>
                    <a:pt x="13452" y="6653"/>
                    <a:pt x="13384" y="6572"/>
                  </a:cubicBezTo>
                  <a:lnTo>
                    <a:pt x="6863" y="51"/>
                  </a:lnTo>
                  <a:cubicBezTo>
                    <a:pt x="6822" y="17"/>
                    <a:pt x="6774" y="0"/>
                    <a:pt x="6726"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4"/>
            <p:cNvSpPr/>
            <p:nvPr/>
          </p:nvSpPr>
          <p:spPr>
            <a:xfrm>
              <a:off x="4141105" y="3345025"/>
              <a:ext cx="157637" cy="147795"/>
            </a:xfrm>
            <a:custGeom>
              <a:avLst/>
              <a:gdLst/>
              <a:ahLst/>
              <a:cxnLst/>
              <a:rect l="l" t="t" r="r" b="b"/>
              <a:pathLst>
                <a:path w="5846" h="5481" extrusionOk="0">
                  <a:moveTo>
                    <a:pt x="3277" y="0"/>
                  </a:moveTo>
                  <a:cubicBezTo>
                    <a:pt x="3207" y="0"/>
                    <a:pt x="3142" y="59"/>
                    <a:pt x="3142" y="141"/>
                  </a:cubicBezTo>
                  <a:lnTo>
                    <a:pt x="3142" y="895"/>
                  </a:lnTo>
                  <a:cubicBezTo>
                    <a:pt x="3142" y="895"/>
                    <a:pt x="3074" y="1030"/>
                    <a:pt x="3007" y="1030"/>
                  </a:cubicBezTo>
                  <a:lnTo>
                    <a:pt x="552" y="1030"/>
                  </a:lnTo>
                  <a:lnTo>
                    <a:pt x="552" y="1052"/>
                  </a:lnTo>
                  <a:lnTo>
                    <a:pt x="135" y="1052"/>
                  </a:lnTo>
                  <a:cubicBezTo>
                    <a:pt x="54" y="1052"/>
                    <a:pt x="0" y="1109"/>
                    <a:pt x="0" y="1187"/>
                  </a:cubicBezTo>
                  <a:lnTo>
                    <a:pt x="0" y="5346"/>
                  </a:lnTo>
                  <a:cubicBezTo>
                    <a:pt x="0" y="5424"/>
                    <a:pt x="54" y="5481"/>
                    <a:pt x="135" y="5481"/>
                  </a:cubicBezTo>
                  <a:lnTo>
                    <a:pt x="1463" y="5481"/>
                  </a:lnTo>
                  <a:cubicBezTo>
                    <a:pt x="1541" y="5481"/>
                    <a:pt x="1598" y="5424"/>
                    <a:pt x="1598" y="5346"/>
                  </a:cubicBezTo>
                  <a:lnTo>
                    <a:pt x="1598" y="2763"/>
                  </a:lnTo>
                  <a:cubicBezTo>
                    <a:pt x="1598" y="2685"/>
                    <a:pt x="1655" y="2628"/>
                    <a:pt x="1733" y="2628"/>
                  </a:cubicBezTo>
                  <a:lnTo>
                    <a:pt x="3007" y="2628"/>
                  </a:lnTo>
                  <a:cubicBezTo>
                    <a:pt x="3085" y="2628"/>
                    <a:pt x="3142" y="2685"/>
                    <a:pt x="3142" y="2763"/>
                  </a:cubicBezTo>
                  <a:lnTo>
                    <a:pt x="3142" y="3521"/>
                  </a:lnTo>
                  <a:cubicBezTo>
                    <a:pt x="3142" y="3601"/>
                    <a:pt x="3207" y="3658"/>
                    <a:pt x="3277" y="3658"/>
                  </a:cubicBezTo>
                  <a:cubicBezTo>
                    <a:pt x="3304" y="3658"/>
                    <a:pt x="3331" y="3650"/>
                    <a:pt x="3356" y="3631"/>
                  </a:cubicBezTo>
                  <a:lnTo>
                    <a:pt x="5767" y="1942"/>
                  </a:lnTo>
                  <a:cubicBezTo>
                    <a:pt x="5846" y="1885"/>
                    <a:pt x="5846" y="1774"/>
                    <a:pt x="5767" y="1717"/>
                  </a:cubicBezTo>
                  <a:lnTo>
                    <a:pt x="3356" y="27"/>
                  </a:lnTo>
                  <a:cubicBezTo>
                    <a:pt x="3331" y="9"/>
                    <a:pt x="3304" y="0"/>
                    <a:pt x="3277"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4"/>
            <p:cNvSpPr/>
            <p:nvPr/>
          </p:nvSpPr>
          <p:spPr>
            <a:xfrm>
              <a:off x="4225829" y="3380673"/>
              <a:ext cx="73210" cy="62882"/>
            </a:xfrm>
            <a:custGeom>
              <a:avLst/>
              <a:gdLst/>
              <a:ahLst/>
              <a:cxnLst/>
              <a:rect l="l" t="t" r="r" b="b"/>
              <a:pathLst>
                <a:path w="2715" h="2332" extrusionOk="0">
                  <a:moveTo>
                    <a:pt x="2074" y="0"/>
                  </a:moveTo>
                  <a:lnTo>
                    <a:pt x="0" y="1441"/>
                  </a:lnTo>
                  <a:lnTo>
                    <a:pt x="0" y="2199"/>
                  </a:lnTo>
                  <a:cubicBezTo>
                    <a:pt x="0" y="2280"/>
                    <a:pt x="66" y="2332"/>
                    <a:pt x="137" y="2332"/>
                  </a:cubicBezTo>
                  <a:cubicBezTo>
                    <a:pt x="163" y="2332"/>
                    <a:pt x="190" y="2325"/>
                    <a:pt x="214" y="2309"/>
                  </a:cubicBezTo>
                  <a:lnTo>
                    <a:pt x="2636" y="620"/>
                  </a:lnTo>
                  <a:cubicBezTo>
                    <a:pt x="2715" y="563"/>
                    <a:pt x="2715" y="452"/>
                    <a:pt x="2636" y="395"/>
                  </a:cubicBezTo>
                  <a:lnTo>
                    <a:pt x="2074" y="0"/>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 name="Google Shape;394;p34"/>
          <p:cNvGrpSpPr/>
          <p:nvPr/>
        </p:nvGrpSpPr>
        <p:grpSpPr>
          <a:xfrm>
            <a:off x="2563648" y="1737770"/>
            <a:ext cx="361870" cy="361870"/>
            <a:chOff x="4729158" y="2635495"/>
            <a:chExt cx="361870" cy="361870"/>
          </a:xfrm>
        </p:grpSpPr>
        <p:sp>
          <p:nvSpPr>
            <p:cNvPr id="395" name="Google Shape;395;p34"/>
            <p:cNvSpPr/>
            <p:nvPr/>
          </p:nvSpPr>
          <p:spPr>
            <a:xfrm>
              <a:off x="4729158" y="2635495"/>
              <a:ext cx="361870" cy="361870"/>
            </a:xfrm>
            <a:custGeom>
              <a:avLst/>
              <a:gdLst/>
              <a:ahLst/>
              <a:cxnLst/>
              <a:rect l="l" t="t" r="r" b="b"/>
              <a:pathLst>
                <a:path w="13420" h="13420" extrusionOk="0">
                  <a:moveTo>
                    <a:pt x="6717" y="1"/>
                  </a:moveTo>
                  <a:cubicBezTo>
                    <a:pt x="3010" y="1"/>
                    <a:pt x="1" y="3010"/>
                    <a:pt x="1" y="6717"/>
                  </a:cubicBezTo>
                  <a:cubicBezTo>
                    <a:pt x="1" y="10410"/>
                    <a:pt x="3010" y="13419"/>
                    <a:pt x="6717" y="13419"/>
                  </a:cubicBezTo>
                  <a:cubicBezTo>
                    <a:pt x="10410" y="13419"/>
                    <a:pt x="13419" y="10410"/>
                    <a:pt x="13419" y="6717"/>
                  </a:cubicBezTo>
                  <a:cubicBezTo>
                    <a:pt x="13419" y="3010"/>
                    <a:pt x="10410" y="1"/>
                    <a:pt x="6717"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34"/>
            <p:cNvSpPr/>
            <p:nvPr/>
          </p:nvSpPr>
          <p:spPr>
            <a:xfrm>
              <a:off x="4770792" y="2677129"/>
              <a:ext cx="278899" cy="278899"/>
            </a:xfrm>
            <a:custGeom>
              <a:avLst/>
              <a:gdLst/>
              <a:ahLst/>
              <a:cxnLst/>
              <a:rect l="l" t="t" r="r" b="b"/>
              <a:pathLst>
                <a:path w="10343" h="10343" extrusionOk="0">
                  <a:moveTo>
                    <a:pt x="5173" y="1"/>
                  </a:moveTo>
                  <a:cubicBezTo>
                    <a:pt x="2309" y="1"/>
                    <a:pt x="0" y="2310"/>
                    <a:pt x="0" y="5173"/>
                  </a:cubicBezTo>
                  <a:cubicBezTo>
                    <a:pt x="0" y="8022"/>
                    <a:pt x="2309" y="10342"/>
                    <a:pt x="5173" y="10342"/>
                  </a:cubicBezTo>
                  <a:cubicBezTo>
                    <a:pt x="8022" y="10342"/>
                    <a:pt x="10342" y="8022"/>
                    <a:pt x="10342" y="5173"/>
                  </a:cubicBezTo>
                  <a:cubicBezTo>
                    <a:pt x="10342" y="2310"/>
                    <a:pt x="8022" y="1"/>
                    <a:pt x="5173"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4"/>
            <p:cNvSpPr/>
            <p:nvPr/>
          </p:nvSpPr>
          <p:spPr>
            <a:xfrm>
              <a:off x="4847345" y="2720300"/>
              <a:ext cx="51045" cy="192935"/>
            </a:xfrm>
            <a:custGeom>
              <a:avLst/>
              <a:gdLst/>
              <a:ahLst/>
              <a:cxnLst/>
              <a:rect l="l" t="t" r="r" b="b"/>
              <a:pathLst>
                <a:path w="1893" h="7155" extrusionOk="0">
                  <a:moveTo>
                    <a:pt x="136" y="0"/>
                  </a:moveTo>
                  <a:cubicBezTo>
                    <a:pt x="68" y="0"/>
                    <a:pt x="0" y="57"/>
                    <a:pt x="0" y="135"/>
                  </a:cubicBezTo>
                  <a:lnTo>
                    <a:pt x="0" y="7019"/>
                  </a:lnTo>
                  <a:cubicBezTo>
                    <a:pt x="0" y="7087"/>
                    <a:pt x="68" y="7154"/>
                    <a:pt x="136" y="7154"/>
                  </a:cubicBezTo>
                  <a:lnTo>
                    <a:pt x="1758" y="7154"/>
                  </a:lnTo>
                  <a:cubicBezTo>
                    <a:pt x="1825" y="7154"/>
                    <a:pt x="1893" y="7087"/>
                    <a:pt x="1893" y="7019"/>
                  </a:cubicBezTo>
                  <a:lnTo>
                    <a:pt x="1893" y="135"/>
                  </a:lnTo>
                  <a:cubicBezTo>
                    <a:pt x="1893" y="57"/>
                    <a:pt x="1825" y="0"/>
                    <a:pt x="1758"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4"/>
            <p:cNvSpPr/>
            <p:nvPr/>
          </p:nvSpPr>
          <p:spPr>
            <a:xfrm>
              <a:off x="4921499" y="2720300"/>
              <a:ext cx="51045" cy="192935"/>
            </a:xfrm>
            <a:custGeom>
              <a:avLst/>
              <a:gdLst/>
              <a:ahLst/>
              <a:cxnLst/>
              <a:rect l="l" t="t" r="r" b="b"/>
              <a:pathLst>
                <a:path w="1893" h="7155" extrusionOk="0">
                  <a:moveTo>
                    <a:pt x="135" y="0"/>
                  </a:moveTo>
                  <a:cubicBezTo>
                    <a:pt x="68" y="0"/>
                    <a:pt x="0" y="57"/>
                    <a:pt x="0" y="135"/>
                  </a:cubicBezTo>
                  <a:lnTo>
                    <a:pt x="0" y="7019"/>
                  </a:lnTo>
                  <a:cubicBezTo>
                    <a:pt x="0" y="7087"/>
                    <a:pt x="68" y="7154"/>
                    <a:pt x="135" y="7154"/>
                  </a:cubicBezTo>
                  <a:lnTo>
                    <a:pt x="1758" y="7154"/>
                  </a:lnTo>
                  <a:cubicBezTo>
                    <a:pt x="1836" y="7154"/>
                    <a:pt x="1893" y="7087"/>
                    <a:pt x="1893" y="7019"/>
                  </a:cubicBezTo>
                  <a:lnTo>
                    <a:pt x="1893" y="135"/>
                  </a:lnTo>
                  <a:cubicBezTo>
                    <a:pt x="1893" y="57"/>
                    <a:pt x="1836" y="0"/>
                    <a:pt x="1758"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4"/>
            <p:cNvSpPr/>
            <p:nvPr/>
          </p:nvSpPr>
          <p:spPr>
            <a:xfrm>
              <a:off x="4766262" y="2673192"/>
              <a:ext cx="288013" cy="286962"/>
            </a:xfrm>
            <a:custGeom>
              <a:avLst/>
              <a:gdLst/>
              <a:ahLst/>
              <a:cxnLst/>
              <a:rect l="l" t="t" r="r" b="b"/>
              <a:pathLst>
                <a:path w="10681" h="10642" extrusionOk="0">
                  <a:moveTo>
                    <a:pt x="1308" y="1"/>
                  </a:moveTo>
                  <a:cubicBezTo>
                    <a:pt x="1273" y="1"/>
                    <a:pt x="1239" y="11"/>
                    <a:pt x="1218" y="33"/>
                  </a:cubicBezTo>
                  <a:lnTo>
                    <a:pt x="55" y="1206"/>
                  </a:lnTo>
                  <a:cubicBezTo>
                    <a:pt x="1" y="1263"/>
                    <a:pt x="1" y="1352"/>
                    <a:pt x="55" y="1398"/>
                  </a:cubicBezTo>
                  <a:lnTo>
                    <a:pt x="9261" y="10602"/>
                  </a:lnTo>
                  <a:cubicBezTo>
                    <a:pt x="9286" y="10626"/>
                    <a:pt x="9321" y="10641"/>
                    <a:pt x="9358" y="10641"/>
                  </a:cubicBezTo>
                  <a:cubicBezTo>
                    <a:pt x="9386" y="10641"/>
                    <a:pt x="9415" y="10633"/>
                    <a:pt x="9440" y="10613"/>
                  </a:cubicBezTo>
                  <a:cubicBezTo>
                    <a:pt x="9880" y="10275"/>
                    <a:pt x="10286" y="9880"/>
                    <a:pt x="10635" y="9428"/>
                  </a:cubicBezTo>
                  <a:cubicBezTo>
                    <a:pt x="10681" y="9385"/>
                    <a:pt x="10667" y="9307"/>
                    <a:pt x="10624" y="9250"/>
                  </a:cubicBezTo>
                  <a:lnTo>
                    <a:pt x="1407" y="33"/>
                  </a:lnTo>
                  <a:cubicBezTo>
                    <a:pt x="1380" y="11"/>
                    <a:pt x="1343" y="1"/>
                    <a:pt x="1308"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03"/>
        <p:cNvGrpSpPr/>
        <p:nvPr/>
      </p:nvGrpSpPr>
      <p:grpSpPr>
        <a:xfrm>
          <a:off x="0" y="0"/>
          <a:ext cx="0" cy="0"/>
          <a:chOff x="0" y="0"/>
          <a:chExt cx="0" cy="0"/>
        </a:xfrm>
      </p:grpSpPr>
      <p:sp>
        <p:nvSpPr>
          <p:cNvPr id="404" name="Google Shape;404;p35"/>
          <p:cNvSpPr txBox="1">
            <a:spLocks noGrp="1"/>
          </p:cNvSpPr>
          <p:nvPr>
            <p:ph type="subTitle" idx="1"/>
          </p:nvPr>
        </p:nvSpPr>
        <p:spPr>
          <a:xfrm>
            <a:off x="714973" y="2145750"/>
            <a:ext cx="2180400" cy="418200"/>
          </a:xfrm>
          <a:prstGeom prst="rect">
            <a:avLst/>
          </a:prstGeom>
        </p:spPr>
        <p:txBody>
          <a:bodyPr spcFirstLastPara="1" wrap="square" lIns="91425" tIns="91425" rIns="91425" bIns="91425" anchor="b" anchorCtr="0">
            <a:noAutofit/>
          </a:bodyPr>
          <a:lstStyle/>
          <a:p>
            <a:pPr marL="0" lvl="0" indent="0"/>
            <a:r>
              <a:rPr lang="en-IN" dirty="0"/>
              <a:t>Member 1 &amp; 2</a:t>
            </a:r>
            <a:endParaRPr dirty="0"/>
          </a:p>
        </p:txBody>
      </p:sp>
      <p:sp>
        <p:nvSpPr>
          <p:cNvPr id="405" name="Google Shape;405;p35"/>
          <p:cNvSpPr txBox="1">
            <a:spLocks noGrp="1"/>
          </p:cNvSpPr>
          <p:nvPr>
            <p:ph type="subTitle" idx="5"/>
          </p:nvPr>
        </p:nvSpPr>
        <p:spPr>
          <a:xfrm>
            <a:off x="3481788" y="2145750"/>
            <a:ext cx="2180400" cy="418200"/>
          </a:xfrm>
          <a:prstGeom prst="rect">
            <a:avLst/>
          </a:prstGeom>
        </p:spPr>
        <p:txBody>
          <a:bodyPr spcFirstLastPara="1" wrap="square" lIns="91425" tIns="91425" rIns="91425" bIns="91425" anchor="b" anchorCtr="0">
            <a:noAutofit/>
          </a:bodyPr>
          <a:lstStyle/>
          <a:p>
            <a:pPr marL="0" lvl="0" indent="0"/>
            <a:r>
              <a:rPr lang="en-IN" dirty="0"/>
              <a:t>Member 3</a:t>
            </a:r>
            <a:endParaRPr dirty="0"/>
          </a:p>
        </p:txBody>
      </p:sp>
      <p:sp>
        <p:nvSpPr>
          <p:cNvPr id="406" name="Google Shape;406;p35"/>
          <p:cNvSpPr txBox="1">
            <a:spLocks noGrp="1"/>
          </p:cNvSpPr>
          <p:nvPr>
            <p:ph type="subTitle" idx="6"/>
          </p:nvPr>
        </p:nvSpPr>
        <p:spPr>
          <a:xfrm>
            <a:off x="6248627" y="2145750"/>
            <a:ext cx="2180400" cy="418200"/>
          </a:xfrm>
          <a:prstGeom prst="rect">
            <a:avLst/>
          </a:prstGeom>
        </p:spPr>
        <p:txBody>
          <a:bodyPr spcFirstLastPara="1" wrap="square" lIns="91425" tIns="91425" rIns="91425" bIns="91425" anchor="b" anchorCtr="0">
            <a:noAutofit/>
          </a:bodyPr>
          <a:lstStyle/>
          <a:p>
            <a:pPr marL="0" lvl="0" indent="0"/>
            <a:r>
              <a:rPr lang="en-IN" dirty="0"/>
              <a:t>Member 4</a:t>
            </a:r>
            <a:endParaRPr dirty="0"/>
          </a:p>
        </p:txBody>
      </p:sp>
      <p:sp>
        <p:nvSpPr>
          <p:cNvPr id="407" name="Google Shape;407;p35"/>
          <p:cNvSpPr txBox="1">
            <a:spLocks noGrp="1"/>
          </p:cNvSpPr>
          <p:nvPr>
            <p:ph type="title"/>
          </p:nvPr>
        </p:nvSpPr>
        <p:spPr>
          <a:xfrm>
            <a:off x="906383" y="318082"/>
            <a:ext cx="7704000" cy="572700"/>
          </a:xfrm>
          <a:prstGeom prst="rect">
            <a:avLst/>
          </a:prstGeom>
        </p:spPr>
        <p:txBody>
          <a:bodyPr spcFirstLastPara="1" wrap="square" lIns="91425" tIns="91425" rIns="91425" bIns="91425" anchor="t" anchorCtr="0">
            <a:noAutofit/>
          </a:bodyPr>
          <a:lstStyle/>
          <a:p>
            <a:pPr lvl="0"/>
            <a:r>
              <a:rPr lang="en-IN" dirty="0"/>
              <a:t>TASK DISTRIBUTION</a:t>
            </a:r>
            <a:br>
              <a:rPr lang="en-IN" dirty="0"/>
            </a:br>
            <a:br>
              <a:rPr lang="en-IN" dirty="0"/>
            </a:br>
            <a:r>
              <a:rPr lang="en-IN" sz="1800" dirty="0"/>
              <a:t>Content:</a:t>
            </a:r>
            <a:r>
              <a:rPr lang="en-IN" sz="1800" b="0" dirty="0"/>
              <a:t> Clearly define who is doing what.</a:t>
            </a:r>
            <a:endParaRPr dirty="0"/>
          </a:p>
        </p:txBody>
      </p:sp>
      <p:sp>
        <p:nvSpPr>
          <p:cNvPr id="408" name="Google Shape;408;p35"/>
          <p:cNvSpPr txBox="1">
            <a:spLocks noGrp="1"/>
          </p:cNvSpPr>
          <p:nvPr>
            <p:ph type="subTitle" idx="2"/>
          </p:nvPr>
        </p:nvSpPr>
        <p:spPr>
          <a:xfrm>
            <a:off x="714973" y="2488400"/>
            <a:ext cx="2180400" cy="1509900"/>
          </a:xfrm>
          <a:prstGeom prst="rect">
            <a:avLst/>
          </a:prstGeom>
        </p:spPr>
        <p:txBody>
          <a:bodyPr spcFirstLastPara="1" wrap="square" lIns="91425" tIns="91425" rIns="91425" bIns="91425" anchor="t" anchorCtr="0">
            <a:noAutofit/>
          </a:bodyPr>
          <a:lstStyle/>
          <a:p>
            <a:pPr marL="0" lvl="0" indent="0"/>
            <a:r>
              <a:rPr lang="en-IN" sz="1400" dirty="0"/>
              <a:t> Backend </a:t>
            </a:r>
            <a:r>
              <a:rPr lang="en-IN" sz="1400" dirty="0" err="1"/>
              <a:t>LogicPython</a:t>
            </a:r>
            <a:r>
              <a:rPr lang="en-IN" sz="1400" dirty="0"/>
              <a:t> </a:t>
            </a:r>
            <a:r>
              <a:rPr lang="en-IN" sz="1400" dirty="0" err="1"/>
              <a:t>scriptingTraCI</a:t>
            </a:r>
            <a:r>
              <a:rPr lang="en-IN" sz="1400" dirty="0"/>
              <a:t> API </a:t>
            </a:r>
            <a:r>
              <a:rPr lang="en-IN" sz="1400" dirty="0" err="1"/>
              <a:t>integrationAI</a:t>
            </a:r>
            <a:r>
              <a:rPr lang="en-IN" sz="1400" dirty="0"/>
              <a:t> rule </a:t>
            </a:r>
            <a:r>
              <a:rPr lang="en-IN" sz="1400" dirty="0" err="1"/>
              <a:t>creationTraffic</a:t>
            </a:r>
            <a:r>
              <a:rPr lang="en-IN" sz="1400" dirty="0"/>
              <a:t> signal control logic</a:t>
            </a:r>
            <a:endParaRPr sz="1400" dirty="0"/>
          </a:p>
        </p:txBody>
      </p:sp>
      <p:sp>
        <p:nvSpPr>
          <p:cNvPr id="409" name="Google Shape;409;p35"/>
          <p:cNvSpPr txBox="1">
            <a:spLocks noGrp="1"/>
          </p:cNvSpPr>
          <p:nvPr>
            <p:ph type="subTitle" idx="3"/>
          </p:nvPr>
        </p:nvSpPr>
        <p:spPr>
          <a:xfrm>
            <a:off x="3481800" y="2488400"/>
            <a:ext cx="2180400" cy="1509900"/>
          </a:xfrm>
          <a:prstGeom prst="rect">
            <a:avLst/>
          </a:prstGeom>
        </p:spPr>
        <p:txBody>
          <a:bodyPr spcFirstLastPara="1" wrap="square" lIns="91425" tIns="91425" rIns="91425" bIns="91425" anchor="t" anchorCtr="0">
            <a:noAutofit/>
          </a:bodyPr>
          <a:lstStyle/>
          <a:p>
            <a:pPr marL="0" lvl="0" indent="0"/>
            <a:r>
              <a:rPr lang="en-US" sz="1400" dirty="0"/>
              <a:t>Frontend &amp; </a:t>
            </a:r>
            <a:r>
              <a:rPr lang="en-US" sz="1400" dirty="0" err="1"/>
              <a:t>EnvironmentSUMO</a:t>
            </a:r>
            <a:r>
              <a:rPr lang="en-US" sz="1400" dirty="0"/>
              <a:t> </a:t>
            </a:r>
            <a:r>
              <a:rPr lang="en-US" sz="1400" dirty="0" err="1"/>
              <a:t>Netedit</a:t>
            </a:r>
            <a:r>
              <a:rPr lang="en-US" sz="1400" dirty="0"/>
              <a:t> road &amp; lane </a:t>
            </a:r>
            <a:r>
              <a:rPr lang="en-US" sz="1400" dirty="0" err="1"/>
              <a:t>creationTraffic</a:t>
            </a:r>
            <a:r>
              <a:rPr lang="en-US" sz="1400" dirty="0"/>
              <a:t> environment </a:t>
            </a:r>
            <a:r>
              <a:rPr lang="en-US" sz="1400" dirty="0" err="1"/>
              <a:t>setupUnity</a:t>
            </a:r>
            <a:r>
              <a:rPr lang="en-US" sz="1400" dirty="0"/>
              <a:t> 3D visualization</a:t>
            </a:r>
            <a:endParaRPr sz="1400" dirty="0"/>
          </a:p>
        </p:txBody>
      </p:sp>
      <p:sp>
        <p:nvSpPr>
          <p:cNvPr id="410" name="Google Shape;410;p35"/>
          <p:cNvSpPr txBox="1">
            <a:spLocks noGrp="1"/>
          </p:cNvSpPr>
          <p:nvPr>
            <p:ph type="subTitle" idx="4"/>
          </p:nvPr>
        </p:nvSpPr>
        <p:spPr>
          <a:xfrm>
            <a:off x="6248627" y="2488400"/>
            <a:ext cx="2180400" cy="1509900"/>
          </a:xfrm>
          <a:prstGeom prst="rect">
            <a:avLst/>
          </a:prstGeom>
        </p:spPr>
        <p:txBody>
          <a:bodyPr spcFirstLastPara="1" wrap="square" lIns="91425" tIns="91425" rIns="91425" bIns="91425" anchor="t" anchorCtr="0">
            <a:noAutofit/>
          </a:bodyPr>
          <a:lstStyle/>
          <a:p>
            <a:pPr marL="0" lvl="0" indent="0"/>
            <a:r>
              <a:rPr lang="en-IN" sz="1400" dirty="0"/>
              <a:t>Documentation &amp; </a:t>
            </a:r>
            <a:r>
              <a:rPr lang="en-IN" sz="1400" dirty="0" err="1"/>
              <a:t>CoordinationDesign</a:t>
            </a:r>
            <a:r>
              <a:rPr lang="en-IN" sz="1400" dirty="0"/>
              <a:t> </a:t>
            </a:r>
            <a:r>
              <a:rPr lang="en-IN" sz="1400" dirty="0" err="1"/>
              <a:t>documentsTesting</a:t>
            </a:r>
            <a:r>
              <a:rPr lang="en-IN" sz="1400" dirty="0"/>
              <a:t> </a:t>
            </a:r>
            <a:r>
              <a:rPr lang="en-IN" sz="1400" dirty="0" err="1"/>
              <a:t>reportsPresentation</a:t>
            </a:r>
            <a:r>
              <a:rPr lang="en-IN" sz="1400" dirty="0"/>
              <a:t> </a:t>
            </a:r>
            <a:r>
              <a:rPr lang="en-IN" sz="1400" dirty="0" err="1"/>
              <a:t>creationTeam</a:t>
            </a:r>
            <a:r>
              <a:rPr lang="en-IN" sz="1400" dirty="0"/>
              <a:t> coordination</a:t>
            </a:r>
            <a:endParaRPr sz="1400" dirty="0"/>
          </a:p>
        </p:txBody>
      </p:sp>
      <p:grpSp>
        <p:nvGrpSpPr>
          <p:cNvPr id="411" name="Google Shape;411;p35"/>
          <p:cNvGrpSpPr/>
          <p:nvPr/>
        </p:nvGrpSpPr>
        <p:grpSpPr>
          <a:xfrm>
            <a:off x="7157461" y="1752462"/>
            <a:ext cx="362733" cy="361816"/>
            <a:chOff x="1536529" y="3238675"/>
            <a:chExt cx="362733" cy="361816"/>
          </a:xfrm>
        </p:grpSpPr>
        <p:sp>
          <p:nvSpPr>
            <p:cNvPr id="412" name="Google Shape;412;p35"/>
            <p:cNvSpPr/>
            <p:nvPr/>
          </p:nvSpPr>
          <p:spPr>
            <a:xfrm>
              <a:off x="1536529" y="3238675"/>
              <a:ext cx="362733" cy="361816"/>
            </a:xfrm>
            <a:custGeom>
              <a:avLst/>
              <a:gdLst/>
              <a:ahLst/>
              <a:cxnLst/>
              <a:rect l="l" t="t" r="r" b="b"/>
              <a:pathLst>
                <a:path w="13452" h="13418" extrusionOk="0">
                  <a:moveTo>
                    <a:pt x="6724" y="0"/>
                  </a:moveTo>
                  <a:cubicBezTo>
                    <a:pt x="6676" y="0"/>
                    <a:pt x="6628" y="17"/>
                    <a:pt x="6589" y="51"/>
                  </a:cubicBezTo>
                  <a:lnTo>
                    <a:pt x="68" y="6572"/>
                  </a:lnTo>
                  <a:cubicBezTo>
                    <a:pt x="0" y="6653"/>
                    <a:pt x="0" y="6764"/>
                    <a:pt x="68" y="6843"/>
                  </a:cubicBezTo>
                  <a:lnTo>
                    <a:pt x="6589" y="13367"/>
                  </a:lnTo>
                  <a:cubicBezTo>
                    <a:pt x="6628" y="13401"/>
                    <a:pt x="6676" y="13417"/>
                    <a:pt x="6724" y="13417"/>
                  </a:cubicBezTo>
                  <a:cubicBezTo>
                    <a:pt x="6772" y="13417"/>
                    <a:pt x="6820" y="13401"/>
                    <a:pt x="6860" y="13367"/>
                  </a:cubicBezTo>
                  <a:lnTo>
                    <a:pt x="13384" y="6843"/>
                  </a:lnTo>
                  <a:cubicBezTo>
                    <a:pt x="13451" y="6764"/>
                    <a:pt x="13451" y="6653"/>
                    <a:pt x="13384" y="6572"/>
                  </a:cubicBezTo>
                  <a:lnTo>
                    <a:pt x="6860" y="51"/>
                  </a:lnTo>
                  <a:cubicBezTo>
                    <a:pt x="6820" y="17"/>
                    <a:pt x="6772" y="0"/>
                    <a:pt x="6724"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5"/>
            <p:cNvSpPr/>
            <p:nvPr/>
          </p:nvSpPr>
          <p:spPr>
            <a:xfrm>
              <a:off x="1630637" y="3332702"/>
              <a:ext cx="174706" cy="173762"/>
            </a:xfrm>
            <a:custGeom>
              <a:avLst/>
              <a:gdLst/>
              <a:ahLst/>
              <a:cxnLst/>
              <a:rect l="l" t="t" r="r" b="b"/>
              <a:pathLst>
                <a:path w="6479" h="6444" extrusionOk="0">
                  <a:moveTo>
                    <a:pt x="2750" y="0"/>
                  </a:moveTo>
                  <a:cubicBezTo>
                    <a:pt x="2569" y="0"/>
                    <a:pt x="2412" y="146"/>
                    <a:pt x="2412" y="327"/>
                  </a:cubicBezTo>
                  <a:lnTo>
                    <a:pt x="2412" y="2274"/>
                  </a:lnTo>
                  <a:cubicBezTo>
                    <a:pt x="2412" y="2342"/>
                    <a:pt x="2356" y="2409"/>
                    <a:pt x="2277" y="2409"/>
                  </a:cubicBezTo>
                  <a:lnTo>
                    <a:pt x="339" y="2409"/>
                  </a:lnTo>
                  <a:cubicBezTo>
                    <a:pt x="160" y="2409"/>
                    <a:pt x="1" y="2558"/>
                    <a:pt x="1" y="2736"/>
                  </a:cubicBezTo>
                  <a:lnTo>
                    <a:pt x="1" y="3694"/>
                  </a:lnTo>
                  <a:cubicBezTo>
                    <a:pt x="1" y="3886"/>
                    <a:pt x="160" y="4032"/>
                    <a:pt x="339" y="4032"/>
                  </a:cubicBezTo>
                  <a:lnTo>
                    <a:pt x="2277" y="4032"/>
                  </a:lnTo>
                  <a:cubicBezTo>
                    <a:pt x="2356" y="4032"/>
                    <a:pt x="2412" y="4088"/>
                    <a:pt x="2412" y="4167"/>
                  </a:cubicBezTo>
                  <a:lnTo>
                    <a:pt x="2412" y="6105"/>
                  </a:lnTo>
                  <a:cubicBezTo>
                    <a:pt x="2412" y="6297"/>
                    <a:pt x="2569" y="6443"/>
                    <a:pt x="2750" y="6443"/>
                  </a:cubicBezTo>
                  <a:lnTo>
                    <a:pt x="3729" y="6443"/>
                  </a:lnTo>
                  <a:cubicBezTo>
                    <a:pt x="3921" y="6443"/>
                    <a:pt x="4067" y="6297"/>
                    <a:pt x="4067" y="6105"/>
                  </a:cubicBezTo>
                  <a:lnTo>
                    <a:pt x="4067" y="4167"/>
                  </a:lnTo>
                  <a:cubicBezTo>
                    <a:pt x="4067" y="4088"/>
                    <a:pt x="4124" y="4032"/>
                    <a:pt x="4202" y="4032"/>
                  </a:cubicBezTo>
                  <a:lnTo>
                    <a:pt x="6141" y="4032"/>
                  </a:lnTo>
                  <a:cubicBezTo>
                    <a:pt x="6333" y="4032"/>
                    <a:pt x="6479" y="3886"/>
                    <a:pt x="6479" y="3694"/>
                  </a:cubicBezTo>
                  <a:lnTo>
                    <a:pt x="6479" y="2736"/>
                  </a:lnTo>
                  <a:cubicBezTo>
                    <a:pt x="6479" y="2558"/>
                    <a:pt x="6333" y="2409"/>
                    <a:pt x="6141" y="2409"/>
                  </a:cubicBezTo>
                  <a:lnTo>
                    <a:pt x="4181" y="2409"/>
                  </a:lnTo>
                  <a:cubicBezTo>
                    <a:pt x="4102" y="2409"/>
                    <a:pt x="4046" y="2342"/>
                    <a:pt x="4046" y="2274"/>
                  </a:cubicBezTo>
                  <a:lnTo>
                    <a:pt x="4046" y="327"/>
                  </a:lnTo>
                  <a:cubicBezTo>
                    <a:pt x="4046" y="146"/>
                    <a:pt x="3889" y="0"/>
                    <a:pt x="370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5"/>
            <p:cNvSpPr/>
            <p:nvPr/>
          </p:nvSpPr>
          <p:spPr>
            <a:xfrm>
              <a:off x="1695676" y="3332702"/>
              <a:ext cx="109667" cy="108723"/>
            </a:xfrm>
            <a:custGeom>
              <a:avLst/>
              <a:gdLst/>
              <a:ahLst/>
              <a:cxnLst/>
              <a:rect l="l" t="t" r="r" b="b"/>
              <a:pathLst>
                <a:path w="4067" h="4032" extrusionOk="0">
                  <a:moveTo>
                    <a:pt x="338" y="0"/>
                  </a:moveTo>
                  <a:cubicBezTo>
                    <a:pt x="157" y="0"/>
                    <a:pt x="0" y="146"/>
                    <a:pt x="0" y="327"/>
                  </a:cubicBezTo>
                  <a:lnTo>
                    <a:pt x="0" y="676"/>
                  </a:lnTo>
                  <a:lnTo>
                    <a:pt x="766" y="676"/>
                  </a:lnTo>
                  <a:cubicBezTo>
                    <a:pt x="958" y="676"/>
                    <a:pt x="1104" y="833"/>
                    <a:pt x="1104" y="1014"/>
                  </a:cubicBezTo>
                  <a:lnTo>
                    <a:pt x="1104" y="2850"/>
                  </a:lnTo>
                  <a:cubicBezTo>
                    <a:pt x="1104" y="2996"/>
                    <a:pt x="1228" y="3120"/>
                    <a:pt x="1374" y="3120"/>
                  </a:cubicBezTo>
                  <a:lnTo>
                    <a:pt x="3177" y="3120"/>
                  </a:lnTo>
                  <a:cubicBezTo>
                    <a:pt x="3369" y="3120"/>
                    <a:pt x="3515" y="3266"/>
                    <a:pt x="3515" y="3448"/>
                  </a:cubicBezTo>
                  <a:lnTo>
                    <a:pt x="3515" y="4032"/>
                  </a:lnTo>
                  <a:lnTo>
                    <a:pt x="3729" y="4032"/>
                  </a:lnTo>
                  <a:cubicBezTo>
                    <a:pt x="3921" y="4032"/>
                    <a:pt x="4067" y="3886"/>
                    <a:pt x="4067" y="3694"/>
                  </a:cubicBezTo>
                  <a:lnTo>
                    <a:pt x="4067" y="2736"/>
                  </a:lnTo>
                  <a:cubicBezTo>
                    <a:pt x="4067" y="2558"/>
                    <a:pt x="3921" y="2409"/>
                    <a:pt x="3729" y="2409"/>
                  </a:cubicBezTo>
                  <a:lnTo>
                    <a:pt x="1790" y="2409"/>
                  </a:lnTo>
                  <a:cubicBezTo>
                    <a:pt x="1712" y="2409"/>
                    <a:pt x="1655" y="2342"/>
                    <a:pt x="1655" y="2274"/>
                  </a:cubicBezTo>
                  <a:lnTo>
                    <a:pt x="1655" y="327"/>
                  </a:lnTo>
                  <a:cubicBezTo>
                    <a:pt x="1655" y="146"/>
                    <a:pt x="1509" y="0"/>
                    <a:pt x="1317"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 name="Google Shape;415;p35"/>
          <p:cNvGrpSpPr/>
          <p:nvPr/>
        </p:nvGrpSpPr>
        <p:grpSpPr>
          <a:xfrm>
            <a:off x="4385592" y="1778541"/>
            <a:ext cx="372791" cy="309666"/>
            <a:chOff x="1520997" y="2661516"/>
            <a:chExt cx="372791" cy="309666"/>
          </a:xfrm>
        </p:grpSpPr>
        <p:sp>
          <p:nvSpPr>
            <p:cNvPr id="416" name="Google Shape;416;p35"/>
            <p:cNvSpPr/>
            <p:nvPr/>
          </p:nvSpPr>
          <p:spPr>
            <a:xfrm>
              <a:off x="1520997" y="2661516"/>
              <a:ext cx="372791" cy="309666"/>
            </a:xfrm>
            <a:custGeom>
              <a:avLst/>
              <a:gdLst/>
              <a:ahLst/>
              <a:cxnLst/>
              <a:rect l="l" t="t" r="r" b="b"/>
              <a:pathLst>
                <a:path w="13825" h="11484" extrusionOk="0">
                  <a:moveTo>
                    <a:pt x="6914" y="0"/>
                  </a:moveTo>
                  <a:cubicBezTo>
                    <a:pt x="6647" y="0"/>
                    <a:pt x="6382" y="129"/>
                    <a:pt x="6230" y="388"/>
                  </a:cubicBezTo>
                  <a:lnTo>
                    <a:pt x="317" y="10280"/>
                  </a:lnTo>
                  <a:cubicBezTo>
                    <a:pt x="0" y="10808"/>
                    <a:pt x="384" y="11484"/>
                    <a:pt x="1014" y="11484"/>
                  </a:cubicBezTo>
                  <a:lnTo>
                    <a:pt x="12821" y="11484"/>
                  </a:lnTo>
                  <a:cubicBezTo>
                    <a:pt x="13441" y="11484"/>
                    <a:pt x="13825" y="10808"/>
                    <a:pt x="13508" y="10280"/>
                  </a:cubicBezTo>
                  <a:lnTo>
                    <a:pt x="7606" y="388"/>
                  </a:lnTo>
                  <a:cubicBezTo>
                    <a:pt x="7448" y="129"/>
                    <a:pt x="7180" y="0"/>
                    <a:pt x="6914"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5"/>
            <p:cNvSpPr/>
            <p:nvPr/>
          </p:nvSpPr>
          <p:spPr>
            <a:xfrm>
              <a:off x="1596661" y="2739013"/>
              <a:ext cx="221733" cy="184198"/>
            </a:xfrm>
            <a:custGeom>
              <a:avLst/>
              <a:gdLst/>
              <a:ahLst/>
              <a:cxnLst/>
              <a:rect l="l" t="t" r="r" b="b"/>
              <a:pathLst>
                <a:path w="8223" h="6831" extrusionOk="0">
                  <a:moveTo>
                    <a:pt x="4110" y="1"/>
                  </a:moveTo>
                  <a:cubicBezTo>
                    <a:pt x="3951" y="1"/>
                    <a:pt x="3790" y="77"/>
                    <a:pt x="3694" y="228"/>
                  </a:cubicBezTo>
                  <a:lnTo>
                    <a:pt x="179" y="6109"/>
                  </a:lnTo>
                  <a:cubicBezTo>
                    <a:pt x="1" y="6425"/>
                    <a:pt x="225" y="6831"/>
                    <a:pt x="596" y="6831"/>
                  </a:cubicBezTo>
                  <a:lnTo>
                    <a:pt x="7625" y="6831"/>
                  </a:lnTo>
                  <a:cubicBezTo>
                    <a:pt x="7988" y="6831"/>
                    <a:pt x="8223" y="6425"/>
                    <a:pt x="8031" y="6109"/>
                  </a:cubicBezTo>
                  <a:lnTo>
                    <a:pt x="4516" y="228"/>
                  </a:lnTo>
                  <a:cubicBezTo>
                    <a:pt x="4427" y="77"/>
                    <a:pt x="4269" y="1"/>
                    <a:pt x="4110"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5"/>
            <p:cNvSpPr/>
            <p:nvPr/>
          </p:nvSpPr>
          <p:spPr>
            <a:xfrm>
              <a:off x="1624596" y="2865803"/>
              <a:ext cx="165889" cy="41310"/>
            </a:xfrm>
            <a:custGeom>
              <a:avLst/>
              <a:gdLst/>
              <a:ahLst/>
              <a:cxnLst/>
              <a:rect l="l" t="t" r="r" b="b"/>
              <a:pathLst>
                <a:path w="6152" h="1532" extrusionOk="0">
                  <a:moveTo>
                    <a:pt x="3074" y="1"/>
                  </a:moveTo>
                  <a:cubicBezTo>
                    <a:pt x="2231" y="1"/>
                    <a:pt x="1520" y="393"/>
                    <a:pt x="1317" y="923"/>
                  </a:cubicBezTo>
                  <a:lnTo>
                    <a:pt x="292" y="923"/>
                  </a:lnTo>
                  <a:cubicBezTo>
                    <a:pt x="125" y="923"/>
                    <a:pt x="0" y="1058"/>
                    <a:pt x="0" y="1228"/>
                  </a:cubicBezTo>
                  <a:cubicBezTo>
                    <a:pt x="0" y="1396"/>
                    <a:pt x="125" y="1531"/>
                    <a:pt x="292" y="1531"/>
                  </a:cubicBezTo>
                  <a:lnTo>
                    <a:pt x="5846" y="1531"/>
                  </a:lnTo>
                  <a:cubicBezTo>
                    <a:pt x="6016" y="1531"/>
                    <a:pt x="6151" y="1396"/>
                    <a:pt x="6151" y="1228"/>
                  </a:cubicBezTo>
                  <a:cubicBezTo>
                    <a:pt x="6151" y="1058"/>
                    <a:pt x="6016" y="923"/>
                    <a:pt x="5846" y="923"/>
                  </a:cubicBezTo>
                  <a:lnTo>
                    <a:pt x="4821" y="923"/>
                  </a:lnTo>
                  <a:cubicBezTo>
                    <a:pt x="4618" y="393"/>
                    <a:pt x="3910" y="1"/>
                    <a:pt x="3074"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5"/>
            <p:cNvSpPr/>
            <p:nvPr/>
          </p:nvSpPr>
          <p:spPr>
            <a:xfrm>
              <a:off x="1666797" y="2866396"/>
              <a:ext cx="123688" cy="40717"/>
            </a:xfrm>
            <a:custGeom>
              <a:avLst/>
              <a:gdLst/>
              <a:ahLst/>
              <a:cxnLst/>
              <a:rect l="l" t="t" r="r" b="b"/>
              <a:pathLst>
                <a:path w="4587" h="1510" extrusionOk="0">
                  <a:moveTo>
                    <a:pt x="1509" y="0"/>
                  </a:moveTo>
                  <a:cubicBezTo>
                    <a:pt x="880" y="0"/>
                    <a:pt x="317" y="214"/>
                    <a:pt x="1" y="541"/>
                  </a:cubicBezTo>
                  <a:cubicBezTo>
                    <a:pt x="282" y="417"/>
                    <a:pt x="631" y="338"/>
                    <a:pt x="1004" y="338"/>
                  </a:cubicBezTo>
                  <a:cubicBezTo>
                    <a:pt x="1769" y="338"/>
                    <a:pt x="2423" y="665"/>
                    <a:pt x="2683" y="1114"/>
                  </a:cubicBezTo>
                  <a:cubicBezTo>
                    <a:pt x="2740" y="1195"/>
                    <a:pt x="2829" y="1239"/>
                    <a:pt x="2918" y="1239"/>
                  </a:cubicBezTo>
                  <a:lnTo>
                    <a:pt x="3775" y="1239"/>
                  </a:lnTo>
                  <a:cubicBezTo>
                    <a:pt x="3864" y="1239"/>
                    <a:pt x="3943" y="1285"/>
                    <a:pt x="4000" y="1341"/>
                  </a:cubicBezTo>
                  <a:cubicBezTo>
                    <a:pt x="4046" y="1385"/>
                    <a:pt x="4067" y="1441"/>
                    <a:pt x="4078" y="1509"/>
                  </a:cubicBezTo>
                  <a:lnTo>
                    <a:pt x="4281" y="1509"/>
                  </a:lnTo>
                  <a:cubicBezTo>
                    <a:pt x="4451" y="1509"/>
                    <a:pt x="4586" y="1374"/>
                    <a:pt x="4586" y="1206"/>
                  </a:cubicBezTo>
                  <a:cubicBezTo>
                    <a:pt x="4586" y="1128"/>
                    <a:pt x="4551" y="1047"/>
                    <a:pt x="4497" y="993"/>
                  </a:cubicBezTo>
                  <a:cubicBezTo>
                    <a:pt x="4440" y="936"/>
                    <a:pt x="4373" y="901"/>
                    <a:pt x="4281" y="901"/>
                  </a:cubicBezTo>
                  <a:lnTo>
                    <a:pt x="3256" y="901"/>
                  </a:lnTo>
                  <a:cubicBezTo>
                    <a:pt x="3053" y="384"/>
                    <a:pt x="2345" y="0"/>
                    <a:pt x="1509"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35"/>
          <p:cNvGrpSpPr/>
          <p:nvPr/>
        </p:nvGrpSpPr>
        <p:grpSpPr>
          <a:xfrm>
            <a:off x="1624277" y="1752432"/>
            <a:ext cx="361789" cy="361870"/>
            <a:chOff x="3169610" y="2635495"/>
            <a:chExt cx="361789" cy="361870"/>
          </a:xfrm>
        </p:grpSpPr>
        <p:sp>
          <p:nvSpPr>
            <p:cNvPr id="421" name="Google Shape;421;p35"/>
            <p:cNvSpPr/>
            <p:nvPr/>
          </p:nvSpPr>
          <p:spPr>
            <a:xfrm>
              <a:off x="3169610" y="2635495"/>
              <a:ext cx="361789" cy="361870"/>
            </a:xfrm>
            <a:custGeom>
              <a:avLst/>
              <a:gdLst/>
              <a:ahLst/>
              <a:cxnLst/>
              <a:rect l="l" t="t" r="r" b="b"/>
              <a:pathLst>
                <a:path w="13417" h="13420" extrusionOk="0">
                  <a:moveTo>
                    <a:pt x="6704" y="1"/>
                  </a:moveTo>
                  <a:cubicBezTo>
                    <a:pt x="2997" y="1"/>
                    <a:pt x="1" y="3010"/>
                    <a:pt x="1" y="6717"/>
                  </a:cubicBezTo>
                  <a:cubicBezTo>
                    <a:pt x="1" y="10410"/>
                    <a:pt x="2997" y="13419"/>
                    <a:pt x="6704" y="13419"/>
                  </a:cubicBezTo>
                  <a:cubicBezTo>
                    <a:pt x="10410" y="13419"/>
                    <a:pt x="13417" y="10410"/>
                    <a:pt x="13417" y="6717"/>
                  </a:cubicBezTo>
                  <a:cubicBezTo>
                    <a:pt x="13417" y="3010"/>
                    <a:pt x="10410" y="1"/>
                    <a:pt x="6704"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5"/>
            <p:cNvSpPr/>
            <p:nvPr/>
          </p:nvSpPr>
          <p:spPr>
            <a:xfrm>
              <a:off x="3210893" y="2677129"/>
              <a:ext cx="278899" cy="278899"/>
            </a:xfrm>
            <a:custGeom>
              <a:avLst/>
              <a:gdLst/>
              <a:ahLst/>
              <a:cxnLst/>
              <a:rect l="l" t="t" r="r" b="b"/>
              <a:pathLst>
                <a:path w="10343" h="10343" extrusionOk="0">
                  <a:moveTo>
                    <a:pt x="5173" y="1"/>
                  </a:moveTo>
                  <a:cubicBezTo>
                    <a:pt x="2323" y="1"/>
                    <a:pt x="0" y="2310"/>
                    <a:pt x="0" y="5173"/>
                  </a:cubicBezTo>
                  <a:cubicBezTo>
                    <a:pt x="0" y="8022"/>
                    <a:pt x="2323" y="10342"/>
                    <a:pt x="5173" y="10342"/>
                  </a:cubicBezTo>
                  <a:cubicBezTo>
                    <a:pt x="8033" y="10342"/>
                    <a:pt x="10342" y="8022"/>
                    <a:pt x="10342" y="5173"/>
                  </a:cubicBezTo>
                  <a:cubicBezTo>
                    <a:pt x="10342" y="2310"/>
                    <a:pt x="8033" y="1"/>
                    <a:pt x="5173"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5"/>
            <p:cNvSpPr/>
            <p:nvPr/>
          </p:nvSpPr>
          <p:spPr>
            <a:xfrm>
              <a:off x="3206363" y="2672976"/>
              <a:ext cx="288013" cy="287015"/>
            </a:xfrm>
            <a:custGeom>
              <a:avLst/>
              <a:gdLst/>
              <a:ahLst/>
              <a:cxnLst/>
              <a:rect l="l" t="t" r="r" b="b"/>
              <a:pathLst>
                <a:path w="10681" h="10644" extrusionOk="0">
                  <a:moveTo>
                    <a:pt x="1317" y="0"/>
                  </a:moveTo>
                  <a:cubicBezTo>
                    <a:pt x="1282" y="0"/>
                    <a:pt x="1246" y="14"/>
                    <a:pt x="1217" y="41"/>
                  </a:cubicBezTo>
                  <a:lnTo>
                    <a:pt x="68" y="1214"/>
                  </a:lnTo>
                  <a:cubicBezTo>
                    <a:pt x="11" y="1258"/>
                    <a:pt x="11" y="1350"/>
                    <a:pt x="68" y="1406"/>
                  </a:cubicBezTo>
                  <a:lnTo>
                    <a:pt x="3886" y="5224"/>
                  </a:lnTo>
                  <a:cubicBezTo>
                    <a:pt x="3943" y="5281"/>
                    <a:pt x="3943" y="5370"/>
                    <a:pt x="3886" y="5416"/>
                  </a:cubicBezTo>
                  <a:lnTo>
                    <a:pt x="57" y="9258"/>
                  </a:lnTo>
                  <a:cubicBezTo>
                    <a:pt x="1" y="9301"/>
                    <a:pt x="1" y="9382"/>
                    <a:pt x="44" y="9436"/>
                  </a:cubicBezTo>
                  <a:cubicBezTo>
                    <a:pt x="395" y="9877"/>
                    <a:pt x="787" y="10272"/>
                    <a:pt x="1239" y="10621"/>
                  </a:cubicBezTo>
                  <a:cubicBezTo>
                    <a:pt x="1265" y="10636"/>
                    <a:pt x="1294" y="10644"/>
                    <a:pt x="1323" y="10644"/>
                  </a:cubicBezTo>
                  <a:cubicBezTo>
                    <a:pt x="1356" y="10644"/>
                    <a:pt x="1390" y="10633"/>
                    <a:pt x="1420" y="10610"/>
                  </a:cubicBezTo>
                  <a:lnTo>
                    <a:pt x="5249" y="6779"/>
                  </a:lnTo>
                  <a:cubicBezTo>
                    <a:pt x="5272" y="6750"/>
                    <a:pt x="5305" y="6736"/>
                    <a:pt x="5341" y="6736"/>
                  </a:cubicBezTo>
                  <a:cubicBezTo>
                    <a:pt x="5376" y="6736"/>
                    <a:pt x="5412" y="6750"/>
                    <a:pt x="5441" y="6779"/>
                  </a:cubicBezTo>
                  <a:lnTo>
                    <a:pt x="9272" y="10610"/>
                  </a:lnTo>
                  <a:cubicBezTo>
                    <a:pt x="9296" y="10633"/>
                    <a:pt x="9330" y="10644"/>
                    <a:pt x="9363" y="10644"/>
                  </a:cubicBezTo>
                  <a:cubicBezTo>
                    <a:pt x="9392" y="10644"/>
                    <a:pt x="9419" y="10636"/>
                    <a:pt x="9439" y="10621"/>
                  </a:cubicBezTo>
                  <a:cubicBezTo>
                    <a:pt x="9891" y="10272"/>
                    <a:pt x="10296" y="9877"/>
                    <a:pt x="10634" y="9436"/>
                  </a:cubicBezTo>
                  <a:cubicBezTo>
                    <a:pt x="10680" y="9382"/>
                    <a:pt x="10680" y="9301"/>
                    <a:pt x="10634" y="9258"/>
                  </a:cubicBezTo>
                  <a:lnTo>
                    <a:pt x="6792" y="5416"/>
                  </a:lnTo>
                  <a:cubicBezTo>
                    <a:pt x="6736" y="5370"/>
                    <a:pt x="6736" y="5281"/>
                    <a:pt x="6792" y="5224"/>
                  </a:cubicBezTo>
                  <a:lnTo>
                    <a:pt x="10624" y="1406"/>
                  </a:lnTo>
                  <a:cubicBezTo>
                    <a:pt x="10670" y="1350"/>
                    <a:pt x="10670" y="1258"/>
                    <a:pt x="10624" y="1214"/>
                  </a:cubicBezTo>
                  <a:lnTo>
                    <a:pt x="9464" y="41"/>
                  </a:lnTo>
                  <a:cubicBezTo>
                    <a:pt x="9435" y="14"/>
                    <a:pt x="9402" y="0"/>
                    <a:pt x="9368" y="0"/>
                  </a:cubicBezTo>
                  <a:cubicBezTo>
                    <a:pt x="9334" y="0"/>
                    <a:pt x="9300" y="14"/>
                    <a:pt x="9272" y="41"/>
                  </a:cubicBezTo>
                  <a:lnTo>
                    <a:pt x="5441" y="3872"/>
                  </a:lnTo>
                  <a:cubicBezTo>
                    <a:pt x="5412" y="3901"/>
                    <a:pt x="5376" y="3915"/>
                    <a:pt x="5341" y="3915"/>
                  </a:cubicBezTo>
                  <a:cubicBezTo>
                    <a:pt x="5305" y="3915"/>
                    <a:pt x="5272" y="3901"/>
                    <a:pt x="5249" y="3872"/>
                  </a:cubicBezTo>
                  <a:lnTo>
                    <a:pt x="1409" y="41"/>
                  </a:lnTo>
                  <a:cubicBezTo>
                    <a:pt x="1386" y="14"/>
                    <a:pt x="1353" y="0"/>
                    <a:pt x="1317"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27"/>
        <p:cNvGrpSpPr/>
        <p:nvPr/>
      </p:nvGrpSpPr>
      <p:grpSpPr>
        <a:xfrm>
          <a:off x="0" y="0"/>
          <a:ext cx="0" cy="0"/>
          <a:chOff x="0" y="0"/>
          <a:chExt cx="0" cy="0"/>
        </a:xfrm>
      </p:grpSpPr>
      <p:sp>
        <p:nvSpPr>
          <p:cNvPr id="428" name="Google Shape;428;p36"/>
          <p:cNvSpPr txBox="1">
            <a:spLocks noGrp="1"/>
          </p:cNvSpPr>
          <p:nvPr>
            <p:ph type="subTitle" idx="2"/>
          </p:nvPr>
        </p:nvSpPr>
        <p:spPr>
          <a:xfrm>
            <a:off x="1195479" y="2081564"/>
            <a:ext cx="2967000" cy="1027800"/>
          </a:xfrm>
          <a:prstGeom prst="rect">
            <a:avLst/>
          </a:prstGeom>
        </p:spPr>
        <p:txBody>
          <a:bodyPr spcFirstLastPara="1" wrap="square" lIns="91425" tIns="91425" rIns="91425" bIns="91425" anchor="t" anchorCtr="0">
            <a:noAutofit/>
          </a:bodyPr>
          <a:lstStyle/>
          <a:p>
            <a:pPr marL="0" lvl="0" indent="0"/>
            <a:r>
              <a:rPr lang="en-US" sz="1400" dirty="0"/>
              <a:t>Problem: Real-time communication may </a:t>
            </a:r>
            <a:r>
              <a:rPr lang="en-US" sz="1400" dirty="0" err="1"/>
              <a:t>fail.Mitigation</a:t>
            </a:r>
            <a:r>
              <a:rPr lang="en-US" sz="1400" dirty="0"/>
              <a:t>: Test basic one-way communication before complex multi-lane logic.</a:t>
            </a:r>
            <a:endParaRPr sz="1400" dirty="0"/>
          </a:p>
        </p:txBody>
      </p:sp>
      <p:sp>
        <p:nvSpPr>
          <p:cNvPr id="429" name="Google Shape;429;p36"/>
          <p:cNvSpPr txBox="1">
            <a:spLocks noGrp="1"/>
          </p:cNvSpPr>
          <p:nvPr>
            <p:ph type="subTitle" idx="3"/>
          </p:nvPr>
        </p:nvSpPr>
        <p:spPr>
          <a:xfrm>
            <a:off x="5013252" y="1878250"/>
            <a:ext cx="2967000" cy="1027800"/>
          </a:xfrm>
          <a:prstGeom prst="rect">
            <a:avLst/>
          </a:prstGeom>
        </p:spPr>
        <p:txBody>
          <a:bodyPr spcFirstLastPara="1" wrap="square" lIns="91425" tIns="91425" rIns="91425" bIns="91425" anchor="t" anchorCtr="0">
            <a:noAutofit/>
          </a:bodyPr>
          <a:lstStyle/>
          <a:p>
            <a:pPr marL="0" lvl="0" indent="0"/>
            <a:r>
              <a:rPr lang="en-US" sz="1600" dirty="0"/>
              <a:t>Problem: Too many vehicles may cause </a:t>
            </a:r>
            <a:r>
              <a:rPr lang="en-US" sz="1600" dirty="0" err="1"/>
              <a:t>lag.Mitigation</a:t>
            </a:r>
            <a:r>
              <a:rPr lang="en-US" sz="1600" dirty="0"/>
              <a:t>: Use low-poly car models and start with one main intersection.</a:t>
            </a:r>
            <a:endParaRPr sz="1600" dirty="0"/>
          </a:p>
        </p:txBody>
      </p:sp>
      <p:sp>
        <p:nvSpPr>
          <p:cNvPr id="430" name="Google Shape;430;p36"/>
          <p:cNvSpPr txBox="1">
            <a:spLocks noGrp="1"/>
          </p:cNvSpPr>
          <p:nvPr>
            <p:ph type="subTitle" idx="4"/>
          </p:nvPr>
        </p:nvSpPr>
        <p:spPr>
          <a:xfrm>
            <a:off x="3185030" y="3766575"/>
            <a:ext cx="2967000" cy="1027800"/>
          </a:xfrm>
          <a:prstGeom prst="rect">
            <a:avLst/>
          </a:prstGeom>
        </p:spPr>
        <p:txBody>
          <a:bodyPr spcFirstLastPara="1" wrap="square" lIns="91425" tIns="91425" rIns="91425" bIns="91425" anchor="t" anchorCtr="0">
            <a:noAutofit/>
          </a:bodyPr>
          <a:lstStyle/>
          <a:p>
            <a:pPr marL="0" lvl="0" indent="0"/>
            <a:r>
              <a:rPr lang="en-US" sz="1400" dirty="0"/>
              <a:t>Problem: A member falling behind may delay the </a:t>
            </a:r>
            <a:r>
              <a:rPr lang="en-US" sz="1400" dirty="0" err="1"/>
              <a:t>project.Mitigation</a:t>
            </a:r>
            <a:r>
              <a:rPr lang="en-US" sz="1400" dirty="0"/>
              <a:t>: Use modular code and test frontend/backend independently with mock data</a:t>
            </a:r>
            <a:endParaRPr sz="1400" dirty="0"/>
          </a:p>
        </p:txBody>
      </p:sp>
      <p:sp>
        <p:nvSpPr>
          <p:cNvPr id="431" name="Google Shape;431;p36"/>
          <p:cNvSpPr txBox="1">
            <a:spLocks noGrp="1"/>
          </p:cNvSpPr>
          <p:nvPr>
            <p:ph type="subTitle" idx="5"/>
          </p:nvPr>
        </p:nvSpPr>
        <p:spPr>
          <a:xfrm>
            <a:off x="1890033" y="6622439"/>
            <a:ext cx="2967000" cy="102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sp>
        <p:nvSpPr>
          <p:cNvPr id="432" name="Google Shape;432;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lvl="0"/>
            <a:r>
              <a:rPr lang="en-IN" dirty="0"/>
              <a:t>RISK PLANNING &amp; MITIGATION</a:t>
            </a:r>
            <a:endParaRPr dirty="0"/>
          </a:p>
        </p:txBody>
      </p:sp>
      <p:sp>
        <p:nvSpPr>
          <p:cNvPr id="433" name="Google Shape;433;p36"/>
          <p:cNvSpPr txBox="1">
            <a:spLocks noGrp="1"/>
          </p:cNvSpPr>
          <p:nvPr>
            <p:ph type="subTitle" idx="1"/>
          </p:nvPr>
        </p:nvSpPr>
        <p:spPr>
          <a:xfrm>
            <a:off x="1186370" y="1640562"/>
            <a:ext cx="2967000" cy="525900"/>
          </a:xfrm>
          <a:prstGeom prst="rect">
            <a:avLst/>
          </a:prstGeom>
        </p:spPr>
        <p:txBody>
          <a:bodyPr spcFirstLastPara="1" wrap="square" lIns="91425" tIns="91425" rIns="91425" bIns="91425" anchor="b" anchorCtr="0">
            <a:noAutofit/>
          </a:bodyPr>
          <a:lstStyle/>
          <a:p>
            <a:pPr marL="0" lvl="0" indent="0"/>
            <a:r>
              <a:rPr lang="en-IN" dirty="0"/>
              <a:t>Risk 1 – </a:t>
            </a:r>
            <a:r>
              <a:rPr lang="en-IN" dirty="0" err="1"/>
              <a:t>TraCI</a:t>
            </a:r>
            <a:r>
              <a:rPr lang="en-IN" dirty="0"/>
              <a:t> Communication Failure</a:t>
            </a:r>
            <a:endParaRPr dirty="0"/>
          </a:p>
        </p:txBody>
      </p:sp>
      <p:sp>
        <p:nvSpPr>
          <p:cNvPr id="434" name="Google Shape;434;p36"/>
          <p:cNvSpPr txBox="1">
            <a:spLocks noGrp="1"/>
          </p:cNvSpPr>
          <p:nvPr>
            <p:ph type="subTitle" idx="6"/>
          </p:nvPr>
        </p:nvSpPr>
        <p:spPr>
          <a:xfrm>
            <a:off x="3185030" y="3287416"/>
            <a:ext cx="2967000" cy="525900"/>
          </a:xfrm>
          <a:prstGeom prst="rect">
            <a:avLst/>
          </a:prstGeom>
        </p:spPr>
        <p:txBody>
          <a:bodyPr spcFirstLastPara="1" wrap="square" lIns="91425" tIns="91425" rIns="91425" bIns="91425" anchor="b" anchorCtr="0">
            <a:noAutofit/>
          </a:bodyPr>
          <a:lstStyle/>
          <a:p>
            <a:pPr marL="0" lvl="0" indent="0"/>
            <a:r>
              <a:rPr lang="en-IN" dirty="0"/>
              <a:t>Risk 3 – Task Delay</a:t>
            </a:r>
            <a:endParaRPr dirty="0"/>
          </a:p>
        </p:txBody>
      </p:sp>
      <p:sp>
        <p:nvSpPr>
          <p:cNvPr id="435" name="Google Shape;435;p36"/>
          <p:cNvSpPr txBox="1">
            <a:spLocks noGrp="1"/>
          </p:cNvSpPr>
          <p:nvPr>
            <p:ph type="subTitle" idx="7"/>
          </p:nvPr>
        </p:nvSpPr>
        <p:spPr>
          <a:xfrm>
            <a:off x="5013250" y="1427800"/>
            <a:ext cx="2967000" cy="525900"/>
          </a:xfrm>
          <a:prstGeom prst="rect">
            <a:avLst/>
          </a:prstGeom>
        </p:spPr>
        <p:txBody>
          <a:bodyPr spcFirstLastPara="1" wrap="square" lIns="91425" tIns="91425" rIns="91425" bIns="91425" anchor="b" anchorCtr="0">
            <a:noAutofit/>
          </a:bodyPr>
          <a:lstStyle/>
          <a:p>
            <a:pPr marL="0" lvl="0" indent="0"/>
            <a:r>
              <a:rPr lang="en-US" dirty="0"/>
              <a:t>Risk 2 – Unity 3D Lag</a:t>
            </a:r>
            <a:endParaRPr dirty="0"/>
          </a:p>
        </p:txBody>
      </p:sp>
      <p:sp>
        <p:nvSpPr>
          <p:cNvPr id="436" name="Google Shape;436;p36"/>
          <p:cNvSpPr txBox="1">
            <a:spLocks noGrp="1"/>
          </p:cNvSpPr>
          <p:nvPr>
            <p:ph type="subTitle" idx="8"/>
          </p:nvPr>
        </p:nvSpPr>
        <p:spPr>
          <a:xfrm>
            <a:off x="5013250" y="5269620"/>
            <a:ext cx="2967000" cy="525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endParaRPr dirty="0"/>
          </a:p>
        </p:txBody>
      </p:sp>
      <p:grpSp>
        <p:nvGrpSpPr>
          <p:cNvPr id="437" name="Google Shape;437;p36"/>
          <p:cNvGrpSpPr/>
          <p:nvPr/>
        </p:nvGrpSpPr>
        <p:grpSpPr>
          <a:xfrm>
            <a:off x="356970" y="550494"/>
            <a:ext cx="363030" cy="361762"/>
            <a:chOff x="3959118" y="3810683"/>
            <a:chExt cx="363030" cy="361762"/>
          </a:xfrm>
        </p:grpSpPr>
        <p:sp>
          <p:nvSpPr>
            <p:cNvPr id="438" name="Google Shape;438;p36"/>
            <p:cNvSpPr/>
            <p:nvPr/>
          </p:nvSpPr>
          <p:spPr>
            <a:xfrm>
              <a:off x="3959118" y="3810683"/>
              <a:ext cx="363030" cy="361762"/>
            </a:xfrm>
            <a:custGeom>
              <a:avLst/>
              <a:gdLst/>
              <a:ahLst/>
              <a:cxnLst/>
              <a:rect l="l" t="t" r="r" b="b"/>
              <a:pathLst>
                <a:path w="13463" h="13416" extrusionOk="0">
                  <a:moveTo>
                    <a:pt x="6730" y="1"/>
                  </a:moveTo>
                  <a:cubicBezTo>
                    <a:pt x="6682" y="1"/>
                    <a:pt x="6634" y="17"/>
                    <a:pt x="6601" y="51"/>
                  </a:cubicBezTo>
                  <a:lnTo>
                    <a:pt x="79" y="6573"/>
                  </a:lnTo>
                  <a:cubicBezTo>
                    <a:pt x="1" y="6640"/>
                    <a:pt x="1" y="6765"/>
                    <a:pt x="79" y="6832"/>
                  </a:cubicBezTo>
                  <a:lnTo>
                    <a:pt x="6601" y="13356"/>
                  </a:lnTo>
                  <a:cubicBezTo>
                    <a:pt x="6634" y="13395"/>
                    <a:pt x="6682" y="13415"/>
                    <a:pt x="6730" y="13415"/>
                  </a:cubicBezTo>
                  <a:cubicBezTo>
                    <a:pt x="6778" y="13415"/>
                    <a:pt x="6826" y="13395"/>
                    <a:pt x="6860" y="13356"/>
                  </a:cubicBezTo>
                  <a:lnTo>
                    <a:pt x="13384" y="6832"/>
                  </a:lnTo>
                  <a:cubicBezTo>
                    <a:pt x="13463" y="6765"/>
                    <a:pt x="13463" y="6640"/>
                    <a:pt x="13384" y="6573"/>
                  </a:cubicBezTo>
                  <a:lnTo>
                    <a:pt x="6860" y="51"/>
                  </a:lnTo>
                  <a:cubicBezTo>
                    <a:pt x="6826" y="17"/>
                    <a:pt x="6778" y="1"/>
                    <a:pt x="6730" y="1"/>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36"/>
            <p:cNvSpPr/>
            <p:nvPr/>
          </p:nvSpPr>
          <p:spPr>
            <a:xfrm>
              <a:off x="4064551" y="3905708"/>
              <a:ext cx="68329" cy="172980"/>
            </a:xfrm>
            <a:custGeom>
              <a:avLst/>
              <a:gdLst/>
              <a:ahLst/>
              <a:cxnLst/>
              <a:rect l="l" t="t" r="r" b="b"/>
              <a:pathLst>
                <a:path w="2534" h="6415" extrusionOk="0">
                  <a:moveTo>
                    <a:pt x="1103" y="0"/>
                  </a:moveTo>
                  <a:cubicBezTo>
                    <a:pt x="1002" y="0"/>
                    <a:pt x="901" y="37"/>
                    <a:pt x="822" y="110"/>
                  </a:cubicBezTo>
                  <a:lnTo>
                    <a:pt x="44" y="886"/>
                  </a:lnTo>
                  <a:cubicBezTo>
                    <a:pt x="0" y="942"/>
                    <a:pt x="0" y="1021"/>
                    <a:pt x="44" y="1078"/>
                  </a:cubicBezTo>
                  <a:lnTo>
                    <a:pt x="866" y="1900"/>
                  </a:lnTo>
                  <a:cubicBezTo>
                    <a:pt x="890" y="1924"/>
                    <a:pt x="912" y="1956"/>
                    <a:pt x="912" y="1991"/>
                  </a:cubicBezTo>
                  <a:lnTo>
                    <a:pt x="912" y="4311"/>
                  </a:lnTo>
                  <a:cubicBezTo>
                    <a:pt x="912" y="4344"/>
                    <a:pt x="890" y="4379"/>
                    <a:pt x="866" y="4400"/>
                  </a:cubicBezTo>
                  <a:lnTo>
                    <a:pt x="44" y="5222"/>
                  </a:lnTo>
                  <a:cubicBezTo>
                    <a:pt x="0" y="5279"/>
                    <a:pt x="0" y="5358"/>
                    <a:pt x="44" y="5414"/>
                  </a:cubicBezTo>
                  <a:lnTo>
                    <a:pt x="1001" y="6371"/>
                  </a:lnTo>
                  <a:cubicBezTo>
                    <a:pt x="1029" y="6400"/>
                    <a:pt x="1066" y="6414"/>
                    <a:pt x="1102" y="6414"/>
                  </a:cubicBezTo>
                  <a:cubicBezTo>
                    <a:pt x="1137" y="6414"/>
                    <a:pt x="1171" y="6400"/>
                    <a:pt x="1193" y="6371"/>
                  </a:cubicBezTo>
                  <a:lnTo>
                    <a:pt x="2488" y="5076"/>
                  </a:lnTo>
                  <a:cubicBezTo>
                    <a:pt x="2512" y="5055"/>
                    <a:pt x="2534" y="5020"/>
                    <a:pt x="2534" y="4987"/>
                  </a:cubicBezTo>
                  <a:lnTo>
                    <a:pt x="2534" y="1316"/>
                  </a:lnTo>
                  <a:cubicBezTo>
                    <a:pt x="2534" y="1280"/>
                    <a:pt x="2523" y="1248"/>
                    <a:pt x="2488" y="1213"/>
                  </a:cubicBezTo>
                  <a:lnTo>
                    <a:pt x="1385" y="110"/>
                  </a:lnTo>
                  <a:cubicBezTo>
                    <a:pt x="1306" y="37"/>
                    <a:pt x="1205" y="0"/>
                    <a:pt x="1103"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36"/>
            <p:cNvSpPr/>
            <p:nvPr/>
          </p:nvSpPr>
          <p:spPr>
            <a:xfrm>
              <a:off x="4148386" y="3905708"/>
              <a:ext cx="68356" cy="172980"/>
            </a:xfrm>
            <a:custGeom>
              <a:avLst/>
              <a:gdLst/>
              <a:ahLst/>
              <a:cxnLst/>
              <a:rect l="l" t="t" r="r" b="b"/>
              <a:pathLst>
                <a:path w="2535" h="6415" extrusionOk="0">
                  <a:moveTo>
                    <a:pt x="1431" y="0"/>
                  </a:moveTo>
                  <a:cubicBezTo>
                    <a:pt x="1330" y="0"/>
                    <a:pt x="1228" y="37"/>
                    <a:pt x="1150" y="110"/>
                  </a:cubicBezTo>
                  <a:lnTo>
                    <a:pt x="33" y="1213"/>
                  </a:lnTo>
                  <a:cubicBezTo>
                    <a:pt x="11" y="1248"/>
                    <a:pt x="1" y="1280"/>
                    <a:pt x="1" y="1316"/>
                  </a:cubicBezTo>
                  <a:lnTo>
                    <a:pt x="1" y="4987"/>
                  </a:lnTo>
                  <a:cubicBezTo>
                    <a:pt x="1" y="5020"/>
                    <a:pt x="11" y="5055"/>
                    <a:pt x="33" y="5076"/>
                  </a:cubicBezTo>
                  <a:lnTo>
                    <a:pt x="1328" y="6371"/>
                  </a:lnTo>
                  <a:cubicBezTo>
                    <a:pt x="1357" y="6400"/>
                    <a:pt x="1393" y="6414"/>
                    <a:pt x="1428" y="6414"/>
                  </a:cubicBezTo>
                  <a:cubicBezTo>
                    <a:pt x="1463" y="6414"/>
                    <a:pt x="1497" y="6400"/>
                    <a:pt x="1520" y="6371"/>
                  </a:cubicBezTo>
                  <a:lnTo>
                    <a:pt x="2477" y="5414"/>
                  </a:lnTo>
                  <a:cubicBezTo>
                    <a:pt x="2534" y="5358"/>
                    <a:pt x="2534" y="5279"/>
                    <a:pt x="2477" y="5222"/>
                  </a:cubicBezTo>
                  <a:lnTo>
                    <a:pt x="1666" y="4400"/>
                  </a:lnTo>
                  <a:cubicBezTo>
                    <a:pt x="1634" y="4379"/>
                    <a:pt x="1623" y="4344"/>
                    <a:pt x="1623" y="4311"/>
                  </a:cubicBezTo>
                  <a:lnTo>
                    <a:pt x="1623" y="1991"/>
                  </a:lnTo>
                  <a:cubicBezTo>
                    <a:pt x="1623" y="1956"/>
                    <a:pt x="1634" y="1924"/>
                    <a:pt x="1666" y="1900"/>
                  </a:cubicBezTo>
                  <a:lnTo>
                    <a:pt x="2477" y="1078"/>
                  </a:lnTo>
                  <a:cubicBezTo>
                    <a:pt x="2534" y="1021"/>
                    <a:pt x="2534" y="942"/>
                    <a:pt x="2477" y="886"/>
                  </a:cubicBezTo>
                  <a:lnTo>
                    <a:pt x="1712" y="110"/>
                  </a:lnTo>
                  <a:cubicBezTo>
                    <a:pt x="1634" y="37"/>
                    <a:pt x="1532" y="0"/>
                    <a:pt x="1431"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36"/>
            <p:cNvSpPr/>
            <p:nvPr/>
          </p:nvSpPr>
          <p:spPr>
            <a:xfrm>
              <a:off x="4172385" y="3904818"/>
              <a:ext cx="44627" cy="174598"/>
            </a:xfrm>
            <a:custGeom>
              <a:avLst/>
              <a:gdLst/>
              <a:ahLst/>
              <a:cxnLst/>
              <a:rect l="l" t="t" r="r" b="b"/>
              <a:pathLst>
                <a:path w="1655" h="6475" extrusionOk="0">
                  <a:moveTo>
                    <a:pt x="537" y="1"/>
                  </a:moveTo>
                  <a:cubicBezTo>
                    <a:pt x="434" y="1"/>
                    <a:pt x="333" y="40"/>
                    <a:pt x="260" y="118"/>
                  </a:cubicBezTo>
                  <a:lnTo>
                    <a:pt x="168" y="210"/>
                  </a:lnTo>
                  <a:lnTo>
                    <a:pt x="868" y="897"/>
                  </a:lnTo>
                  <a:cubicBezTo>
                    <a:pt x="922" y="954"/>
                    <a:pt x="922" y="1043"/>
                    <a:pt x="868" y="1089"/>
                  </a:cubicBezTo>
                  <a:lnTo>
                    <a:pt x="43" y="1922"/>
                  </a:lnTo>
                  <a:cubicBezTo>
                    <a:pt x="11" y="1943"/>
                    <a:pt x="0" y="1978"/>
                    <a:pt x="0" y="2011"/>
                  </a:cubicBezTo>
                  <a:lnTo>
                    <a:pt x="0" y="4355"/>
                  </a:lnTo>
                  <a:cubicBezTo>
                    <a:pt x="0" y="4390"/>
                    <a:pt x="11" y="4423"/>
                    <a:pt x="43" y="4444"/>
                  </a:cubicBezTo>
                  <a:lnTo>
                    <a:pt x="868" y="5280"/>
                  </a:lnTo>
                  <a:cubicBezTo>
                    <a:pt x="922" y="5323"/>
                    <a:pt x="922" y="5415"/>
                    <a:pt x="868" y="5472"/>
                  </a:cubicBezTo>
                  <a:lnTo>
                    <a:pt x="168" y="6169"/>
                  </a:lnTo>
                  <a:lnTo>
                    <a:pt x="438" y="6440"/>
                  </a:lnTo>
                  <a:cubicBezTo>
                    <a:pt x="467" y="6463"/>
                    <a:pt x="500" y="6474"/>
                    <a:pt x="534" y="6474"/>
                  </a:cubicBezTo>
                  <a:cubicBezTo>
                    <a:pt x="568" y="6474"/>
                    <a:pt x="602" y="6463"/>
                    <a:pt x="630" y="6440"/>
                  </a:cubicBezTo>
                  <a:lnTo>
                    <a:pt x="1598" y="5472"/>
                  </a:lnTo>
                  <a:cubicBezTo>
                    <a:pt x="1655" y="5415"/>
                    <a:pt x="1655" y="5323"/>
                    <a:pt x="1598" y="5280"/>
                  </a:cubicBezTo>
                  <a:lnTo>
                    <a:pt x="776" y="4444"/>
                  </a:lnTo>
                  <a:cubicBezTo>
                    <a:pt x="744" y="4423"/>
                    <a:pt x="733" y="4390"/>
                    <a:pt x="733" y="4355"/>
                  </a:cubicBezTo>
                  <a:lnTo>
                    <a:pt x="733" y="2011"/>
                  </a:lnTo>
                  <a:cubicBezTo>
                    <a:pt x="733" y="1978"/>
                    <a:pt x="744" y="1943"/>
                    <a:pt x="776" y="1922"/>
                  </a:cubicBezTo>
                  <a:lnTo>
                    <a:pt x="1598" y="1089"/>
                  </a:lnTo>
                  <a:cubicBezTo>
                    <a:pt x="1655" y="1043"/>
                    <a:pt x="1655" y="954"/>
                    <a:pt x="1598" y="897"/>
                  </a:cubicBezTo>
                  <a:lnTo>
                    <a:pt x="822" y="118"/>
                  </a:lnTo>
                  <a:cubicBezTo>
                    <a:pt x="744" y="40"/>
                    <a:pt x="640" y="1"/>
                    <a:pt x="537"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36"/>
            <p:cNvSpPr/>
            <p:nvPr/>
          </p:nvSpPr>
          <p:spPr>
            <a:xfrm>
              <a:off x="4083939" y="3904818"/>
              <a:ext cx="48941" cy="174814"/>
            </a:xfrm>
            <a:custGeom>
              <a:avLst/>
              <a:gdLst/>
              <a:ahLst/>
              <a:cxnLst/>
              <a:rect l="l" t="t" r="r" b="b"/>
              <a:pathLst>
                <a:path w="1815" h="6483" extrusionOk="0">
                  <a:moveTo>
                    <a:pt x="370" y="1"/>
                  </a:moveTo>
                  <a:cubicBezTo>
                    <a:pt x="267" y="1"/>
                    <a:pt x="165" y="40"/>
                    <a:pt x="92" y="118"/>
                  </a:cubicBezTo>
                  <a:lnTo>
                    <a:pt x="1" y="199"/>
                  </a:lnTo>
                  <a:lnTo>
                    <a:pt x="1039" y="1235"/>
                  </a:lnTo>
                  <a:cubicBezTo>
                    <a:pt x="1060" y="1257"/>
                    <a:pt x="1082" y="1292"/>
                    <a:pt x="1082" y="1324"/>
                  </a:cubicBezTo>
                  <a:lnTo>
                    <a:pt x="1082" y="5031"/>
                  </a:lnTo>
                  <a:cubicBezTo>
                    <a:pt x="1082" y="5077"/>
                    <a:pt x="1060" y="5109"/>
                    <a:pt x="1039" y="5134"/>
                  </a:cubicBezTo>
                  <a:lnTo>
                    <a:pt x="1" y="6169"/>
                  </a:lnTo>
                  <a:lnTo>
                    <a:pt x="271" y="6440"/>
                  </a:lnTo>
                  <a:cubicBezTo>
                    <a:pt x="299" y="6468"/>
                    <a:pt x="333" y="6482"/>
                    <a:pt x="367" y="6482"/>
                  </a:cubicBezTo>
                  <a:cubicBezTo>
                    <a:pt x="401" y="6482"/>
                    <a:pt x="434" y="6468"/>
                    <a:pt x="463" y="6440"/>
                  </a:cubicBezTo>
                  <a:lnTo>
                    <a:pt x="1736" y="5166"/>
                  </a:lnTo>
                  <a:lnTo>
                    <a:pt x="1769" y="5134"/>
                  </a:lnTo>
                  <a:cubicBezTo>
                    <a:pt x="1793" y="5109"/>
                    <a:pt x="1815" y="5077"/>
                    <a:pt x="1815" y="5031"/>
                  </a:cubicBezTo>
                  <a:lnTo>
                    <a:pt x="1815" y="1324"/>
                  </a:lnTo>
                  <a:cubicBezTo>
                    <a:pt x="1815" y="1292"/>
                    <a:pt x="1804" y="1257"/>
                    <a:pt x="1769" y="1235"/>
                  </a:cubicBezTo>
                  <a:lnTo>
                    <a:pt x="1736" y="1189"/>
                  </a:lnTo>
                  <a:lnTo>
                    <a:pt x="655" y="118"/>
                  </a:lnTo>
                  <a:cubicBezTo>
                    <a:pt x="576" y="40"/>
                    <a:pt x="472" y="1"/>
                    <a:pt x="370"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 name="Google Shape;443;p36"/>
          <p:cNvGrpSpPr/>
          <p:nvPr/>
        </p:nvGrpSpPr>
        <p:grpSpPr>
          <a:xfrm>
            <a:off x="4406930" y="3056345"/>
            <a:ext cx="361870" cy="361870"/>
            <a:chOff x="6392952" y="2635495"/>
            <a:chExt cx="361870" cy="361870"/>
          </a:xfrm>
        </p:grpSpPr>
        <p:sp>
          <p:nvSpPr>
            <p:cNvPr id="444" name="Google Shape;444;p36"/>
            <p:cNvSpPr/>
            <p:nvPr/>
          </p:nvSpPr>
          <p:spPr>
            <a:xfrm>
              <a:off x="6392952" y="2635495"/>
              <a:ext cx="361870" cy="361870"/>
            </a:xfrm>
            <a:custGeom>
              <a:avLst/>
              <a:gdLst/>
              <a:ahLst/>
              <a:cxnLst/>
              <a:rect l="l" t="t" r="r" b="b"/>
              <a:pathLst>
                <a:path w="13420" h="13420" extrusionOk="0">
                  <a:moveTo>
                    <a:pt x="6703" y="1"/>
                  </a:moveTo>
                  <a:cubicBezTo>
                    <a:pt x="3010" y="1"/>
                    <a:pt x="1" y="3010"/>
                    <a:pt x="1" y="6717"/>
                  </a:cubicBezTo>
                  <a:cubicBezTo>
                    <a:pt x="1" y="10410"/>
                    <a:pt x="3010" y="13419"/>
                    <a:pt x="6703" y="13419"/>
                  </a:cubicBezTo>
                  <a:cubicBezTo>
                    <a:pt x="10410" y="13419"/>
                    <a:pt x="13419" y="10410"/>
                    <a:pt x="13419" y="6717"/>
                  </a:cubicBezTo>
                  <a:cubicBezTo>
                    <a:pt x="13419" y="3010"/>
                    <a:pt x="10410" y="1"/>
                    <a:pt x="6703"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36"/>
            <p:cNvSpPr/>
            <p:nvPr/>
          </p:nvSpPr>
          <p:spPr>
            <a:xfrm>
              <a:off x="6477083" y="2759291"/>
              <a:ext cx="192368" cy="115033"/>
            </a:xfrm>
            <a:custGeom>
              <a:avLst/>
              <a:gdLst/>
              <a:ahLst/>
              <a:cxnLst/>
              <a:rect l="l" t="t" r="r" b="b"/>
              <a:pathLst>
                <a:path w="7134" h="4266" extrusionOk="0">
                  <a:moveTo>
                    <a:pt x="2997" y="1"/>
                  </a:moveTo>
                  <a:cubicBezTo>
                    <a:pt x="2952" y="1"/>
                    <a:pt x="2906" y="13"/>
                    <a:pt x="2864" y="41"/>
                  </a:cubicBezTo>
                  <a:lnTo>
                    <a:pt x="136" y="1945"/>
                  </a:lnTo>
                  <a:cubicBezTo>
                    <a:pt x="1" y="2034"/>
                    <a:pt x="1" y="2237"/>
                    <a:pt x="136" y="2329"/>
                  </a:cubicBezTo>
                  <a:lnTo>
                    <a:pt x="2864" y="4221"/>
                  </a:lnTo>
                  <a:cubicBezTo>
                    <a:pt x="2907" y="4251"/>
                    <a:pt x="2953" y="4265"/>
                    <a:pt x="2998" y="4265"/>
                  </a:cubicBezTo>
                  <a:cubicBezTo>
                    <a:pt x="3117" y="4265"/>
                    <a:pt x="3224" y="4169"/>
                    <a:pt x="3224" y="4029"/>
                  </a:cubicBezTo>
                  <a:lnTo>
                    <a:pt x="3224" y="3229"/>
                  </a:lnTo>
                  <a:cubicBezTo>
                    <a:pt x="3224" y="3150"/>
                    <a:pt x="3291" y="3094"/>
                    <a:pt x="3359" y="3094"/>
                  </a:cubicBezTo>
                  <a:lnTo>
                    <a:pt x="6738" y="3094"/>
                  </a:lnTo>
                  <a:cubicBezTo>
                    <a:pt x="6952" y="3094"/>
                    <a:pt x="7133" y="2913"/>
                    <a:pt x="7133" y="2699"/>
                  </a:cubicBezTo>
                  <a:lnTo>
                    <a:pt x="7133" y="1571"/>
                  </a:lnTo>
                  <a:cubicBezTo>
                    <a:pt x="7133" y="1347"/>
                    <a:pt x="6952" y="1179"/>
                    <a:pt x="6738" y="1179"/>
                  </a:cubicBezTo>
                  <a:lnTo>
                    <a:pt x="3359" y="1179"/>
                  </a:lnTo>
                  <a:cubicBezTo>
                    <a:pt x="3291" y="1179"/>
                    <a:pt x="3224" y="1112"/>
                    <a:pt x="3224" y="1044"/>
                  </a:cubicBezTo>
                  <a:lnTo>
                    <a:pt x="3224" y="233"/>
                  </a:lnTo>
                  <a:cubicBezTo>
                    <a:pt x="3224" y="93"/>
                    <a:pt x="3116" y="1"/>
                    <a:pt x="2997"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 name="Google Shape;446;p36"/>
          <p:cNvGrpSpPr/>
          <p:nvPr/>
        </p:nvGrpSpPr>
        <p:grpSpPr>
          <a:xfrm>
            <a:off x="2488935" y="1175322"/>
            <a:ext cx="361870" cy="361870"/>
            <a:chOff x="4729158" y="2635495"/>
            <a:chExt cx="361870" cy="361870"/>
          </a:xfrm>
        </p:grpSpPr>
        <p:sp>
          <p:nvSpPr>
            <p:cNvPr id="447" name="Google Shape;447;p36"/>
            <p:cNvSpPr/>
            <p:nvPr/>
          </p:nvSpPr>
          <p:spPr>
            <a:xfrm>
              <a:off x="4729158" y="2635495"/>
              <a:ext cx="361870" cy="361870"/>
            </a:xfrm>
            <a:custGeom>
              <a:avLst/>
              <a:gdLst/>
              <a:ahLst/>
              <a:cxnLst/>
              <a:rect l="l" t="t" r="r" b="b"/>
              <a:pathLst>
                <a:path w="13420" h="13420" extrusionOk="0">
                  <a:moveTo>
                    <a:pt x="6717" y="1"/>
                  </a:moveTo>
                  <a:cubicBezTo>
                    <a:pt x="3010" y="1"/>
                    <a:pt x="1" y="3010"/>
                    <a:pt x="1" y="6717"/>
                  </a:cubicBezTo>
                  <a:cubicBezTo>
                    <a:pt x="1" y="10410"/>
                    <a:pt x="3010" y="13419"/>
                    <a:pt x="6717" y="13419"/>
                  </a:cubicBezTo>
                  <a:cubicBezTo>
                    <a:pt x="10410" y="13419"/>
                    <a:pt x="13419" y="10410"/>
                    <a:pt x="13419" y="6717"/>
                  </a:cubicBezTo>
                  <a:cubicBezTo>
                    <a:pt x="13419" y="3010"/>
                    <a:pt x="10410" y="1"/>
                    <a:pt x="6717"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36"/>
            <p:cNvSpPr/>
            <p:nvPr/>
          </p:nvSpPr>
          <p:spPr>
            <a:xfrm>
              <a:off x="4770792" y="2677129"/>
              <a:ext cx="278899" cy="278899"/>
            </a:xfrm>
            <a:custGeom>
              <a:avLst/>
              <a:gdLst/>
              <a:ahLst/>
              <a:cxnLst/>
              <a:rect l="l" t="t" r="r" b="b"/>
              <a:pathLst>
                <a:path w="10343" h="10343" extrusionOk="0">
                  <a:moveTo>
                    <a:pt x="5173" y="1"/>
                  </a:moveTo>
                  <a:cubicBezTo>
                    <a:pt x="2309" y="1"/>
                    <a:pt x="0" y="2310"/>
                    <a:pt x="0" y="5173"/>
                  </a:cubicBezTo>
                  <a:cubicBezTo>
                    <a:pt x="0" y="8022"/>
                    <a:pt x="2309" y="10342"/>
                    <a:pt x="5173" y="10342"/>
                  </a:cubicBezTo>
                  <a:cubicBezTo>
                    <a:pt x="8022" y="10342"/>
                    <a:pt x="10342" y="8022"/>
                    <a:pt x="10342" y="5173"/>
                  </a:cubicBezTo>
                  <a:cubicBezTo>
                    <a:pt x="10342" y="2310"/>
                    <a:pt x="8022" y="1"/>
                    <a:pt x="5173"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36"/>
            <p:cNvSpPr/>
            <p:nvPr/>
          </p:nvSpPr>
          <p:spPr>
            <a:xfrm>
              <a:off x="4847345" y="2720300"/>
              <a:ext cx="51045" cy="192935"/>
            </a:xfrm>
            <a:custGeom>
              <a:avLst/>
              <a:gdLst/>
              <a:ahLst/>
              <a:cxnLst/>
              <a:rect l="l" t="t" r="r" b="b"/>
              <a:pathLst>
                <a:path w="1893" h="7155" extrusionOk="0">
                  <a:moveTo>
                    <a:pt x="136" y="0"/>
                  </a:moveTo>
                  <a:cubicBezTo>
                    <a:pt x="68" y="0"/>
                    <a:pt x="0" y="57"/>
                    <a:pt x="0" y="135"/>
                  </a:cubicBezTo>
                  <a:lnTo>
                    <a:pt x="0" y="7019"/>
                  </a:lnTo>
                  <a:cubicBezTo>
                    <a:pt x="0" y="7087"/>
                    <a:pt x="68" y="7154"/>
                    <a:pt x="136" y="7154"/>
                  </a:cubicBezTo>
                  <a:lnTo>
                    <a:pt x="1758" y="7154"/>
                  </a:lnTo>
                  <a:cubicBezTo>
                    <a:pt x="1825" y="7154"/>
                    <a:pt x="1893" y="7087"/>
                    <a:pt x="1893" y="7019"/>
                  </a:cubicBezTo>
                  <a:lnTo>
                    <a:pt x="1893" y="135"/>
                  </a:lnTo>
                  <a:cubicBezTo>
                    <a:pt x="1893" y="57"/>
                    <a:pt x="1825" y="0"/>
                    <a:pt x="1758"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6"/>
            <p:cNvSpPr/>
            <p:nvPr/>
          </p:nvSpPr>
          <p:spPr>
            <a:xfrm>
              <a:off x="4921499" y="2720300"/>
              <a:ext cx="51045" cy="192935"/>
            </a:xfrm>
            <a:custGeom>
              <a:avLst/>
              <a:gdLst/>
              <a:ahLst/>
              <a:cxnLst/>
              <a:rect l="l" t="t" r="r" b="b"/>
              <a:pathLst>
                <a:path w="1893" h="7155" extrusionOk="0">
                  <a:moveTo>
                    <a:pt x="135" y="0"/>
                  </a:moveTo>
                  <a:cubicBezTo>
                    <a:pt x="68" y="0"/>
                    <a:pt x="0" y="57"/>
                    <a:pt x="0" y="135"/>
                  </a:cubicBezTo>
                  <a:lnTo>
                    <a:pt x="0" y="7019"/>
                  </a:lnTo>
                  <a:cubicBezTo>
                    <a:pt x="0" y="7087"/>
                    <a:pt x="68" y="7154"/>
                    <a:pt x="135" y="7154"/>
                  </a:cubicBezTo>
                  <a:lnTo>
                    <a:pt x="1758" y="7154"/>
                  </a:lnTo>
                  <a:cubicBezTo>
                    <a:pt x="1836" y="7154"/>
                    <a:pt x="1893" y="7087"/>
                    <a:pt x="1893" y="7019"/>
                  </a:cubicBezTo>
                  <a:lnTo>
                    <a:pt x="1893" y="135"/>
                  </a:lnTo>
                  <a:cubicBezTo>
                    <a:pt x="1893" y="57"/>
                    <a:pt x="1836" y="0"/>
                    <a:pt x="1758"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6"/>
            <p:cNvSpPr/>
            <p:nvPr/>
          </p:nvSpPr>
          <p:spPr>
            <a:xfrm>
              <a:off x="4766262" y="2673192"/>
              <a:ext cx="288013" cy="286962"/>
            </a:xfrm>
            <a:custGeom>
              <a:avLst/>
              <a:gdLst/>
              <a:ahLst/>
              <a:cxnLst/>
              <a:rect l="l" t="t" r="r" b="b"/>
              <a:pathLst>
                <a:path w="10681" h="10642" extrusionOk="0">
                  <a:moveTo>
                    <a:pt x="1308" y="1"/>
                  </a:moveTo>
                  <a:cubicBezTo>
                    <a:pt x="1273" y="1"/>
                    <a:pt x="1239" y="11"/>
                    <a:pt x="1218" y="33"/>
                  </a:cubicBezTo>
                  <a:lnTo>
                    <a:pt x="55" y="1206"/>
                  </a:lnTo>
                  <a:cubicBezTo>
                    <a:pt x="1" y="1263"/>
                    <a:pt x="1" y="1352"/>
                    <a:pt x="55" y="1398"/>
                  </a:cubicBezTo>
                  <a:lnTo>
                    <a:pt x="9261" y="10602"/>
                  </a:lnTo>
                  <a:cubicBezTo>
                    <a:pt x="9286" y="10626"/>
                    <a:pt x="9321" y="10641"/>
                    <a:pt x="9358" y="10641"/>
                  </a:cubicBezTo>
                  <a:cubicBezTo>
                    <a:pt x="9386" y="10641"/>
                    <a:pt x="9415" y="10633"/>
                    <a:pt x="9440" y="10613"/>
                  </a:cubicBezTo>
                  <a:cubicBezTo>
                    <a:pt x="9880" y="10275"/>
                    <a:pt x="10286" y="9880"/>
                    <a:pt x="10635" y="9428"/>
                  </a:cubicBezTo>
                  <a:cubicBezTo>
                    <a:pt x="10681" y="9385"/>
                    <a:pt x="10667" y="9307"/>
                    <a:pt x="10624" y="9250"/>
                  </a:cubicBezTo>
                  <a:lnTo>
                    <a:pt x="1407" y="33"/>
                  </a:lnTo>
                  <a:cubicBezTo>
                    <a:pt x="1380" y="11"/>
                    <a:pt x="1343" y="1"/>
                    <a:pt x="1308"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 name="Google Shape;452;p36"/>
          <p:cNvGrpSpPr/>
          <p:nvPr/>
        </p:nvGrpSpPr>
        <p:grpSpPr>
          <a:xfrm>
            <a:off x="6315855" y="1175335"/>
            <a:ext cx="361789" cy="361843"/>
            <a:chOff x="6361673" y="2001224"/>
            <a:chExt cx="361789" cy="361843"/>
          </a:xfrm>
        </p:grpSpPr>
        <p:sp>
          <p:nvSpPr>
            <p:cNvPr id="453" name="Google Shape;453;p36"/>
            <p:cNvSpPr/>
            <p:nvPr/>
          </p:nvSpPr>
          <p:spPr>
            <a:xfrm>
              <a:off x="6361673" y="2001224"/>
              <a:ext cx="361789" cy="361843"/>
            </a:xfrm>
            <a:custGeom>
              <a:avLst/>
              <a:gdLst/>
              <a:ahLst/>
              <a:cxnLst/>
              <a:rect l="l" t="t" r="r" b="b"/>
              <a:pathLst>
                <a:path w="13417" h="13419" extrusionOk="0">
                  <a:moveTo>
                    <a:pt x="6714" y="0"/>
                  </a:moveTo>
                  <a:cubicBezTo>
                    <a:pt x="3007" y="0"/>
                    <a:pt x="1" y="3010"/>
                    <a:pt x="1" y="6716"/>
                  </a:cubicBezTo>
                  <a:cubicBezTo>
                    <a:pt x="1" y="10410"/>
                    <a:pt x="3007" y="13419"/>
                    <a:pt x="6714" y="13419"/>
                  </a:cubicBezTo>
                  <a:cubicBezTo>
                    <a:pt x="10421" y="13419"/>
                    <a:pt x="13417" y="10410"/>
                    <a:pt x="13417" y="6716"/>
                  </a:cubicBezTo>
                  <a:cubicBezTo>
                    <a:pt x="13417" y="3010"/>
                    <a:pt x="10421" y="0"/>
                    <a:pt x="6714"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6"/>
            <p:cNvSpPr/>
            <p:nvPr/>
          </p:nvSpPr>
          <p:spPr>
            <a:xfrm>
              <a:off x="6403307" y="2042858"/>
              <a:ext cx="278899" cy="278872"/>
            </a:xfrm>
            <a:custGeom>
              <a:avLst/>
              <a:gdLst/>
              <a:ahLst/>
              <a:cxnLst/>
              <a:rect l="l" t="t" r="r" b="b"/>
              <a:pathLst>
                <a:path w="10343" h="10342" extrusionOk="0">
                  <a:moveTo>
                    <a:pt x="5170" y="0"/>
                  </a:moveTo>
                  <a:cubicBezTo>
                    <a:pt x="2310" y="0"/>
                    <a:pt x="1" y="2309"/>
                    <a:pt x="1" y="5172"/>
                  </a:cubicBezTo>
                  <a:cubicBezTo>
                    <a:pt x="1" y="8022"/>
                    <a:pt x="2310" y="10342"/>
                    <a:pt x="5170" y="10342"/>
                  </a:cubicBezTo>
                  <a:cubicBezTo>
                    <a:pt x="8020" y="10342"/>
                    <a:pt x="10342" y="8022"/>
                    <a:pt x="10342" y="5172"/>
                  </a:cubicBezTo>
                  <a:cubicBezTo>
                    <a:pt x="10342" y="2309"/>
                    <a:pt x="8020" y="0"/>
                    <a:pt x="5170"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6"/>
            <p:cNvSpPr/>
            <p:nvPr/>
          </p:nvSpPr>
          <p:spPr>
            <a:xfrm>
              <a:off x="6482854" y="2086002"/>
              <a:ext cx="119725" cy="191991"/>
            </a:xfrm>
            <a:custGeom>
              <a:avLst/>
              <a:gdLst/>
              <a:ahLst/>
              <a:cxnLst/>
              <a:rect l="l" t="t" r="r" b="b"/>
              <a:pathLst>
                <a:path w="4440" h="7120" extrusionOk="0">
                  <a:moveTo>
                    <a:pt x="2244" y="912"/>
                  </a:moveTo>
                  <a:cubicBezTo>
                    <a:pt x="2974" y="912"/>
                    <a:pt x="3415" y="1318"/>
                    <a:pt x="3415" y="2175"/>
                  </a:cubicBezTo>
                  <a:lnTo>
                    <a:pt x="3415" y="2288"/>
                  </a:lnTo>
                  <a:cubicBezTo>
                    <a:pt x="3415" y="3153"/>
                    <a:pt x="2974" y="3559"/>
                    <a:pt x="2244" y="3559"/>
                  </a:cubicBezTo>
                  <a:lnTo>
                    <a:pt x="1028" y="3559"/>
                  </a:lnTo>
                  <a:lnTo>
                    <a:pt x="1028" y="912"/>
                  </a:lnTo>
                  <a:close/>
                  <a:moveTo>
                    <a:pt x="406" y="1"/>
                  </a:moveTo>
                  <a:cubicBezTo>
                    <a:pt x="160" y="1"/>
                    <a:pt x="0" y="158"/>
                    <a:pt x="0" y="328"/>
                  </a:cubicBezTo>
                  <a:lnTo>
                    <a:pt x="0" y="6782"/>
                  </a:lnTo>
                  <a:cubicBezTo>
                    <a:pt x="0" y="7006"/>
                    <a:pt x="271" y="7120"/>
                    <a:pt x="519" y="7120"/>
                  </a:cubicBezTo>
                  <a:cubicBezTo>
                    <a:pt x="779" y="7120"/>
                    <a:pt x="1028" y="7006"/>
                    <a:pt x="1028" y="6782"/>
                  </a:cubicBezTo>
                  <a:lnTo>
                    <a:pt x="1028" y="4370"/>
                  </a:lnTo>
                  <a:lnTo>
                    <a:pt x="2244" y="4370"/>
                  </a:lnTo>
                  <a:cubicBezTo>
                    <a:pt x="3472" y="4370"/>
                    <a:pt x="4440" y="3775"/>
                    <a:pt x="4440" y="2221"/>
                  </a:cubicBezTo>
                  <a:lnTo>
                    <a:pt x="4440" y="2139"/>
                  </a:lnTo>
                  <a:cubicBezTo>
                    <a:pt x="4440" y="574"/>
                    <a:pt x="3504" y="1"/>
                    <a:pt x="2299"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36"/>
            <p:cNvSpPr/>
            <p:nvPr/>
          </p:nvSpPr>
          <p:spPr>
            <a:xfrm>
              <a:off x="6399019" y="2038705"/>
              <a:ext cx="287690" cy="287150"/>
            </a:xfrm>
            <a:custGeom>
              <a:avLst/>
              <a:gdLst/>
              <a:ahLst/>
              <a:cxnLst/>
              <a:rect l="l" t="t" r="r" b="b"/>
              <a:pathLst>
                <a:path w="10669" h="10649" extrusionOk="0">
                  <a:moveTo>
                    <a:pt x="1302" y="0"/>
                  </a:moveTo>
                  <a:cubicBezTo>
                    <a:pt x="1268" y="0"/>
                    <a:pt x="1234" y="14"/>
                    <a:pt x="1206" y="41"/>
                  </a:cubicBezTo>
                  <a:lnTo>
                    <a:pt x="46" y="1214"/>
                  </a:lnTo>
                  <a:cubicBezTo>
                    <a:pt x="0" y="1271"/>
                    <a:pt x="0" y="1349"/>
                    <a:pt x="46" y="1406"/>
                  </a:cubicBezTo>
                  <a:lnTo>
                    <a:pt x="9250" y="10609"/>
                  </a:lnTo>
                  <a:cubicBezTo>
                    <a:pt x="9276" y="10634"/>
                    <a:pt x="9312" y="10649"/>
                    <a:pt x="9349" y="10649"/>
                  </a:cubicBezTo>
                  <a:cubicBezTo>
                    <a:pt x="9377" y="10649"/>
                    <a:pt x="9406" y="10640"/>
                    <a:pt x="9431" y="10620"/>
                  </a:cubicBezTo>
                  <a:cubicBezTo>
                    <a:pt x="9882" y="10282"/>
                    <a:pt x="10274" y="9888"/>
                    <a:pt x="10626" y="9436"/>
                  </a:cubicBezTo>
                  <a:cubicBezTo>
                    <a:pt x="10669" y="9393"/>
                    <a:pt x="10669" y="9314"/>
                    <a:pt x="10612" y="9258"/>
                  </a:cubicBezTo>
                  <a:lnTo>
                    <a:pt x="1398" y="41"/>
                  </a:lnTo>
                  <a:cubicBezTo>
                    <a:pt x="1369" y="14"/>
                    <a:pt x="1336" y="0"/>
                    <a:pt x="1302"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60"/>
        <p:cNvGrpSpPr/>
        <p:nvPr/>
      </p:nvGrpSpPr>
      <p:grpSpPr>
        <a:xfrm>
          <a:off x="0" y="0"/>
          <a:ext cx="0" cy="0"/>
          <a:chOff x="0" y="0"/>
          <a:chExt cx="0" cy="0"/>
        </a:xfrm>
      </p:grpSpPr>
      <p:sp>
        <p:nvSpPr>
          <p:cNvPr id="461" name="Google Shape;461;p37"/>
          <p:cNvSpPr txBox="1">
            <a:spLocks noGrp="1"/>
          </p:cNvSpPr>
          <p:nvPr>
            <p:ph type="subTitle" idx="14"/>
          </p:nvPr>
        </p:nvSpPr>
        <p:spPr>
          <a:xfrm>
            <a:off x="5584355" y="3057981"/>
            <a:ext cx="2459100" cy="537300"/>
          </a:xfrm>
          <a:prstGeom prst="rect">
            <a:avLst/>
          </a:prstGeom>
        </p:spPr>
        <p:txBody>
          <a:bodyPr spcFirstLastPara="1" wrap="square" lIns="91425" tIns="91425" rIns="91425" bIns="91425" anchor="b" anchorCtr="0">
            <a:noAutofit/>
          </a:bodyPr>
          <a:lstStyle/>
          <a:p>
            <a:pPr marL="0" lvl="0" indent="0"/>
            <a:r>
              <a:rPr lang="en-IN" dirty="0"/>
              <a:t>Visual Evidence</a:t>
            </a:r>
            <a:endParaRPr dirty="0"/>
          </a:p>
        </p:txBody>
      </p:sp>
      <p:sp>
        <p:nvSpPr>
          <p:cNvPr id="462" name="Google Shape;462;p37"/>
          <p:cNvSpPr txBox="1">
            <a:spLocks noGrp="1"/>
          </p:cNvSpPr>
          <p:nvPr>
            <p:ph type="subTitle" idx="13"/>
          </p:nvPr>
        </p:nvSpPr>
        <p:spPr>
          <a:xfrm>
            <a:off x="655583" y="3426667"/>
            <a:ext cx="2459100" cy="537300"/>
          </a:xfrm>
          <a:prstGeom prst="rect">
            <a:avLst/>
          </a:prstGeom>
        </p:spPr>
        <p:txBody>
          <a:bodyPr spcFirstLastPara="1" wrap="square" lIns="91425" tIns="91425" rIns="91425" bIns="91425" anchor="b" anchorCtr="0">
            <a:noAutofit/>
          </a:bodyPr>
          <a:lstStyle/>
          <a:p>
            <a:pPr marL="0" lvl="0" indent="0"/>
            <a:r>
              <a:rPr lang="en-IN" dirty="0"/>
              <a:t>Trello/Google Sheet:</a:t>
            </a:r>
            <a:endParaRPr dirty="0"/>
          </a:p>
        </p:txBody>
      </p:sp>
      <p:sp>
        <p:nvSpPr>
          <p:cNvPr id="463" name="Google Shape;463;p37"/>
          <p:cNvSpPr txBox="1">
            <a:spLocks noGrp="1"/>
          </p:cNvSpPr>
          <p:nvPr>
            <p:ph type="subTitle" idx="15"/>
          </p:nvPr>
        </p:nvSpPr>
        <p:spPr>
          <a:xfrm>
            <a:off x="496436" y="5931037"/>
            <a:ext cx="2459100" cy="537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Mobile</a:t>
            </a:r>
            <a:endParaRPr dirty="0"/>
          </a:p>
        </p:txBody>
      </p:sp>
      <p:sp>
        <p:nvSpPr>
          <p:cNvPr id="464" name="Google Shape;464;p37"/>
          <p:cNvSpPr txBox="1">
            <a:spLocks noGrp="1"/>
          </p:cNvSpPr>
          <p:nvPr>
            <p:ph type="subTitle" idx="7"/>
          </p:nvPr>
        </p:nvSpPr>
        <p:spPr>
          <a:xfrm>
            <a:off x="722322" y="1283613"/>
            <a:ext cx="2459100" cy="537300"/>
          </a:xfrm>
          <a:prstGeom prst="rect">
            <a:avLst/>
          </a:prstGeom>
        </p:spPr>
        <p:txBody>
          <a:bodyPr spcFirstLastPara="1" wrap="square" lIns="91425" tIns="91425" rIns="91425" bIns="91425" anchor="b" anchorCtr="0">
            <a:noAutofit/>
          </a:bodyPr>
          <a:lstStyle/>
          <a:p>
            <a:pPr marL="0" lvl="0" indent="0"/>
            <a:r>
              <a:rPr lang="en-IN" dirty="0"/>
              <a:t>GitHub Repository</a:t>
            </a:r>
            <a:endParaRPr dirty="0"/>
          </a:p>
        </p:txBody>
      </p:sp>
      <p:sp>
        <p:nvSpPr>
          <p:cNvPr id="465" name="Google Shape;465;p37"/>
          <p:cNvSpPr txBox="1">
            <a:spLocks noGrp="1"/>
          </p:cNvSpPr>
          <p:nvPr>
            <p:ph type="subTitle" idx="8"/>
          </p:nvPr>
        </p:nvSpPr>
        <p:spPr>
          <a:xfrm>
            <a:off x="5584355" y="1318105"/>
            <a:ext cx="2459100" cy="537300"/>
          </a:xfrm>
          <a:prstGeom prst="rect">
            <a:avLst/>
          </a:prstGeom>
        </p:spPr>
        <p:txBody>
          <a:bodyPr spcFirstLastPara="1" wrap="square" lIns="91425" tIns="91425" rIns="91425" bIns="91425" anchor="b" anchorCtr="0">
            <a:noAutofit/>
          </a:bodyPr>
          <a:lstStyle/>
          <a:p>
            <a:pPr marL="0" lvl="0" indent="0"/>
            <a:r>
              <a:rPr lang="en-IN" dirty="0"/>
              <a:t>WhatsApp/Discord</a:t>
            </a:r>
            <a:endParaRPr dirty="0"/>
          </a:p>
        </p:txBody>
      </p:sp>
      <p:sp>
        <p:nvSpPr>
          <p:cNvPr id="466" name="Google Shape;466;p37"/>
          <p:cNvSpPr txBox="1">
            <a:spLocks noGrp="1"/>
          </p:cNvSpPr>
          <p:nvPr>
            <p:ph type="subTitle" idx="9"/>
          </p:nvPr>
        </p:nvSpPr>
        <p:spPr>
          <a:xfrm>
            <a:off x="5803962" y="-1086725"/>
            <a:ext cx="2454000" cy="537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endParaRPr dirty="0"/>
          </a:p>
        </p:txBody>
      </p:sp>
      <p:sp>
        <p:nvSpPr>
          <p:cNvPr id="467" name="Google Shape;467;p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lvl="0"/>
            <a:r>
              <a:rPr lang="en-IN" dirty="0"/>
              <a:t>TEAM COORDINATION &amp; EVIDENCE</a:t>
            </a:r>
            <a:endParaRPr dirty="0"/>
          </a:p>
        </p:txBody>
      </p:sp>
      <p:sp>
        <p:nvSpPr>
          <p:cNvPr id="468" name="Google Shape;468;p37"/>
          <p:cNvSpPr txBox="1">
            <a:spLocks noGrp="1"/>
          </p:cNvSpPr>
          <p:nvPr>
            <p:ph type="subTitle" idx="1"/>
          </p:nvPr>
        </p:nvSpPr>
        <p:spPr>
          <a:xfrm>
            <a:off x="722322" y="1755151"/>
            <a:ext cx="2459100" cy="1055700"/>
          </a:xfrm>
          <a:prstGeom prst="rect">
            <a:avLst/>
          </a:prstGeom>
        </p:spPr>
        <p:txBody>
          <a:bodyPr spcFirstLastPara="1" wrap="square" lIns="91425" tIns="91425" rIns="91425" bIns="91425" anchor="t" anchorCtr="0">
            <a:noAutofit/>
          </a:bodyPr>
          <a:lstStyle/>
          <a:p>
            <a:pPr marL="0" lvl="0" indent="0"/>
            <a:r>
              <a:rPr lang="en-US" sz="1800" dirty="0"/>
              <a:t>Show commit history with member names, uploaded code, and dates.</a:t>
            </a:r>
            <a:endParaRPr sz="1800" dirty="0"/>
          </a:p>
        </p:txBody>
      </p:sp>
      <p:sp>
        <p:nvSpPr>
          <p:cNvPr id="469" name="Google Shape;469;p37"/>
          <p:cNvSpPr txBox="1">
            <a:spLocks noGrp="1"/>
          </p:cNvSpPr>
          <p:nvPr>
            <p:ph type="subTitle" idx="4"/>
          </p:nvPr>
        </p:nvSpPr>
        <p:spPr>
          <a:xfrm>
            <a:off x="722322" y="3871372"/>
            <a:ext cx="2459100" cy="1055700"/>
          </a:xfrm>
          <a:prstGeom prst="rect">
            <a:avLst/>
          </a:prstGeom>
        </p:spPr>
        <p:txBody>
          <a:bodyPr spcFirstLastPara="1" wrap="square" lIns="91425" tIns="91425" rIns="91425" bIns="91425" anchor="t" anchorCtr="0">
            <a:noAutofit/>
          </a:bodyPr>
          <a:lstStyle/>
          <a:p>
            <a:pPr marL="0" lvl="0" indent="0"/>
            <a:r>
              <a:rPr lang="en-US" sz="1600" dirty="0"/>
              <a:t>Show task assignment and completion tracking.</a:t>
            </a:r>
            <a:endParaRPr sz="1600" dirty="0"/>
          </a:p>
        </p:txBody>
      </p:sp>
      <p:sp>
        <p:nvSpPr>
          <p:cNvPr id="470" name="Google Shape;470;p37"/>
          <p:cNvSpPr txBox="1">
            <a:spLocks noGrp="1"/>
          </p:cNvSpPr>
          <p:nvPr>
            <p:ph type="subTitle" idx="5"/>
          </p:nvPr>
        </p:nvSpPr>
        <p:spPr>
          <a:xfrm>
            <a:off x="5672336" y="3552800"/>
            <a:ext cx="2459100" cy="1055700"/>
          </a:xfrm>
          <a:prstGeom prst="rect">
            <a:avLst/>
          </a:prstGeom>
        </p:spPr>
        <p:txBody>
          <a:bodyPr spcFirstLastPara="1" wrap="square" lIns="91425" tIns="91425" rIns="91425" bIns="91425" anchor="t" anchorCtr="0">
            <a:noAutofit/>
          </a:bodyPr>
          <a:lstStyle/>
          <a:p>
            <a:pPr marL="0" lvl="0" indent="0"/>
            <a:r>
              <a:rPr lang="en-US" sz="1800" dirty="0"/>
              <a:t>Use screenshots to prove team collaboration.</a:t>
            </a:r>
            <a:endParaRPr sz="1800" dirty="0"/>
          </a:p>
        </p:txBody>
      </p:sp>
      <p:sp>
        <p:nvSpPr>
          <p:cNvPr id="471" name="Google Shape;471;p37"/>
          <p:cNvSpPr txBox="1">
            <a:spLocks noGrp="1"/>
          </p:cNvSpPr>
          <p:nvPr>
            <p:ph type="subTitle" idx="2"/>
          </p:nvPr>
        </p:nvSpPr>
        <p:spPr>
          <a:xfrm>
            <a:off x="5542748" y="1828799"/>
            <a:ext cx="2459100" cy="1055700"/>
          </a:xfrm>
          <a:prstGeom prst="rect">
            <a:avLst/>
          </a:prstGeom>
        </p:spPr>
        <p:txBody>
          <a:bodyPr spcFirstLastPara="1" wrap="square" lIns="91425" tIns="91425" rIns="91425" bIns="91425" anchor="t" anchorCtr="0">
            <a:noAutofit/>
          </a:bodyPr>
          <a:lstStyle/>
          <a:p>
            <a:pPr marL="0" lvl="0" indent="0"/>
            <a:r>
              <a:rPr lang="en-US" sz="1800" dirty="0"/>
              <a:t>Show technical discussions and problem-solving.</a:t>
            </a:r>
            <a:endParaRPr sz="1800" dirty="0"/>
          </a:p>
        </p:txBody>
      </p:sp>
      <p:sp>
        <p:nvSpPr>
          <p:cNvPr id="472" name="Google Shape;472;p37"/>
          <p:cNvSpPr txBox="1">
            <a:spLocks noGrp="1"/>
          </p:cNvSpPr>
          <p:nvPr>
            <p:ph type="subTitle" idx="3"/>
          </p:nvPr>
        </p:nvSpPr>
        <p:spPr>
          <a:xfrm>
            <a:off x="2707869" y="-1476618"/>
            <a:ext cx="2454000" cy="1055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Create headlines that grab attention and communicate the value of your content. Use numbers, questions, and power words for your headlines</a:t>
            </a:r>
            <a:endParaRPr dirty="0"/>
          </a:p>
        </p:txBody>
      </p:sp>
      <p:sp>
        <p:nvSpPr>
          <p:cNvPr id="473" name="Google Shape;473;p37"/>
          <p:cNvSpPr txBox="1">
            <a:spLocks noGrp="1"/>
          </p:cNvSpPr>
          <p:nvPr>
            <p:ph type="subTitle" idx="6"/>
          </p:nvPr>
        </p:nvSpPr>
        <p:spPr>
          <a:xfrm>
            <a:off x="4079469" y="5671837"/>
            <a:ext cx="2454000" cy="1055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Optimize your content for mobile devices with a responsive design and easy-to-read font sizes. Use high-quality images</a:t>
            </a:r>
            <a:endParaRPr dirty="0"/>
          </a:p>
        </p:txBody>
      </p:sp>
      <p:grpSp>
        <p:nvGrpSpPr>
          <p:cNvPr id="474" name="Google Shape;474;p37"/>
          <p:cNvGrpSpPr/>
          <p:nvPr/>
        </p:nvGrpSpPr>
        <p:grpSpPr>
          <a:xfrm>
            <a:off x="0" y="4778350"/>
            <a:ext cx="363030" cy="361816"/>
            <a:chOff x="6350752" y="3238675"/>
            <a:chExt cx="363030" cy="361816"/>
          </a:xfrm>
        </p:grpSpPr>
        <p:sp>
          <p:nvSpPr>
            <p:cNvPr id="475" name="Google Shape;475;p37"/>
            <p:cNvSpPr/>
            <p:nvPr/>
          </p:nvSpPr>
          <p:spPr>
            <a:xfrm>
              <a:off x="6350752" y="3238675"/>
              <a:ext cx="363030" cy="361816"/>
            </a:xfrm>
            <a:custGeom>
              <a:avLst/>
              <a:gdLst/>
              <a:ahLst/>
              <a:cxnLst/>
              <a:rect l="l" t="t" r="r" b="b"/>
              <a:pathLst>
                <a:path w="13463" h="13418" extrusionOk="0">
                  <a:moveTo>
                    <a:pt x="6731" y="0"/>
                  </a:moveTo>
                  <a:cubicBezTo>
                    <a:pt x="6684" y="0"/>
                    <a:pt x="6636" y="17"/>
                    <a:pt x="6603" y="51"/>
                  </a:cubicBezTo>
                  <a:lnTo>
                    <a:pt x="79" y="6572"/>
                  </a:lnTo>
                  <a:cubicBezTo>
                    <a:pt x="0" y="6653"/>
                    <a:pt x="0" y="6764"/>
                    <a:pt x="79" y="6843"/>
                  </a:cubicBezTo>
                  <a:lnTo>
                    <a:pt x="6603" y="13367"/>
                  </a:lnTo>
                  <a:cubicBezTo>
                    <a:pt x="6636" y="13401"/>
                    <a:pt x="6684" y="13417"/>
                    <a:pt x="6731" y="13417"/>
                  </a:cubicBezTo>
                  <a:cubicBezTo>
                    <a:pt x="6778" y="13417"/>
                    <a:pt x="6826" y="13401"/>
                    <a:pt x="6860" y="13367"/>
                  </a:cubicBezTo>
                  <a:lnTo>
                    <a:pt x="13384" y="6843"/>
                  </a:lnTo>
                  <a:cubicBezTo>
                    <a:pt x="13462" y="6764"/>
                    <a:pt x="13462" y="6653"/>
                    <a:pt x="13384" y="6572"/>
                  </a:cubicBezTo>
                  <a:lnTo>
                    <a:pt x="6860" y="51"/>
                  </a:lnTo>
                  <a:cubicBezTo>
                    <a:pt x="6826" y="17"/>
                    <a:pt x="6778" y="0"/>
                    <a:pt x="6731"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7"/>
            <p:cNvSpPr/>
            <p:nvPr/>
          </p:nvSpPr>
          <p:spPr>
            <a:xfrm>
              <a:off x="6460095" y="3335398"/>
              <a:ext cx="43791" cy="168936"/>
            </a:xfrm>
            <a:custGeom>
              <a:avLst/>
              <a:gdLst/>
              <a:ahLst/>
              <a:cxnLst/>
              <a:rect l="l" t="t" r="r" b="b"/>
              <a:pathLst>
                <a:path w="1624" h="6265" extrusionOk="0">
                  <a:moveTo>
                    <a:pt x="136" y="0"/>
                  </a:moveTo>
                  <a:cubicBezTo>
                    <a:pt x="68" y="0"/>
                    <a:pt x="1" y="57"/>
                    <a:pt x="1" y="136"/>
                  </a:cubicBezTo>
                  <a:lnTo>
                    <a:pt x="1" y="6130"/>
                  </a:lnTo>
                  <a:cubicBezTo>
                    <a:pt x="1" y="6197"/>
                    <a:pt x="68" y="6265"/>
                    <a:pt x="136" y="6265"/>
                  </a:cubicBezTo>
                  <a:lnTo>
                    <a:pt x="1488" y="6265"/>
                  </a:lnTo>
                  <a:cubicBezTo>
                    <a:pt x="1566" y="6265"/>
                    <a:pt x="1623" y="6197"/>
                    <a:pt x="1623" y="6130"/>
                  </a:cubicBezTo>
                  <a:lnTo>
                    <a:pt x="1623" y="136"/>
                  </a:lnTo>
                  <a:cubicBezTo>
                    <a:pt x="1623" y="57"/>
                    <a:pt x="1566" y="0"/>
                    <a:pt x="148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7"/>
            <p:cNvSpPr/>
            <p:nvPr/>
          </p:nvSpPr>
          <p:spPr>
            <a:xfrm>
              <a:off x="6485038" y="3335398"/>
              <a:ext cx="18849" cy="168936"/>
            </a:xfrm>
            <a:custGeom>
              <a:avLst/>
              <a:gdLst/>
              <a:ahLst/>
              <a:cxnLst/>
              <a:rect l="l" t="t" r="r" b="b"/>
              <a:pathLst>
                <a:path w="699" h="6265" extrusionOk="0">
                  <a:moveTo>
                    <a:pt x="0" y="0"/>
                  </a:moveTo>
                  <a:lnTo>
                    <a:pt x="0" y="6265"/>
                  </a:lnTo>
                  <a:lnTo>
                    <a:pt x="563" y="6265"/>
                  </a:lnTo>
                  <a:cubicBezTo>
                    <a:pt x="641" y="6265"/>
                    <a:pt x="698" y="6197"/>
                    <a:pt x="698" y="6130"/>
                  </a:cubicBezTo>
                  <a:lnTo>
                    <a:pt x="698" y="136"/>
                  </a:lnTo>
                  <a:cubicBezTo>
                    <a:pt x="698" y="57"/>
                    <a:pt x="641" y="0"/>
                    <a:pt x="563"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7"/>
            <p:cNvSpPr/>
            <p:nvPr/>
          </p:nvSpPr>
          <p:spPr>
            <a:xfrm>
              <a:off x="6517477" y="3335398"/>
              <a:ext cx="86935" cy="168936"/>
            </a:xfrm>
            <a:custGeom>
              <a:avLst/>
              <a:gdLst/>
              <a:ahLst/>
              <a:cxnLst/>
              <a:rect l="l" t="t" r="r" b="b"/>
              <a:pathLst>
                <a:path w="3224" h="6265" extrusionOk="0">
                  <a:moveTo>
                    <a:pt x="136" y="0"/>
                  </a:moveTo>
                  <a:cubicBezTo>
                    <a:pt x="57" y="0"/>
                    <a:pt x="1" y="57"/>
                    <a:pt x="1" y="136"/>
                  </a:cubicBezTo>
                  <a:lnTo>
                    <a:pt x="1" y="1679"/>
                  </a:lnTo>
                  <a:cubicBezTo>
                    <a:pt x="1" y="1701"/>
                    <a:pt x="1" y="1725"/>
                    <a:pt x="14" y="1736"/>
                  </a:cubicBezTo>
                  <a:lnTo>
                    <a:pt x="1580" y="4878"/>
                  </a:lnTo>
                  <a:cubicBezTo>
                    <a:pt x="1590" y="4902"/>
                    <a:pt x="1601" y="4924"/>
                    <a:pt x="1601" y="4935"/>
                  </a:cubicBezTo>
                  <a:lnTo>
                    <a:pt x="1601" y="6130"/>
                  </a:lnTo>
                  <a:cubicBezTo>
                    <a:pt x="1601" y="6197"/>
                    <a:pt x="1658" y="6265"/>
                    <a:pt x="1736" y="6265"/>
                  </a:cubicBezTo>
                  <a:lnTo>
                    <a:pt x="2829" y="6265"/>
                  </a:lnTo>
                  <a:cubicBezTo>
                    <a:pt x="3042" y="6265"/>
                    <a:pt x="3223" y="6084"/>
                    <a:pt x="3223" y="5859"/>
                  </a:cubicBezTo>
                  <a:lnTo>
                    <a:pt x="3223" y="4621"/>
                  </a:lnTo>
                  <a:cubicBezTo>
                    <a:pt x="3223" y="4553"/>
                    <a:pt x="3202" y="4497"/>
                    <a:pt x="3178" y="4440"/>
                  </a:cubicBezTo>
                  <a:lnTo>
                    <a:pt x="1636" y="1352"/>
                  </a:lnTo>
                  <a:cubicBezTo>
                    <a:pt x="1623" y="1341"/>
                    <a:pt x="1623" y="1320"/>
                    <a:pt x="1623" y="1295"/>
                  </a:cubicBezTo>
                  <a:lnTo>
                    <a:pt x="1623" y="136"/>
                  </a:lnTo>
                  <a:cubicBezTo>
                    <a:pt x="1623" y="57"/>
                    <a:pt x="1555" y="0"/>
                    <a:pt x="148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7"/>
            <p:cNvSpPr/>
            <p:nvPr/>
          </p:nvSpPr>
          <p:spPr>
            <a:xfrm>
              <a:off x="6538482" y="3335398"/>
              <a:ext cx="65929" cy="168936"/>
            </a:xfrm>
            <a:custGeom>
              <a:avLst/>
              <a:gdLst/>
              <a:ahLst/>
              <a:cxnLst/>
              <a:rect l="l" t="t" r="r" b="b"/>
              <a:pathLst>
                <a:path w="2445" h="6265" extrusionOk="0">
                  <a:moveTo>
                    <a:pt x="0" y="0"/>
                  </a:moveTo>
                  <a:lnTo>
                    <a:pt x="0" y="1295"/>
                  </a:lnTo>
                  <a:cubicBezTo>
                    <a:pt x="0" y="1320"/>
                    <a:pt x="11" y="1341"/>
                    <a:pt x="22" y="1352"/>
                  </a:cubicBezTo>
                  <a:lnTo>
                    <a:pt x="1533" y="4440"/>
                  </a:lnTo>
                  <a:cubicBezTo>
                    <a:pt x="1566" y="4497"/>
                    <a:pt x="1577" y="4564"/>
                    <a:pt x="1577" y="4621"/>
                  </a:cubicBezTo>
                  <a:lnTo>
                    <a:pt x="1577" y="5667"/>
                  </a:lnTo>
                  <a:lnTo>
                    <a:pt x="1601" y="5859"/>
                  </a:lnTo>
                  <a:lnTo>
                    <a:pt x="1577" y="5859"/>
                  </a:lnTo>
                  <a:lnTo>
                    <a:pt x="1577" y="6265"/>
                  </a:lnTo>
                  <a:lnTo>
                    <a:pt x="2050" y="6265"/>
                  </a:lnTo>
                  <a:cubicBezTo>
                    <a:pt x="2263" y="6265"/>
                    <a:pt x="2444" y="6084"/>
                    <a:pt x="2444" y="5859"/>
                  </a:cubicBezTo>
                  <a:lnTo>
                    <a:pt x="2444" y="4621"/>
                  </a:lnTo>
                  <a:cubicBezTo>
                    <a:pt x="2444" y="4553"/>
                    <a:pt x="2423" y="4497"/>
                    <a:pt x="2399" y="4440"/>
                  </a:cubicBezTo>
                  <a:lnTo>
                    <a:pt x="857" y="1352"/>
                  </a:lnTo>
                  <a:cubicBezTo>
                    <a:pt x="844" y="1341"/>
                    <a:pt x="844" y="1320"/>
                    <a:pt x="844" y="1295"/>
                  </a:cubicBezTo>
                  <a:lnTo>
                    <a:pt x="844" y="136"/>
                  </a:lnTo>
                  <a:cubicBezTo>
                    <a:pt x="844" y="57"/>
                    <a:pt x="790" y="0"/>
                    <a:pt x="709"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 name="Google Shape;480;p37"/>
          <p:cNvGrpSpPr/>
          <p:nvPr/>
        </p:nvGrpSpPr>
        <p:grpSpPr>
          <a:xfrm>
            <a:off x="496436" y="4781684"/>
            <a:ext cx="362733" cy="361816"/>
            <a:chOff x="1536529" y="3238675"/>
            <a:chExt cx="362733" cy="361816"/>
          </a:xfrm>
        </p:grpSpPr>
        <p:sp>
          <p:nvSpPr>
            <p:cNvPr id="481" name="Google Shape;481;p37"/>
            <p:cNvSpPr/>
            <p:nvPr/>
          </p:nvSpPr>
          <p:spPr>
            <a:xfrm>
              <a:off x="1536529" y="3238675"/>
              <a:ext cx="362733" cy="361816"/>
            </a:xfrm>
            <a:custGeom>
              <a:avLst/>
              <a:gdLst/>
              <a:ahLst/>
              <a:cxnLst/>
              <a:rect l="l" t="t" r="r" b="b"/>
              <a:pathLst>
                <a:path w="13452" h="13418" extrusionOk="0">
                  <a:moveTo>
                    <a:pt x="6724" y="0"/>
                  </a:moveTo>
                  <a:cubicBezTo>
                    <a:pt x="6676" y="0"/>
                    <a:pt x="6628" y="17"/>
                    <a:pt x="6589" y="51"/>
                  </a:cubicBezTo>
                  <a:lnTo>
                    <a:pt x="68" y="6572"/>
                  </a:lnTo>
                  <a:cubicBezTo>
                    <a:pt x="0" y="6653"/>
                    <a:pt x="0" y="6764"/>
                    <a:pt x="68" y="6843"/>
                  </a:cubicBezTo>
                  <a:lnTo>
                    <a:pt x="6589" y="13367"/>
                  </a:lnTo>
                  <a:cubicBezTo>
                    <a:pt x="6628" y="13401"/>
                    <a:pt x="6676" y="13417"/>
                    <a:pt x="6724" y="13417"/>
                  </a:cubicBezTo>
                  <a:cubicBezTo>
                    <a:pt x="6772" y="13417"/>
                    <a:pt x="6820" y="13401"/>
                    <a:pt x="6860" y="13367"/>
                  </a:cubicBezTo>
                  <a:lnTo>
                    <a:pt x="13384" y="6843"/>
                  </a:lnTo>
                  <a:cubicBezTo>
                    <a:pt x="13451" y="6764"/>
                    <a:pt x="13451" y="6653"/>
                    <a:pt x="13384" y="6572"/>
                  </a:cubicBezTo>
                  <a:lnTo>
                    <a:pt x="6860" y="51"/>
                  </a:lnTo>
                  <a:cubicBezTo>
                    <a:pt x="6820" y="17"/>
                    <a:pt x="6772" y="0"/>
                    <a:pt x="6724"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7"/>
            <p:cNvSpPr/>
            <p:nvPr/>
          </p:nvSpPr>
          <p:spPr>
            <a:xfrm>
              <a:off x="1630637" y="3332702"/>
              <a:ext cx="174706" cy="173762"/>
            </a:xfrm>
            <a:custGeom>
              <a:avLst/>
              <a:gdLst/>
              <a:ahLst/>
              <a:cxnLst/>
              <a:rect l="l" t="t" r="r" b="b"/>
              <a:pathLst>
                <a:path w="6479" h="6444" extrusionOk="0">
                  <a:moveTo>
                    <a:pt x="2750" y="0"/>
                  </a:moveTo>
                  <a:cubicBezTo>
                    <a:pt x="2569" y="0"/>
                    <a:pt x="2412" y="146"/>
                    <a:pt x="2412" y="327"/>
                  </a:cubicBezTo>
                  <a:lnTo>
                    <a:pt x="2412" y="2274"/>
                  </a:lnTo>
                  <a:cubicBezTo>
                    <a:pt x="2412" y="2342"/>
                    <a:pt x="2356" y="2409"/>
                    <a:pt x="2277" y="2409"/>
                  </a:cubicBezTo>
                  <a:lnTo>
                    <a:pt x="339" y="2409"/>
                  </a:lnTo>
                  <a:cubicBezTo>
                    <a:pt x="160" y="2409"/>
                    <a:pt x="1" y="2558"/>
                    <a:pt x="1" y="2736"/>
                  </a:cubicBezTo>
                  <a:lnTo>
                    <a:pt x="1" y="3694"/>
                  </a:lnTo>
                  <a:cubicBezTo>
                    <a:pt x="1" y="3886"/>
                    <a:pt x="160" y="4032"/>
                    <a:pt x="339" y="4032"/>
                  </a:cubicBezTo>
                  <a:lnTo>
                    <a:pt x="2277" y="4032"/>
                  </a:lnTo>
                  <a:cubicBezTo>
                    <a:pt x="2356" y="4032"/>
                    <a:pt x="2412" y="4088"/>
                    <a:pt x="2412" y="4167"/>
                  </a:cubicBezTo>
                  <a:lnTo>
                    <a:pt x="2412" y="6105"/>
                  </a:lnTo>
                  <a:cubicBezTo>
                    <a:pt x="2412" y="6297"/>
                    <a:pt x="2569" y="6443"/>
                    <a:pt x="2750" y="6443"/>
                  </a:cubicBezTo>
                  <a:lnTo>
                    <a:pt x="3729" y="6443"/>
                  </a:lnTo>
                  <a:cubicBezTo>
                    <a:pt x="3921" y="6443"/>
                    <a:pt x="4067" y="6297"/>
                    <a:pt x="4067" y="6105"/>
                  </a:cubicBezTo>
                  <a:lnTo>
                    <a:pt x="4067" y="4167"/>
                  </a:lnTo>
                  <a:cubicBezTo>
                    <a:pt x="4067" y="4088"/>
                    <a:pt x="4124" y="4032"/>
                    <a:pt x="4202" y="4032"/>
                  </a:cubicBezTo>
                  <a:lnTo>
                    <a:pt x="6141" y="4032"/>
                  </a:lnTo>
                  <a:cubicBezTo>
                    <a:pt x="6333" y="4032"/>
                    <a:pt x="6479" y="3886"/>
                    <a:pt x="6479" y="3694"/>
                  </a:cubicBezTo>
                  <a:lnTo>
                    <a:pt x="6479" y="2736"/>
                  </a:lnTo>
                  <a:cubicBezTo>
                    <a:pt x="6479" y="2558"/>
                    <a:pt x="6333" y="2409"/>
                    <a:pt x="6141" y="2409"/>
                  </a:cubicBezTo>
                  <a:lnTo>
                    <a:pt x="4181" y="2409"/>
                  </a:lnTo>
                  <a:cubicBezTo>
                    <a:pt x="4102" y="2409"/>
                    <a:pt x="4046" y="2342"/>
                    <a:pt x="4046" y="2274"/>
                  </a:cubicBezTo>
                  <a:lnTo>
                    <a:pt x="4046" y="327"/>
                  </a:lnTo>
                  <a:cubicBezTo>
                    <a:pt x="4046" y="146"/>
                    <a:pt x="3889" y="0"/>
                    <a:pt x="370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7"/>
            <p:cNvSpPr/>
            <p:nvPr/>
          </p:nvSpPr>
          <p:spPr>
            <a:xfrm>
              <a:off x="1695676" y="3332702"/>
              <a:ext cx="109667" cy="108723"/>
            </a:xfrm>
            <a:custGeom>
              <a:avLst/>
              <a:gdLst/>
              <a:ahLst/>
              <a:cxnLst/>
              <a:rect l="l" t="t" r="r" b="b"/>
              <a:pathLst>
                <a:path w="4067" h="4032" extrusionOk="0">
                  <a:moveTo>
                    <a:pt x="338" y="0"/>
                  </a:moveTo>
                  <a:cubicBezTo>
                    <a:pt x="157" y="0"/>
                    <a:pt x="0" y="146"/>
                    <a:pt x="0" y="327"/>
                  </a:cubicBezTo>
                  <a:lnTo>
                    <a:pt x="0" y="676"/>
                  </a:lnTo>
                  <a:lnTo>
                    <a:pt x="766" y="676"/>
                  </a:lnTo>
                  <a:cubicBezTo>
                    <a:pt x="958" y="676"/>
                    <a:pt x="1104" y="833"/>
                    <a:pt x="1104" y="1014"/>
                  </a:cubicBezTo>
                  <a:lnTo>
                    <a:pt x="1104" y="2850"/>
                  </a:lnTo>
                  <a:cubicBezTo>
                    <a:pt x="1104" y="2996"/>
                    <a:pt x="1228" y="3120"/>
                    <a:pt x="1374" y="3120"/>
                  </a:cubicBezTo>
                  <a:lnTo>
                    <a:pt x="3177" y="3120"/>
                  </a:lnTo>
                  <a:cubicBezTo>
                    <a:pt x="3369" y="3120"/>
                    <a:pt x="3515" y="3266"/>
                    <a:pt x="3515" y="3448"/>
                  </a:cubicBezTo>
                  <a:lnTo>
                    <a:pt x="3515" y="4032"/>
                  </a:lnTo>
                  <a:lnTo>
                    <a:pt x="3729" y="4032"/>
                  </a:lnTo>
                  <a:cubicBezTo>
                    <a:pt x="3921" y="4032"/>
                    <a:pt x="4067" y="3886"/>
                    <a:pt x="4067" y="3694"/>
                  </a:cubicBezTo>
                  <a:lnTo>
                    <a:pt x="4067" y="2736"/>
                  </a:lnTo>
                  <a:cubicBezTo>
                    <a:pt x="4067" y="2558"/>
                    <a:pt x="3921" y="2409"/>
                    <a:pt x="3729" y="2409"/>
                  </a:cubicBezTo>
                  <a:lnTo>
                    <a:pt x="1790" y="2409"/>
                  </a:lnTo>
                  <a:cubicBezTo>
                    <a:pt x="1712" y="2409"/>
                    <a:pt x="1655" y="2342"/>
                    <a:pt x="1655" y="2274"/>
                  </a:cubicBezTo>
                  <a:lnTo>
                    <a:pt x="1655" y="327"/>
                  </a:lnTo>
                  <a:cubicBezTo>
                    <a:pt x="1655" y="146"/>
                    <a:pt x="1509" y="0"/>
                    <a:pt x="1317"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 name="Google Shape;484;p37"/>
          <p:cNvGrpSpPr/>
          <p:nvPr/>
        </p:nvGrpSpPr>
        <p:grpSpPr>
          <a:xfrm>
            <a:off x="1674010" y="2964761"/>
            <a:ext cx="361870" cy="361870"/>
            <a:chOff x="6392952" y="2635495"/>
            <a:chExt cx="361870" cy="361870"/>
          </a:xfrm>
        </p:grpSpPr>
        <p:sp>
          <p:nvSpPr>
            <p:cNvPr id="485" name="Google Shape;485;p37"/>
            <p:cNvSpPr/>
            <p:nvPr/>
          </p:nvSpPr>
          <p:spPr>
            <a:xfrm>
              <a:off x="6392952" y="2635495"/>
              <a:ext cx="361870" cy="361870"/>
            </a:xfrm>
            <a:custGeom>
              <a:avLst/>
              <a:gdLst/>
              <a:ahLst/>
              <a:cxnLst/>
              <a:rect l="l" t="t" r="r" b="b"/>
              <a:pathLst>
                <a:path w="13420" h="13420" extrusionOk="0">
                  <a:moveTo>
                    <a:pt x="6703" y="1"/>
                  </a:moveTo>
                  <a:cubicBezTo>
                    <a:pt x="3010" y="1"/>
                    <a:pt x="1" y="3010"/>
                    <a:pt x="1" y="6717"/>
                  </a:cubicBezTo>
                  <a:cubicBezTo>
                    <a:pt x="1" y="10410"/>
                    <a:pt x="3010" y="13419"/>
                    <a:pt x="6703" y="13419"/>
                  </a:cubicBezTo>
                  <a:cubicBezTo>
                    <a:pt x="10410" y="13419"/>
                    <a:pt x="13419" y="10410"/>
                    <a:pt x="13419" y="6717"/>
                  </a:cubicBezTo>
                  <a:cubicBezTo>
                    <a:pt x="13419" y="3010"/>
                    <a:pt x="10410" y="1"/>
                    <a:pt x="6703"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7"/>
            <p:cNvSpPr/>
            <p:nvPr/>
          </p:nvSpPr>
          <p:spPr>
            <a:xfrm>
              <a:off x="6477083" y="2759291"/>
              <a:ext cx="192368" cy="115033"/>
            </a:xfrm>
            <a:custGeom>
              <a:avLst/>
              <a:gdLst/>
              <a:ahLst/>
              <a:cxnLst/>
              <a:rect l="l" t="t" r="r" b="b"/>
              <a:pathLst>
                <a:path w="7134" h="4266" extrusionOk="0">
                  <a:moveTo>
                    <a:pt x="2997" y="1"/>
                  </a:moveTo>
                  <a:cubicBezTo>
                    <a:pt x="2952" y="1"/>
                    <a:pt x="2906" y="13"/>
                    <a:pt x="2864" y="41"/>
                  </a:cubicBezTo>
                  <a:lnTo>
                    <a:pt x="136" y="1945"/>
                  </a:lnTo>
                  <a:cubicBezTo>
                    <a:pt x="1" y="2034"/>
                    <a:pt x="1" y="2237"/>
                    <a:pt x="136" y="2329"/>
                  </a:cubicBezTo>
                  <a:lnTo>
                    <a:pt x="2864" y="4221"/>
                  </a:lnTo>
                  <a:cubicBezTo>
                    <a:pt x="2907" y="4251"/>
                    <a:pt x="2953" y="4265"/>
                    <a:pt x="2998" y="4265"/>
                  </a:cubicBezTo>
                  <a:cubicBezTo>
                    <a:pt x="3117" y="4265"/>
                    <a:pt x="3224" y="4169"/>
                    <a:pt x="3224" y="4029"/>
                  </a:cubicBezTo>
                  <a:lnTo>
                    <a:pt x="3224" y="3229"/>
                  </a:lnTo>
                  <a:cubicBezTo>
                    <a:pt x="3224" y="3150"/>
                    <a:pt x="3291" y="3094"/>
                    <a:pt x="3359" y="3094"/>
                  </a:cubicBezTo>
                  <a:lnTo>
                    <a:pt x="6738" y="3094"/>
                  </a:lnTo>
                  <a:cubicBezTo>
                    <a:pt x="6952" y="3094"/>
                    <a:pt x="7133" y="2913"/>
                    <a:pt x="7133" y="2699"/>
                  </a:cubicBezTo>
                  <a:lnTo>
                    <a:pt x="7133" y="1571"/>
                  </a:lnTo>
                  <a:cubicBezTo>
                    <a:pt x="7133" y="1347"/>
                    <a:pt x="6952" y="1179"/>
                    <a:pt x="6738" y="1179"/>
                  </a:cubicBezTo>
                  <a:lnTo>
                    <a:pt x="3359" y="1179"/>
                  </a:lnTo>
                  <a:cubicBezTo>
                    <a:pt x="3291" y="1179"/>
                    <a:pt x="3224" y="1112"/>
                    <a:pt x="3224" y="1044"/>
                  </a:cubicBezTo>
                  <a:lnTo>
                    <a:pt x="3224" y="233"/>
                  </a:lnTo>
                  <a:cubicBezTo>
                    <a:pt x="3224" y="93"/>
                    <a:pt x="3116" y="1"/>
                    <a:pt x="2997"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 name="Google Shape;487;p37"/>
          <p:cNvGrpSpPr/>
          <p:nvPr/>
        </p:nvGrpSpPr>
        <p:grpSpPr>
          <a:xfrm>
            <a:off x="6645800" y="2887204"/>
            <a:ext cx="361789" cy="361870"/>
            <a:chOff x="3169610" y="2635495"/>
            <a:chExt cx="361789" cy="361870"/>
          </a:xfrm>
        </p:grpSpPr>
        <p:sp>
          <p:nvSpPr>
            <p:cNvPr id="488" name="Google Shape;488;p37"/>
            <p:cNvSpPr/>
            <p:nvPr/>
          </p:nvSpPr>
          <p:spPr>
            <a:xfrm>
              <a:off x="3169610" y="2635495"/>
              <a:ext cx="361789" cy="361870"/>
            </a:xfrm>
            <a:custGeom>
              <a:avLst/>
              <a:gdLst/>
              <a:ahLst/>
              <a:cxnLst/>
              <a:rect l="l" t="t" r="r" b="b"/>
              <a:pathLst>
                <a:path w="13417" h="13420" extrusionOk="0">
                  <a:moveTo>
                    <a:pt x="6704" y="1"/>
                  </a:moveTo>
                  <a:cubicBezTo>
                    <a:pt x="2997" y="1"/>
                    <a:pt x="1" y="3010"/>
                    <a:pt x="1" y="6717"/>
                  </a:cubicBezTo>
                  <a:cubicBezTo>
                    <a:pt x="1" y="10410"/>
                    <a:pt x="2997" y="13419"/>
                    <a:pt x="6704" y="13419"/>
                  </a:cubicBezTo>
                  <a:cubicBezTo>
                    <a:pt x="10410" y="13419"/>
                    <a:pt x="13417" y="10410"/>
                    <a:pt x="13417" y="6717"/>
                  </a:cubicBezTo>
                  <a:cubicBezTo>
                    <a:pt x="13417" y="3010"/>
                    <a:pt x="10410" y="1"/>
                    <a:pt x="6704"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37"/>
            <p:cNvSpPr/>
            <p:nvPr/>
          </p:nvSpPr>
          <p:spPr>
            <a:xfrm>
              <a:off x="3210893" y="2677129"/>
              <a:ext cx="278899" cy="278899"/>
            </a:xfrm>
            <a:custGeom>
              <a:avLst/>
              <a:gdLst/>
              <a:ahLst/>
              <a:cxnLst/>
              <a:rect l="l" t="t" r="r" b="b"/>
              <a:pathLst>
                <a:path w="10343" h="10343" extrusionOk="0">
                  <a:moveTo>
                    <a:pt x="5173" y="1"/>
                  </a:moveTo>
                  <a:cubicBezTo>
                    <a:pt x="2323" y="1"/>
                    <a:pt x="0" y="2310"/>
                    <a:pt x="0" y="5173"/>
                  </a:cubicBezTo>
                  <a:cubicBezTo>
                    <a:pt x="0" y="8022"/>
                    <a:pt x="2323" y="10342"/>
                    <a:pt x="5173" y="10342"/>
                  </a:cubicBezTo>
                  <a:cubicBezTo>
                    <a:pt x="8033" y="10342"/>
                    <a:pt x="10342" y="8022"/>
                    <a:pt x="10342" y="5173"/>
                  </a:cubicBezTo>
                  <a:cubicBezTo>
                    <a:pt x="10342" y="2310"/>
                    <a:pt x="8033" y="1"/>
                    <a:pt x="5173"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90" name="Google Shape;490;p37"/>
            <p:cNvSpPr/>
            <p:nvPr/>
          </p:nvSpPr>
          <p:spPr>
            <a:xfrm>
              <a:off x="3206363" y="2672976"/>
              <a:ext cx="288013" cy="287015"/>
            </a:xfrm>
            <a:custGeom>
              <a:avLst/>
              <a:gdLst/>
              <a:ahLst/>
              <a:cxnLst/>
              <a:rect l="l" t="t" r="r" b="b"/>
              <a:pathLst>
                <a:path w="10681" h="10644" extrusionOk="0">
                  <a:moveTo>
                    <a:pt x="1317" y="0"/>
                  </a:moveTo>
                  <a:cubicBezTo>
                    <a:pt x="1282" y="0"/>
                    <a:pt x="1246" y="14"/>
                    <a:pt x="1217" y="41"/>
                  </a:cubicBezTo>
                  <a:lnTo>
                    <a:pt x="68" y="1214"/>
                  </a:lnTo>
                  <a:cubicBezTo>
                    <a:pt x="11" y="1258"/>
                    <a:pt x="11" y="1350"/>
                    <a:pt x="68" y="1406"/>
                  </a:cubicBezTo>
                  <a:lnTo>
                    <a:pt x="3886" y="5224"/>
                  </a:lnTo>
                  <a:cubicBezTo>
                    <a:pt x="3943" y="5281"/>
                    <a:pt x="3943" y="5370"/>
                    <a:pt x="3886" y="5416"/>
                  </a:cubicBezTo>
                  <a:lnTo>
                    <a:pt x="57" y="9258"/>
                  </a:lnTo>
                  <a:cubicBezTo>
                    <a:pt x="1" y="9301"/>
                    <a:pt x="1" y="9382"/>
                    <a:pt x="44" y="9436"/>
                  </a:cubicBezTo>
                  <a:cubicBezTo>
                    <a:pt x="395" y="9877"/>
                    <a:pt x="787" y="10272"/>
                    <a:pt x="1239" y="10621"/>
                  </a:cubicBezTo>
                  <a:cubicBezTo>
                    <a:pt x="1265" y="10636"/>
                    <a:pt x="1294" y="10644"/>
                    <a:pt x="1323" y="10644"/>
                  </a:cubicBezTo>
                  <a:cubicBezTo>
                    <a:pt x="1356" y="10644"/>
                    <a:pt x="1390" y="10633"/>
                    <a:pt x="1420" y="10610"/>
                  </a:cubicBezTo>
                  <a:lnTo>
                    <a:pt x="5249" y="6779"/>
                  </a:lnTo>
                  <a:cubicBezTo>
                    <a:pt x="5272" y="6750"/>
                    <a:pt x="5305" y="6736"/>
                    <a:pt x="5341" y="6736"/>
                  </a:cubicBezTo>
                  <a:cubicBezTo>
                    <a:pt x="5376" y="6736"/>
                    <a:pt x="5412" y="6750"/>
                    <a:pt x="5441" y="6779"/>
                  </a:cubicBezTo>
                  <a:lnTo>
                    <a:pt x="9272" y="10610"/>
                  </a:lnTo>
                  <a:cubicBezTo>
                    <a:pt x="9296" y="10633"/>
                    <a:pt x="9330" y="10644"/>
                    <a:pt x="9363" y="10644"/>
                  </a:cubicBezTo>
                  <a:cubicBezTo>
                    <a:pt x="9392" y="10644"/>
                    <a:pt x="9419" y="10636"/>
                    <a:pt x="9439" y="10621"/>
                  </a:cubicBezTo>
                  <a:cubicBezTo>
                    <a:pt x="9891" y="10272"/>
                    <a:pt x="10296" y="9877"/>
                    <a:pt x="10634" y="9436"/>
                  </a:cubicBezTo>
                  <a:cubicBezTo>
                    <a:pt x="10680" y="9382"/>
                    <a:pt x="10680" y="9301"/>
                    <a:pt x="10634" y="9258"/>
                  </a:cubicBezTo>
                  <a:lnTo>
                    <a:pt x="6792" y="5416"/>
                  </a:lnTo>
                  <a:cubicBezTo>
                    <a:pt x="6736" y="5370"/>
                    <a:pt x="6736" y="5281"/>
                    <a:pt x="6792" y="5224"/>
                  </a:cubicBezTo>
                  <a:lnTo>
                    <a:pt x="10624" y="1406"/>
                  </a:lnTo>
                  <a:cubicBezTo>
                    <a:pt x="10670" y="1350"/>
                    <a:pt x="10670" y="1258"/>
                    <a:pt x="10624" y="1214"/>
                  </a:cubicBezTo>
                  <a:lnTo>
                    <a:pt x="9464" y="41"/>
                  </a:lnTo>
                  <a:cubicBezTo>
                    <a:pt x="9435" y="14"/>
                    <a:pt x="9402" y="0"/>
                    <a:pt x="9368" y="0"/>
                  </a:cubicBezTo>
                  <a:cubicBezTo>
                    <a:pt x="9334" y="0"/>
                    <a:pt x="9300" y="14"/>
                    <a:pt x="9272" y="41"/>
                  </a:cubicBezTo>
                  <a:lnTo>
                    <a:pt x="5441" y="3872"/>
                  </a:lnTo>
                  <a:cubicBezTo>
                    <a:pt x="5412" y="3901"/>
                    <a:pt x="5376" y="3915"/>
                    <a:pt x="5341" y="3915"/>
                  </a:cubicBezTo>
                  <a:cubicBezTo>
                    <a:pt x="5305" y="3915"/>
                    <a:pt x="5272" y="3901"/>
                    <a:pt x="5249" y="3872"/>
                  </a:cubicBezTo>
                  <a:lnTo>
                    <a:pt x="1409" y="41"/>
                  </a:lnTo>
                  <a:cubicBezTo>
                    <a:pt x="1386" y="14"/>
                    <a:pt x="1353" y="0"/>
                    <a:pt x="1317"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 name="Google Shape;491;p37"/>
          <p:cNvGrpSpPr/>
          <p:nvPr/>
        </p:nvGrpSpPr>
        <p:grpSpPr>
          <a:xfrm>
            <a:off x="6540097" y="1063786"/>
            <a:ext cx="361789" cy="361843"/>
            <a:chOff x="3158986" y="2001224"/>
            <a:chExt cx="361789" cy="361843"/>
          </a:xfrm>
        </p:grpSpPr>
        <p:sp>
          <p:nvSpPr>
            <p:cNvPr id="492" name="Google Shape;492;p37"/>
            <p:cNvSpPr/>
            <p:nvPr/>
          </p:nvSpPr>
          <p:spPr>
            <a:xfrm>
              <a:off x="3158986" y="2001224"/>
              <a:ext cx="361789" cy="361843"/>
            </a:xfrm>
            <a:custGeom>
              <a:avLst/>
              <a:gdLst/>
              <a:ahLst/>
              <a:cxnLst/>
              <a:rect l="l" t="t" r="r" b="b"/>
              <a:pathLst>
                <a:path w="13417" h="13419" extrusionOk="0">
                  <a:moveTo>
                    <a:pt x="6714" y="0"/>
                  </a:moveTo>
                  <a:cubicBezTo>
                    <a:pt x="3007" y="0"/>
                    <a:pt x="0" y="3010"/>
                    <a:pt x="0" y="6716"/>
                  </a:cubicBezTo>
                  <a:cubicBezTo>
                    <a:pt x="0" y="10410"/>
                    <a:pt x="3007" y="13419"/>
                    <a:pt x="6714" y="13419"/>
                  </a:cubicBezTo>
                  <a:cubicBezTo>
                    <a:pt x="10420" y="13419"/>
                    <a:pt x="13416" y="10410"/>
                    <a:pt x="13416" y="6716"/>
                  </a:cubicBezTo>
                  <a:cubicBezTo>
                    <a:pt x="13416" y="3010"/>
                    <a:pt x="10420" y="0"/>
                    <a:pt x="6714"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7"/>
            <p:cNvSpPr/>
            <p:nvPr/>
          </p:nvSpPr>
          <p:spPr>
            <a:xfrm>
              <a:off x="3200620" y="2042858"/>
              <a:ext cx="278872" cy="278872"/>
            </a:xfrm>
            <a:custGeom>
              <a:avLst/>
              <a:gdLst/>
              <a:ahLst/>
              <a:cxnLst/>
              <a:rect l="l" t="t" r="r" b="b"/>
              <a:pathLst>
                <a:path w="10342" h="10342" extrusionOk="0">
                  <a:moveTo>
                    <a:pt x="5170" y="0"/>
                  </a:moveTo>
                  <a:cubicBezTo>
                    <a:pt x="2309" y="0"/>
                    <a:pt x="0" y="2309"/>
                    <a:pt x="0" y="5172"/>
                  </a:cubicBezTo>
                  <a:cubicBezTo>
                    <a:pt x="0" y="8022"/>
                    <a:pt x="2309" y="10342"/>
                    <a:pt x="5170" y="10342"/>
                  </a:cubicBezTo>
                  <a:cubicBezTo>
                    <a:pt x="8019" y="10342"/>
                    <a:pt x="10342" y="8022"/>
                    <a:pt x="10342" y="5172"/>
                  </a:cubicBezTo>
                  <a:cubicBezTo>
                    <a:pt x="10342" y="2309"/>
                    <a:pt x="8019" y="0"/>
                    <a:pt x="5170"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7"/>
            <p:cNvSpPr/>
            <p:nvPr/>
          </p:nvSpPr>
          <p:spPr>
            <a:xfrm>
              <a:off x="3264689" y="2126989"/>
              <a:ext cx="69003" cy="114844"/>
            </a:xfrm>
            <a:custGeom>
              <a:avLst/>
              <a:gdLst/>
              <a:ahLst/>
              <a:cxnLst/>
              <a:rect l="l" t="t" r="r" b="b"/>
              <a:pathLst>
                <a:path w="2559" h="4259" extrusionOk="0">
                  <a:moveTo>
                    <a:pt x="474" y="0"/>
                  </a:moveTo>
                  <a:cubicBezTo>
                    <a:pt x="395" y="0"/>
                    <a:pt x="349" y="79"/>
                    <a:pt x="339" y="203"/>
                  </a:cubicBezTo>
                  <a:lnTo>
                    <a:pt x="203" y="1782"/>
                  </a:lnTo>
                  <a:cubicBezTo>
                    <a:pt x="203" y="1815"/>
                    <a:pt x="193" y="1882"/>
                    <a:pt x="193" y="1917"/>
                  </a:cubicBezTo>
                  <a:cubicBezTo>
                    <a:pt x="193" y="2063"/>
                    <a:pt x="260" y="2152"/>
                    <a:pt x="449" y="2152"/>
                  </a:cubicBezTo>
                  <a:lnTo>
                    <a:pt x="1274" y="2152"/>
                  </a:lnTo>
                  <a:cubicBezTo>
                    <a:pt x="1701" y="2152"/>
                    <a:pt x="1950" y="2390"/>
                    <a:pt x="1950" y="2885"/>
                  </a:cubicBezTo>
                  <a:lnTo>
                    <a:pt x="1950" y="2999"/>
                  </a:lnTo>
                  <a:cubicBezTo>
                    <a:pt x="1950" y="3494"/>
                    <a:pt x="1701" y="3718"/>
                    <a:pt x="1274" y="3718"/>
                  </a:cubicBezTo>
                  <a:cubicBezTo>
                    <a:pt x="901" y="3718"/>
                    <a:pt x="609" y="3526"/>
                    <a:pt x="609" y="3202"/>
                  </a:cubicBezTo>
                  <a:cubicBezTo>
                    <a:pt x="609" y="3066"/>
                    <a:pt x="552" y="2953"/>
                    <a:pt x="303" y="2953"/>
                  </a:cubicBezTo>
                  <a:cubicBezTo>
                    <a:pt x="111" y="2953"/>
                    <a:pt x="1" y="3020"/>
                    <a:pt x="1" y="3245"/>
                  </a:cubicBezTo>
                  <a:cubicBezTo>
                    <a:pt x="1" y="3775"/>
                    <a:pt x="463" y="4259"/>
                    <a:pt x="1285" y="4259"/>
                  </a:cubicBezTo>
                  <a:cubicBezTo>
                    <a:pt x="1982" y="4259"/>
                    <a:pt x="2558" y="3921"/>
                    <a:pt x="2558" y="2999"/>
                  </a:cubicBezTo>
                  <a:lnTo>
                    <a:pt x="2558" y="2907"/>
                  </a:lnTo>
                  <a:cubicBezTo>
                    <a:pt x="2558" y="2006"/>
                    <a:pt x="1982" y="1679"/>
                    <a:pt x="1250" y="1679"/>
                  </a:cubicBezTo>
                  <a:lnTo>
                    <a:pt x="733" y="1679"/>
                  </a:lnTo>
                  <a:lnTo>
                    <a:pt x="812" y="552"/>
                  </a:lnTo>
                  <a:lnTo>
                    <a:pt x="2174" y="552"/>
                  </a:lnTo>
                  <a:cubicBezTo>
                    <a:pt x="2299" y="552"/>
                    <a:pt x="2366" y="417"/>
                    <a:pt x="2366" y="282"/>
                  </a:cubicBezTo>
                  <a:cubicBezTo>
                    <a:pt x="2366" y="146"/>
                    <a:pt x="2299" y="0"/>
                    <a:pt x="2174"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7"/>
            <p:cNvSpPr/>
            <p:nvPr/>
          </p:nvSpPr>
          <p:spPr>
            <a:xfrm>
              <a:off x="3346420" y="2126989"/>
              <a:ext cx="69866" cy="114844"/>
            </a:xfrm>
            <a:custGeom>
              <a:avLst/>
              <a:gdLst/>
              <a:ahLst/>
              <a:cxnLst/>
              <a:rect l="l" t="t" r="r" b="b"/>
              <a:pathLst>
                <a:path w="2591" h="4259" extrusionOk="0">
                  <a:moveTo>
                    <a:pt x="1271" y="552"/>
                  </a:moveTo>
                  <a:cubicBezTo>
                    <a:pt x="1701" y="552"/>
                    <a:pt x="1961" y="790"/>
                    <a:pt x="1961" y="1295"/>
                  </a:cubicBezTo>
                  <a:lnTo>
                    <a:pt x="1961" y="2974"/>
                  </a:lnTo>
                  <a:cubicBezTo>
                    <a:pt x="1961" y="3483"/>
                    <a:pt x="1701" y="3707"/>
                    <a:pt x="1271" y="3707"/>
                  </a:cubicBezTo>
                  <a:cubicBezTo>
                    <a:pt x="844" y="3707"/>
                    <a:pt x="595" y="3483"/>
                    <a:pt x="595" y="2974"/>
                  </a:cubicBezTo>
                  <a:lnTo>
                    <a:pt x="595" y="1295"/>
                  </a:lnTo>
                  <a:cubicBezTo>
                    <a:pt x="595" y="790"/>
                    <a:pt x="844" y="552"/>
                    <a:pt x="1271" y="552"/>
                  </a:cubicBezTo>
                  <a:close/>
                  <a:moveTo>
                    <a:pt x="1296" y="0"/>
                  </a:moveTo>
                  <a:cubicBezTo>
                    <a:pt x="563" y="0"/>
                    <a:pt x="1" y="363"/>
                    <a:pt x="1" y="1295"/>
                  </a:cubicBezTo>
                  <a:lnTo>
                    <a:pt x="1" y="2974"/>
                  </a:lnTo>
                  <a:cubicBezTo>
                    <a:pt x="1" y="3910"/>
                    <a:pt x="563" y="4259"/>
                    <a:pt x="1296" y="4259"/>
                  </a:cubicBezTo>
                  <a:cubicBezTo>
                    <a:pt x="2015" y="4259"/>
                    <a:pt x="2591" y="3910"/>
                    <a:pt x="2591" y="2974"/>
                  </a:cubicBezTo>
                  <a:lnTo>
                    <a:pt x="2591" y="1295"/>
                  </a:lnTo>
                  <a:cubicBezTo>
                    <a:pt x="2591" y="363"/>
                    <a:pt x="2015" y="0"/>
                    <a:pt x="1296"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 name="Google Shape;496;p37"/>
          <p:cNvGrpSpPr/>
          <p:nvPr/>
        </p:nvGrpSpPr>
        <p:grpSpPr>
          <a:xfrm>
            <a:off x="1770950" y="1053105"/>
            <a:ext cx="361843" cy="361870"/>
            <a:chOff x="3138277" y="1439840"/>
            <a:chExt cx="361843" cy="361870"/>
          </a:xfrm>
        </p:grpSpPr>
        <p:sp>
          <p:nvSpPr>
            <p:cNvPr id="497" name="Google Shape;497;p37"/>
            <p:cNvSpPr/>
            <p:nvPr/>
          </p:nvSpPr>
          <p:spPr>
            <a:xfrm>
              <a:off x="3138277" y="1439840"/>
              <a:ext cx="361843" cy="361870"/>
            </a:xfrm>
            <a:custGeom>
              <a:avLst/>
              <a:gdLst/>
              <a:ahLst/>
              <a:cxnLst/>
              <a:rect l="l" t="t" r="r" b="b"/>
              <a:pathLst>
                <a:path w="13419" h="13420" extrusionOk="0">
                  <a:moveTo>
                    <a:pt x="6706" y="1"/>
                  </a:moveTo>
                  <a:cubicBezTo>
                    <a:pt x="3010" y="1"/>
                    <a:pt x="0" y="2999"/>
                    <a:pt x="0" y="6703"/>
                  </a:cubicBezTo>
                  <a:cubicBezTo>
                    <a:pt x="0" y="10410"/>
                    <a:pt x="3010" y="13419"/>
                    <a:pt x="6706" y="13419"/>
                  </a:cubicBezTo>
                  <a:cubicBezTo>
                    <a:pt x="10410" y="13419"/>
                    <a:pt x="13419" y="10410"/>
                    <a:pt x="13419" y="6703"/>
                  </a:cubicBezTo>
                  <a:cubicBezTo>
                    <a:pt x="13419" y="2999"/>
                    <a:pt x="10410" y="1"/>
                    <a:pt x="6706"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37"/>
            <p:cNvSpPr/>
            <p:nvPr/>
          </p:nvSpPr>
          <p:spPr>
            <a:xfrm>
              <a:off x="3165026" y="1466319"/>
              <a:ext cx="308345" cy="308641"/>
            </a:xfrm>
            <a:custGeom>
              <a:avLst/>
              <a:gdLst/>
              <a:ahLst/>
              <a:cxnLst/>
              <a:rect l="l" t="t" r="r" b="b"/>
              <a:pathLst>
                <a:path w="11435" h="11446" extrusionOk="0">
                  <a:moveTo>
                    <a:pt x="5714" y="395"/>
                  </a:moveTo>
                  <a:cubicBezTo>
                    <a:pt x="8653" y="395"/>
                    <a:pt x="11040" y="2782"/>
                    <a:pt x="11040" y="5721"/>
                  </a:cubicBezTo>
                  <a:cubicBezTo>
                    <a:pt x="11040" y="8663"/>
                    <a:pt x="8653" y="11050"/>
                    <a:pt x="5714" y="11050"/>
                  </a:cubicBezTo>
                  <a:cubicBezTo>
                    <a:pt x="2783" y="11050"/>
                    <a:pt x="385" y="8663"/>
                    <a:pt x="385" y="5721"/>
                  </a:cubicBezTo>
                  <a:cubicBezTo>
                    <a:pt x="385" y="2782"/>
                    <a:pt x="2783" y="395"/>
                    <a:pt x="5714" y="395"/>
                  </a:cubicBezTo>
                  <a:close/>
                  <a:moveTo>
                    <a:pt x="5714" y="0"/>
                  </a:moveTo>
                  <a:cubicBezTo>
                    <a:pt x="4191" y="0"/>
                    <a:pt x="2750" y="598"/>
                    <a:pt x="1669" y="1679"/>
                  </a:cubicBezTo>
                  <a:cubicBezTo>
                    <a:pt x="587" y="2761"/>
                    <a:pt x="1" y="4191"/>
                    <a:pt x="1" y="5721"/>
                  </a:cubicBezTo>
                  <a:cubicBezTo>
                    <a:pt x="1" y="7254"/>
                    <a:pt x="587" y="8685"/>
                    <a:pt x="1669" y="9766"/>
                  </a:cubicBezTo>
                  <a:cubicBezTo>
                    <a:pt x="2750" y="10848"/>
                    <a:pt x="4191" y="11445"/>
                    <a:pt x="5714" y="11445"/>
                  </a:cubicBezTo>
                  <a:cubicBezTo>
                    <a:pt x="7244" y="11445"/>
                    <a:pt x="8688" y="10848"/>
                    <a:pt x="9756" y="9766"/>
                  </a:cubicBezTo>
                  <a:cubicBezTo>
                    <a:pt x="10837" y="8685"/>
                    <a:pt x="11435" y="7254"/>
                    <a:pt x="11435" y="5721"/>
                  </a:cubicBezTo>
                  <a:cubicBezTo>
                    <a:pt x="11435" y="4191"/>
                    <a:pt x="10837" y="2761"/>
                    <a:pt x="9756" y="1679"/>
                  </a:cubicBezTo>
                  <a:cubicBezTo>
                    <a:pt x="8688" y="598"/>
                    <a:pt x="7244" y="0"/>
                    <a:pt x="5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7"/>
            <p:cNvSpPr/>
            <p:nvPr/>
          </p:nvSpPr>
          <p:spPr>
            <a:xfrm>
              <a:off x="3227935" y="1596021"/>
              <a:ext cx="182310" cy="48645"/>
            </a:xfrm>
            <a:custGeom>
              <a:avLst/>
              <a:gdLst/>
              <a:ahLst/>
              <a:cxnLst/>
              <a:rect l="l" t="t" r="r" b="b"/>
              <a:pathLst>
                <a:path w="6761" h="1804" extrusionOk="0">
                  <a:moveTo>
                    <a:pt x="293" y="0"/>
                  </a:moveTo>
                  <a:cubicBezTo>
                    <a:pt x="136" y="0"/>
                    <a:pt x="1" y="125"/>
                    <a:pt x="1" y="292"/>
                  </a:cubicBezTo>
                  <a:lnTo>
                    <a:pt x="1" y="1509"/>
                  </a:lnTo>
                  <a:cubicBezTo>
                    <a:pt x="1" y="1679"/>
                    <a:pt x="136" y="1804"/>
                    <a:pt x="293" y="1804"/>
                  </a:cubicBezTo>
                  <a:lnTo>
                    <a:pt x="6466" y="1804"/>
                  </a:lnTo>
                  <a:cubicBezTo>
                    <a:pt x="6636" y="1804"/>
                    <a:pt x="6760" y="1679"/>
                    <a:pt x="6760" y="1509"/>
                  </a:cubicBezTo>
                  <a:lnTo>
                    <a:pt x="6760" y="292"/>
                  </a:lnTo>
                  <a:cubicBezTo>
                    <a:pt x="6760" y="125"/>
                    <a:pt x="6636" y="0"/>
                    <a:pt x="64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Google Shape;1119;p50">
            <a:extLst>
              <a:ext uri="{FF2B5EF4-FFF2-40B4-BE49-F238E27FC236}">
                <a16:creationId xmlns:a16="http://schemas.microsoft.com/office/drawing/2014/main" id="{97506298-929F-40B1-6E12-821654B09B72}"/>
              </a:ext>
            </a:extLst>
          </p:cNvPr>
          <p:cNvPicPr preferRelativeResize="0"/>
          <p:nvPr/>
        </p:nvPicPr>
        <p:blipFill>
          <a:blip r:embed="rId3">
            <a:alphaModFix/>
          </a:blip>
          <a:stretch>
            <a:fillRect/>
          </a:stretch>
        </p:blipFill>
        <p:spPr>
          <a:xfrm>
            <a:off x="3802105" y="1308350"/>
            <a:ext cx="1318705" cy="3806699"/>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503"/>
        <p:cNvGrpSpPr/>
        <p:nvPr/>
      </p:nvGrpSpPr>
      <p:grpSpPr>
        <a:xfrm>
          <a:off x="0" y="0"/>
          <a:ext cx="0" cy="0"/>
          <a:chOff x="0" y="0"/>
          <a:chExt cx="0" cy="0"/>
        </a:xfrm>
      </p:grpSpPr>
      <p:sp>
        <p:nvSpPr>
          <p:cNvPr id="504" name="Google Shape;504;p38"/>
          <p:cNvSpPr txBox="1">
            <a:spLocks noGrp="1"/>
          </p:cNvSpPr>
          <p:nvPr>
            <p:ph type="title"/>
          </p:nvPr>
        </p:nvSpPr>
        <p:spPr>
          <a:xfrm>
            <a:off x="551879" y="895368"/>
            <a:ext cx="5150700" cy="1151100"/>
          </a:xfrm>
          <a:prstGeom prst="rect">
            <a:avLst/>
          </a:prstGeom>
        </p:spPr>
        <p:txBody>
          <a:bodyPr spcFirstLastPara="1" wrap="square" lIns="91425" tIns="91425" rIns="91425" bIns="91425" anchor="b" anchorCtr="0">
            <a:noAutofit/>
          </a:bodyPr>
          <a:lstStyle/>
          <a:p>
            <a:pPr lvl="0"/>
            <a:r>
              <a:rPr lang="en-IN" sz="2400" dirty="0"/>
              <a:t>CONCLUSION &amp; NEXT STEPS</a:t>
            </a:r>
            <a:endParaRPr sz="2400" dirty="0"/>
          </a:p>
        </p:txBody>
      </p:sp>
      <p:sp>
        <p:nvSpPr>
          <p:cNvPr id="505" name="Google Shape;505;p38"/>
          <p:cNvSpPr txBox="1">
            <a:spLocks noGrp="1"/>
          </p:cNvSpPr>
          <p:nvPr>
            <p:ph type="subTitle" idx="1"/>
          </p:nvPr>
        </p:nvSpPr>
        <p:spPr>
          <a:xfrm>
            <a:off x="1996650" y="3130500"/>
            <a:ext cx="5150700" cy="49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The budget for our next marketing campaign</a:t>
            </a:r>
            <a:endParaRPr dirty="0"/>
          </a:p>
        </p:txBody>
      </p:sp>
      <p:grpSp>
        <p:nvGrpSpPr>
          <p:cNvPr id="506" name="Google Shape;506;p38"/>
          <p:cNvGrpSpPr/>
          <p:nvPr/>
        </p:nvGrpSpPr>
        <p:grpSpPr>
          <a:xfrm>
            <a:off x="4026322" y="-9392"/>
            <a:ext cx="1091356" cy="1091392"/>
            <a:chOff x="715391" y="2032503"/>
            <a:chExt cx="361843" cy="361843"/>
          </a:xfrm>
        </p:grpSpPr>
        <p:sp>
          <p:nvSpPr>
            <p:cNvPr id="507" name="Google Shape;507;p38"/>
            <p:cNvSpPr/>
            <p:nvPr/>
          </p:nvSpPr>
          <p:spPr>
            <a:xfrm>
              <a:off x="715391" y="2032503"/>
              <a:ext cx="361843" cy="361843"/>
            </a:xfrm>
            <a:custGeom>
              <a:avLst/>
              <a:gdLst/>
              <a:ahLst/>
              <a:cxnLst/>
              <a:rect l="l" t="t" r="r" b="b"/>
              <a:pathLst>
                <a:path w="13419" h="13419" extrusionOk="0">
                  <a:moveTo>
                    <a:pt x="6713" y="0"/>
                  </a:moveTo>
                  <a:cubicBezTo>
                    <a:pt x="3009" y="0"/>
                    <a:pt x="0" y="2999"/>
                    <a:pt x="0" y="6706"/>
                  </a:cubicBezTo>
                  <a:cubicBezTo>
                    <a:pt x="0" y="10410"/>
                    <a:pt x="3009" y="13419"/>
                    <a:pt x="6713" y="13419"/>
                  </a:cubicBezTo>
                  <a:cubicBezTo>
                    <a:pt x="10420" y="13419"/>
                    <a:pt x="13419" y="10410"/>
                    <a:pt x="13419" y="6706"/>
                  </a:cubicBezTo>
                  <a:cubicBezTo>
                    <a:pt x="13419" y="2999"/>
                    <a:pt x="10420" y="0"/>
                    <a:pt x="6713"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8"/>
            <p:cNvSpPr/>
            <p:nvPr/>
          </p:nvSpPr>
          <p:spPr>
            <a:xfrm>
              <a:off x="756998" y="2073841"/>
              <a:ext cx="278899" cy="278899"/>
            </a:xfrm>
            <a:custGeom>
              <a:avLst/>
              <a:gdLst/>
              <a:ahLst/>
              <a:cxnLst/>
              <a:rect l="l" t="t" r="r" b="b"/>
              <a:pathLst>
                <a:path w="10343" h="10343" extrusionOk="0">
                  <a:moveTo>
                    <a:pt x="5170" y="0"/>
                  </a:moveTo>
                  <a:cubicBezTo>
                    <a:pt x="2310" y="0"/>
                    <a:pt x="1" y="2320"/>
                    <a:pt x="1" y="5173"/>
                  </a:cubicBezTo>
                  <a:cubicBezTo>
                    <a:pt x="1" y="8033"/>
                    <a:pt x="2310" y="10342"/>
                    <a:pt x="5170" y="10342"/>
                  </a:cubicBezTo>
                  <a:cubicBezTo>
                    <a:pt x="8023" y="10342"/>
                    <a:pt x="10343" y="8033"/>
                    <a:pt x="10343" y="5173"/>
                  </a:cubicBezTo>
                  <a:cubicBezTo>
                    <a:pt x="10343" y="2320"/>
                    <a:pt x="8023" y="0"/>
                    <a:pt x="5170"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38"/>
            <p:cNvSpPr/>
            <p:nvPr/>
          </p:nvSpPr>
          <p:spPr>
            <a:xfrm>
              <a:off x="797984" y="2110001"/>
              <a:ext cx="167695" cy="193797"/>
            </a:xfrm>
            <a:custGeom>
              <a:avLst/>
              <a:gdLst/>
              <a:ahLst/>
              <a:cxnLst/>
              <a:rect l="l" t="t" r="r" b="b"/>
              <a:pathLst>
                <a:path w="6219" h="7187" extrusionOk="0">
                  <a:moveTo>
                    <a:pt x="3650" y="0"/>
                  </a:moveTo>
                  <a:cubicBezTo>
                    <a:pt x="2231" y="0"/>
                    <a:pt x="1082" y="1149"/>
                    <a:pt x="1082" y="2569"/>
                  </a:cubicBezTo>
                  <a:lnTo>
                    <a:pt x="1082" y="3469"/>
                  </a:lnTo>
                  <a:lnTo>
                    <a:pt x="260" y="3469"/>
                  </a:lnTo>
                  <a:cubicBezTo>
                    <a:pt x="92" y="3469"/>
                    <a:pt x="0" y="3650"/>
                    <a:pt x="92" y="3786"/>
                  </a:cubicBezTo>
                  <a:lnTo>
                    <a:pt x="1725" y="6095"/>
                  </a:lnTo>
                  <a:cubicBezTo>
                    <a:pt x="1765" y="6151"/>
                    <a:pt x="1827" y="6180"/>
                    <a:pt x="1889" y="6180"/>
                  </a:cubicBezTo>
                  <a:cubicBezTo>
                    <a:pt x="1951" y="6180"/>
                    <a:pt x="2013" y="6151"/>
                    <a:pt x="2052" y="6095"/>
                  </a:cubicBezTo>
                  <a:lnTo>
                    <a:pt x="3686" y="3786"/>
                  </a:lnTo>
                  <a:cubicBezTo>
                    <a:pt x="3775" y="3650"/>
                    <a:pt x="3675" y="3469"/>
                    <a:pt x="3515" y="3469"/>
                  </a:cubicBezTo>
                  <a:lnTo>
                    <a:pt x="2704" y="3469"/>
                  </a:lnTo>
                  <a:lnTo>
                    <a:pt x="2704" y="2569"/>
                  </a:lnTo>
                  <a:cubicBezTo>
                    <a:pt x="2704" y="2050"/>
                    <a:pt x="3134" y="1633"/>
                    <a:pt x="3650" y="1633"/>
                  </a:cubicBezTo>
                  <a:cubicBezTo>
                    <a:pt x="4170" y="1633"/>
                    <a:pt x="4597" y="2050"/>
                    <a:pt x="4597" y="2569"/>
                  </a:cubicBezTo>
                  <a:lnTo>
                    <a:pt x="4597" y="6849"/>
                  </a:lnTo>
                  <a:cubicBezTo>
                    <a:pt x="4597" y="7041"/>
                    <a:pt x="4745" y="7187"/>
                    <a:pt x="4924" y="7187"/>
                  </a:cubicBezTo>
                  <a:lnTo>
                    <a:pt x="5881" y="7187"/>
                  </a:lnTo>
                  <a:cubicBezTo>
                    <a:pt x="6073" y="7187"/>
                    <a:pt x="6219" y="7041"/>
                    <a:pt x="6219" y="6849"/>
                  </a:cubicBezTo>
                  <a:lnTo>
                    <a:pt x="6219" y="2569"/>
                  </a:lnTo>
                  <a:cubicBezTo>
                    <a:pt x="6219" y="1149"/>
                    <a:pt x="5070" y="0"/>
                    <a:pt x="3650"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38"/>
            <p:cNvSpPr/>
            <p:nvPr/>
          </p:nvSpPr>
          <p:spPr>
            <a:xfrm>
              <a:off x="886133" y="2110001"/>
              <a:ext cx="79547" cy="193797"/>
            </a:xfrm>
            <a:custGeom>
              <a:avLst/>
              <a:gdLst/>
              <a:ahLst/>
              <a:cxnLst/>
              <a:rect l="l" t="t" r="r" b="b"/>
              <a:pathLst>
                <a:path w="2950" h="7187" extrusionOk="0">
                  <a:moveTo>
                    <a:pt x="360" y="0"/>
                  </a:moveTo>
                  <a:cubicBezTo>
                    <a:pt x="235" y="0"/>
                    <a:pt x="125" y="0"/>
                    <a:pt x="0" y="22"/>
                  </a:cubicBezTo>
                  <a:cubicBezTo>
                    <a:pt x="573" y="100"/>
                    <a:pt x="1092" y="360"/>
                    <a:pt x="1487" y="744"/>
                  </a:cubicBezTo>
                  <a:cubicBezTo>
                    <a:pt x="1950" y="1217"/>
                    <a:pt x="2242" y="1858"/>
                    <a:pt x="2242" y="2569"/>
                  </a:cubicBezTo>
                  <a:lnTo>
                    <a:pt x="2242" y="6849"/>
                  </a:lnTo>
                  <a:cubicBezTo>
                    <a:pt x="2242" y="7041"/>
                    <a:pt x="2096" y="7187"/>
                    <a:pt x="1904" y="7187"/>
                  </a:cubicBezTo>
                  <a:lnTo>
                    <a:pt x="2612" y="7187"/>
                  </a:lnTo>
                  <a:cubicBezTo>
                    <a:pt x="2804" y="7187"/>
                    <a:pt x="2950" y="7041"/>
                    <a:pt x="2950" y="6849"/>
                  </a:cubicBezTo>
                  <a:lnTo>
                    <a:pt x="2950" y="2569"/>
                  </a:lnTo>
                  <a:cubicBezTo>
                    <a:pt x="2950" y="1858"/>
                    <a:pt x="2658" y="1217"/>
                    <a:pt x="2196" y="744"/>
                  </a:cubicBezTo>
                  <a:cubicBezTo>
                    <a:pt x="1722" y="282"/>
                    <a:pt x="1071" y="0"/>
                    <a:pt x="360"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8"/>
            <p:cNvSpPr/>
            <p:nvPr/>
          </p:nvSpPr>
          <p:spPr>
            <a:xfrm>
              <a:off x="752791" y="2069985"/>
              <a:ext cx="287636" cy="287069"/>
            </a:xfrm>
            <a:custGeom>
              <a:avLst/>
              <a:gdLst/>
              <a:ahLst/>
              <a:cxnLst/>
              <a:rect l="l" t="t" r="r" b="b"/>
              <a:pathLst>
                <a:path w="10667" h="10646" extrusionOk="0">
                  <a:moveTo>
                    <a:pt x="1299" y="1"/>
                  </a:moveTo>
                  <a:cubicBezTo>
                    <a:pt x="1265" y="1"/>
                    <a:pt x="1232" y="15"/>
                    <a:pt x="1203" y="43"/>
                  </a:cubicBezTo>
                  <a:lnTo>
                    <a:pt x="43" y="1214"/>
                  </a:lnTo>
                  <a:cubicBezTo>
                    <a:pt x="0" y="1271"/>
                    <a:pt x="0" y="1349"/>
                    <a:pt x="43" y="1406"/>
                  </a:cubicBezTo>
                  <a:lnTo>
                    <a:pt x="9247" y="10609"/>
                  </a:lnTo>
                  <a:cubicBezTo>
                    <a:pt x="9277" y="10634"/>
                    <a:pt x="9310" y="10645"/>
                    <a:pt x="9344" y="10645"/>
                  </a:cubicBezTo>
                  <a:cubicBezTo>
                    <a:pt x="9373" y="10645"/>
                    <a:pt x="9401" y="10637"/>
                    <a:pt x="9428" y="10620"/>
                  </a:cubicBezTo>
                  <a:cubicBezTo>
                    <a:pt x="9879" y="10271"/>
                    <a:pt x="10274" y="9877"/>
                    <a:pt x="10623" y="9439"/>
                  </a:cubicBezTo>
                  <a:cubicBezTo>
                    <a:pt x="10666" y="9382"/>
                    <a:pt x="10666" y="9303"/>
                    <a:pt x="10612" y="9258"/>
                  </a:cubicBezTo>
                  <a:lnTo>
                    <a:pt x="1395" y="43"/>
                  </a:lnTo>
                  <a:cubicBezTo>
                    <a:pt x="1367" y="15"/>
                    <a:pt x="1333" y="1"/>
                    <a:pt x="1299"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 name="Google Shape;512;p38"/>
          <p:cNvGrpSpPr/>
          <p:nvPr/>
        </p:nvGrpSpPr>
        <p:grpSpPr>
          <a:xfrm>
            <a:off x="7290806" y="1553712"/>
            <a:ext cx="1853202" cy="3054701"/>
            <a:chOff x="7290806" y="1553712"/>
            <a:chExt cx="1853202" cy="3054701"/>
          </a:xfrm>
        </p:grpSpPr>
        <p:grpSp>
          <p:nvGrpSpPr>
            <p:cNvPr id="513" name="Google Shape;513;p38"/>
            <p:cNvGrpSpPr/>
            <p:nvPr/>
          </p:nvGrpSpPr>
          <p:grpSpPr>
            <a:xfrm>
              <a:off x="7333998" y="1553712"/>
              <a:ext cx="1810010" cy="1295258"/>
              <a:chOff x="7333998" y="1553712"/>
              <a:chExt cx="1810010" cy="1295258"/>
            </a:xfrm>
          </p:grpSpPr>
          <p:sp>
            <p:nvSpPr>
              <p:cNvPr id="514" name="Google Shape;514;p38"/>
              <p:cNvSpPr/>
              <p:nvPr/>
            </p:nvSpPr>
            <p:spPr>
              <a:xfrm>
                <a:off x="7333998" y="1559974"/>
                <a:ext cx="854781" cy="1282733"/>
              </a:xfrm>
              <a:custGeom>
                <a:avLst/>
                <a:gdLst/>
                <a:ahLst/>
                <a:cxnLst/>
                <a:rect l="l" t="t" r="r" b="b"/>
                <a:pathLst>
                  <a:path w="5323" h="7988" extrusionOk="0">
                    <a:moveTo>
                      <a:pt x="2655" y="1"/>
                    </a:moveTo>
                    <a:lnTo>
                      <a:pt x="249" y="1891"/>
                    </a:lnTo>
                    <a:lnTo>
                      <a:pt x="249" y="1926"/>
                    </a:lnTo>
                    <a:lnTo>
                      <a:pt x="0" y="1926"/>
                    </a:lnTo>
                    <a:lnTo>
                      <a:pt x="0" y="2331"/>
                    </a:lnTo>
                    <a:lnTo>
                      <a:pt x="249" y="2331"/>
                    </a:lnTo>
                    <a:lnTo>
                      <a:pt x="249" y="7988"/>
                    </a:lnTo>
                    <a:lnTo>
                      <a:pt x="5074" y="7988"/>
                    </a:lnTo>
                    <a:lnTo>
                      <a:pt x="5074" y="2331"/>
                    </a:lnTo>
                    <a:lnTo>
                      <a:pt x="5322" y="2331"/>
                    </a:lnTo>
                    <a:lnTo>
                      <a:pt x="5322" y="1926"/>
                    </a:lnTo>
                    <a:lnTo>
                      <a:pt x="5074" y="1926"/>
                    </a:lnTo>
                    <a:lnTo>
                      <a:pt x="5074" y="1891"/>
                    </a:lnTo>
                    <a:lnTo>
                      <a:pt x="26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38"/>
              <p:cNvSpPr/>
              <p:nvPr/>
            </p:nvSpPr>
            <p:spPr>
              <a:xfrm>
                <a:off x="8222425" y="1553712"/>
                <a:ext cx="921583" cy="1295258"/>
              </a:xfrm>
              <a:custGeom>
                <a:avLst/>
                <a:gdLst/>
                <a:ahLst/>
                <a:cxnLst/>
                <a:rect l="l" t="t" r="r" b="b"/>
                <a:pathLst>
                  <a:path w="5739" h="8066" extrusionOk="0">
                    <a:moveTo>
                      <a:pt x="2846" y="1"/>
                    </a:moveTo>
                    <a:lnTo>
                      <a:pt x="2846" y="1450"/>
                    </a:lnTo>
                    <a:lnTo>
                      <a:pt x="0" y="1450"/>
                    </a:lnTo>
                    <a:lnTo>
                      <a:pt x="0" y="2082"/>
                    </a:lnTo>
                    <a:lnTo>
                      <a:pt x="0" y="4097"/>
                    </a:lnTo>
                    <a:lnTo>
                      <a:pt x="0" y="4726"/>
                    </a:lnTo>
                    <a:lnTo>
                      <a:pt x="0" y="8066"/>
                    </a:lnTo>
                    <a:lnTo>
                      <a:pt x="5738" y="8066"/>
                    </a:lnTo>
                    <a:lnTo>
                      <a:pt x="5738" y="4726"/>
                    </a:lnTo>
                    <a:lnTo>
                      <a:pt x="5738" y="4097"/>
                    </a:lnTo>
                    <a:lnTo>
                      <a:pt x="5738" y="2082"/>
                    </a:lnTo>
                    <a:lnTo>
                      <a:pt x="5738" y="1450"/>
                    </a:lnTo>
                    <a:lnTo>
                      <a:pt x="4534" y="1450"/>
                    </a:lnTo>
                    <a:lnTo>
                      <a:pt x="28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 name="Google Shape;516;p38"/>
            <p:cNvGrpSpPr/>
            <p:nvPr/>
          </p:nvGrpSpPr>
          <p:grpSpPr>
            <a:xfrm>
              <a:off x="7290806" y="3295804"/>
              <a:ext cx="1582620" cy="1312608"/>
              <a:chOff x="6021150" y="1651150"/>
              <a:chExt cx="1780225" cy="1476500"/>
            </a:xfrm>
          </p:grpSpPr>
          <p:sp>
            <p:nvSpPr>
              <p:cNvPr id="517" name="Google Shape;517;p38"/>
              <p:cNvSpPr/>
              <p:nvPr/>
            </p:nvSpPr>
            <p:spPr>
              <a:xfrm>
                <a:off x="6833650" y="1651150"/>
                <a:ext cx="298025" cy="298000"/>
              </a:xfrm>
              <a:custGeom>
                <a:avLst/>
                <a:gdLst/>
                <a:ahLst/>
                <a:cxnLst/>
                <a:rect l="l" t="t" r="r" b="b"/>
                <a:pathLst>
                  <a:path w="11921" h="11920" extrusionOk="0">
                    <a:moveTo>
                      <a:pt x="5961" y="0"/>
                    </a:moveTo>
                    <a:cubicBezTo>
                      <a:pt x="2669" y="0"/>
                      <a:pt x="1" y="2668"/>
                      <a:pt x="1" y="5960"/>
                    </a:cubicBezTo>
                    <a:cubicBezTo>
                      <a:pt x="1" y="9251"/>
                      <a:pt x="2669" y="11919"/>
                      <a:pt x="5961" y="11919"/>
                    </a:cubicBezTo>
                    <a:cubicBezTo>
                      <a:pt x="9252" y="11919"/>
                      <a:pt x="11920" y="9251"/>
                      <a:pt x="11920" y="5960"/>
                    </a:cubicBezTo>
                    <a:cubicBezTo>
                      <a:pt x="11920" y="2668"/>
                      <a:pt x="9252" y="0"/>
                      <a:pt x="5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8"/>
              <p:cNvSpPr/>
              <p:nvPr/>
            </p:nvSpPr>
            <p:spPr>
              <a:xfrm>
                <a:off x="6021150" y="1738325"/>
                <a:ext cx="1780225" cy="1389325"/>
              </a:xfrm>
              <a:custGeom>
                <a:avLst/>
                <a:gdLst/>
                <a:ahLst/>
                <a:cxnLst/>
                <a:rect l="l" t="t" r="r" b="b"/>
                <a:pathLst>
                  <a:path w="71209" h="55573" extrusionOk="0">
                    <a:moveTo>
                      <a:pt x="18929" y="5854"/>
                    </a:moveTo>
                    <a:lnTo>
                      <a:pt x="11975" y="12629"/>
                    </a:lnTo>
                    <a:lnTo>
                      <a:pt x="13042" y="5854"/>
                    </a:lnTo>
                    <a:close/>
                    <a:moveTo>
                      <a:pt x="26080" y="18145"/>
                    </a:moveTo>
                    <a:lnTo>
                      <a:pt x="22328" y="25671"/>
                    </a:lnTo>
                    <a:lnTo>
                      <a:pt x="20244" y="23964"/>
                    </a:lnTo>
                    <a:lnTo>
                      <a:pt x="18182" y="22004"/>
                    </a:lnTo>
                    <a:lnTo>
                      <a:pt x="26080" y="18145"/>
                    </a:lnTo>
                    <a:close/>
                    <a:moveTo>
                      <a:pt x="26383" y="1"/>
                    </a:moveTo>
                    <a:lnTo>
                      <a:pt x="10925" y="163"/>
                    </a:lnTo>
                    <a:cubicBezTo>
                      <a:pt x="9589" y="163"/>
                      <a:pt x="8453" y="1102"/>
                      <a:pt x="8184" y="2404"/>
                    </a:cubicBezTo>
                    <a:lnTo>
                      <a:pt x="6084" y="12399"/>
                    </a:lnTo>
                    <a:lnTo>
                      <a:pt x="3415" y="10213"/>
                    </a:lnTo>
                    <a:cubicBezTo>
                      <a:pt x="3211" y="10047"/>
                      <a:pt x="2940" y="9970"/>
                      <a:pt x="2652" y="9970"/>
                    </a:cubicBezTo>
                    <a:cubicBezTo>
                      <a:pt x="1491" y="9970"/>
                      <a:pt x="62" y="11214"/>
                      <a:pt x="1674" y="12825"/>
                    </a:cubicBezTo>
                    <a:lnTo>
                      <a:pt x="6156" y="16403"/>
                    </a:lnTo>
                    <a:cubicBezTo>
                      <a:pt x="6297" y="16544"/>
                      <a:pt x="6442" y="16685"/>
                      <a:pt x="6617" y="16791"/>
                    </a:cubicBezTo>
                    <a:lnTo>
                      <a:pt x="6937" y="17026"/>
                    </a:lnTo>
                    <a:lnTo>
                      <a:pt x="7241" y="17257"/>
                    </a:lnTo>
                    <a:lnTo>
                      <a:pt x="4735" y="19712"/>
                    </a:lnTo>
                    <a:cubicBezTo>
                      <a:pt x="4184" y="20245"/>
                      <a:pt x="3881" y="20975"/>
                      <a:pt x="3881" y="21722"/>
                    </a:cubicBezTo>
                    <a:lnTo>
                      <a:pt x="3881" y="38158"/>
                    </a:lnTo>
                    <a:lnTo>
                      <a:pt x="517" y="50394"/>
                    </a:lnTo>
                    <a:cubicBezTo>
                      <a:pt x="0" y="52298"/>
                      <a:pt x="1213" y="54236"/>
                      <a:pt x="3134" y="54612"/>
                    </a:cubicBezTo>
                    <a:cubicBezTo>
                      <a:pt x="3362" y="54658"/>
                      <a:pt x="3590" y="54681"/>
                      <a:pt x="3815" y="54681"/>
                    </a:cubicBezTo>
                    <a:cubicBezTo>
                      <a:pt x="5218" y="54681"/>
                      <a:pt x="6504" y="53807"/>
                      <a:pt x="6993" y="52460"/>
                    </a:cubicBezTo>
                    <a:lnTo>
                      <a:pt x="11762" y="39614"/>
                    </a:lnTo>
                    <a:lnTo>
                      <a:pt x="11762" y="27503"/>
                    </a:lnTo>
                    <a:lnTo>
                      <a:pt x="20014" y="37603"/>
                    </a:lnTo>
                    <a:lnTo>
                      <a:pt x="13094" y="50180"/>
                    </a:lnTo>
                    <a:cubicBezTo>
                      <a:pt x="12167" y="51854"/>
                      <a:pt x="12773" y="53971"/>
                      <a:pt x="14447" y="54876"/>
                    </a:cubicBezTo>
                    <a:cubicBezTo>
                      <a:pt x="14973" y="55163"/>
                      <a:pt x="15541" y="55299"/>
                      <a:pt x="16101" y="55299"/>
                    </a:cubicBezTo>
                    <a:cubicBezTo>
                      <a:pt x="17315" y="55299"/>
                      <a:pt x="18492" y="54658"/>
                      <a:pt x="19126" y="53527"/>
                    </a:cubicBezTo>
                    <a:lnTo>
                      <a:pt x="27963" y="37518"/>
                    </a:lnTo>
                    <a:cubicBezTo>
                      <a:pt x="28479" y="36557"/>
                      <a:pt x="28411" y="35383"/>
                      <a:pt x="27771" y="34491"/>
                    </a:cubicBezTo>
                    <a:lnTo>
                      <a:pt x="26170" y="32288"/>
                    </a:lnTo>
                    <a:lnTo>
                      <a:pt x="42034" y="44899"/>
                    </a:lnTo>
                    <a:cubicBezTo>
                      <a:pt x="40006" y="45395"/>
                      <a:pt x="38478" y="47141"/>
                      <a:pt x="38388" y="49220"/>
                    </a:cubicBezTo>
                    <a:cubicBezTo>
                      <a:pt x="37803" y="48742"/>
                      <a:pt x="37035" y="48421"/>
                      <a:pt x="36202" y="48421"/>
                    </a:cubicBezTo>
                    <a:cubicBezTo>
                      <a:pt x="34349" y="48421"/>
                      <a:pt x="32855" y="49860"/>
                      <a:pt x="32855" y="51640"/>
                    </a:cubicBezTo>
                    <a:cubicBezTo>
                      <a:pt x="32855" y="51926"/>
                      <a:pt x="31096" y="52528"/>
                      <a:pt x="30845" y="52635"/>
                    </a:cubicBezTo>
                    <a:cubicBezTo>
                      <a:pt x="28817" y="53561"/>
                      <a:pt x="27536" y="55572"/>
                      <a:pt x="27536" y="55572"/>
                    </a:cubicBezTo>
                    <a:lnTo>
                      <a:pt x="71209" y="55572"/>
                    </a:lnTo>
                    <a:cubicBezTo>
                      <a:pt x="71209" y="55572"/>
                      <a:pt x="70193" y="53314"/>
                      <a:pt x="69553" y="52831"/>
                    </a:cubicBezTo>
                    <a:cubicBezTo>
                      <a:pt x="68935" y="52371"/>
                      <a:pt x="68460" y="52249"/>
                      <a:pt x="68118" y="52249"/>
                    </a:cubicBezTo>
                    <a:cubicBezTo>
                      <a:pt x="67734" y="52249"/>
                      <a:pt x="67515" y="52402"/>
                      <a:pt x="67444" y="52402"/>
                    </a:cubicBezTo>
                    <a:cubicBezTo>
                      <a:pt x="67427" y="52402"/>
                      <a:pt x="67418" y="52393"/>
                      <a:pt x="67418" y="52370"/>
                    </a:cubicBezTo>
                    <a:cubicBezTo>
                      <a:pt x="67418" y="50590"/>
                      <a:pt x="65924" y="49151"/>
                      <a:pt x="64075" y="49151"/>
                    </a:cubicBezTo>
                    <a:cubicBezTo>
                      <a:pt x="63738" y="49151"/>
                      <a:pt x="63418" y="49220"/>
                      <a:pt x="63098" y="49309"/>
                    </a:cubicBezTo>
                    <a:cubicBezTo>
                      <a:pt x="63115" y="49220"/>
                      <a:pt x="63132" y="49151"/>
                      <a:pt x="63132" y="49062"/>
                    </a:cubicBezTo>
                    <a:cubicBezTo>
                      <a:pt x="63132" y="46483"/>
                      <a:pt x="60963" y="44383"/>
                      <a:pt x="58274" y="44383"/>
                    </a:cubicBezTo>
                    <a:cubicBezTo>
                      <a:pt x="57953" y="44383"/>
                      <a:pt x="57672" y="44417"/>
                      <a:pt x="57369" y="44472"/>
                    </a:cubicBezTo>
                    <a:cubicBezTo>
                      <a:pt x="57031" y="41855"/>
                      <a:pt x="54346" y="39793"/>
                      <a:pt x="51016" y="39793"/>
                    </a:cubicBezTo>
                    <a:cubicBezTo>
                      <a:pt x="47921" y="39793"/>
                      <a:pt x="45325" y="41591"/>
                      <a:pt x="44740" y="43990"/>
                    </a:cubicBezTo>
                    <a:lnTo>
                      <a:pt x="27058" y="29531"/>
                    </a:lnTo>
                    <a:lnTo>
                      <a:pt x="35079" y="13201"/>
                    </a:lnTo>
                    <a:cubicBezTo>
                      <a:pt x="35523" y="12292"/>
                      <a:pt x="35455" y="11207"/>
                      <a:pt x="34883" y="10371"/>
                    </a:cubicBezTo>
                    <a:lnTo>
                      <a:pt x="28765" y="1248"/>
                    </a:lnTo>
                    <a:cubicBezTo>
                      <a:pt x="28232" y="462"/>
                      <a:pt x="27344" y="1"/>
                      <a:pt x="263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9" name="Google Shape;519;p38"/>
            <p:cNvSpPr/>
            <p:nvPr/>
          </p:nvSpPr>
          <p:spPr>
            <a:xfrm>
              <a:off x="7924900" y="2224125"/>
              <a:ext cx="800925" cy="1597000"/>
            </a:xfrm>
            <a:custGeom>
              <a:avLst/>
              <a:gdLst/>
              <a:ahLst/>
              <a:cxnLst/>
              <a:rect l="l" t="t" r="r" b="b"/>
              <a:pathLst>
                <a:path w="32037" h="63880" extrusionOk="0">
                  <a:moveTo>
                    <a:pt x="8057" y="1"/>
                  </a:moveTo>
                  <a:lnTo>
                    <a:pt x="1939" y="39"/>
                  </a:lnTo>
                  <a:cubicBezTo>
                    <a:pt x="1619" y="39"/>
                    <a:pt x="1316" y="107"/>
                    <a:pt x="1051" y="253"/>
                  </a:cubicBezTo>
                  <a:cubicBezTo>
                    <a:pt x="1051" y="253"/>
                    <a:pt x="1034" y="253"/>
                    <a:pt x="1034" y="270"/>
                  </a:cubicBezTo>
                  <a:lnTo>
                    <a:pt x="1013" y="270"/>
                  </a:lnTo>
                  <a:cubicBezTo>
                    <a:pt x="944" y="304"/>
                    <a:pt x="872" y="359"/>
                    <a:pt x="799" y="411"/>
                  </a:cubicBezTo>
                  <a:cubicBezTo>
                    <a:pt x="321" y="748"/>
                    <a:pt x="18" y="1303"/>
                    <a:pt x="1" y="1922"/>
                  </a:cubicBezTo>
                  <a:lnTo>
                    <a:pt x="1" y="1994"/>
                  </a:lnTo>
                  <a:lnTo>
                    <a:pt x="1" y="2208"/>
                  </a:lnTo>
                  <a:lnTo>
                    <a:pt x="1" y="3275"/>
                  </a:lnTo>
                  <a:cubicBezTo>
                    <a:pt x="1" y="3685"/>
                    <a:pt x="500" y="3950"/>
                    <a:pt x="748" y="4022"/>
                  </a:cubicBezTo>
                  <a:cubicBezTo>
                    <a:pt x="1760" y="4270"/>
                    <a:pt x="3237" y="4415"/>
                    <a:pt x="4770" y="4415"/>
                  </a:cubicBezTo>
                  <a:cubicBezTo>
                    <a:pt x="6422" y="4415"/>
                    <a:pt x="8112" y="4253"/>
                    <a:pt x="9286" y="3971"/>
                  </a:cubicBezTo>
                  <a:cubicBezTo>
                    <a:pt x="9551" y="3898"/>
                    <a:pt x="10033" y="3630"/>
                    <a:pt x="10033" y="3224"/>
                  </a:cubicBezTo>
                  <a:lnTo>
                    <a:pt x="10033" y="3117"/>
                  </a:lnTo>
                  <a:lnTo>
                    <a:pt x="20582" y="3117"/>
                  </a:lnTo>
                  <a:cubicBezTo>
                    <a:pt x="24369" y="3117"/>
                    <a:pt x="27447" y="6191"/>
                    <a:pt x="27447" y="9982"/>
                  </a:cubicBezTo>
                  <a:lnTo>
                    <a:pt x="27447" y="42444"/>
                  </a:lnTo>
                  <a:cubicBezTo>
                    <a:pt x="26756" y="42730"/>
                    <a:pt x="26222" y="43354"/>
                    <a:pt x="26077" y="44101"/>
                  </a:cubicBezTo>
                  <a:cubicBezTo>
                    <a:pt x="26060" y="44242"/>
                    <a:pt x="26043" y="44383"/>
                    <a:pt x="26043" y="44528"/>
                  </a:cubicBezTo>
                  <a:lnTo>
                    <a:pt x="26043" y="60998"/>
                  </a:lnTo>
                  <a:lnTo>
                    <a:pt x="25543" y="60998"/>
                  </a:lnTo>
                  <a:cubicBezTo>
                    <a:pt x="25402" y="60998"/>
                    <a:pt x="25278" y="61105"/>
                    <a:pt x="25278" y="61246"/>
                  </a:cubicBezTo>
                  <a:lnTo>
                    <a:pt x="25278" y="61263"/>
                  </a:lnTo>
                  <a:lnTo>
                    <a:pt x="25278" y="62437"/>
                  </a:lnTo>
                  <a:lnTo>
                    <a:pt x="24834" y="62437"/>
                  </a:lnTo>
                  <a:cubicBezTo>
                    <a:pt x="24689" y="62437"/>
                    <a:pt x="24565" y="62565"/>
                    <a:pt x="24565" y="62723"/>
                  </a:cubicBezTo>
                  <a:lnTo>
                    <a:pt x="24565" y="63880"/>
                  </a:lnTo>
                  <a:lnTo>
                    <a:pt x="32036" y="63880"/>
                  </a:lnTo>
                  <a:lnTo>
                    <a:pt x="32036" y="62723"/>
                  </a:lnTo>
                  <a:cubicBezTo>
                    <a:pt x="32036" y="62565"/>
                    <a:pt x="31913" y="62437"/>
                    <a:pt x="31750" y="62437"/>
                  </a:cubicBezTo>
                  <a:lnTo>
                    <a:pt x="31323" y="62437"/>
                  </a:lnTo>
                  <a:lnTo>
                    <a:pt x="31323" y="61263"/>
                  </a:lnTo>
                  <a:lnTo>
                    <a:pt x="31323" y="61246"/>
                  </a:lnTo>
                  <a:cubicBezTo>
                    <a:pt x="31323" y="61105"/>
                    <a:pt x="31200" y="60998"/>
                    <a:pt x="31059" y="60998"/>
                  </a:cubicBezTo>
                  <a:lnTo>
                    <a:pt x="30559" y="60998"/>
                  </a:lnTo>
                  <a:lnTo>
                    <a:pt x="30559" y="44528"/>
                  </a:lnTo>
                  <a:cubicBezTo>
                    <a:pt x="30559" y="44383"/>
                    <a:pt x="30542" y="44242"/>
                    <a:pt x="30525" y="44101"/>
                  </a:cubicBezTo>
                  <a:cubicBezTo>
                    <a:pt x="30384" y="43332"/>
                    <a:pt x="29851" y="42713"/>
                    <a:pt x="29138" y="42427"/>
                  </a:cubicBezTo>
                  <a:lnTo>
                    <a:pt x="29138" y="9465"/>
                  </a:lnTo>
                  <a:cubicBezTo>
                    <a:pt x="29138" y="5038"/>
                    <a:pt x="25543" y="1427"/>
                    <a:pt x="21099" y="1427"/>
                  </a:cubicBezTo>
                  <a:lnTo>
                    <a:pt x="9961" y="1427"/>
                  </a:lnTo>
                  <a:cubicBezTo>
                    <a:pt x="9910" y="1281"/>
                    <a:pt x="9854" y="1141"/>
                    <a:pt x="9786" y="1000"/>
                  </a:cubicBezTo>
                  <a:cubicBezTo>
                    <a:pt x="9679" y="803"/>
                    <a:pt x="9517" y="624"/>
                    <a:pt x="9338" y="466"/>
                  </a:cubicBezTo>
                  <a:cubicBezTo>
                    <a:pt x="9000" y="180"/>
                    <a:pt x="8556" y="1"/>
                    <a:pt x="80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 name="Google Shape;520;p38"/>
          <p:cNvGrpSpPr/>
          <p:nvPr/>
        </p:nvGrpSpPr>
        <p:grpSpPr>
          <a:xfrm>
            <a:off x="-1507488" y="2388006"/>
            <a:ext cx="4118734" cy="2866237"/>
            <a:chOff x="-1089359" y="1577739"/>
            <a:chExt cx="4118734" cy="2866237"/>
          </a:xfrm>
        </p:grpSpPr>
        <p:sp>
          <p:nvSpPr>
            <p:cNvPr id="522" name="Google Shape;522;p38"/>
            <p:cNvSpPr/>
            <p:nvPr/>
          </p:nvSpPr>
          <p:spPr>
            <a:xfrm>
              <a:off x="-1089359" y="1577739"/>
              <a:ext cx="1151377" cy="1248368"/>
            </a:xfrm>
            <a:custGeom>
              <a:avLst/>
              <a:gdLst/>
              <a:ahLst/>
              <a:cxnLst/>
              <a:rect l="l" t="t" r="r" b="b"/>
              <a:pathLst>
                <a:path w="7170" h="7774" extrusionOk="0">
                  <a:moveTo>
                    <a:pt x="1013" y="0"/>
                  </a:moveTo>
                  <a:cubicBezTo>
                    <a:pt x="935" y="0"/>
                    <a:pt x="878" y="57"/>
                    <a:pt x="878" y="135"/>
                  </a:cubicBezTo>
                  <a:cubicBezTo>
                    <a:pt x="878" y="192"/>
                    <a:pt x="902" y="227"/>
                    <a:pt x="946" y="259"/>
                  </a:cubicBezTo>
                  <a:lnTo>
                    <a:pt x="946" y="1048"/>
                  </a:lnTo>
                  <a:cubicBezTo>
                    <a:pt x="597" y="1283"/>
                    <a:pt x="284" y="1563"/>
                    <a:pt x="1" y="1879"/>
                  </a:cubicBezTo>
                  <a:lnTo>
                    <a:pt x="1" y="7774"/>
                  </a:lnTo>
                  <a:lnTo>
                    <a:pt x="7169" y="7774"/>
                  </a:lnTo>
                  <a:lnTo>
                    <a:pt x="7169" y="1879"/>
                  </a:lnTo>
                  <a:cubicBezTo>
                    <a:pt x="6303" y="878"/>
                    <a:pt x="5020" y="238"/>
                    <a:pt x="3592" y="238"/>
                  </a:cubicBezTo>
                  <a:cubicBezTo>
                    <a:pt x="2668" y="238"/>
                    <a:pt x="1812" y="508"/>
                    <a:pt x="1081" y="956"/>
                  </a:cubicBezTo>
                  <a:lnTo>
                    <a:pt x="1081" y="259"/>
                  </a:lnTo>
                  <a:cubicBezTo>
                    <a:pt x="1127" y="227"/>
                    <a:pt x="1162" y="192"/>
                    <a:pt x="1162" y="135"/>
                  </a:cubicBezTo>
                  <a:cubicBezTo>
                    <a:pt x="1162" y="57"/>
                    <a:pt x="1094" y="0"/>
                    <a:pt x="10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38"/>
            <p:cNvGrpSpPr/>
            <p:nvPr/>
          </p:nvGrpSpPr>
          <p:grpSpPr>
            <a:xfrm>
              <a:off x="491825" y="2726476"/>
              <a:ext cx="1111698" cy="1556231"/>
              <a:chOff x="3344000" y="1575983"/>
              <a:chExt cx="1009625" cy="1413342"/>
            </a:xfrm>
          </p:grpSpPr>
          <p:sp>
            <p:nvSpPr>
              <p:cNvPr id="525" name="Google Shape;525;p38"/>
              <p:cNvSpPr/>
              <p:nvPr/>
            </p:nvSpPr>
            <p:spPr>
              <a:xfrm>
                <a:off x="3801725" y="1575983"/>
                <a:ext cx="258792" cy="254096"/>
              </a:xfrm>
              <a:custGeom>
                <a:avLst/>
                <a:gdLst/>
                <a:ahLst/>
                <a:cxnLst/>
                <a:rect l="l" t="t" r="r" b="b"/>
                <a:pathLst>
                  <a:path w="12147" h="11928" extrusionOk="0">
                    <a:moveTo>
                      <a:pt x="6074" y="0"/>
                    </a:moveTo>
                    <a:cubicBezTo>
                      <a:pt x="3046" y="0"/>
                      <a:pt x="18" y="1989"/>
                      <a:pt x="1" y="5965"/>
                    </a:cubicBezTo>
                    <a:cubicBezTo>
                      <a:pt x="18" y="9940"/>
                      <a:pt x="3046" y="11927"/>
                      <a:pt x="6074" y="11927"/>
                    </a:cubicBezTo>
                    <a:cubicBezTo>
                      <a:pt x="9102" y="11927"/>
                      <a:pt x="12129" y="9940"/>
                      <a:pt x="12147" y="5965"/>
                    </a:cubicBezTo>
                    <a:cubicBezTo>
                      <a:pt x="12129" y="1989"/>
                      <a:pt x="9102" y="0"/>
                      <a:pt x="6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8"/>
              <p:cNvSpPr/>
              <p:nvPr/>
            </p:nvSpPr>
            <p:spPr>
              <a:xfrm>
                <a:off x="3344000" y="1834375"/>
                <a:ext cx="1009625" cy="1154950"/>
              </a:xfrm>
              <a:custGeom>
                <a:avLst/>
                <a:gdLst/>
                <a:ahLst/>
                <a:cxnLst/>
                <a:rect l="l" t="t" r="r" b="b"/>
                <a:pathLst>
                  <a:path w="40385" h="46198" extrusionOk="0">
                    <a:moveTo>
                      <a:pt x="17988" y="1"/>
                    </a:moveTo>
                    <a:cubicBezTo>
                      <a:pt x="17378" y="1"/>
                      <a:pt x="16908" y="97"/>
                      <a:pt x="16671" y="338"/>
                    </a:cubicBezTo>
                    <a:cubicBezTo>
                      <a:pt x="15979" y="979"/>
                      <a:pt x="7885" y="5764"/>
                      <a:pt x="7868" y="6742"/>
                    </a:cubicBezTo>
                    <a:lnTo>
                      <a:pt x="4649" y="14499"/>
                    </a:lnTo>
                    <a:cubicBezTo>
                      <a:pt x="3959" y="16086"/>
                      <a:pt x="5194" y="17932"/>
                      <a:pt x="6895" y="17932"/>
                    </a:cubicBezTo>
                    <a:cubicBezTo>
                      <a:pt x="6910" y="17932"/>
                      <a:pt x="6926" y="17932"/>
                      <a:pt x="6941" y="17932"/>
                    </a:cubicBezTo>
                    <a:cubicBezTo>
                      <a:pt x="7006" y="17940"/>
                      <a:pt x="7069" y="17944"/>
                      <a:pt x="7132" y="17944"/>
                    </a:cubicBezTo>
                    <a:cubicBezTo>
                      <a:pt x="9749" y="17944"/>
                      <a:pt x="11129" y="10905"/>
                      <a:pt x="12171" y="9342"/>
                    </a:cubicBezTo>
                    <a:lnTo>
                      <a:pt x="15855" y="6849"/>
                    </a:lnTo>
                    <a:lnTo>
                      <a:pt x="15855" y="6849"/>
                    </a:lnTo>
                    <a:cubicBezTo>
                      <a:pt x="15321" y="9466"/>
                      <a:pt x="14271" y="14499"/>
                      <a:pt x="13755" y="16920"/>
                    </a:cubicBezTo>
                    <a:lnTo>
                      <a:pt x="10963" y="28463"/>
                    </a:lnTo>
                    <a:lnTo>
                      <a:pt x="1268" y="41092"/>
                    </a:lnTo>
                    <a:cubicBezTo>
                      <a:pt x="1" y="42624"/>
                      <a:pt x="1223" y="45076"/>
                      <a:pt x="3158" y="45076"/>
                    </a:cubicBezTo>
                    <a:cubicBezTo>
                      <a:pt x="3180" y="45076"/>
                      <a:pt x="3201" y="45075"/>
                      <a:pt x="3223" y="45075"/>
                    </a:cubicBezTo>
                    <a:cubicBezTo>
                      <a:pt x="3970" y="45075"/>
                      <a:pt x="4717" y="44737"/>
                      <a:pt x="5199" y="44114"/>
                    </a:cubicBezTo>
                    <a:lnTo>
                      <a:pt x="15215" y="31059"/>
                    </a:lnTo>
                    <a:cubicBezTo>
                      <a:pt x="15428" y="30794"/>
                      <a:pt x="15569" y="30474"/>
                      <a:pt x="15659" y="30133"/>
                    </a:cubicBezTo>
                    <a:cubicBezTo>
                      <a:pt x="15659" y="30133"/>
                      <a:pt x="16299" y="27520"/>
                      <a:pt x="16974" y="24690"/>
                    </a:cubicBezTo>
                    <a:lnTo>
                      <a:pt x="20513" y="24690"/>
                    </a:lnTo>
                    <a:lnTo>
                      <a:pt x="22169" y="30474"/>
                    </a:lnTo>
                    <a:lnTo>
                      <a:pt x="20193" y="43350"/>
                    </a:lnTo>
                    <a:cubicBezTo>
                      <a:pt x="19946" y="44818"/>
                      <a:pt x="21122" y="46198"/>
                      <a:pt x="22620" y="46198"/>
                    </a:cubicBezTo>
                    <a:cubicBezTo>
                      <a:pt x="22629" y="46198"/>
                      <a:pt x="22638" y="46197"/>
                      <a:pt x="22647" y="46197"/>
                    </a:cubicBezTo>
                    <a:cubicBezTo>
                      <a:pt x="23838" y="46197"/>
                      <a:pt x="24889" y="45326"/>
                      <a:pt x="25085" y="44097"/>
                    </a:cubicBezTo>
                    <a:lnTo>
                      <a:pt x="27147" y="30688"/>
                    </a:lnTo>
                    <a:cubicBezTo>
                      <a:pt x="27467" y="30047"/>
                      <a:pt x="25012" y="22470"/>
                      <a:pt x="24052" y="19161"/>
                    </a:cubicBezTo>
                    <a:lnTo>
                      <a:pt x="25619" y="11600"/>
                    </a:lnTo>
                    <a:lnTo>
                      <a:pt x="26758" y="15139"/>
                    </a:lnTo>
                    <a:cubicBezTo>
                      <a:pt x="27079" y="16151"/>
                      <a:pt x="28039" y="16864"/>
                      <a:pt x="29106" y="16864"/>
                    </a:cubicBezTo>
                    <a:lnTo>
                      <a:pt x="37179" y="16864"/>
                    </a:lnTo>
                    <a:cubicBezTo>
                      <a:pt x="37190" y="16864"/>
                      <a:pt x="37201" y="16864"/>
                      <a:pt x="37212" y="16864"/>
                    </a:cubicBezTo>
                    <a:cubicBezTo>
                      <a:pt x="40385" y="16864"/>
                      <a:pt x="40371" y="11903"/>
                      <a:pt x="37232" y="11903"/>
                    </a:cubicBezTo>
                    <a:cubicBezTo>
                      <a:pt x="37214" y="11903"/>
                      <a:pt x="37197" y="11903"/>
                      <a:pt x="37179" y="11903"/>
                    </a:cubicBezTo>
                    <a:lnTo>
                      <a:pt x="30921" y="11903"/>
                    </a:lnTo>
                    <a:cubicBezTo>
                      <a:pt x="30029" y="10354"/>
                      <a:pt x="28769" y="1658"/>
                      <a:pt x="26293" y="1568"/>
                    </a:cubicBezTo>
                    <a:cubicBezTo>
                      <a:pt x="25155" y="1554"/>
                      <a:pt x="20437" y="1"/>
                      <a:pt x="17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 name="Google Shape;527;p38"/>
            <p:cNvGrpSpPr/>
            <p:nvPr/>
          </p:nvGrpSpPr>
          <p:grpSpPr>
            <a:xfrm>
              <a:off x="2129980" y="3363913"/>
              <a:ext cx="899395" cy="1080063"/>
              <a:chOff x="2178505" y="3363913"/>
              <a:chExt cx="899395" cy="1080063"/>
            </a:xfrm>
          </p:grpSpPr>
          <p:grpSp>
            <p:nvGrpSpPr>
              <p:cNvPr id="528" name="Google Shape;528;p38"/>
              <p:cNvGrpSpPr/>
              <p:nvPr/>
            </p:nvGrpSpPr>
            <p:grpSpPr>
              <a:xfrm>
                <a:off x="2178505" y="3363913"/>
                <a:ext cx="479026" cy="1080063"/>
                <a:chOff x="8269928" y="582825"/>
                <a:chExt cx="654855" cy="1476504"/>
              </a:xfrm>
            </p:grpSpPr>
            <p:sp>
              <p:nvSpPr>
                <p:cNvPr id="529" name="Google Shape;529;p38"/>
                <p:cNvSpPr/>
                <p:nvPr/>
              </p:nvSpPr>
              <p:spPr>
                <a:xfrm>
                  <a:off x="8529367" y="1590445"/>
                  <a:ext cx="136249" cy="468884"/>
                </a:xfrm>
                <a:custGeom>
                  <a:avLst/>
                  <a:gdLst/>
                  <a:ahLst/>
                  <a:cxnLst/>
                  <a:rect l="l" t="t" r="r" b="b"/>
                  <a:pathLst>
                    <a:path w="981" h="3376" extrusionOk="0">
                      <a:moveTo>
                        <a:pt x="1" y="1"/>
                      </a:moveTo>
                      <a:lnTo>
                        <a:pt x="1" y="3376"/>
                      </a:lnTo>
                      <a:lnTo>
                        <a:pt x="981" y="3376"/>
                      </a:lnTo>
                      <a:lnTo>
                        <a:pt x="9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38"/>
                <p:cNvSpPr/>
                <p:nvPr/>
              </p:nvSpPr>
              <p:spPr>
                <a:xfrm>
                  <a:off x="8269928" y="582825"/>
                  <a:ext cx="654855" cy="1129711"/>
                </a:xfrm>
                <a:custGeom>
                  <a:avLst/>
                  <a:gdLst/>
                  <a:ahLst/>
                  <a:cxnLst/>
                  <a:rect l="l" t="t" r="r" b="b"/>
                  <a:pathLst>
                    <a:path w="4715" h="8134" extrusionOk="0">
                      <a:moveTo>
                        <a:pt x="2363" y="1"/>
                      </a:moveTo>
                      <a:cubicBezTo>
                        <a:pt x="1059" y="1"/>
                        <a:pt x="0" y="4477"/>
                        <a:pt x="0" y="5771"/>
                      </a:cubicBezTo>
                      <a:cubicBezTo>
                        <a:pt x="0" y="7075"/>
                        <a:pt x="1059" y="8133"/>
                        <a:pt x="2363" y="8133"/>
                      </a:cubicBezTo>
                      <a:cubicBezTo>
                        <a:pt x="3659" y="8133"/>
                        <a:pt x="4715" y="7075"/>
                        <a:pt x="4715" y="5771"/>
                      </a:cubicBezTo>
                      <a:cubicBezTo>
                        <a:pt x="4715" y="4477"/>
                        <a:pt x="365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 name="Google Shape;531;p38"/>
              <p:cNvGrpSpPr/>
              <p:nvPr/>
            </p:nvGrpSpPr>
            <p:grpSpPr>
              <a:xfrm>
                <a:off x="2798146" y="3813206"/>
                <a:ext cx="279754" cy="630763"/>
                <a:chOff x="8269928" y="582825"/>
                <a:chExt cx="654855" cy="1476504"/>
              </a:xfrm>
            </p:grpSpPr>
            <p:sp>
              <p:nvSpPr>
                <p:cNvPr id="532" name="Google Shape;532;p38"/>
                <p:cNvSpPr/>
                <p:nvPr/>
              </p:nvSpPr>
              <p:spPr>
                <a:xfrm>
                  <a:off x="8529367" y="1590445"/>
                  <a:ext cx="136249" cy="468884"/>
                </a:xfrm>
                <a:custGeom>
                  <a:avLst/>
                  <a:gdLst/>
                  <a:ahLst/>
                  <a:cxnLst/>
                  <a:rect l="l" t="t" r="r" b="b"/>
                  <a:pathLst>
                    <a:path w="981" h="3376" extrusionOk="0">
                      <a:moveTo>
                        <a:pt x="1" y="1"/>
                      </a:moveTo>
                      <a:lnTo>
                        <a:pt x="1" y="3376"/>
                      </a:lnTo>
                      <a:lnTo>
                        <a:pt x="981" y="3376"/>
                      </a:lnTo>
                      <a:lnTo>
                        <a:pt x="9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38"/>
                <p:cNvSpPr/>
                <p:nvPr/>
              </p:nvSpPr>
              <p:spPr>
                <a:xfrm>
                  <a:off x="8269928" y="582825"/>
                  <a:ext cx="654855" cy="1129711"/>
                </a:xfrm>
                <a:custGeom>
                  <a:avLst/>
                  <a:gdLst/>
                  <a:ahLst/>
                  <a:cxnLst/>
                  <a:rect l="l" t="t" r="r" b="b"/>
                  <a:pathLst>
                    <a:path w="4715" h="8134" extrusionOk="0">
                      <a:moveTo>
                        <a:pt x="2363" y="1"/>
                      </a:moveTo>
                      <a:cubicBezTo>
                        <a:pt x="1059" y="1"/>
                        <a:pt x="0" y="4477"/>
                        <a:pt x="0" y="5771"/>
                      </a:cubicBezTo>
                      <a:cubicBezTo>
                        <a:pt x="0" y="7075"/>
                        <a:pt x="1059" y="8133"/>
                        <a:pt x="2363" y="8133"/>
                      </a:cubicBezTo>
                      <a:cubicBezTo>
                        <a:pt x="3659" y="8133"/>
                        <a:pt x="4715" y="7075"/>
                        <a:pt x="4715" y="5771"/>
                      </a:cubicBezTo>
                      <a:cubicBezTo>
                        <a:pt x="4715" y="4477"/>
                        <a:pt x="365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pic>
        <p:nvPicPr>
          <p:cNvPr id="534" name="Google Shape;534;p38"/>
          <p:cNvPicPr preferRelativeResize="0"/>
          <p:nvPr/>
        </p:nvPicPr>
        <p:blipFill>
          <a:blip r:embed="rId3">
            <a:alphaModFix/>
          </a:blip>
          <a:stretch>
            <a:fillRect/>
          </a:stretch>
        </p:blipFill>
        <p:spPr>
          <a:xfrm>
            <a:off x="6767367" y="1924000"/>
            <a:ext cx="899201" cy="2680576"/>
          </a:xfrm>
          <a:prstGeom prst="rect">
            <a:avLst/>
          </a:prstGeom>
          <a:noFill/>
          <a:ln>
            <a:noFill/>
          </a:ln>
        </p:spPr>
      </p:pic>
      <p:pic>
        <p:nvPicPr>
          <p:cNvPr id="535" name="Google Shape;535;p38"/>
          <p:cNvPicPr preferRelativeResize="0"/>
          <p:nvPr/>
        </p:nvPicPr>
        <p:blipFill>
          <a:blip r:embed="rId4">
            <a:alphaModFix/>
          </a:blip>
          <a:stretch>
            <a:fillRect/>
          </a:stretch>
        </p:blipFill>
        <p:spPr>
          <a:xfrm>
            <a:off x="1441032" y="1920075"/>
            <a:ext cx="899208" cy="2688425"/>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60">
          <a:extLst>
            <a:ext uri="{FF2B5EF4-FFF2-40B4-BE49-F238E27FC236}">
              <a16:creationId xmlns:a16="http://schemas.microsoft.com/office/drawing/2014/main" id="{899F38FB-9A01-9B1E-9966-3B5F3FA1931A}"/>
            </a:ext>
          </a:extLst>
        </p:cNvPr>
        <p:cNvGrpSpPr/>
        <p:nvPr/>
      </p:nvGrpSpPr>
      <p:grpSpPr>
        <a:xfrm>
          <a:off x="0" y="0"/>
          <a:ext cx="0" cy="0"/>
          <a:chOff x="0" y="0"/>
          <a:chExt cx="0" cy="0"/>
        </a:xfrm>
      </p:grpSpPr>
      <p:sp>
        <p:nvSpPr>
          <p:cNvPr id="461" name="Google Shape;461;p37">
            <a:extLst>
              <a:ext uri="{FF2B5EF4-FFF2-40B4-BE49-F238E27FC236}">
                <a16:creationId xmlns:a16="http://schemas.microsoft.com/office/drawing/2014/main" id="{3DDD16E7-E83F-9A09-BB60-75ECF5130A73}"/>
              </a:ext>
            </a:extLst>
          </p:cNvPr>
          <p:cNvSpPr txBox="1">
            <a:spLocks noGrp="1"/>
          </p:cNvSpPr>
          <p:nvPr>
            <p:ph type="subTitle" idx="14"/>
          </p:nvPr>
        </p:nvSpPr>
        <p:spPr>
          <a:xfrm>
            <a:off x="677802" y="2933222"/>
            <a:ext cx="2459100" cy="537300"/>
          </a:xfrm>
          <a:prstGeom prst="rect">
            <a:avLst/>
          </a:prstGeom>
        </p:spPr>
        <p:txBody>
          <a:bodyPr spcFirstLastPara="1" wrap="square" lIns="91425" tIns="91425" rIns="91425" bIns="91425" anchor="b" anchorCtr="0">
            <a:noAutofit/>
          </a:bodyPr>
          <a:lstStyle/>
          <a:p>
            <a:pPr marL="0" lvl="0" indent="0"/>
            <a:r>
              <a:rPr lang="en-IN" sz="1400" dirty="0"/>
              <a:t>Backend Development:</a:t>
            </a:r>
            <a:endParaRPr sz="1400" dirty="0"/>
          </a:p>
        </p:txBody>
      </p:sp>
      <p:sp>
        <p:nvSpPr>
          <p:cNvPr id="462" name="Google Shape;462;p37">
            <a:extLst>
              <a:ext uri="{FF2B5EF4-FFF2-40B4-BE49-F238E27FC236}">
                <a16:creationId xmlns:a16="http://schemas.microsoft.com/office/drawing/2014/main" id="{B9B28D7C-303D-7EAC-0D2E-DDF9269A5A63}"/>
              </a:ext>
            </a:extLst>
          </p:cNvPr>
          <p:cNvSpPr txBox="1">
            <a:spLocks noGrp="1"/>
          </p:cNvSpPr>
          <p:nvPr>
            <p:ph type="subTitle" idx="13"/>
          </p:nvPr>
        </p:nvSpPr>
        <p:spPr>
          <a:xfrm>
            <a:off x="5722944" y="1152105"/>
            <a:ext cx="2459100" cy="537300"/>
          </a:xfrm>
          <a:prstGeom prst="rect">
            <a:avLst/>
          </a:prstGeom>
        </p:spPr>
        <p:txBody>
          <a:bodyPr spcFirstLastPara="1" wrap="square" lIns="91425" tIns="91425" rIns="91425" bIns="91425" anchor="b" anchorCtr="0">
            <a:noAutofit/>
          </a:bodyPr>
          <a:lstStyle/>
          <a:p>
            <a:pPr marL="0" lvl="0" indent="0"/>
            <a:r>
              <a:rPr lang="en-IN" dirty="0"/>
              <a:t>Risks Planned:</a:t>
            </a:r>
            <a:endParaRPr dirty="0"/>
          </a:p>
        </p:txBody>
      </p:sp>
      <p:sp>
        <p:nvSpPr>
          <p:cNvPr id="463" name="Google Shape;463;p37">
            <a:extLst>
              <a:ext uri="{FF2B5EF4-FFF2-40B4-BE49-F238E27FC236}">
                <a16:creationId xmlns:a16="http://schemas.microsoft.com/office/drawing/2014/main" id="{A91775C5-034B-4A6D-10B2-C61EEB665A4B}"/>
              </a:ext>
            </a:extLst>
          </p:cNvPr>
          <p:cNvSpPr txBox="1">
            <a:spLocks noGrp="1"/>
          </p:cNvSpPr>
          <p:nvPr>
            <p:ph type="subTitle" idx="15"/>
          </p:nvPr>
        </p:nvSpPr>
        <p:spPr>
          <a:xfrm>
            <a:off x="5722944" y="2922102"/>
            <a:ext cx="2459100" cy="537300"/>
          </a:xfrm>
          <a:prstGeom prst="rect">
            <a:avLst/>
          </a:prstGeom>
        </p:spPr>
        <p:txBody>
          <a:bodyPr spcFirstLastPara="1" wrap="square" lIns="91425" tIns="91425" rIns="91425" bIns="91425" anchor="b" anchorCtr="0">
            <a:noAutofit/>
          </a:bodyPr>
          <a:lstStyle/>
          <a:p>
            <a:pPr marL="0" lvl="0" indent="0"/>
            <a:r>
              <a:rPr lang="en-IN" dirty="0"/>
              <a:t>Next Step</a:t>
            </a:r>
            <a:endParaRPr dirty="0"/>
          </a:p>
        </p:txBody>
      </p:sp>
      <p:sp>
        <p:nvSpPr>
          <p:cNvPr id="464" name="Google Shape;464;p37">
            <a:extLst>
              <a:ext uri="{FF2B5EF4-FFF2-40B4-BE49-F238E27FC236}">
                <a16:creationId xmlns:a16="http://schemas.microsoft.com/office/drawing/2014/main" id="{75F36639-BD6E-42FA-63B7-05A316DB1B5E}"/>
              </a:ext>
            </a:extLst>
          </p:cNvPr>
          <p:cNvSpPr txBox="1">
            <a:spLocks noGrp="1"/>
          </p:cNvSpPr>
          <p:nvPr>
            <p:ph type="subTitle" idx="7"/>
          </p:nvPr>
        </p:nvSpPr>
        <p:spPr>
          <a:xfrm>
            <a:off x="722322" y="1283613"/>
            <a:ext cx="2459100" cy="537300"/>
          </a:xfrm>
          <a:prstGeom prst="rect">
            <a:avLst/>
          </a:prstGeom>
        </p:spPr>
        <p:txBody>
          <a:bodyPr spcFirstLastPara="1" wrap="square" lIns="91425" tIns="91425" rIns="91425" bIns="91425" anchor="b" anchorCtr="0">
            <a:noAutofit/>
          </a:bodyPr>
          <a:lstStyle/>
          <a:p>
            <a:pPr marL="0" lvl="0" indent="0"/>
            <a:r>
              <a:rPr lang="en-IN" dirty="0"/>
              <a:t>Design Complete</a:t>
            </a:r>
            <a:endParaRPr dirty="0"/>
          </a:p>
        </p:txBody>
      </p:sp>
      <p:sp>
        <p:nvSpPr>
          <p:cNvPr id="465" name="Google Shape;465;p37">
            <a:extLst>
              <a:ext uri="{FF2B5EF4-FFF2-40B4-BE49-F238E27FC236}">
                <a16:creationId xmlns:a16="http://schemas.microsoft.com/office/drawing/2014/main" id="{7FB80CBE-6FF6-68DD-383F-2913AE8EA20F}"/>
              </a:ext>
            </a:extLst>
          </p:cNvPr>
          <p:cNvSpPr txBox="1">
            <a:spLocks noGrp="1"/>
          </p:cNvSpPr>
          <p:nvPr>
            <p:ph type="subTitle" idx="8"/>
          </p:nvPr>
        </p:nvSpPr>
        <p:spPr>
          <a:xfrm>
            <a:off x="3082141" y="1283613"/>
            <a:ext cx="2459100" cy="537300"/>
          </a:xfrm>
          <a:prstGeom prst="rect">
            <a:avLst/>
          </a:prstGeom>
        </p:spPr>
        <p:txBody>
          <a:bodyPr spcFirstLastPara="1" wrap="square" lIns="91425" tIns="91425" rIns="91425" bIns="91425" anchor="b" anchorCtr="0">
            <a:noAutofit/>
          </a:bodyPr>
          <a:lstStyle/>
          <a:p>
            <a:pPr marL="0" lvl="0" indent="0"/>
            <a:r>
              <a:rPr lang="en-IN" dirty="0"/>
              <a:t>Tools Validated</a:t>
            </a:r>
            <a:endParaRPr dirty="0"/>
          </a:p>
        </p:txBody>
      </p:sp>
      <p:sp>
        <p:nvSpPr>
          <p:cNvPr id="466" name="Google Shape;466;p37">
            <a:extLst>
              <a:ext uri="{FF2B5EF4-FFF2-40B4-BE49-F238E27FC236}">
                <a16:creationId xmlns:a16="http://schemas.microsoft.com/office/drawing/2014/main" id="{7C97251B-939C-1851-B08F-D18094F5BF54}"/>
              </a:ext>
            </a:extLst>
          </p:cNvPr>
          <p:cNvSpPr txBox="1">
            <a:spLocks noGrp="1"/>
          </p:cNvSpPr>
          <p:nvPr>
            <p:ph type="subTitle" idx="9"/>
          </p:nvPr>
        </p:nvSpPr>
        <p:spPr>
          <a:xfrm>
            <a:off x="3384353" y="2898597"/>
            <a:ext cx="2454000" cy="537300"/>
          </a:xfrm>
          <a:prstGeom prst="rect">
            <a:avLst/>
          </a:prstGeom>
        </p:spPr>
        <p:txBody>
          <a:bodyPr spcFirstLastPara="1" wrap="square" lIns="91425" tIns="91425" rIns="91425" bIns="91425" anchor="b" anchorCtr="0">
            <a:noAutofit/>
          </a:bodyPr>
          <a:lstStyle/>
          <a:p>
            <a:pPr marL="0" lvl="0" indent="0"/>
            <a:r>
              <a:rPr lang="en-IN" sz="1400" dirty="0"/>
              <a:t>Frontend Development:</a:t>
            </a:r>
            <a:endParaRPr sz="1400" dirty="0"/>
          </a:p>
        </p:txBody>
      </p:sp>
      <p:sp>
        <p:nvSpPr>
          <p:cNvPr id="467" name="Google Shape;467;p37">
            <a:extLst>
              <a:ext uri="{FF2B5EF4-FFF2-40B4-BE49-F238E27FC236}">
                <a16:creationId xmlns:a16="http://schemas.microsoft.com/office/drawing/2014/main" id="{57D859F6-B2A4-68BB-5575-322C945FCFA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lvl="0"/>
            <a:r>
              <a:rPr lang="en-IN" dirty="0"/>
              <a:t>CONCLUSION &amp; NEXT STEPS</a:t>
            </a:r>
            <a:endParaRPr dirty="0"/>
          </a:p>
        </p:txBody>
      </p:sp>
      <p:sp>
        <p:nvSpPr>
          <p:cNvPr id="468" name="Google Shape;468;p37">
            <a:extLst>
              <a:ext uri="{FF2B5EF4-FFF2-40B4-BE49-F238E27FC236}">
                <a16:creationId xmlns:a16="http://schemas.microsoft.com/office/drawing/2014/main" id="{0C081EDC-1F32-FCDD-EEDB-4D28A56DB05B}"/>
              </a:ext>
            </a:extLst>
          </p:cNvPr>
          <p:cNvSpPr txBox="1">
            <a:spLocks noGrp="1"/>
          </p:cNvSpPr>
          <p:nvPr>
            <p:ph type="subTitle" idx="1"/>
          </p:nvPr>
        </p:nvSpPr>
        <p:spPr>
          <a:xfrm>
            <a:off x="722322" y="1755151"/>
            <a:ext cx="2459100" cy="1055700"/>
          </a:xfrm>
          <a:prstGeom prst="rect">
            <a:avLst/>
          </a:prstGeom>
        </p:spPr>
        <p:txBody>
          <a:bodyPr spcFirstLastPara="1" wrap="square" lIns="91425" tIns="91425" rIns="91425" bIns="91425" anchor="t" anchorCtr="0">
            <a:noAutofit/>
          </a:bodyPr>
          <a:lstStyle/>
          <a:p>
            <a:pPr marL="0" lvl="0" indent="0"/>
            <a:r>
              <a:rPr lang="en-US" sz="1800" dirty="0"/>
              <a:t>System architecture and workflow are finalized.</a:t>
            </a:r>
            <a:endParaRPr sz="1800" dirty="0"/>
          </a:p>
        </p:txBody>
      </p:sp>
      <p:sp>
        <p:nvSpPr>
          <p:cNvPr id="469" name="Google Shape;469;p37">
            <a:extLst>
              <a:ext uri="{FF2B5EF4-FFF2-40B4-BE49-F238E27FC236}">
                <a16:creationId xmlns:a16="http://schemas.microsoft.com/office/drawing/2014/main" id="{9A35B050-B903-1BE5-9EF6-457E583AC4B7}"/>
              </a:ext>
            </a:extLst>
          </p:cNvPr>
          <p:cNvSpPr txBox="1">
            <a:spLocks noGrp="1"/>
          </p:cNvSpPr>
          <p:nvPr>
            <p:ph type="subTitle" idx="4"/>
          </p:nvPr>
        </p:nvSpPr>
        <p:spPr>
          <a:xfrm>
            <a:off x="5838353" y="1635218"/>
            <a:ext cx="2459100" cy="1055700"/>
          </a:xfrm>
          <a:prstGeom prst="rect">
            <a:avLst/>
          </a:prstGeom>
        </p:spPr>
        <p:txBody>
          <a:bodyPr spcFirstLastPara="1" wrap="square" lIns="91425" tIns="91425" rIns="91425" bIns="91425" anchor="t" anchorCtr="0">
            <a:noAutofit/>
          </a:bodyPr>
          <a:lstStyle/>
          <a:p>
            <a:pPr marL="0" lvl="0" indent="0"/>
            <a:r>
              <a:rPr lang="en-US" sz="1600" dirty="0"/>
              <a:t>Key technical and team risks have been identified with mitigation strategies.</a:t>
            </a:r>
            <a:endParaRPr sz="1600" dirty="0"/>
          </a:p>
        </p:txBody>
      </p:sp>
      <p:sp>
        <p:nvSpPr>
          <p:cNvPr id="470" name="Google Shape;470;p37">
            <a:extLst>
              <a:ext uri="{FF2B5EF4-FFF2-40B4-BE49-F238E27FC236}">
                <a16:creationId xmlns:a16="http://schemas.microsoft.com/office/drawing/2014/main" id="{ED8CC063-BB73-0086-119E-3F63D0E93A4F}"/>
              </a:ext>
            </a:extLst>
          </p:cNvPr>
          <p:cNvSpPr txBox="1">
            <a:spLocks noGrp="1"/>
          </p:cNvSpPr>
          <p:nvPr>
            <p:ph type="subTitle" idx="5"/>
          </p:nvPr>
        </p:nvSpPr>
        <p:spPr>
          <a:xfrm>
            <a:off x="710416" y="3332889"/>
            <a:ext cx="2459100" cy="1055700"/>
          </a:xfrm>
          <a:prstGeom prst="rect">
            <a:avLst/>
          </a:prstGeom>
        </p:spPr>
        <p:txBody>
          <a:bodyPr spcFirstLastPara="1" wrap="square" lIns="91425" tIns="91425" rIns="91425" bIns="91425" anchor="t" anchorCtr="0">
            <a:noAutofit/>
          </a:bodyPr>
          <a:lstStyle/>
          <a:p>
            <a:pPr marL="0" lvl="0" indent="0"/>
            <a:r>
              <a:rPr lang="en-US" sz="1400" dirty="0"/>
              <a:t>Team is actively working on Python AI logic and </a:t>
            </a:r>
            <a:r>
              <a:rPr lang="en-US" sz="1400" dirty="0" err="1"/>
              <a:t>TraCI</a:t>
            </a:r>
            <a:r>
              <a:rPr lang="en-US" sz="1400" dirty="0"/>
              <a:t> integration. Frontend Development: SUMO environment and Unity 3D visualization are being designed.</a:t>
            </a:r>
            <a:endParaRPr sz="1400" dirty="0"/>
          </a:p>
        </p:txBody>
      </p:sp>
      <p:sp>
        <p:nvSpPr>
          <p:cNvPr id="471" name="Google Shape;471;p37">
            <a:extLst>
              <a:ext uri="{FF2B5EF4-FFF2-40B4-BE49-F238E27FC236}">
                <a16:creationId xmlns:a16="http://schemas.microsoft.com/office/drawing/2014/main" id="{1D33E45B-C81B-1BF3-98CB-6069501E4F32}"/>
              </a:ext>
            </a:extLst>
          </p:cNvPr>
          <p:cNvSpPr txBox="1">
            <a:spLocks noGrp="1"/>
          </p:cNvSpPr>
          <p:nvPr>
            <p:ph type="subTitle" idx="2"/>
          </p:nvPr>
        </p:nvSpPr>
        <p:spPr>
          <a:xfrm>
            <a:off x="3116532" y="1742606"/>
            <a:ext cx="2459100" cy="1055700"/>
          </a:xfrm>
          <a:prstGeom prst="rect">
            <a:avLst/>
          </a:prstGeom>
        </p:spPr>
        <p:txBody>
          <a:bodyPr spcFirstLastPara="1" wrap="square" lIns="91425" tIns="91425" rIns="91425" bIns="91425" anchor="t" anchorCtr="0">
            <a:noAutofit/>
          </a:bodyPr>
          <a:lstStyle/>
          <a:p>
            <a:pPr marL="0" lvl="0" indent="0"/>
            <a:r>
              <a:rPr lang="en-US" sz="1600" dirty="0"/>
              <a:t>SUMO, Python, </a:t>
            </a:r>
            <a:r>
              <a:rPr lang="en-US" sz="1600" dirty="0" err="1"/>
              <a:t>TraCI</a:t>
            </a:r>
            <a:r>
              <a:rPr lang="en-US" sz="1600" dirty="0"/>
              <a:t>, and Unity 3D are selected and validated.</a:t>
            </a:r>
            <a:endParaRPr sz="1600" dirty="0"/>
          </a:p>
        </p:txBody>
      </p:sp>
      <p:sp>
        <p:nvSpPr>
          <p:cNvPr id="472" name="Google Shape;472;p37">
            <a:extLst>
              <a:ext uri="{FF2B5EF4-FFF2-40B4-BE49-F238E27FC236}">
                <a16:creationId xmlns:a16="http://schemas.microsoft.com/office/drawing/2014/main" id="{C23017E9-D48B-2054-B499-857711A2A597}"/>
              </a:ext>
            </a:extLst>
          </p:cNvPr>
          <p:cNvSpPr txBox="1">
            <a:spLocks noGrp="1"/>
          </p:cNvSpPr>
          <p:nvPr>
            <p:ph type="subTitle" idx="3"/>
          </p:nvPr>
        </p:nvSpPr>
        <p:spPr>
          <a:xfrm>
            <a:off x="3268944" y="3536188"/>
            <a:ext cx="2454000" cy="1055700"/>
          </a:xfrm>
          <a:prstGeom prst="rect">
            <a:avLst/>
          </a:prstGeom>
        </p:spPr>
        <p:txBody>
          <a:bodyPr spcFirstLastPara="1" wrap="square" lIns="91425" tIns="91425" rIns="91425" bIns="91425" anchor="t" anchorCtr="0">
            <a:noAutofit/>
          </a:bodyPr>
          <a:lstStyle/>
          <a:p>
            <a:pPr marL="0" lvl="0" indent="0"/>
            <a:r>
              <a:rPr lang="en-IN" sz="1600" dirty="0"/>
              <a:t>SUMO environment and Unity 3D visualization are being designed.</a:t>
            </a:r>
            <a:endParaRPr sz="1600" dirty="0"/>
          </a:p>
        </p:txBody>
      </p:sp>
      <p:sp>
        <p:nvSpPr>
          <p:cNvPr id="473" name="Google Shape;473;p37">
            <a:extLst>
              <a:ext uri="{FF2B5EF4-FFF2-40B4-BE49-F238E27FC236}">
                <a16:creationId xmlns:a16="http://schemas.microsoft.com/office/drawing/2014/main" id="{BBA5F810-34BE-65E5-B932-9E6CEF8AA0F4}"/>
              </a:ext>
            </a:extLst>
          </p:cNvPr>
          <p:cNvSpPr txBox="1">
            <a:spLocks noGrp="1"/>
          </p:cNvSpPr>
          <p:nvPr>
            <p:ph type="subTitle" idx="6"/>
          </p:nvPr>
        </p:nvSpPr>
        <p:spPr>
          <a:xfrm>
            <a:off x="5783199" y="3319346"/>
            <a:ext cx="2454000" cy="1055700"/>
          </a:xfrm>
          <a:prstGeom prst="rect">
            <a:avLst/>
          </a:prstGeom>
        </p:spPr>
        <p:txBody>
          <a:bodyPr spcFirstLastPara="1" wrap="square" lIns="91425" tIns="91425" rIns="91425" bIns="91425" anchor="t" anchorCtr="0">
            <a:noAutofit/>
          </a:bodyPr>
          <a:lstStyle/>
          <a:p>
            <a:pPr marL="0" lvl="0" indent="0"/>
            <a:r>
              <a:rPr lang="en-IN" sz="1800" dirty="0"/>
              <a:t>Complete integration, testing, and final system implementation.</a:t>
            </a:r>
            <a:endParaRPr sz="1800" dirty="0"/>
          </a:p>
        </p:txBody>
      </p:sp>
      <p:grpSp>
        <p:nvGrpSpPr>
          <p:cNvPr id="474" name="Google Shape;474;p37">
            <a:extLst>
              <a:ext uri="{FF2B5EF4-FFF2-40B4-BE49-F238E27FC236}">
                <a16:creationId xmlns:a16="http://schemas.microsoft.com/office/drawing/2014/main" id="{6406CAE5-252F-1F80-0F7E-C598342ADFF9}"/>
              </a:ext>
            </a:extLst>
          </p:cNvPr>
          <p:cNvGrpSpPr/>
          <p:nvPr/>
        </p:nvGrpSpPr>
        <p:grpSpPr>
          <a:xfrm>
            <a:off x="6770979" y="940657"/>
            <a:ext cx="363030" cy="361816"/>
            <a:chOff x="6350752" y="3238675"/>
            <a:chExt cx="363030" cy="361816"/>
          </a:xfrm>
        </p:grpSpPr>
        <p:sp>
          <p:nvSpPr>
            <p:cNvPr id="475" name="Google Shape;475;p37">
              <a:extLst>
                <a:ext uri="{FF2B5EF4-FFF2-40B4-BE49-F238E27FC236}">
                  <a16:creationId xmlns:a16="http://schemas.microsoft.com/office/drawing/2014/main" id="{70C0467F-915C-78F9-3F3D-44D52A64C68B}"/>
                </a:ext>
              </a:extLst>
            </p:cNvPr>
            <p:cNvSpPr/>
            <p:nvPr/>
          </p:nvSpPr>
          <p:spPr>
            <a:xfrm>
              <a:off x="6350752" y="3238675"/>
              <a:ext cx="363030" cy="361816"/>
            </a:xfrm>
            <a:custGeom>
              <a:avLst/>
              <a:gdLst/>
              <a:ahLst/>
              <a:cxnLst/>
              <a:rect l="l" t="t" r="r" b="b"/>
              <a:pathLst>
                <a:path w="13463" h="13418" extrusionOk="0">
                  <a:moveTo>
                    <a:pt x="6731" y="0"/>
                  </a:moveTo>
                  <a:cubicBezTo>
                    <a:pt x="6684" y="0"/>
                    <a:pt x="6636" y="17"/>
                    <a:pt x="6603" y="51"/>
                  </a:cubicBezTo>
                  <a:lnTo>
                    <a:pt x="79" y="6572"/>
                  </a:lnTo>
                  <a:cubicBezTo>
                    <a:pt x="0" y="6653"/>
                    <a:pt x="0" y="6764"/>
                    <a:pt x="79" y="6843"/>
                  </a:cubicBezTo>
                  <a:lnTo>
                    <a:pt x="6603" y="13367"/>
                  </a:lnTo>
                  <a:cubicBezTo>
                    <a:pt x="6636" y="13401"/>
                    <a:pt x="6684" y="13417"/>
                    <a:pt x="6731" y="13417"/>
                  </a:cubicBezTo>
                  <a:cubicBezTo>
                    <a:pt x="6778" y="13417"/>
                    <a:pt x="6826" y="13401"/>
                    <a:pt x="6860" y="13367"/>
                  </a:cubicBezTo>
                  <a:lnTo>
                    <a:pt x="13384" y="6843"/>
                  </a:lnTo>
                  <a:cubicBezTo>
                    <a:pt x="13462" y="6764"/>
                    <a:pt x="13462" y="6653"/>
                    <a:pt x="13384" y="6572"/>
                  </a:cubicBezTo>
                  <a:lnTo>
                    <a:pt x="6860" y="51"/>
                  </a:lnTo>
                  <a:cubicBezTo>
                    <a:pt x="6826" y="17"/>
                    <a:pt x="6778" y="0"/>
                    <a:pt x="6731"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7">
              <a:extLst>
                <a:ext uri="{FF2B5EF4-FFF2-40B4-BE49-F238E27FC236}">
                  <a16:creationId xmlns:a16="http://schemas.microsoft.com/office/drawing/2014/main" id="{D8CC5A7D-535F-514F-62BE-E7AA03E77C13}"/>
                </a:ext>
              </a:extLst>
            </p:cNvPr>
            <p:cNvSpPr/>
            <p:nvPr/>
          </p:nvSpPr>
          <p:spPr>
            <a:xfrm>
              <a:off x="6460095" y="3335398"/>
              <a:ext cx="43791" cy="168936"/>
            </a:xfrm>
            <a:custGeom>
              <a:avLst/>
              <a:gdLst/>
              <a:ahLst/>
              <a:cxnLst/>
              <a:rect l="l" t="t" r="r" b="b"/>
              <a:pathLst>
                <a:path w="1624" h="6265" extrusionOk="0">
                  <a:moveTo>
                    <a:pt x="136" y="0"/>
                  </a:moveTo>
                  <a:cubicBezTo>
                    <a:pt x="68" y="0"/>
                    <a:pt x="1" y="57"/>
                    <a:pt x="1" y="136"/>
                  </a:cubicBezTo>
                  <a:lnTo>
                    <a:pt x="1" y="6130"/>
                  </a:lnTo>
                  <a:cubicBezTo>
                    <a:pt x="1" y="6197"/>
                    <a:pt x="68" y="6265"/>
                    <a:pt x="136" y="6265"/>
                  </a:cubicBezTo>
                  <a:lnTo>
                    <a:pt x="1488" y="6265"/>
                  </a:lnTo>
                  <a:cubicBezTo>
                    <a:pt x="1566" y="6265"/>
                    <a:pt x="1623" y="6197"/>
                    <a:pt x="1623" y="6130"/>
                  </a:cubicBezTo>
                  <a:lnTo>
                    <a:pt x="1623" y="136"/>
                  </a:lnTo>
                  <a:cubicBezTo>
                    <a:pt x="1623" y="57"/>
                    <a:pt x="1566" y="0"/>
                    <a:pt x="148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7">
              <a:extLst>
                <a:ext uri="{FF2B5EF4-FFF2-40B4-BE49-F238E27FC236}">
                  <a16:creationId xmlns:a16="http://schemas.microsoft.com/office/drawing/2014/main" id="{64CDEBF5-8B7A-1D6F-266B-CCFF480DB0AF}"/>
                </a:ext>
              </a:extLst>
            </p:cNvPr>
            <p:cNvSpPr/>
            <p:nvPr/>
          </p:nvSpPr>
          <p:spPr>
            <a:xfrm>
              <a:off x="6485038" y="3335398"/>
              <a:ext cx="18849" cy="168936"/>
            </a:xfrm>
            <a:custGeom>
              <a:avLst/>
              <a:gdLst/>
              <a:ahLst/>
              <a:cxnLst/>
              <a:rect l="l" t="t" r="r" b="b"/>
              <a:pathLst>
                <a:path w="699" h="6265" extrusionOk="0">
                  <a:moveTo>
                    <a:pt x="0" y="0"/>
                  </a:moveTo>
                  <a:lnTo>
                    <a:pt x="0" y="6265"/>
                  </a:lnTo>
                  <a:lnTo>
                    <a:pt x="563" y="6265"/>
                  </a:lnTo>
                  <a:cubicBezTo>
                    <a:pt x="641" y="6265"/>
                    <a:pt x="698" y="6197"/>
                    <a:pt x="698" y="6130"/>
                  </a:cubicBezTo>
                  <a:lnTo>
                    <a:pt x="698" y="136"/>
                  </a:lnTo>
                  <a:cubicBezTo>
                    <a:pt x="698" y="57"/>
                    <a:pt x="641" y="0"/>
                    <a:pt x="563"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7">
              <a:extLst>
                <a:ext uri="{FF2B5EF4-FFF2-40B4-BE49-F238E27FC236}">
                  <a16:creationId xmlns:a16="http://schemas.microsoft.com/office/drawing/2014/main" id="{6D9D7C45-5595-BD49-E72C-3BF31A2173DD}"/>
                </a:ext>
              </a:extLst>
            </p:cNvPr>
            <p:cNvSpPr/>
            <p:nvPr/>
          </p:nvSpPr>
          <p:spPr>
            <a:xfrm>
              <a:off x="6517477" y="3335398"/>
              <a:ext cx="86935" cy="168936"/>
            </a:xfrm>
            <a:custGeom>
              <a:avLst/>
              <a:gdLst/>
              <a:ahLst/>
              <a:cxnLst/>
              <a:rect l="l" t="t" r="r" b="b"/>
              <a:pathLst>
                <a:path w="3224" h="6265" extrusionOk="0">
                  <a:moveTo>
                    <a:pt x="136" y="0"/>
                  </a:moveTo>
                  <a:cubicBezTo>
                    <a:pt x="57" y="0"/>
                    <a:pt x="1" y="57"/>
                    <a:pt x="1" y="136"/>
                  </a:cubicBezTo>
                  <a:lnTo>
                    <a:pt x="1" y="1679"/>
                  </a:lnTo>
                  <a:cubicBezTo>
                    <a:pt x="1" y="1701"/>
                    <a:pt x="1" y="1725"/>
                    <a:pt x="14" y="1736"/>
                  </a:cubicBezTo>
                  <a:lnTo>
                    <a:pt x="1580" y="4878"/>
                  </a:lnTo>
                  <a:cubicBezTo>
                    <a:pt x="1590" y="4902"/>
                    <a:pt x="1601" y="4924"/>
                    <a:pt x="1601" y="4935"/>
                  </a:cubicBezTo>
                  <a:lnTo>
                    <a:pt x="1601" y="6130"/>
                  </a:lnTo>
                  <a:cubicBezTo>
                    <a:pt x="1601" y="6197"/>
                    <a:pt x="1658" y="6265"/>
                    <a:pt x="1736" y="6265"/>
                  </a:cubicBezTo>
                  <a:lnTo>
                    <a:pt x="2829" y="6265"/>
                  </a:lnTo>
                  <a:cubicBezTo>
                    <a:pt x="3042" y="6265"/>
                    <a:pt x="3223" y="6084"/>
                    <a:pt x="3223" y="5859"/>
                  </a:cubicBezTo>
                  <a:lnTo>
                    <a:pt x="3223" y="4621"/>
                  </a:lnTo>
                  <a:cubicBezTo>
                    <a:pt x="3223" y="4553"/>
                    <a:pt x="3202" y="4497"/>
                    <a:pt x="3178" y="4440"/>
                  </a:cubicBezTo>
                  <a:lnTo>
                    <a:pt x="1636" y="1352"/>
                  </a:lnTo>
                  <a:cubicBezTo>
                    <a:pt x="1623" y="1341"/>
                    <a:pt x="1623" y="1320"/>
                    <a:pt x="1623" y="1295"/>
                  </a:cubicBezTo>
                  <a:lnTo>
                    <a:pt x="1623" y="136"/>
                  </a:lnTo>
                  <a:cubicBezTo>
                    <a:pt x="1623" y="57"/>
                    <a:pt x="1555" y="0"/>
                    <a:pt x="148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7">
              <a:extLst>
                <a:ext uri="{FF2B5EF4-FFF2-40B4-BE49-F238E27FC236}">
                  <a16:creationId xmlns:a16="http://schemas.microsoft.com/office/drawing/2014/main" id="{9FC0A6DC-CB42-869A-0D01-D9F431606BFE}"/>
                </a:ext>
              </a:extLst>
            </p:cNvPr>
            <p:cNvSpPr/>
            <p:nvPr/>
          </p:nvSpPr>
          <p:spPr>
            <a:xfrm>
              <a:off x="6538482" y="3335398"/>
              <a:ext cx="65929" cy="168936"/>
            </a:xfrm>
            <a:custGeom>
              <a:avLst/>
              <a:gdLst/>
              <a:ahLst/>
              <a:cxnLst/>
              <a:rect l="l" t="t" r="r" b="b"/>
              <a:pathLst>
                <a:path w="2445" h="6265" extrusionOk="0">
                  <a:moveTo>
                    <a:pt x="0" y="0"/>
                  </a:moveTo>
                  <a:lnTo>
                    <a:pt x="0" y="1295"/>
                  </a:lnTo>
                  <a:cubicBezTo>
                    <a:pt x="0" y="1320"/>
                    <a:pt x="11" y="1341"/>
                    <a:pt x="22" y="1352"/>
                  </a:cubicBezTo>
                  <a:lnTo>
                    <a:pt x="1533" y="4440"/>
                  </a:lnTo>
                  <a:cubicBezTo>
                    <a:pt x="1566" y="4497"/>
                    <a:pt x="1577" y="4564"/>
                    <a:pt x="1577" y="4621"/>
                  </a:cubicBezTo>
                  <a:lnTo>
                    <a:pt x="1577" y="5667"/>
                  </a:lnTo>
                  <a:lnTo>
                    <a:pt x="1601" y="5859"/>
                  </a:lnTo>
                  <a:lnTo>
                    <a:pt x="1577" y="5859"/>
                  </a:lnTo>
                  <a:lnTo>
                    <a:pt x="1577" y="6265"/>
                  </a:lnTo>
                  <a:lnTo>
                    <a:pt x="2050" y="6265"/>
                  </a:lnTo>
                  <a:cubicBezTo>
                    <a:pt x="2263" y="6265"/>
                    <a:pt x="2444" y="6084"/>
                    <a:pt x="2444" y="5859"/>
                  </a:cubicBezTo>
                  <a:lnTo>
                    <a:pt x="2444" y="4621"/>
                  </a:lnTo>
                  <a:cubicBezTo>
                    <a:pt x="2444" y="4553"/>
                    <a:pt x="2423" y="4497"/>
                    <a:pt x="2399" y="4440"/>
                  </a:cubicBezTo>
                  <a:lnTo>
                    <a:pt x="857" y="1352"/>
                  </a:lnTo>
                  <a:cubicBezTo>
                    <a:pt x="844" y="1341"/>
                    <a:pt x="844" y="1320"/>
                    <a:pt x="844" y="1295"/>
                  </a:cubicBezTo>
                  <a:lnTo>
                    <a:pt x="844" y="136"/>
                  </a:lnTo>
                  <a:cubicBezTo>
                    <a:pt x="844" y="57"/>
                    <a:pt x="790" y="0"/>
                    <a:pt x="709"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 name="Google Shape;480;p37">
            <a:extLst>
              <a:ext uri="{FF2B5EF4-FFF2-40B4-BE49-F238E27FC236}">
                <a16:creationId xmlns:a16="http://schemas.microsoft.com/office/drawing/2014/main" id="{A4D99DD6-1CDE-502F-C74F-9D9B947C4FF2}"/>
              </a:ext>
            </a:extLst>
          </p:cNvPr>
          <p:cNvGrpSpPr/>
          <p:nvPr/>
        </p:nvGrpSpPr>
        <p:grpSpPr>
          <a:xfrm>
            <a:off x="6753232" y="2764870"/>
            <a:ext cx="362733" cy="361816"/>
            <a:chOff x="1536529" y="3238675"/>
            <a:chExt cx="362733" cy="361816"/>
          </a:xfrm>
        </p:grpSpPr>
        <p:sp>
          <p:nvSpPr>
            <p:cNvPr id="481" name="Google Shape;481;p37">
              <a:extLst>
                <a:ext uri="{FF2B5EF4-FFF2-40B4-BE49-F238E27FC236}">
                  <a16:creationId xmlns:a16="http://schemas.microsoft.com/office/drawing/2014/main" id="{64A817E4-79A0-B67F-1545-F1A793916C31}"/>
                </a:ext>
              </a:extLst>
            </p:cNvPr>
            <p:cNvSpPr/>
            <p:nvPr/>
          </p:nvSpPr>
          <p:spPr>
            <a:xfrm>
              <a:off x="1536529" y="3238675"/>
              <a:ext cx="362733" cy="361816"/>
            </a:xfrm>
            <a:custGeom>
              <a:avLst/>
              <a:gdLst/>
              <a:ahLst/>
              <a:cxnLst/>
              <a:rect l="l" t="t" r="r" b="b"/>
              <a:pathLst>
                <a:path w="13452" h="13418" extrusionOk="0">
                  <a:moveTo>
                    <a:pt x="6724" y="0"/>
                  </a:moveTo>
                  <a:cubicBezTo>
                    <a:pt x="6676" y="0"/>
                    <a:pt x="6628" y="17"/>
                    <a:pt x="6589" y="51"/>
                  </a:cubicBezTo>
                  <a:lnTo>
                    <a:pt x="68" y="6572"/>
                  </a:lnTo>
                  <a:cubicBezTo>
                    <a:pt x="0" y="6653"/>
                    <a:pt x="0" y="6764"/>
                    <a:pt x="68" y="6843"/>
                  </a:cubicBezTo>
                  <a:lnTo>
                    <a:pt x="6589" y="13367"/>
                  </a:lnTo>
                  <a:cubicBezTo>
                    <a:pt x="6628" y="13401"/>
                    <a:pt x="6676" y="13417"/>
                    <a:pt x="6724" y="13417"/>
                  </a:cubicBezTo>
                  <a:cubicBezTo>
                    <a:pt x="6772" y="13417"/>
                    <a:pt x="6820" y="13401"/>
                    <a:pt x="6860" y="13367"/>
                  </a:cubicBezTo>
                  <a:lnTo>
                    <a:pt x="13384" y="6843"/>
                  </a:lnTo>
                  <a:cubicBezTo>
                    <a:pt x="13451" y="6764"/>
                    <a:pt x="13451" y="6653"/>
                    <a:pt x="13384" y="6572"/>
                  </a:cubicBezTo>
                  <a:lnTo>
                    <a:pt x="6860" y="51"/>
                  </a:lnTo>
                  <a:cubicBezTo>
                    <a:pt x="6820" y="17"/>
                    <a:pt x="6772" y="0"/>
                    <a:pt x="6724"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7">
              <a:extLst>
                <a:ext uri="{FF2B5EF4-FFF2-40B4-BE49-F238E27FC236}">
                  <a16:creationId xmlns:a16="http://schemas.microsoft.com/office/drawing/2014/main" id="{BEEFB264-5385-3063-AA7A-B427FFB1CE91}"/>
                </a:ext>
              </a:extLst>
            </p:cNvPr>
            <p:cNvSpPr/>
            <p:nvPr/>
          </p:nvSpPr>
          <p:spPr>
            <a:xfrm>
              <a:off x="1630637" y="3332702"/>
              <a:ext cx="174706" cy="173762"/>
            </a:xfrm>
            <a:custGeom>
              <a:avLst/>
              <a:gdLst/>
              <a:ahLst/>
              <a:cxnLst/>
              <a:rect l="l" t="t" r="r" b="b"/>
              <a:pathLst>
                <a:path w="6479" h="6444" extrusionOk="0">
                  <a:moveTo>
                    <a:pt x="2750" y="0"/>
                  </a:moveTo>
                  <a:cubicBezTo>
                    <a:pt x="2569" y="0"/>
                    <a:pt x="2412" y="146"/>
                    <a:pt x="2412" y="327"/>
                  </a:cubicBezTo>
                  <a:lnTo>
                    <a:pt x="2412" y="2274"/>
                  </a:lnTo>
                  <a:cubicBezTo>
                    <a:pt x="2412" y="2342"/>
                    <a:pt x="2356" y="2409"/>
                    <a:pt x="2277" y="2409"/>
                  </a:cubicBezTo>
                  <a:lnTo>
                    <a:pt x="339" y="2409"/>
                  </a:lnTo>
                  <a:cubicBezTo>
                    <a:pt x="160" y="2409"/>
                    <a:pt x="1" y="2558"/>
                    <a:pt x="1" y="2736"/>
                  </a:cubicBezTo>
                  <a:lnTo>
                    <a:pt x="1" y="3694"/>
                  </a:lnTo>
                  <a:cubicBezTo>
                    <a:pt x="1" y="3886"/>
                    <a:pt x="160" y="4032"/>
                    <a:pt x="339" y="4032"/>
                  </a:cubicBezTo>
                  <a:lnTo>
                    <a:pt x="2277" y="4032"/>
                  </a:lnTo>
                  <a:cubicBezTo>
                    <a:pt x="2356" y="4032"/>
                    <a:pt x="2412" y="4088"/>
                    <a:pt x="2412" y="4167"/>
                  </a:cubicBezTo>
                  <a:lnTo>
                    <a:pt x="2412" y="6105"/>
                  </a:lnTo>
                  <a:cubicBezTo>
                    <a:pt x="2412" y="6297"/>
                    <a:pt x="2569" y="6443"/>
                    <a:pt x="2750" y="6443"/>
                  </a:cubicBezTo>
                  <a:lnTo>
                    <a:pt x="3729" y="6443"/>
                  </a:lnTo>
                  <a:cubicBezTo>
                    <a:pt x="3921" y="6443"/>
                    <a:pt x="4067" y="6297"/>
                    <a:pt x="4067" y="6105"/>
                  </a:cubicBezTo>
                  <a:lnTo>
                    <a:pt x="4067" y="4167"/>
                  </a:lnTo>
                  <a:cubicBezTo>
                    <a:pt x="4067" y="4088"/>
                    <a:pt x="4124" y="4032"/>
                    <a:pt x="4202" y="4032"/>
                  </a:cubicBezTo>
                  <a:lnTo>
                    <a:pt x="6141" y="4032"/>
                  </a:lnTo>
                  <a:cubicBezTo>
                    <a:pt x="6333" y="4032"/>
                    <a:pt x="6479" y="3886"/>
                    <a:pt x="6479" y="3694"/>
                  </a:cubicBezTo>
                  <a:lnTo>
                    <a:pt x="6479" y="2736"/>
                  </a:lnTo>
                  <a:cubicBezTo>
                    <a:pt x="6479" y="2558"/>
                    <a:pt x="6333" y="2409"/>
                    <a:pt x="6141" y="2409"/>
                  </a:cubicBezTo>
                  <a:lnTo>
                    <a:pt x="4181" y="2409"/>
                  </a:lnTo>
                  <a:cubicBezTo>
                    <a:pt x="4102" y="2409"/>
                    <a:pt x="4046" y="2342"/>
                    <a:pt x="4046" y="2274"/>
                  </a:cubicBezTo>
                  <a:lnTo>
                    <a:pt x="4046" y="327"/>
                  </a:lnTo>
                  <a:cubicBezTo>
                    <a:pt x="4046" y="146"/>
                    <a:pt x="3889" y="0"/>
                    <a:pt x="370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7">
              <a:extLst>
                <a:ext uri="{FF2B5EF4-FFF2-40B4-BE49-F238E27FC236}">
                  <a16:creationId xmlns:a16="http://schemas.microsoft.com/office/drawing/2014/main" id="{690F75C8-1644-53DE-F281-C1A7C8432813}"/>
                </a:ext>
              </a:extLst>
            </p:cNvPr>
            <p:cNvSpPr/>
            <p:nvPr/>
          </p:nvSpPr>
          <p:spPr>
            <a:xfrm>
              <a:off x="1695676" y="3332702"/>
              <a:ext cx="109667" cy="108723"/>
            </a:xfrm>
            <a:custGeom>
              <a:avLst/>
              <a:gdLst/>
              <a:ahLst/>
              <a:cxnLst/>
              <a:rect l="l" t="t" r="r" b="b"/>
              <a:pathLst>
                <a:path w="4067" h="4032" extrusionOk="0">
                  <a:moveTo>
                    <a:pt x="338" y="0"/>
                  </a:moveTo>
                  <a:cubicBezTo>
                    <a:pt x="157" y="0"/>
                    <a:pt x="0" y="146"/>
                    <a:pt x="0" y="327"/>
                  </a:cubicBezTo>
                  <a:lnTo>
                    <a:pt x="0" y="676"/>
                  </a:lnTo>
                  <a:lnTo>
                    <a:pt x="766" y="676"/>
                  </a:lnTo>
                  <a:cubicBezTo>
                    <a:pt x="958" y="676"/>
                    <a:pt x="1104" y="833"/>
                    <a:pt x="1104" y="1014"/>
                  </a:cubicBezTo>
                  <a:lnTo>
                    <a:pt x="1104" y="2850"/>
                  </a:lnTo>
                  <a:cubicBezTo>
                    <a:pt x="1104" y="2996"/>
                    <a:pt x="1228" y="3120"/>
                    <a:pt x="1374" y="3120"/>
                  </a:cubicBezTo>
                  <a:lnTo>
                    <a:pt x="3177" y="3120"/>
                  </a:lnTo>
                  <a:cubicBezTo>
                    <a:pt x="3369" y="3120"/>
                    <a:pt x="3515" y="3266"/>
                    <a:pt x="3515" y="3448"/>
                  </a:cubicBezTo>
                  <a:lnTo>
                    <a:pt x="3515" y="4032"/>
                  </a:lnTo>
                  <a:lnTo>
                    <a:pt x="3729" y="4032"/>
                  </a:lnTo>
                  <a:cubicBezTo>
                    <a:pt x="3921" y="4032"/>
                    <a:pt x="4067" y="3886"/>
                    <a:pt x="4067" y="3694"/>
                  </a:cubicBezTo>
                  <a:lnTo>
                    <a:pt x="4067" y="2736"/>
                  </a:lnTo>
                  <a:cubicBezTo>
                    <a:pt x="4067" y="2558"/>
                    <a:pt x="3921" y="2409"/>
                    <a:pt x="3729" y="2409"/>
                  </a:cubicBezTo>
                  <a:lnTo>
                    <a:pt x="1790" y="2409"/>
                  </a:lnTo>
                  <a:cubicBezTo>
                    <a:pt x="1712" y="2409"/>
                    <a:pt x="1655" y="2342"/>
                    <a:pt x="1655" y="2274"/>
                  </a:cubicBezTo>
                  <a:lnTo>
                    <a:pt x="1655" y="327"/>
                  </a:lnTo>
                  <a:cubicBezTo>
                    <a:pt x="1655" y="146"/>
                    <a:pt x="1509" y="0"/>
                    <a:pt x="1317"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 name="Google Shape;484;p37">
            <a:extLst>
              <a:ext uri="{FF2B5EF4-FFF2-40B4-BE49-F238E27FC236}">
                <a16:creationId xmlns:a16="http://schemas.microsoft.com/office/drawing/2014/main" id="{5B4F3683-C8A3-1DD9-9AAF-21D3FBE92BAA}"/>
              </a:ext>
            </a:extLst>
          </p:cNvPr>
          <p:cNvGrpSpPr/>
          <p:nvPr/>
        </p:nvGrpSpPr>
        <p:grpSpPr>
          <a:xfrm>
            <a:off x="1694885" y="2798306"/>
            <a:ext cx="361870" cy="361870"/>
            <a:chOff x="6392952" y="2635495"/>
            <a:chExt cx="361870" cy="361870"/>
          </a:xfrm>
        </p:grpSpPr>
        <p:sp>
          <p:nvSpPr>
            <p:cNvPr id="485" name="Google Shape;485;p37">
              <a:extLst>
                <a:ext uri="{FF2B5EF4-FFF2-40B4-BE49-F238E27FC236}">
                  <a16:creationId xmlns:a16="http://schemas.microsoft.com/office/drawing/2014/main" id="{2C074F16-A3F5-73F1-9706-505D8890BC36}"/>
                </a:ext>
              </a:extLst>
            </p:cNvPr>
            <p:cNvSpPr/>
            <p:nvPr/>
          </p:nvSpPr>
          <p:spPr>
            <a:xfrm>
              <a:off x="6392952" y="2635495"/>
              <a:ext cx="361870" cy="361870"/>
            </a:xfrm>
            <a:custGeom>
              <a:avLst/>
              <a:gdLst/>
              <a:ahLst/>
              <a:cxnLst/>
              <a:rect l="l" t="t" r="r" b="b"/>
              <a:pathLst>
                <a:path w="13420" h="13420" extrusionOk="0">
                  <a:moveTo>
                    <a:pt x="6703" y="1"/>
                  </a:moveTo>
                  <a:cubicBezTo>
                    <a:pt x="3010" y="1"/>
                    <a:pt x="1" y="3010"/>
                    <a:pt x="1" y="6717"/>
                  </a:cubicBezTo>
                  <a:cubicBezTo>
                    <a:pt x="1" y="10410"/>
                    <a:pt x="3010" y="13419"/>
                    <a:pt x="6703" y="13419"/>
                  </a:cubicBezTo>
                  <a:cubicBezTo>
                    <a:pt x="10410" y="13419"/>
                    <a:pt x="13419" y="10410"/>
                    <a:pt x="13419" y="6717"/>
                  </a:cubicBezTo>
                  <a:cubicBezTo>
                    <a:pt x="13419" y="3010"/>
                    <a:pt x="10410" y="1"/>
                    <a:pt x="6703"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7">
              <a:extLst>
                <a:ext uri="{FF2B5EF4-FFF2-40B4-BE49-F238E27FC236}">
                  <a16:creationId xmlns:a16="http://schemas.microsoft.com/office/drawing/2014/main" id="{A028A404-C838-CC9C-3F3D-0D5B987AFB91}"/>
                </a:ext>
              </a:extLst>
            </p:cNvPr>
            <p:cNvSpPr/>
            <p:nvPr/>
          </p:nvSpPr>
          <p:spPr>
            <a:xfrm>
              <a:off x="6477083" y="2759291"/>
              <a:ext cx="192368" cy="115033"/>
            </a:xfrm>
            <a:custGeom>
              <a:avLst/>
              <a:gdLst/>
              <a:ahLst/>
              <a:cxnLst/>
              <a:rect l="l" t="t" r="r" b="b"/>
              <a:pathLst>
                <a:path w="7134" h="4266" extrusionOk="0">
                  <a:moveTo>
                    <a:pt x="2997" y="1"/>
                  </a:moveTo>
                  <a:cubicBezTo>
                    <a:pt x="2952" y="1"/>
                    <a:pt x="2906" y="13"/>
                    <a:pt x="2864" y="41"/>
                  </a:cubicBezTo>
                  <a:lnTo>
                    <a:pt x="136" y="1945"/>
                  </a:lnTo>
                  <a:cubicBezTo>
                    <a:pt x="1" y="2034"/>
                    <a:pt x="1" y="2237"/>
                    <a:pt x="136" y="2329"/>
                  </a:cubicBezTo>
                  <a:lnTo>
                    <a:pt x="2864" y="4221"/>
                  </a:lnTo>
                  <a:cubicBezTo>
                    <a:pt x="2907" y="4251"/>
                    <a:pt x="2953" y="4265"/>
                    <a:pt x="2998" y="4265"/>
                  </a:cubicBezTo>
                  <a:cubicBezTo>
                    <a:pt x="3117" y="4265"/>
                    <a:pt x="3224" y="4169"/>
                    <a:pt x="3224" y="4029"/>
                  </a:cubicBezTo>
                  <a:lnTo>
                    <a:pt x="3224" y="3229"/>
                  </a:lnTo>
                  <a:cubicBezTo>
                    <a:pt x="3224" y="3150"/>
                    <a:pt x="3291" y="3094"/>
                    <a:pt x="3359" y="3094"/>
                  </a:cubicBezTo>
                  <a:lnTo>
                    <a:pt x="6738" y="3094"/>
                  </a:lnTo>
                  <a:cubicBezTo>
                    <a:pt x="6952" y="3094"/>
                    <a:pt x="7133" y="2913"/>
                    <a:pt x="7133" y="2699"/>
                  </a:cubicBezTo>
                  <a:lnTo>
                    <a:pt x="7133" y="1571"/>
                  </a:lnTo>
                  <a:cubicBezTo>
                    <a:pt x="7133" y="1347"/>
                    <a:pt x="6952" y="1179"/>
                    <a:pt x="6738" y="1179"/>
                  </a:cubicBezTo>
                  <a:lnTo>
                    <a:pt x="3359" y="1179"/>
                  </a:lnTo>
                  <a:cubicBezTo>
                    <a:pt x="3291" y="1179"/>
                    <a:pt x="3224" y="1112"/>
                    <a:pt x="3224" y="1044"/>
                  </a:cubicBezTo>
                  <a:lnTo>
                    <a:pt x="3224" y="233"/>
                  </a:lnTo>
                  <a:cubicBezTo>
                    <a:pt x="3224" y="93"/>
                    <a:pt x="3116" y="1"/>
                    <a:pt x="2997"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 name="Google Shape;487;p37">
            <a:extLst>
              <a:ext uri="{FF2B5EF4-FFF2-40B4-BE49-F238E27FC236}">
                <a16:creationId xmlns:a16="http://schemas.microsoft.com/office/drawing/2014/main" id="{93C88399-9D02-46E9-889C-019A256AA0F0}"/>
              </a:ext>
            </a:extLst>
          </p:cNvPr>
          <p:cNvGrpSpPr/>
          <p:nvPr/>
        </p:nvGrpSpPr>
        <p:grpSpPr>
          <a:xfrm>
            <a:off x="4196714" y="2743357"/>
            <a:ext cx="361789" cy="361870"/>
            <a:chOff x="3169610" y="2635495"/>
            <a:chExt cx="361789" cy="361870"/>
          </a:xfrm>
        </p:grpSpPr>
        <p:sp>
          <p:nvSpPr>
            <p:cNvPr id="488" name="Google Shape;488;p37">
              <a:extLst>
                <a:ext uri="{FF2B5EF4-FFF2-40B4-BE49-F238E27FC236}">
                  <a16:creationId xmlns:a16="http://schemas.microsoft.com/office/drawing/2014/main" id="{E5ED144A-41BD-EED1-2F5A-7F867F282549}"/>
                </a:ext>
              </a:extLst>
            </p:cNvPr>
            <p:cNvSpPr/>
            <p:nvPr/>
          </p:nvSpPr>
          <p:spPr>
            <a:xfrm>
              <a:off x="3169610" y="2635495"/>
              <a:ext cx="361789" cy="361870"/>
            </a:xfrm>
            <a:custGeom>
              <a:avLst/>
              <a:gdLst/>
              <a:ahLst/>
              <a:cxnLst/>
              <a:rect l="l" t="t" r="r" b="b"/>
              <a:pathLst>
                <a:path w="13417" h="13420" extrusionOk="0">
                  <a:moveTo>
                    <a:pt x="6704" y="1"/>
                  </a:moveTo>
                  <a:cubicBezTo>
                    <a:pt x="2997" y="1"/>
                    <a:pt x="1" y="3010"/>
                    <a:pt x="1" y="6717"/>
                  </a:cubicBezTo>
                  <a:cubicBezTo>
                    <a:pt x="1" y="10410"/>
                    <a:pt x="2997" y="13419"/>
                    <a:pt x="6704" y="13419"/>
                  </a:cubicBezTo>
                  <a:cubicBezTo>
                    <a:pt x="10410" y="13419"/>
                    <a:pt x="13417" y="10410"/>
                    <a:pt x="13417" y="6717"/>
                  </a:cubicBezTo>
                  <a:cubicBezTo>
                    <a:pt x="13417" y="3010"/>
                    <a:pt x="10410" y="1"/>
                    <a:pt x="6704"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37">
              <a:extLst>
                <a:ext uri="{FF2B5EF4-FFF2-40B4-BE49-F238E27FC236}">
                  <a16:creationId xmlns:a16="http://schemas.microsoft.com/office/drawing/2014/main" id="{E4865B18-403E-FE1F-CCA8-21329C16AE26}"/>
                </a:ext>
              </a:extLst>
            </p:cNvPr>
            <p:cNvSpPr/>
            <p:nvPr/>
          </p:nvSpPr>
          <p:spPr>
            <a:xfrm>
              <a:off x="3210893" y="2677129"/>
              <a:ext cx="278899" cy="278899"/>
            </a:xfrm>
            <a:custGeom>
              <a:avLst/>
              <a:gdLst/>
              <a:ahLst/>
              <a:cxnLst/>
              <a:rect l="l" t="t" r="r" b="b"/>
              <a:pathLst>
                <a:path w="10343" h="10343" extrusionOk="0">
                  <a:moveTo>
                    <a:pt x="5173" y="1"/>
                  </a:moveTo>
                  <a:cubicBezTo>
                    <a:pt x="2323" y="1"/>
                    <a:pt x="0" y="2310"/>
                    <a:pt x="0" y="5173"/>
                  </a:cubicBezTo>
                  <a:cubicBezTo>
                    <a:pt x="0" y="8022"/>
                    <a:pt x="2323" y="10342"/>
                    <a:pt x="5173" y="10342"/>
                  </a:cubicBezTo>
                  <a:cubicBezTo>
                    <a:pt x="8033" y="10342"/>
                    <a:pt x="10342" y="8022"/>
                    <a:pt x="10342" y="5173"/>
                  </a:cubicBezTo>
                  <a:cubicBezTo>
                    <a:pt x="10342" y="2310"/>
                    <a:pt x="8033" y="1"/>
                    <a:pt x="5173"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90" name="Google Shape;490;p37">
              <a:extLst>
                <a:ext uri="{FF2B5EF4-FFF2-40B4-BE49-F238E27FC236}">
                  <a16:creationId xmlns:a16="http://schemas.microsoft.com/office/drawing/2014/main" id="{B226D3E1-A278-7C3C-505F-7410625E6A52}"/>
                </a:ext>
              </a:extLst>
            </p:cNvPr>
            <p:cNvSpPr/>
            <p:nvPr/>
          </p:nvSpPr>
          <p:spPr>
            <a:xfrm>
              <a:off x="3206363" y="2672976"/>
              <a:ext cx="288013" cy="287015"/>
            </a:xfrm>
            <a:custGeom>
              <a:avLst/>
              <a:gdLst/>
              <a:ahLst/>
              <a:cxnLst/>
              <a:rect l="l" t="t" r="r" b="b"/>
              <a:pathLst>
                <a:path w="10681" h="10644" extrusionOk="0">
                  <a:moveTo>
                    <a:pt x="1317" y="0"/>
                  </a:moveTo>
                  <a:cubicBezTo>
                    <a:pt x="1282" y="0"/>
                    <a:pt x="1246" y="14"/>
                    <a:pt x="1217" y="41"/>
                  </a:cubicBezTo>
                  <a:lnTo>
                    <a:pt x="68" y="1214"/>
                  </a:lnTo>
                  <a:cubicBezTo>
                    <a:pt x="11" y="1258"/>
                    <a:pt x="11" y="1350"/>
                    <a:pt x="68" y="1406"/>
                  </a:cubicBezTo>
                  <a:lnTo>
                    <a:pt x="3886" y="5224"/>
                  </a:lnTo>
                  <a:cubicBezTo>
                    <a:pt x="3943" y="5281"/>
                    <a:pt x="3943" y="5370"/>
                    <a:pt x="3886" y="5416"/>
                  </a:cubicBezTo>
                  <a:lnTo>
                    <a:pt x="57" y="9258"/>
                  </a:lnTo>
                  <a:cubicBezTo>
                    <a:pt x="1" y="9301"/>
                    <a:pt x="1" y="9382"/>
                    <a:pt x="44" y="9436"/>
                  </a:cubicBezTo>
                  <a:cubicBezTo>
                    <a:pt x="395" y="9877"/>
                    <a:pt x="787" y="10272"/>
                    <a:pt x="1239" y="10621"/>
                  </a:cubicBezTo>
                  <a:cubicBezTo>
                    <a:pt x="1265" y="10636"/>
                    <a:pt x="1294" y="10644"/>
                    <a:pt x="1323" y="10644"/>
                  </a:cubicBezTo>
                  <a:cubicBezTo>
                    <a:pt x="1356" y="10644"/>
                    <a:pt x="1390" y="10633"/>
                    <a:pt x="1420" y="10610"/>
                  </a:cubicBezTo>
                  <a:lnTo>
                    <a:pt x="5249" y="6779"/>
                  </a:lnTo>
                  <a:cubicBezTo>
                    <a:pt x="5272" y="6750"/>
                    <a:pt x="5305" y="6736"/>
                    <a:pt x="5341" y="6736"/>
                  </a:cubicBezTo>
                  <a:cubicBezTo>
                    <a:pt x="5376" y="6736"/>
                    <a:pt x="5412" y="6750"/>
                    <a:pt x="5441" y="6779"/>
                  </a:cubicBezTo>
                  <a:lnTo>
                    <a:pt x="9272" y="10610"/>
                  </a:lnTo>
                  <a:cubicBezTo>
                    <a:pt x="9296" y="10633"/>
                    <a:pt x="9330" y="10644"/>
                    <a:pt x="9363" y="10644"/>
                  </a:cubicBezTo>
                  <a:cubicBezTo>
                    <a:pt x="9392" y="10644"/>
                    <a:pt x="9419" y="10636"/>
                    <a:pt x="9439" y="10621"/>
                  </a:cubicBezTo>
                  <a:cubicBezTo>
                    <a:pt x="9891" y="10272"/>
                    <a:pt x="10296" y="9877"/>
                    <a:pt x="10634" y="9436"/>
                  </a:cubicBezTo>
                  <a:cubicBezTo>
                    <a:pt x="10680" y="9382"/>
                    <a:pt x="10680" y="9301"/>
                    <a:pt x="10634" y="9258"/>
                  </a:cubicBezTo>
                  <a:lnTo>
                    <a:pt x="6792" y="5416"/>
                  </a:lnTo>
                  <a:cubicBezTo>
                    <a:pt x="6736" y="5370"/>
                    <a:pt x="6736" y="5281"/>
                    <a:pt x="6792" y="5224"/>
                  </a:cubicBezTo>
                  <a:lnTo>
                    <a:pt x="10624" y="1406"/>
                  </a:lnTo>
                  <a:cubicBezTo>
                    <a:pt x="10670" y="1350"/>
                    <a:pt x="10670" y="1258"/>
                    <a:pt x="10624" y="1214"/>
                  </a:cubicBezTo>
                  <a:lnTo>
                    <a:pt x="9464" y="41"/>
                  </a:lnTo>
                  <a:cubicBezTo>
                    <a:pt x="9435" y="14"/>
                    <a:pt x="9402" y="0"/>
                    <a:pt x="9368" y="0"/>
                  </a:cubicBezTo>
                  <a:cubicBezTo>
                    <a:pt x="9334" y="0"/>
                    <a:pt x="9300" y="14"/>
                    <a:pt x="9272" y="41"/>
                  </a:cubicBezTo>
                  <a:lnTo>
                    <a:pt x="5441" y="3872"/>
                  </a:lnTo>
                  <a:cubicBezTo>
                    <a:pt x="5412" y="3901"/>
                    <a:pt x="5376" y="3915"/>
                    <a:pt x="5341" y="3915"/>
                  </a:cubicBezTo>
                  <a:cubicBezTo>
                    <a:pt x="5305" y="3915"/>
                    <a:pt x="5272" y="3901"/>
                    <a:pt x="5249" y="3872"/>
                  </a:cubicBezTo>
                  <a:lnTo>
                    <a:pt x="1409" y="41"/>
                  </a:lnTo>
                  <a:cubicBezTo>
                    <a:pt x="1386" y="14"/>
                    <a:pt x="1353" y="0"/>
                    <a:pt x="1317"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 name="Google Shape;491;p37">
            <a:extLst>
              <a:ext uri="{FF2B5EF4-FFF2-40B4-BE49-F238E27FC236}">
                <a16:creationId xmlns:a16="http://schemas.microsoft.com/office/drawing/2014/main" id="{180E1235-780C-7212-8B16-A8013A07B034}"/>
              </a:ext>
            </a:extLst>
          </p:cNvPr>
          <p:cNvGrpSpPr/>
          <p:nvPr/>
        </p:nvGrpSpPr>
        <p:grpSpPr>
          <a:xfrm>
            <a:off x="4196714" y="1011822"/>
            <a:ext cx="361789" cy="361843"/>
            <a:chOff x="3158986" y="2001224"/>
            <a:chExt cx="361789" cy="361843"/>
          </a:xfrm>
        </p:grpSpPr>
        <p:sp>
          <p:nvSpPr>
            <p:cNvPr id="492" name="Google Shape;492;p37">
              <a:extLst>
                <a:ext uri="{FF2B5EF4-FFF2-40B4-BE49-F238E27FC236}">
                  <a16:creationId xmlns:a16="http://schemas.microsoft.com/office/drawing/2014/main" id="{A03581D6-B7B9-D80E-8697-DB839CD59E2D}"/>
                </a:ext>
              </a:extLst>
            </p:cNvPr>
            <p:cNvSpPr/>
            <p:nvPr/>
          </p:nvSpPr>
          <p:spPr>
            <a:xfrm>
              <a:off x="3158986" y="2001224"/>
              <a:ext cx="361789" cy="361843"/>
            </a:xfrm>
            <a:custGeom>
              <a:avLst/>
              <a:gdLst/>
              <a:ahLst/>
              <a:cxnLst/>
              <a:rect l="l" t="t" r="r" b="b"/>
              <a:pathLst>
                <a:path w="13417" h="13419" extrusionOk="0">
                  <a:moveTo>
                    <a:pt x="6714" y="0"/>
                  </a:moveTo>
                  <a:cubicBezTo>
                    <a:pt x="3007" y="0"/>
                    <a:pt x="0" y="3010"/>
                    <a:pt x="0" y="6716"/>
                  </a:cubicBezTo>
                  <a:cubicBezTo>
                    <a:pt x="0" y="10410"/>
                    <a:pt x="3007" y="13419"/>
                    <a:pt x="6714" y="13419"/>
                  </a:cubicBezTo>
                  <a:cubicBezTo>
                    <a:pt x="10420" y="13419"/>
                    <a:pt x="13416" y="10410"/>
                    <a:pt x="13416" y="6716"/>
                  </a:cubicBezTo>
                  <a:cubicBezTo>
                    <a:pt x="13416" y="3010"/>
                    <a:pt x="10420" y="0"/>
                    <a:pt x="6714"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7">
              <a:extLst>
                <a:ext uri="{FF2B5EF4-FFF2-40B4-BE49-F238E27FC236}">
                  <a16:creationId xmlns:a16="http://schemas.microsoft.com/office/drawing/2014/main" id="{08DFDC56-6307-3F80-2663-11382220D90B}"/>
                </a:ext>
              </a:extLst>
            </p:cNvPr>
            <p:cNvSpPr/>
            <p:nvPr/>
          </p:nvSpPr>
          <p:spPr>
            <a:xfrm>
              <a:off x="3200620" y="2042858"/>
              <a:ext cx="278872" cy="278872"/>
            </a:xfrm>
            <a:custGeom>
              <a:avLst/>
              <a:gdLst/>
              <a:ahLst/>
              <a:cxnLst/>
              <a:rect l="l" t="t" r="r" b="b"/>
              <a:pathLst>
                <a:path w="10342" h="10342" extrusionOk="0">
                  <a:moveTo>
                    <a:pt x="5170" y="0"/>
                  </a:moveTo>
                  <a:cubicBezTo>
                    <a:pt x="2309" y="0"/>
                    <a:pt x="0" y="2309"/>
                    <a:pt x="0" y="5172"/>
                  </a:cubicBezTo>
                  <a:cubicBezTo>
                    <a:pt x="0" y="8022"/>
                    <a:pt x="2309" y="10342"/>
                    <a:pt x="5170" y="10342"/>
                  </a:cubicBezTo>
                  <a:cubicBezTo>
                    <a:pt x="8019" y="10342"/>
                    <a:pt x="10342" y="8022"/>
                    <a:pt x="10342" y="5172"/>
                  </a:cubicBezTo>
                  <a:cubicBezTo>
                    <a:pt x="10342" y="2309"/>
                    <a:pt x="8019" y="0"/>
                    <a:pt x="5170"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7">
              <a:extLst>
                <a:ext uri="{FF2B5EF4-FFF2-40B4-BE49-F238E27FC236}">
                  <a16:creationId xmlns:a16="http://schemas.microsoft.com/office/drawing/2014/main" id="{5D4114BB-0139-53CA-A381-71EEADC6FF1F}"/>
                </a:ext>
              </a:extLst>
            </p:cNvPr>
            <p:cNvSpPr/>
            <p:nvPr/>
          </p:nvSpPr>
          <p:spPr>
            <a:xfrm>
              <a:off x="3264689" y="2126989"/>
              <a:ext cx="69003" cy="114844"/>
            </a:xfrm>
            <a:custGeom>
              <a:avLst/>
              <a:gdLst/>
              <a:ahLst/>
              <a:cxnLst/>
              <a:rect l="l" t="t" r="r" b="b"/>
              <a:pathLst>
                <a:path w="2559" h="4259" extrusionOk="0">
                  <a:moveTo>
                    <a:pt x="474" y="0"/>
                  </a:moveTo>
                  <a:cubicBezTo>
                    <a:pt x="395" y="0"/>
                    <a:pt x="349" y="79"/>
                    <a:pt x="339" y="203"/>
                  </a:cubicBezTo>
                  <a:lnTo>
                    <a:pt x="203" y="1782"/>
                  </a:lnTo>
                  <a:cubicBezTo>
                    <a:pt x="203" y="1815"/>
                    <a:pt x="193" y="1882"/>
                    <a:pt x="193" y="1917"/>
                  </a:cubicBezTo>
                  <a:cubicBezTo>
                    <a:pt x="193" y="2063"/>
                    <a:pt x="260" y="2152"/>
                    <a:pt x="449" y="2152"/>
                  </a:cubicBezTo>
                  <a:lnTo>
                    <a:pt x="1274" y="2152"/>
                  </a:lnTo>
                  <a:cubicBezTo>
                    <a:pt x="1701" y="2152"/>
                    <a:pt x="1950" y="2390"/>
                    <a:pt x="1950" y="2885"/>
                  </a:cubicBezTo>
                  <a:lnTo>
                    <a:pt x="1950" y="2999"/>
                  </a:lnTo>
                  <a:cubicBezTo>
                    <a:pt x="1950" y="3494"/>
                    <a:pt x="1701" y="3718"/>
                    <a:pt x="1274" y="3718"/>
                  </a:cubicBezTo>
                  <a:cubicBezTo>
                    <a:pt x="901" y="3718"/>
                    <a:pt x="609" y="3526"/>
                    <a:pt x="609" y="3202"/>
                  </a:cubicBezTo>
                  <a:cubicBezTo>
                    <a:pt x="609" y="3066"/>
                    <a:pt x="552" y="2953"/>
                    <a:pt x="303" y="2953"/>
                  </a:cubicBezTo>
                  <a:cubicBezTo>
                    <a:pt x="111" y="2953"/>
                    <a:pt x="1" y="3020"/>
                    <a:pt x="1" y="3245"/>
                  </a:cubicBezTo>
                  <a:cubicBezTo>
                    <a:pt x="1" y="3775"/>
                    <a:pt x="463" y="4259"/>
                    <a:pt x="1285" y="4259"/>
                  </a:cubicBezTo>
                  <a:cubicBezTo>
                    <a:pt x="1982" y="4259"/>
                    <a:pt x="2558" y="3921"/>
                    <a:pt x="2558" y="2999"/>
                  </a:cubicBezTo>
                  <a:lnTo>
                    <a:pt x="2558" y="2907"/>
                  </a:lnTo>
                  <a:cubicBezTo>
                    <a:pt x="2558" y="2006"/>
                    <a:pt x="1982" y="1679"/>
                    <a:pt x="1250" y="1679"/>
                  </a:cubicBezTo>
                  <a:lnTo>
                    <a:pt x="733" y="1679"/>
                  </a:lnTo>
                  <a:lnTo>
                    <a:pt x="812" y="552"/>
                  </a:lnTo>
                  <a:lnTo>
                    <a:pt x="2174" y="552"/>
                  </a:lnTo>
                  <a:cubicBezTo>
                    <a:pt x="2299" y="552"/>
                    <a:pt x="2366" y="417"/>
                    <a:pt x="2366" y="282"/>
                  </a:cubicBezTo>
                  <a:cubicBezTo>
                    <a:pt x="2366" y="146"/>
                    <a:pt x="2299" y="0"/>
                    <a:pt x="2174"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7">
              <a:extLst>
                <a:ext uri="{FF2B5EF4-FFF2-40B4-BE49-F238E27FC236}">
                  <a16:creationId xmlns:a16="http://schemas.microsoft.com/office/drawing/2014/main" id="{8A42B07C-2B64-C76F-0876-81E8C446CDF8}"/>
                </a:ext>
              </a:extLst>
            </p:cNvPr>
            <p:cNvSpPr/>
            <p:nvPr/>
          </p:nvSpPr>
          <p:spPr>
            <a:xfrm>
              <a:off x="3346420" y="2126989"/>
              <a:ext cx="69866" cy="114844"/>
            </a:xfrm>
            <a:custGeom>
              <a:avLst/>
              <a:gdLst/>
              <a:ahLst/>
              <a:cxnLst/>
              <a:rect l="l" t="t" r="r" b="b"/>
              <a:pathLst>
                <a:path w="2591" h="4259" extrusionOk="0">
                  <a:moveTo>
                    <a:pt x="1271" y="552"/>
                  </a:moveTo>
                  <a:cubicBezTo>
                    <a:pt x="1701" y="552"/>
                    <a:pt x="1961" y="790"/>
                    <a:pt x="1961" y="1295"/>
                  </a:cubicBezTo>
                  <a:lnTo>
                    <a:pt x="1961" y="2974"/>
                  </a:lnTo>
                  <a:cubicBezTo>
                    <a:pt x="1961" y="3483"/>
                    <a:pt x="1701" y="3707"/>
                    <a:pt x="1271" y="3707"/>
                  </a:cubicBezTo>
                  <a:cubicBezTo>
                    <a:pt x="844" y="3707"/>
                    <a:pt x="595" y="3483"/>
                    <a:pt x="595" y="2974"/>
                  </a:cubicBezTo>
                  <a:lnTo>
                    <a:pt x="595" y="1295"/>
                  </a:lnTo>
                  <a:cubicBezTo>
                    <a:pt x="595" y="790"/>
                    <a:pt x="844" y="552"/>
                    <a:pt x="1271" y="552"/>
                  </a:cubicBezTo>
                  <a:close/>
                  <a:moveTo>
                    <a:pt x="1296" y="0"/>
                  </a:moveTo>
                  <a:cubicBezTo>
                    <a:pt x="563" y="0"/>
                    <a:pt x="1" y="363"/>
                    <a:pt x="1" y="1295"/>
                  </a:cubicBezTo>
                  <a:lnTo>
                    <a:pt x="1" y="2974"/>
                  </a:lnTo>
                  <a:cubicBezTo>
                    <a:pt x="1" y="3910"/>
                    <a:pt x="563" y="4259"/>
                    <a:pt x="1296" y="4259"/>
                  </a:cubicBezTo>
                  <a:cubicBezTo>
                    <a:pt x="2015" y="4259"/>
                    <a:pt x="2591" y="3910"/>
                    <a:pt x="2591" y="2974"/>
                  </a:cubicBezTo>
                  <a:lnTo>
                    <a:pt x="2591" y="1295"/>
                  </a:lnTo>
                  <a:cubicBezTo>
                    <a:pt x="2591" y="363"/>
                    <a:pt x="2015" y="0"/>
                    <a:pt x="1296"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 name="Google Shape;496;p37">
            <a:extLst>
              <a:ext uri="{FF2B5EF4-FFF2-40B4-BE49-F238E27FC236}">
                <a16:creationId xmlns:a16="http://schemas.microsoft.com/office/drawing/2014/main" id="{631F10C0-0A15-1E3D-BC1C-E9BEDD63DFA7}"/>
              </a:ext>
            </a:extLst>
          </p:cNvPr>
          <p:cNvGrpSpPr/>
          <p:nvPr/>
        </p:nvGrpSpPr>
        <p:grpSpPr>
          <a:xfrm>
            <a:off x="1770950" y="1053105"/>
            <a:ext cx="361843" cy="361870"/>
            <a:chOff x="3138277" y="1439840"/>
            <a:chExt cx="361843" cy="361870"/>
          </a:xfrm>
        </p:grpSpPr>
        <p:sp>
          <p:nvSpPr>
            <p:cNvPr id="497" name="Google Shape;497;p37">
              <a:extLst>
                <a:ext uri="{FF2B5EF4-FFF2-40B4-BE49-F238E27FC236}">
                  <a16:creationId xmlns:a16="http://schemas.microsoft.com/office/drawing/2014/main" id="{2E6119A2-7EA4-B917-EB67-2F1D8437AA7B}"/>
                </a:ext>
              </a:extLst>
            </p:cNvPr>
            <p:cNvSpPr/>
            <p:nvPr/>
          </p:nvSpPr>
          <p:spPr>
            <a:xfrm>
              <a:off x="3138277" y="1439840"/>
              <a:ext cx="361843" cy="361870"/>
            </a:xfrm>
            <a:custGeom>
              <a:avLst/>
              <a:gdLst/>
              <a:ahLst/>
              <a:cxnLst/>
              <a:rect l="l" t="t" r="r" b="b"/>
              <a:pathLst>
                <a:path w="13419" h="13420" extrusionOk="0">
                  <a:moveTo>
                    <a:pt x="6706" y="1"/>
                  </a:moveTo>
                  <a:cubicBezTo>
                    <a:pt x="3010" y="1"/>
                    <a:pt x="0" y="2999"/>
                    <a:pt x="0" y="6703"/>
                  </a:cubicBezTo>
                  <a:cubicBezTo>
                    <a:pt x="0" y="10410"/>
                    <a:pt x="3010" y="13419"/>
                    <a:pt x="6706" y="13419"/>
                  </a:cubicBezTo>
                  <a:cubicBezTo>
                    <a:pt x="10410" y="13419"/>
                    <a:pt x="13419" y="10410"/>
                    <a:pt x="13419" y="6703"/>
                  </a:cubicBezTo>
                  <a:cubicBezTo>
                    <a:pt x="13419" y="2999"/>
                    <a:pt x="10410" y="1"/>
                    <a:pt x="6706"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37">
              <a:extLst>
                <a:ext uri="{FF2B5EF4-FFF2-40B4-BE49-F238E27FC236}">
                  <a16:creationId xmlns:a16="http://schemas.microsoft.com/office/drawing/2014/main" id="{AFC51D8B-EF0F-66F9-6E5A-5BD48709EF81}"/>
                </a:ext>
              </a:extLst>
            </p:cNvPr>
            <p:cNvSpPr/>
            <p:nvPr/>
          </p:nvSpPr>
          <p:spPr>
            <a:xfrm>
              <a:off x="3165026" y="1466319"/>
              <a:ext cx="308345" cy="308641"/>
            </a:xfrm>
            <a:custGeom>
              <a:avLst/>
              <a:gdLst/>
              <a:ahLst/>
              <a:cxnLst/>
              <a:rect l="l" t="t" r="r" b="b"/>
              <a:pathLst>
                <a:path w="11435" h="11446" extrusionOk="0">
                  <a:moveTo>
                    <a:pt x="5714" y="395"/>
                  </a:moveTo>
                  <a:cubicBezTo>
                    <a:pt x="8653" y="395"/>
                    <a:pt x="11040" y="2782"/>
                    <a:pt x="11040" y="5721"/>
                  </a:cubicBezTo>
                  <a:cubicBezTo>
                    <a:pt x="11040" y="8663"/>
                    <a:pt x="8653" y="11050"/>
                    <a:pt x="5714" y="11050"/>
                  </a:cubicBezTo>
                  <a:cubicBezTo>
                    <a:pt x="2783" y="11050"/>
                    <a:pt x="385" y="8663"/>
                    <a:pt x="385" y="5721"/>
                  </a:cubicBezTo>
                  <a:cubicBezTo>
                    <a:pt x="385" y="2782"/>
                    <a:pt x="2783" y="395"/>
                    <a:pt x="5714" y="395"/>
                  </a:cubicBezTo>
                  <a:close/>
                  <a:moveTo>
                    <a:pt x="5714" y="0"/>
                  </a:moveTo>
                  <a:cubicBezTo>
                    <a:pt x="4191" y="0"/>
                    <a:pt x="2750" y="598"/>
                    <a:pt x="1669" y="1679"/>
                  </a:cubicBezTo>
                  <a:cubicBezTo>
                    <a:pt x="587" y="2761"/>
                    <a:pt x="1" y="4191"/>
                    <a:pt x="1" y="5721"/>
                  </a:cubicBezTo>
                  <a:cubicBezTo>
                    <a:pt x="1" y="7254"/>
                    <a:pt x="587" y="8685"/>
                    <a:pt x="1669" y="9766"/>
                  </a:cubicBezTo>
                  <a:cubicBezTo>
                    <a:pt x="2750" y="10848"/>
                    <a:pt x="4191" y="11445"/>
                    <a:pt x="5714" y="11445"/>
                  </a:cubicBezTo>
                  <a:cubicBezTo>
                    <a:pt x="7244" y="11445"/>
                    <a:pt x="8688" y="10848"/>
                    <a:pt x="9756" y="9766"/>
                  </a:cubicBezTo>
                  <a:cubicBezTo>
                    <a:pt x="10837" y="8685"/>
                    <a:pt x="11435" y="7254"/>
                    <a:pt x="11435" y="5721"/>
                  </a:cubicBezTo>
                  <a:cubicBezTo>
                    <a:pt x="11435" y="4191"/>
                    <a:pt x="10837" y="2761"/>
                    <a:pt x="9756" y="1679"/>
                  </a:cubicBezTo>
                  <a:cubicBezTo>
                    <a:pt x="8688" y="598"/>
                    <a:pt x="7244" y="0"/>
                    <a:pt x="5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7">
              <a:extLst>
                <a:ext uri="{FF2B5EF4-FFF2-40B4-BE49-F238E27FC236}">
                  <a16:creationId xmlns:a16="http://schemas.microsoft.com/office/drawing/2014/main" id="{A9E4BEE3-2493-5EEB-7CED-9F71E9A0D2BA}"/>
                </a:ext>
              </a:extLst>
            </p:cNvPr>
            <p:cNvSpPr/>
            <p:nvPr/>
          </p:nvSpPr>
          <p:spPr>
            <a:xfrm>
              <a:off x="3227935" y="1596021"/>
              <a:ext cx="182310" cy="48645"/>
            </a:xfrm>
            <a:custGeom>
              <a:avLst/>
              <a:gdLst/>
              <a:ahLst/>
              <a:cxnLst/>
              <a:rect l="l" t="t" r="r" b="b"/>
              <a:pathLst>
                <a:path w="6761" h="1804" extrusionOk="0">
                  <a:moveTo>
                    <a:pt x="293" y="0"/>
                  </a:moveTo>
                  <a:cubicBezTo>
                    <a:pt x="136" y="0"/>
                    <a:pt x="1" y="125"/>
                    <a:pt x="1" y="292"/>
                  </a:cubicBezTo>
                  <a:lnTo>
                    <a:pt x="1" y="1509"/>
                  </a:lnTo>
                  <a:cubicBezTo>
                    <a:pt x="1" y="1679"/>
                    <a:pt x="136" y="1804"/>
                    <a:pt x="293" y="1804"/>
                  </a:cubicBezTo>
                  <a:lnTo>
                    <a:pt x="6466" y="1804"/>
                  </a:lnTo>
                  <a:cubicBezTo>
                    <a:pt x="6636" y="1804"/>
                    <a:pt x="6760" y="1679"/>
                    <a:pt x="6760" y="1509"/>
                  </a:cubicBezTo>
                  <a:lnTo>
                    <a:pt x="6760" y="292"/>
                  </a:lnTo>
                  <a:cubicBezTo>
                    <a:pt x="6760" y="125"/>
                    <a:pt x="6636" y="0"/>
                    <a:pt x="64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40805910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539"/>
        <p:cNvGrpSpPr/>
        <p:nvPr/>
      </p:nvGrpSpPr>
      <p:grpSpPr>
        <a:xfrm>
          <a:off x="0" y="0"/>
          <a:ext cx="0" cy="0"/>
          <a:chOff x="0" y="0"/>
          <a:chExt cx="0" cy="0"/>
        </a:xfrm>
      </p:grpSpPr>
      <p:sp>
        <p:nvSpPr>
          <p:cNvPr id="540" name="Google Shape;540;p39"/>
          <p:cNvSpPr txBox="1"/>
          <p:nvPr/>
        </p:nvSpPr>
        <p:spPr>
          <a:xfrm>
            <a:off x="5537150" y="2349188"/>
            <a:ext cx="2886900" cy="1509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DM Sans"/>
                <a:ea typeface="DM Sans"/>
                <a:cs typeface="DM Sans"/>
                <a:sym typeface="DM Sans"/>
              </a:rPr>
              <a:t>Our marketing budget is divided into social media advertising (30%), email marketing (20%), paid search ads (25%), and 25% for content marketing and influencer partnerships. This allocation is based on our previous campaign's effectiveness and targets</a:t>
            </a:r>
            <a:endParaRPr sz="1200">
              <a:solidFill>
                <a:schemeClr val="dk1"/>
              </a:solidFill>
              <a:latin typeface="DM Sans"/>
              <a:ea typeface="DM Sans"/>
              <a:cs typeface="DM Sans"/>
              <a:sym typeface="DM Sans"/>
            </a:endParaRPr>
          </a:p>
        </p:txBody>
      </p:sp>
      <p:sp>
        <p:nvSpPr>
          <p:cNvPr id="541" name="Google Shape;541;p3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Pie chart</a:t>
            </a:r>
            <a:endParaRPr/>
          </a:p>
        </p:txBody>
      </p:sp>
      <p:sp>
        <p:nvSpPr>
          <p:cNvPr id="542" name="Google Shape;542;p39"/>
          <p:cNvSpPr txBox="1"/>
          <p:nvPr/>
        </p:nvSpPr>
        <p:spPr>
          <a:xfrm>
            <a:off x="535950" y="4364950"/>
            <a:ext cx="8072100" cy="245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000">
                <a:solidFill>
                  <a:schemeClr val="dk1"/>
                </a:solidFill>
                <a:latin typeface="DM Sans"/>
                <a:ea typeface="DM Sans"/>
                <a:cs typeface="DM Sans"/>
                <a:sym typeface="DM Sans"/>
              </a:rPr>
              <a:t>Follow the link in the graph to modify its data and then paste the new one here. </a:t>
            </a:r>
            <a:r>
              <a:rPr lang="en" sz="1000" b="1" u="sng">
                <a:solidFill>
                  <a:schemeClr val="hlink"/>
                </a:solidFill>
                <a:latin typeface="DM Sans"/>
                <a:ea typeface="DM Sans"/>
                <a:cs typeface="DM Sans"/>
                <a:sym typeface="DM Sans"/>
                <a:hlinkClick r:id="rId3"/>
              </a:rPr>
              <a:t>For more info, click here</a:t>
            </a:r>
            <a:endParaRPr sz="1000" b="1">
              <a:solidFill>
                <a:schemeClr val="dk1"/>
              </a:solidFill>
              <a:latin typeface="DM Sans"/>
              <a:ea typeface="DM Sans"/>
              <a:cs typeface="DM Sans"/>
              <a:sym typeface="DM Sans"/>
            </a:endParaRPr>
          </a:p>
        </p:txBody>
      </p:sp>
      <p:sp>
        <p:nvSpPr>
          <p:cNvPr id="543" name="Google Shape;543;p39"/>
          <p:cNvSpPr txBox="1"/>
          <p:nvPr/>
        </p:nvSpPr>
        <p:spPr>
          <a:xfrm>
            <a:off x="5537150" y="1929238"/>
            <a:ext cx="2886900" cy="477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b="1">
                <a:solidFill>
                  <a:schemeClr val="dk1"/>
                </a:solidFill>
                <a:latin typeface="Lexend"/>
                <a:ea typeface="Lexend"/>
                <a:cs typeface="Lexend"/>
                <a:sym typeface="Lexend"/>
              </a:rPr>
              <a:t>The budget breakdown</a:t>
            </a:r>
            <a:endParaRPr sz="1800" b="1">
              <a:solidFill>
                <a:schemeClr val="dk1"/>
              </a:solidFill>
              <a:latin typeface="Lexend"/>
              <a:ea typeface="Lexend"/>
              <a:cs typeface="Lexend"/>
              <a:sym typeface="Lexend"/>
            </a:endParaRPr>
          </a:p>
        </p:txBody>
      </p:sp>
      <p:pic>
        <p:nvPicPr>
          <p:cNvPr id="544" name="Google Shape;544;p39">
            <a:hlinkClick r:id="rId4"/>
          </p:cNvPr>
          <p:cNvPicPr preferRelativeResize="0"/>
          <p:nvPr/>
        </p:nvPicPr>
        <p:blipFill>
          <a:blip r:embed="rId5">
            <a:alphaModFix/>
          </a:blip>
          <a:stretch>
            <a:fillRect/>
          </a:stretch>
        </p:blipFill>
        <p:spPr>
          <a:xfrm>
            <a:off x="643000" y="1084250"/>
            <a:ext cx="4657944" cy="3042424"/>
          </a:xfrm>
          <a:prstGeom prst="rect">
            <a:avLst/>
          </a:prstGeom>
          <a:noFill/>
          <a:ln>
            <a:noFill/>
          </a:ln>
        </p:spPr>
      </p:pic>
      <p:grpSp>
        <p:nvGrpSpPr>
          <p:cNvPr id="545" name="Google Shape;545;p39"/>
          <p:cNvGrpSpPr/>
          <p:nvPr/>
        </p:nvGrpSpPr>
        <p:grpSpPr>
          <a:xfrm>
            <a:off x="5619622" y="1191722"/>
            <a:ext cx="739395" cy="737526"/>
            <a:chOff x="1536529" y="3238675"/>
            <a:chExt cx="362733" cy="361816"/>
          </a:xfrm>
        </p:grpSpPr>
        <p:sp>
          <p:nvSpPr>
            <p:cNvPr id="546" name="Google Shape;546;p39"/>
            <p:cNvSpPr/>
            <p:nvPr/>
          </p:nvSpPr>
          <p:spPr>
            <a:xfrm>
              <a:off x="1536529" y="3238675"/>
              <a:ext cx="362733" cy="361816"/>
            </a:xfrm>
            <a:custGeom>
              <a:avLst/>
              <a:gdLst/>
              <a:ahLst/>
              <a:cxnLst/>
              <a:rect l="l" t="t" r="r" b="b"/>
              <a:pathLst>
                <a:path w="13452" h="13418" extrusionOk="0">
                  <a:moveTo>
                    <a:pt x="6724" y="0"/>
                  </a:moveTo>
                  <a:cubicBezTo>
                    <a:pt x="6676" y="0"/>
                    <a:pt x="6628" y="17"/>
                    <a:pt x="6589" y="51"/>
                  </a:cubicBezTo>
                  <a:lnTo>
                    <a:pt x="68" y="6572"/>
                  </a:lnTo>
                  <a:cubicBezTo>
                    <a:pt x="0" y="6653"/>
                    <a:pt x="0" y="6764"/>
                    <a:pt x="68" y="6843"/>
                  </a:cubicBezTo>
                  <a:lnTo>
                    <a:pt x="6589" y="13367"/>
                  </a:lnTo>
                  <a:cubicBezTo>
                    <a:pt x="6628" y="13401"/>
                    <a:pt x="6676" y="13417"/>
                    <a:pt x="6724" y="13417"/>
                  </a:cubicBezTo>
                  <a:cubicBezTo>
                    <a:pt x="6772" y="13417"/>
                    <a:pt x="6820" y="13401"/>
                    <a:pt x="6860" y="13367"/>
                  </a:cubicBezTo>
                  <a:lnTo>
                    <a:pt x="13384" y="6843"/>
                  </a:lnTo>
                  <a:cubicBezTo>
                    <a:pt x="13451" y="6764"/>
                    <a:pt x="13451" y="6653"/>
                    <a:pt x="13384" y="6572"/>
                  </a:cubicBezTo>
                  <a:lnTo>
                    <a:pt x="6860" y="51"/>
                  </a:lnTo>
                  <a:cubicBezTo>
                    <a:pt x="6820" y="17"/>
                    <a:pt x="6772" y="0"/>
                    <a:pt x="6724"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9"/>
            <p:cNvSpPr/>
            <p:nvPr/>
          </p:nvSpPr>
          <p:spPr>
            <a:xfrm>
              <a:off x="1630637" y="3332702"/>
              <a:ext cx="174706" cy="173762"/>
            </a:xfrm>
            <a:custGeom>
              <a:avLst/>
              <a:gdLst/>
              <a:ahLst/>
              <a:cxnLst/>
              <a:rect l="l" t="t" r="r" b="b"/>
              <a:pathLst>
                <a:path w="6479" h="6444" extrusionOk="0">
                  <a:moveTo>
                    <a:pt x="2750" y="0"/>
                  </a:moveTo>
                  <a:cubicBezTo>
                    <a:pt x="2569" y="0"/>
                    <a:pt x="2412" y="146"/>
                    <a:pt x="2412" y="327"/>
                  </a:cubicBezTo>
                  <a:lnTo>
                    <a:pt x="2412" y="2274"/>
                  </a:lnTo>
                  <a:cubicBezTo>
                    <a:pt x="2412" y="2342"/>
                    <a:pt x="2356" y="2409"/>
                    <a:pt x="2277" y="2409"/>
                  </a:cubicBezTo>
                  <a:lnTo>
                    <a:pt x="339" y="2409"/>
                  </a:lnTo>
                  <a:cubicBezTo>
                    <a:pt x="160" y="2409"/>
                    <a:pt x="1" y="2558"/>
                    <a:pt x="1" y="2736"/>
                  </a:cubicBezTo>
                  <a:lnTo>
                    <a:pt x="1" y="3694"/>
                  </a:lnTo>
                  <a:cubicBezTo>
                    <a:pt x="1" y="3886"/>
                    <a:pt x="160" y="4032"/>
                    <a:pt x="339" y="4032"/>
                  </a:cubicBezTo>
                  <a:lnTo>
                    <a:pt x="2277" y="4032"/>
                  </a:lnTo>
                  <a:cubicBezTo>
                    <a:pt x="2356" y="4032"/>
                    <a:pt x="2412" y="4088"/>
                    <a:pt x="2412" y="4167"/>
                  </a:cubicBezTo>
                  <a:lnTo>
                    <a:pt x="2412" y="6105"/>
                  </a:lnTo>
                  <a:cubicBezTo>
                    <a:pt x="2412" y="6297"/>
                    <a:pt x="2569" y="6443"/>
                    <a:pt x="2750" y="6443"/>
                  </a:cubicBezTo>
                  <a:lnTo>
                    <a:pt x="3729" y="6443"/>
                  </a:lnTo>
                  <a:cubicBezTo>
                    <a:pt x="3921" y="6443"/>
                    <a:pt x="4067" y="6297"/>
                    <a:pt x="4067" y="6105"/>
                  </a:cubicBezTo>
                  <a:lnTo>
                    <a:pt x="4067" y="4167"/>
                  </a:lnTo>
                  <a:cubicBezTo>
                    <a:pt x="4067" y="4088"/>
                    <a:pt x="4124" y="4032"/>
                    <a:pt x="4202" y="4032"/>
                  </a:cubicBezTo>
                  <a:lnTo>
                    <a:pt x="6141" y="4032"/>
                  </a:lnTo>
                  <a:cubicBezTo>
                    <a:pt x="6333" y="4032"/>
                    <a:pt x="6479" y="3886"/>
                    <a:pt x="6479" y="3694"/>
                  </a:cubicBezTo>
                  <a:lnTo>
                    <a:pt x="6479" y="2736"/>
                  </a:lnTo>
                  <a:cubicBezTo>
                    <a:pt x="6479" y="2558"/>
                    <a:pt x="6333" y="2409"/>
                    <a:pt x="6141" y="2409"/>
                  </a:cubicBezTo>
                  <a:lnTo>
                    <a:pt x="4181" y="2409"/>
                  </a:lnTo>
                  <a:cubicBezTo>
                    <a:pt x="4102" y="2409"/>
                    <a:pt x="4046" y="2342"/>
                    <a:pt x="4046" y="2274"/>
                  </a:cubicBezTo>
                  <a:lnTo>
                    <a:pt x="4046" y="327"/>
                  </a:lnTo>
                  <a:cubicBezTo>
                    <a:pt x="4046" y="146"/>
                    <a:pt x="3889" y="0"/>
                    <a:pt x="370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9"/>
            <p:cNvSpPr/>
            <p:nvPr/>
          </p:nvSpPr>
          <p:spPr>
            <a:xfrm>
              <a:off x="1695676" y="3332702"/>
              <a:ext cx="109667" cy="108723"/>
            </a:xfrm>
            <a:custGeom>
              <a:avLst/>
              <a:gdLst/>
              <a:ahLst/>
              <a:cxnLst/>
              <a:rect l="l" t="t" r="r" b="b"/>
              <a:pathLst>
                <a:path w="4067" h="4032" extrusionOk="0">
                  <a:moveTo>
                    <a:pt x="338" y="0"/>
                  </a:moveTo>
                  <a:cubicBezTo>
                    <a:pt x="157" y="0"/>
                    <a:pt x="0" y="146"/>
                    <a:pt x="0" y="327"/>
                  </a:cubicBezTo>
                  <a:lnTo>
                    <a:pt x="0" y="676"/>
                  </a:lnTo>
                  <a:lnTo>
                    <a:pt x="766" y="676"/>
                  </a:lnTo>
                  <a:cubicBezTo>
                    <a:pt x="958" y="676"/>
                    <a:pt x="1104" y="833"/>
                    <a:pt x="1104" y="1014"/>
                  </a:cubicBezTo>
                  <a:lnTo>
                    <a:pt x="1104" y="2850"/>
                  </a:lnTo>
                  <a:cubicBezTo>
                    <a:pt x="1104" y="2996"/>
                    <a:pt x="1228" y="3120"/>
                    <a:pt x="1374" y="3120"/>
                  </a:cubicBezTo>
                  <a:lnTo>
                    <a:pt x="3177" y="3120"/>
                  </a:lnTo>
                  <a:cubicBezTo>
                    <a:pt x="3369" y="3120"/>
                    <a:pt x="3515" y="3266"/>
                    <a:pt x="3515" y="3448"/>
                  </a:cubicBezTo>
                  <a:lnTo>
                    <a:pt x="3515" y="4032"/>
                  </a:lnTo>
                  <a:lnTo>
                    <a:pt x="3729" y="4032"/>
                  </a:lnTo>
                  <a:cubicBezTo>
                    <a:pt x="3921" y="4032"/>
                    <a:pt x="4067" y="3886"/>
                    <a:pt x="4067" y="3694"/>
                  </a:cubicBezTo>
                  <a:lnTo>
                    <a:pt x="4067" y="2736"/>
                  </a:lnTo>
                  <a:cubicBezTo>
                    <a:pt x="4067" y="2558"/>
                    <a:pt x="3921" y="2409"/>
                    <a:pt x="3729" y="2409"/>
                  </a:cubicBezTo>
                  <a:lnTo>
                    <a:pt x="1790" y="2409"/>
                  </a:lnTo>
                  <a:cubicBezTo>
                    <a:pt x="1712" y="2409"/>
                    <a:pt x="1655" y="2342"/>
                    <a:pt x="1655" y="2274"/>
                  </a:cubicBezTo>
                  <a:lnTo>
                    <a:pt x="1655" y="327"/>
                  </a:lnTo>
                  <a:cubicBezTo>
                    <a:pt x="1655" y="146"/>
                    <a:pt x="1509" y="0"/>
                    <a:pt x="1317"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52"/>
        <p:cNvGrpSpPr/>
        <p:nvPr/>
      </p:nvGrpSpPr>
      <p:grpSpPr>
        <a:xfrm>
          <a:off x="0" y="0"/>
          <a:ext cx="0" cy="0"/>
          <a:chOff x="0" y="0"/>
          <a:chExt cx="0" cy="0"/>
        </a:xfrm>
      </p:grpSpPr>
      <p:sp>
        <p:nvSpPr>
          <p:cNvPr id="553" name="Google Shape;553;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a:t>
            </a:r>
            <a:endParaRPr/>
          </a:p>
        </p:txBody>
      </p:sp>
      <p:graphicFrame>
        <p:nvGraphicFramePr>
          <p:cNvPr id="554" name="Google Shape;554;p40"/>
          <p:cNvGraphicFramePr/>
          <p:nvPr/>
        </p:nvGraphicFramePr>
        <p:xfrm>
          <a:off x="719963" y="1237810"/>
          <a:ext cx="3000000" cy="3000000"/>
        </p:xfrm>
        <a:graphic>
          <a:graphicData uri="http://schemas.openxmlformats.org/drawingml/2006/table">
            <a:tbl>
              <a:tblPr>
                <a:noFill/>
                <a:tableStyleId>{868F0100-6A76-4F03-8A68-313F2614347D}</a:tableStyleId>
              </a:tblPr>
              <a:tblGrid>
                <a:gridCol w="1508700">
                  <a:extLst>
                    <a:ext uri="{9D8B030D-6E8A-4147-A177-3AD203B41FA5}">
                      <a16:colId xmlns:a16="http://schemas.microsoft.com/office/drawing/2014/main" val="20000"/>
                    </a:ext>
                  </a:extLst>
                </a:gridCol>
                <a:gridCol w="1231825">
                  <a:extLst>
                    <a:ext uri="{9D8B030D-6E8A-4147-A177-3AD203B41FA5}">
                      <a16:colId xmlns:a16="http://schemas.microsoft.com/office/drawing/2014/main" val="20001"/>
                    </a:ext>
                  </a:extLst>
                </a:gridCol>
                <a:gridCol w="843650">
                  <a:extLst>
                    <a:ext uri="{9D8B030D-6E8A-4147-A177-3AD203B41FA5}">
                      <a16:colId xmlns:a16="http://schemas.microsoft.com/office/drawing/2014/main" val="20002"/>
                    </a:ext>
                  </a:extLst>
                </a:gridCol>
                <a:gridCol w="1213600">
                  <a:extLst>
                    <a:ext uri="{9D8B030D-6E8A-4147-A177-3AD203B41FA5}">
                      <a16:colId xmlns:a16="http://schemas.microsoft.com/office/drawing/2014/main" val="20003"/>
                    </a:ext>
                  </a:extLst>
                </a:gridCol>
                <a:gridCol w="1535125">
                  <a:extLst>
                    <a:ext uri="{9D8B030D-6E8A-4147-A177-3AD203B41FA5}">
                      <a16:colId xmlns:a16="http://schemas.microsoft.com/office/drawing/2014/main" val="20004"/>
                    </a:ext>
                  </a:extLst>
                </a:gridCol>
                <a:gridCol w="1334925">
                  <a:extLst>
                    <a:ext uri="{9D8B030D-6E8A-4147-A177-3AD203B41FA5}">
                      <a16:colId xmlns:a16="http://schemas.microsoft.com/office/drawing/2014/main" val="20005"/>
                    </a:ext>
                  </a:extLst>
                </a:gridCol>
              </a:tblGrid>
              <a:tr h="470625">
                <a:tc>
                  <a:txBody>
                    <a:bodyPr/>
                    <a:lstStyle/>
                    <a:p>
                      <a:pPr marL="0" lvl="0" indent="0" algn="l" rtl="0">
                        <a:spcBef>
                          <a:spcPts val="0"/>
                        </a:spcBef>
                        <a:spcAft>
                          <a:spcPts val="0"/>
                        </a:spcAft>
                        <a:buNone/>
                      </a:pPr>
                      <a:r>
                        <a:rPr lang="en" sz="1300" b="1">
                          <a:solidFill>
                            <a:schemeClr val="accent6"/>
                          </a:solidFill>
                          <a:latin typeface="Lexend"/>
                          <a:ea typeface="Lexend"/>
                          <a:cs typeface="Lexend"/>
                          <a:sym typeface="Lexend"/>
                        </a:rPr>
                        <a:t>Campaign</a:t>
                      </a:r>
                      <a:endParaRPr sz="1300" b="1">
                        <a:solidFill>
                          <a:schemeClr val="accent6"/>
                        </a:solidFill>
                        <a:latin typeface="Lexend"/>
                        <a:ea typeface="Lexend"/>
                        <a:cs typeface="Lexend"/>
                        <a:sym typeface="Lexend"/>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300" b="1">
                          <a:solidFill>
                            <a:schemeClr val="accent6"/>
                          </a:solidFill>
                          <a:latin typeface="Lexend"/>
                          <a:ea typeface="Lexend"/>
                          <a:cs typeface="Lexend"/>
                          <a:sym typeface="Lexend"/>
                        </a:rPr>
                        <a:t>Impressions</a:t>
                      </a:r>
                      <a:endParaRPr sz="1300" b="1">
                        <a:solidFill>
                          <a:schemeClr val="accent6"/>
                        </a:solidFill>
                        <a:latin typeface="Lexend"/>
                        <a:ea typeface="Lexend"/>
                        <a:cs typeface="Lexend"/>
                        <a:sym typeface="Lexend"/>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300" b="1">
                          <a:solidFill>
                            <a:schemeClr val="accent6"/>
                          </a:solidFill>
                          <a:latin typeface="Lexend"/>
                          <a:ea typeface="Lexend"/>
                          <a:cs typeface="Lexend"/>
                          <a:sym typeface="Lexend"/>
                        </a:rPr>
                        <a:t>Clicks</a:t>
                      </a:r>
                      <a:endParaRPr sz="1300" b="1">
                        <a:solidFill>
                          <a:schemeClr val="accent6"/>
                        </a:solidFill>
                        <a:latin typeface="Lexend"/>
                        <a:ea typeface="Lexend"/>
                        <a:cs typeface="Lexend"/>
                        <a:sym typeface="Lexend"/>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Clr>
                          <a:srgbClr val="000000"/>
                        </a:buClr>
                        <a:buSzPts val="1100"/>
                        <a:buFont typeface="Arial"/>
                        <a:buNone/>
                      </a:pPr>
                      <a:r>
                        <a:rPr lang="en" sz="1300" b="1">
                          <a:solidFill>
                            <a:schemeClr val="accent6"/>
                          </a:solidFill>
                          <a:latin typeface="Lexend"/>
                          <a:ea typeface="Lexend"/>
                          <a:cs typeface="Lexend"/>
                          <a:sym typeface="Lexend"/>
                        </a:rPr>
                        <a:t>Conversions</a:t>
                      </a:r>
                      <a:endParaRPr sz="1300" b="1">
                        <a:solidFill>
                          <a:schemeClr val="accent6"/>
                        </a:solidFill>
                        <a:latin typeface="Lexend"/>
                        <a:ea typeface="Lexend"/>
                        <a:cs typeface="Lexend"/>
                        <a:sym typeface="Lexend"/>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300" b="1">
                          <a:solidFill>
                            <a:schemeClr val="accent6"/>
                          </a:solidFill>
                          <a:latin typeface="Lexend"/>
                          <a:ea typeface="Lexend"/>
                          <a:cs typeface="Lexend"/>
                          <a:sym typeface="Lexend"/>
                        </a:rPr>
                        <a:t>Conversion rate</a:t>
                      </a:r>
                      <a:endParaRPr sz="1300" b="1">
                        <a:solidFill>
                          <a:schemeClr val="accent6"/>
                        </a:solidFill>
                        <a:latin typeface="Lexend"/>
                        <a:ea typeface="Lexend"/>
                        <a:cs typeface="Lexend"/>
                        <a:sym typeface="Lexend"/>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300" b="1">
                          <a:solidFill>
                            <a:schemeClr val="accent6"/>
                          </a:solidFill>
                          <a:latin typeface="Lexend"/>
                          <a:ea typeface="Lexend"/>
                          <a:cs typeface="Lexend"/>
                          <a:sym typeface="Lexend"/>
                        </a:rPr>
                        <a:t>Cost per click</a:t>
                      </a:r>
                      <a:endParaRPr sz="1300" b="1">
                        <a:solidFill>
                          <a:schemeClr val="accent6"/>
                        </a:solidFill>
                        <a:latin typeface="Lexend"/>
                        <a:ea typeface="Lexend"/>
                        <a:cs typeface="Lexend"/>
                        <a:sym typeface="Lexend"/>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470625">
                <a:tc>
                  <a:txBody>
                    <a:bodyPr/>
                    <a:lstStyle/>
                    <a:p>
                      <a:pPr marL="0" lvl="0" indent="0" algn="l" rtl="0">
                        <a:spcBef>
                          <a:spcPts val="0"/>
                        </a:spcBef>
                        <a:spcAft>
                          <a:spcPts val="0"/>
                        </a:spcAft>
                        <a:buNone/>
                      </a:pPr>
                      <a:r>
                        <a:rPr lang="en" sz="1200" b="1">
                          <a:solidFill>
                            <a:schemeClr val="dk1"/>
                          </a:solidFill>
                          <a:latin typeface="DM Sans"/>
                          <a:ea typeface="DM Sans"/>
                          <a:cs typeface="DM Sans"/>
                          <a:sym typeface="DM Sans"/>
                        </a:rPr>
                        <a:t>Campaign 1</a:t>
                      </a:r>
                      <a:endParaRPr sz="1200" b="1">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50,000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2,000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100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5%</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$0.50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470625">
                <a:tc>
                  <a:txBody>
                    <a:bodyPr/>
                    <a:lstStyle/>
                    <a:p>
                      <a:pPr marL="0" lvl="0" indent="0" algn="l" rtl="0">
                        <a:spcBef>
                          <a:spcPts val="0"/>
                        </a:spcBef>
                        <a:spcAft>
                          <a:spcPts val="0"/>
                        </a:spcAft>
                        <a:buNone/>
                      </a:pPr>
                      <a:r>
                        <a:rPr lang="en" sz="1200" b="1">
                          <a:solidFill>
                            <a:schemeClr val="dk1"/>
                          </a:solidFill>
                          <a:latin typeface="DM Sans"/>
                          <a:ea typeface="DM Sans"/>
                          <a:cs typeface="DM Sans"/>
                          <a:sym typeface="DM Sans"/>
                        </a:rPr>
                        <a:t>Campaign 2</a:t>
                      </a:r>
                      <a:endParaRPr sz="1200" b="1">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75,000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1,500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90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6%</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$0.75</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2"/>
                  </a:ext>
                </a:extLst>
              </a:tr>
              <a:tr h="470625">
                <a:tc>
                  <a:txBody>
                    <a:bodyPr/>
                    <a:lstStyle/>
                    <a:p>
                      <a:pPr marL="0" lvl="0" indent="0" algn="l" rtl="0">
                        <a:spcBef>
                          <a:spcPts val="0"/>
                        </a:spcBef>
                        <a:spcAft>
                          <a:spcPts val="0"/>
                        </a:spcAft>
                        <a:buNone/>
                      </a:pPr>
                      <a:r>
                        <a:rPr lang="en" sz="1200" b="1">
                          <a:solidFill>
                            <a:schemeClr val="dk1"/>
                          </a:solidFill>
                          <a:latin typeface="DM Sans"/>
                          <a:ea typeface="DM Sans"/>
                          <a:cs typeface="DM Sans"/>
                          <a:sym typeface="DM Sans"/>
                        </a:rPr>
                        <a:t>Campaign 3</a:t>
                      </a:r>
                      <a:endParaRPr sz="1200" b="1">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100,000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3,000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120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4%</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$0.60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470625">
                <a:tc>
                  <a:txBody>
                    <a:bodyPr/>
                    <a:lstStyle/>
                    <a:p>
                      <a:pPr marL="0" lvl="0" indent="0" algn="l" rtl="0">
                        <a:spcBef>
                          <a:spcPts val="0"/>
                        </a:spcBef>
                        <a:spcAft>
                          <a:spcPts val="0"/>
                        </a:spcAft>
                        <a:buNone/>
                      </a:pPr>
                      <a:r>
                        <a:rPr lang="en" sz="1200" b="1">
                          <a:solidFill>
                            <a:schemeClr val="dk1"/>
                          </a:solidFill>
                          <a:latin typeface="DM Sans"/>
                          <a:ea typeface="DM Sans"/>
                          <a:cs typeface="DM Sans"/>
                          <a:sym typeface="DM Sans"/>
                        </a:rPr>
                        <a:t>Campaign 4</a:t>
                      </a:r>
                      <a:endParaRPr sz="1200" b="1">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60,000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1,200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60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5%</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$0.80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4"/>
                  </a:ext>
                </a:extLst>
              </a:tr>
              <a:tr h="470625">
                <a:tc>
                  <a:txBody>
                    <a:bodyPr/>
                    <a:lstStyle/>
                    <a:p>
                      <a:pPr marL="0" lvl="0" indent="0" algn="l" rtl="0">
                        <a:spcBef>
                          <a:spcPts val="0"/>
                        </a:spcBef>
                        <a:spcAft>
                          <a:spcPts val="0"/>
                        </a:spcAft>
                        <a:buNone/>
                      </a:pPr>
                      <a:r>
                        <a:rPr lang="en" sz="1200" b="1">
                          <a:solidFill>
                            <a:schemeClr val="dk1"/>
                          </a:solidFill>
                          <a:latin typeface="DM Sans"/>
                          <a:ea typeface="DM Sans"/>
                          <a:cs typeface="DM Sans"/>
                          <a:sym typeface="DM Sans"/>
                        </a:rPr>
                        <a:t>Campaign 5</a:t>
                      </a:r>
                      <a:endParaRPr sz="1200" b="1">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80,000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2,500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110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4.5%</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$0.70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470625">
                <a:tc>
                  <a:txBody>
                    <a:bodyPr/>
                    <a:lstStyle/>
                    <a:p>
                      <a:pPr marL="0" lvl="0" indent="0" algn="l" rtl="0">
                        <a:spcBef>
                          <a:spcPts val="0"/>
                        </a:spcBef>
                        <a:spcAft>
                          <a:spcPts val="0"/>
                        </a:spcAft>
                        <a:buNone/>
                      </a:pPr>
                      <a:r>
                        <a:rPr lang="en" sz="1200" b="1">
                          <a:solidFill>
                            <a:schemeClr val="dk1"/>
                          </a:solidFill>
                          <a:latin typeface="DM Sans"/>
                          <a:ea typeface="DM Sans"/>
                          <a:cs typeface="DM Sans"/>
                          <a:sym typeface="DM Sans"/>
                        </a:rPr>
                        <a:t>Total / Average</a:t>
                      </a:r>
                      <a:endParaRPr sz="1200" b="1">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365,000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10,200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480</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4.83%</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DM Sans"/>
                          <a:ea typeface="DM Sans"/>
                          <a:cs typeface="DM Sans"/>
                          <a:sym typeface="DM Sans"/>
                        </a:rPr>
                        <a:t>$0.67</a:t>
                      </a:r>
                      <a:endParaRPr sz="11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6"/>
                  </a:ext>
                </a:extLst>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558"/>
        <p:cNvGrpSpPr/>
        <p:nvPr/>
      </p:nvGrpSpPr>
      <p:grpSpPr>
        <a:xfrm>
          <a:off x="0" y="0"/>
          <a:ext cx="0" cy="0"/>
          <a:chOff x="0" y="0"/>
          <a:chExt cx="0" cy="0"/>
        </a:xfrm>
      </p:grpSpPr>
      <p:sp>
        <p:nvSpPr>
          <p:cNvPr id="559" name="Google Shape;559;p41"/>
          <p:cNvSpPr txBox="1">
            <a:spLocks noGrp="1"/>
          </p:cNvSpPr>
          <p:nvPr>
            <p:ph type="title"/>
          </p:nvPr>
        </p:nvSpPr>
        <p:spPr>
          <a:xfrm>
            <a:off x="5623050" y="535000"/>
            <a:ext cx="2590200" cy="101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product in action</a:t>
            </a:r>
            <a:endParaRPr/>
          </a:p>
        </p:txBody>
      </p:sp>
      <p:sp>
        <p:nvSpPr>
          <p:cNvPr id="560" name="Google Shape;560;p41"/>
          <p:cNvSpPr txBox="1">
            <a:spLocks noGrp="1"/>
          </p:cNvSpPr>
          <p:nvPr>
            <p:ph type="subTitle" idx="1"/>
          </p:nvPr>
        </p:nvSpPr>
        <p:spPr>
          <a:xfrm>
            <a:off x="5623050" y="1631500"/>
            <a:ext cx="2590200" cy="117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"See how our product helps real people solve real problems. Join the thousands of satisfied customers who have already made the switch to our solution!"</a:t>
            </a:r>
            <a:endParaRPr/>
          </a:p>
        </p:txBody>
      </p:sp>
      <p:pic>
        <p:nvPicPr>
          <p:cNvPr id="561" name="Google Shape;561;p41"/>
          <p:cNvPicPr preferRelativeResize="0">
            <a:picLocks noGrp="1"/>
          </p:cNvPicPr>
          <p:nvPr>
            <p:ph type="pic" idx="2"/>
          </p:nvPr>
        </p:nvPicPr>
        <p:blipFill rotWithShape="1">
          <a:blip r:embed="rId3">
            <a:alphaModFix/>
          </a:blip>
          <a:srcRect l="50" r="60"/>
          <a:stretch/>
        </p:blipFill>
        <p:spPr>
          <a:xfrm>
            <a:off x="-6100" y="0"/>
            <a:ext cx="2997100" cy="3561825"/>
          </a:xfrm>
          <a:prstGeom prst="rect">
            <a:avLst/>
          </a:prstGeom>
        </p:spPr>
      </p:pic>
      <p:pic>
        <p:nvPicPr>
          <p:cNvPr id="562" name="Google Shape;562;p41"/>
          <p:cNvPicPr preferRelativeResize="0">
            <a:picLocks noGrp="1"/>
          </p:cNvPicPr>
          <p:nvPr>
            <p:ph type="pic" idx="3"/>
          </p:nvPr>
        </p:nvPicPr>
        <p:blipFill rotWithShape="1">
          <a:blip r:embed="rId4">
            <a:alphaModFix/>
          </a:blip>
          <a:srcRect t="19653" b="19653"/>
          <a:stretch/>
        </p:blipFill>
        <p:spPr>
          <a:xfrm>
            <a:off x="3219600" y="3056153"/>
            <a:ext cx="5209298" cy="2104199"/>
          </a:xfrm>
          <a:prstGeom prst="rect">
            <a:avLst/>
          </a:prstGeom>
        </p:spPr>
      </p:pic>
      <p:pic>
        <p:nvPicPr>
          <p:cNvPr id="563" name="Google Shape;563;p41"/>
          <p:cNvPicPr preferRelativeResize="0">
            <a:picLocks noGrp="1"/>
          </p:cNvPicPr>
          <p:nvPr>
            <p:ph type="pic" idx="4"/>
          </p:nvPr>
        </p:nvPicPr>
        <p:blipFill rotWithShape="1">
          <a:blip r:embed="rId5">
            <a:alphaModFix/>
          </a:blip>
          <a:srcRect t="4726" b="4735"/>
          <a:stretch/>
        </p:blipFill>
        <p:spPr>
          <a:xfrm>
            <a:off x="3219600" y="-3200"/>
            <a:ext cx="2069098" cy="2810701"/>
          </a:xfrm>
          <a:prstGeom prst="rect">
            <a:avLst/>
          </a:prstGeom>
        </p:spPr>
      </p:pic>
      <p:pic>
        <p:nvPicPr>
          <p:cNvPr id="564" name="Google Shape;564;p41"/>
          <p:cNvPicPr preferRelativeResize="0">
            <a:picLocks noGrp="1"/>
          </p:cNvPicPr>
          <p:nvPr>
            <p:ph type="pic" idx="5"/>
          </p:nvPr>
        </p:nvPicPr>
        <p:blipFill rotWithShape="1">
          <a:blip r:embed="rId6">
            <a:alphaModFix/>
          </a:blip>
          <a:srcRect l="4876" t="9455" r="17484" b="37066"/>
          <a:stretch/>
        </p:blipFill>
        <p:spPr>
          <a:xfrm>
            <a:off x="-6100" y="3810478"/>
            <a:ext cx="2997100" cy="1349876"/>
          </a:xfrm>
          <a:prstGeom prst="rect">
            <a:avLst/>
          </a:prstGeom>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68"/>
        <p:cNvGrpSpPr/>
        <p:nvPr/>
      </p:nvGrpSpPr>
      <p:grpSpPr>
        <a:xfrm>
          <a:off x="0" y="0"/>
          <a:ext cx="0" cy="0"/>
          <a:chOff x="0" y="0"/>
          <a:chExt cx="0" cy="0"/>
        </a:xfrm>
      </p:grpSpPr>
      <p:sp>
        <p:nvSpPr>
          <p:cNvPr id="569" name="Google Shape;569;p42"/>
          <p:cNvSpPr txBox="1">
            <a:spLocks noGrp="1"/>
          </p:cNvSpPr>
          <p:nvPr>
            <p:ph type="title"/>
          </p:nvPr>
        </p:nvSpPr>
        <p:spPr>
          <a:xfrm>
            <a:off x="715100" y="445025"/>
            <a:ext cx="7713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Lexend"/>
                <a:ea typeface="Lexend"/>
                <a:cs typeface="Lexend"/>
                <a:sym typeface="Lexend"/>
              </a:rPr>
              <a:t>Buyer persona infographic</a:t>
            </a:r>
            <a:endParaRPr>
              <a:latin typeface="Lexend"/>
              <a:ea typeface="Lexend"/>
              <a:cs typeface="Lexend"/>
              <a:sym typeface="Lexend"/>
            </a:endParaRPr>
          </a:p>
        </p:txBody>
      </p:sp>
      <p:sp>
        <p:nvSpPr>
          <p:cNvPr id="570" name="Google Shape;570;p42"/>
          <p:cNvSpPr txBox="1">
            <a:spLocks noGrp="1"/>
          </p:cNvSpPr>
          <p:nvPr>
            <p:ph type="subTitle" idx="4294967295"/>
          </p:nvPr>
        </p:nvSpPr>
        <p:spPr>
          <a:xfrm>
            <a:off x="715175" y="3319600"/>
            <a:ext cx="2351400" cy="487500"/>
          </a:xfrm>
          <a:prstGeom prst="rect">
            <a:avLst/>
          </a:prstGeom>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800" b="1">
                <a:latin typeface="Lexend"/>
                <a:ea typeface="Lexend"/>
                <a:cs typeface="Lexend"/>
                <a:sym typeface="Lexend"/>
              </a:rPr>
              <a:t>Bio</a:t>
            </a:r>
            <a:endParaRPr sz="1800" b="1">
              <a:latin typeface="Lexend"/>
              <a:ea typeface="Lexend"/>
              <a:cs typeface="Lexend"/>
              <a:sym typeface="Lexend"/>
            </a:endParaRPr>
          </a:p>
        </p:txBody>
      </p:sp>
      <p:sp>
        <p:nvSpPr>
          <p:cNvPr id="571" name="Google Shape;571;p42"/>
          <p:cNvSpPr txBox="1">
            <a:spLocks noGrp="1"/>
          </p:cNvSpPr>
          <p:nvPr>
            <p:ph type="subTitle" idx="4294967295"/>
          </p:nvPr>
        </p:nvSpPr>
        <p:spPr>
          <a:xfrm>
            <a:off x="715175" y="3683400"/>
            <a:ext cx="2351400" cy="92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DM Sans"/>
                <a:ea typeface="DM Sans"/>
                <a:cs typeface="DM Sans"/>
                <a:sym typeface="DM Sans"/>
              </a:rPr>
              <a:t>Busy professional who loves the field but also enjoys traveling and spending time with family and friends</a:t>
            </a:r>
            <a:endParaRPr sz="1200">
              <a:latin typeface="DM Sans"/>
              <a:ea typeface="DM Sans"/>
              <a:cs typeface="DM Sans"/>
              <a:sym typeface="DM Sans"/>
            </a:endParaRPr>
          </a:p>
        </p:txBody>
      </p:sp>
      <p:sp>
        <p:nvSpPr>
          <p:cNvPr id="572" name="Google Shape;572;p42"/>
          <p:cNvSpPr txBox="1">
            <a:spLocks noGrp="1"/>
          </p:cNvSpPr>
          <p:nvPr>
            <p:ph type="subTitle" idx="4294967295"/>
          </p:nvPr>
        </p:nvSpPr>
        <p:spPr>
          <a:xfrm>
            <a:off x="715175" y="2327988"/>
            <a:ext cx="2351400" cy="487500"/>
          </a:xfrm>
          <a:prstGeom prst="rect">
            <a:avLst/>
          </a:prstGeom>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800" b="1">
                <a:latin typeface="Lexend"/>
                <a:ea typeface="Lexend"/>
                <a:cs typeface="Lexend"/>
                <a:sym typeface="Lexend"/>
              </a:rPr>
              <a:t>Jenna Doe</a:t>
            </a:r>
            <a:endParaRPr sz="1800" b="1">
              <a:latin typeface="Lexend"/>
              <a:ea typeface="Lexend"/>
              <a:cs typeface="Lexend"/>
              <a:sym typeface="Lexend"/>
            </a:endParaRPr>
          </a:p>
        </p:txBody>
      </p:sp>
      <p:sp>
        <p:nvSpPr>
          <p:cNvPr id="573" name="Google Shape;573;p42"/>
          <p:cNvSpPr txBox="1">
            <a:spLocks noGrp="1"/>
          </p:cNvSpPr>
          <p:nvPr>
            <p:ph type="subTitle" idx="4294967295"/>
          </p:nvPr>
        </p:nvSpPr>
        <p:spPr>
          <a:xfrm>
            <a:off x="715175" y="2722675"/>
            <a:ext cx="2351400" cy="40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DM Sans"/>
                <a:ea typeface="DM Sans"/>
                <a:cs typeface="DM Sans"/>
                <a:sym typeface="DM Sans"/>
              </a:rPr>
              <a:t>32 years old</a:t>
            </a:r>
            <a:endParaRPr>
              <a:latin typeface="DM Sans"/>
              <a:ea typeface="DM Sans"/>
              <a:cs typeface="DM Sans"/>
              <a:sym typeface="DM Sans"/>
            </a:endParaRPr>
          </a:p>
          <a:p>
            <a:pPr marL="0" lvl="0" indent="0" algn="l" rtl="0">
              <a:spcBef>
                <a:spcPts val="0"/>
              </a:spcBef>
              <a:spcAft>
                <a:spcPts val="0"/>
              </a:spcAft>
              <a:buNone/>
            </a:pPr>
            <a:r>
              <a:rPr lang="en">
                <a:latin typeface="DM Sans"/>
                <a:ea typeface="DM Sans"/>
                <a:cs typeface="DM Sans"/>
                <a:sym typeface="DM Sans"/>
              </a:rPr>
              <a:t>Marketing manager</a:t>
            </a:r>
            <a:endParaRPr sz="1200">
              <a:latin typeface="DM Sans"/>
              <a:ea typeface="DM Sans"/>
              <a:cs typeface="DM Sans"/>
              <a:sym typeface="DM Sans"/>
            </a:endParaRPr>
          </a:p>
        </p:txBody>
      </p:sp>
      <p:sp>
        <p:nvSpPr>
          <p:cNvPr id="574" name="Google Shape;574;p42"/>
          <p:cNvSpPr txBox="1">
            <a:spLocks noGrp="1"/>
          </p:cNvSpPr>
          <p:nvPr>
            <p:ph type="subTitle" idx="4294967295"/>
          </p:nvPr>
        </p:nvSpPr>
        <p:spPr>
          <a:xfrm>
            <a:off x="2960225" y="1172375"/>
            <a:ext cx="2495400" cy="1053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600" b="1">
                <a:latin typeface="Lexend"/>
                <a:ea typeface="Lexend"/>
                <a:cs typeface="Lexend"/>
                <a:sym typeface="Lexend"/>
              </a:rPr>
              <a:t>"I always look for brands that share my values and beliefs"</a:t>
            </a:r>
            <a:endParaRPr sz="1600" b="1">
              <a:latin typeface="Lexend"/>
              <a:ea typeface="Lexend"/>
              <a:cs typeface="Lexend"/>
              <a:sym typeface="Lexend"/>
            </a:endParaRPr>
          </a:p>
        </p:txBody>
      </p:sp>
      <p:sp>
        <p:nvSpPr>
          <p:cNvPr id="575" name="Google Shape;575;p42"/>
          <p:cNvSpPr txBox="1">
            <a:spLocks noGrp="1"/>
          </p:cNvSpPr>
          <p:nvPr>
            <p:ph type="subTitle" idx="4294967295"/>
          </p:nvPr>
        </p:nvSpPr>
        <p:spPr>
          <a:xfrm>
            <a:off x="3115500" y="2327988"/>
            <a:ext cx="2709300" cy="487500"/>
          </a:xfrm>
          <a:prstGeom prst="rect">
            <a:avLst/>
          </a:prstGeom>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800" b="1">
                <a:latin typeface="Lexend"/>
                <a:ea typeface="Lexend"/>
                <a:cs typeface="Lexend"/>
                <a:sym typeface="Lexend"/>
              </a:rPr>
              <a:t>Personality</a:t>
            </a:r>
            <a:endParaRPr sz="1800" b="1">
              <a:latin typeface="Lexend"/>
              <a:ea typeface="Lexend"/>
              <a:cs typeface="Lexend"/>
              <a:sym typeface="Lexend"/>
            </a:endParaRPr>
          </a:p>
        </p:txBody>
      </p:sp>
      <p:sp>
        <p:nvSpPr>
          <p:cNvPr id="576" name="Google Shape;576;p42"/>
          <p:cNvSpPr txBox="1">
            <a:spLocks noGrp="1"/>
          </p:cNvSpPr>
          <p:nvPr>
            <p:ph type="subTitle" idx="4294967295"/>
          </p:nvPr>
        </p:nvSpPr>
        <p:spPr>
          <a:xfrm>
            <a:off x="3115500" y="2722675"/>
            <a:ext cx="2709300" cy="1885500"/>
          </a:xfrm>
          <a:prstGeom prst="rect">
            <a:avLst/>
          </a:prstGeom>
        </p:spPr>
        <p:txBody>
          <a:bodyPr spcFirstLastPara="1" wrap="square" lIns="91425" tIns="91425" rIns="91425" bIns="91425" anchor="t" anchorCtr="0">
            <a:noAutofit/>
          </a:bodyPr>
          <a:lstStyle/>
          <a:p>
            <a:pPr marL="342900" lvl="0" indent="-304800" algn="l" rtl="0">
              <a:spcBef>
                <a:spcPts val="0"/>
              </a:spcBef>
              <a:spcAft>
                <a:spcPts val="0"/>
              </a:spcAft>
              <a:buClr>
                <a:schemeClr val="lt1"/>
              </a:buClr>
              <a:buSzPts val="1200"/>
              <a:buFont typeface="DM Sans"/>
              <a:buChar char="●"/>
            </a:pPr>
            <a:r>
              <a:rPr lang="en">
                <a:latin typeface="DM Sans"/>
                <a:ea typeface="DM Sans"/>
                <a:cs typeface="DM Sans"/>
                <a:sym typeface="DM Sans"/>
              </a:rPr>
              <a:t>Confident and assertive when it comes to decision-making</a:t>
            </a:r>
            <a:endParaRPr>
              <a:latin typeface="DM Sans"/>
              <a:ea typeface="DM Sans"/>
              <a:cs typeface="DM Sans"/>
              <a:sym typeface="DM Sans"/>
            </a:endParaRPr>
          </a:p>
          <a:p>
            <a:pPr marL="342900" lvl="0" indent="-304800" algn="l" rtl="0">
              <a:spcBef>
                <a:spcPts val="0"/>
              </a:spcBef>
              <a:spcAft>
                <a:spcPts val="0"/>
              </a:spcAft>
              <a:buClr>
                <a:schemeClr val="lt1"/>
              </a:buClr>
              <a:buSzPts val="1200"/>
              <a:buFont typeface="DM Sans"/>
              <a:buChar char="●"/>
            </a:pPr>
            <a:r>
              <a:rPr lang="en">
                <a:latin typeface="DM Sans"/>
                <a:ea typeface="DM Sans"/>
                <a:cs typeface="DM Sans"/>
                <a:sym typeface="DM Sans"/>
              </a:rPr>
              <a:t>Creative and always looking for new ideas</a:t>
            </a:r>
            <a:endParaRPr>
              <a:latin typeface="DM Sans"/>
              <a:ea typeface="DM Sans"/>
              <a:cs typeface="DM Sans"/>
              <a:sym typeface="DM Sans"/>
            </a:endParaRPr>
          </a:p>
          <a:p>
            <a:pPr marL="342900" lvl="0" indent="-304800" algn="l" rtl="0">
              <a:spcBef>
                <a:spcPts val="0"/>
              </a:spcBef>
              <a:spcAft>
                <a:spcPts val="0"/>
              </a:spcAft>
              <a:buClr>
                <a:schemeClr val="lt1"/>
              </a:buClr>
              <a:buSzPts val="1200"/>
              <a:buFont typeface="DM Sans"/>
              <a:buChar char="●"/>
            </a:pPr>
            <a:r>
              <a:rPr lang="en">
                <a:latin typeface="DM Sans"/>
                <a:ea typeface="DM Sans"/>
                <a:cs typeface="DM Sans"/>
                <a:sym typeface="DM Sans"/>
              </a:rPr>
              <a:t>Empathetic and able to understand others' perspectives and ideas</a:t>
            </a:r>
            <a:endParaRPr>
              <a:latin typeface="DM Sans"/>
              <a:ea typeface="DM Sans"/>
              <a:cs typeface="DM Sans"/>
              <a:sym typeface="DM Sans"/>
            </a:endParaRPr>
          </a:p>
        </p:txBody>
      </p:sp>
      <p:sp>
        <p:nvSpPr>
          <p:cNvPr id="577" name="Google Shape;577;p42"/>
          <p:cNvSpPr txBox="1">
            <a:spLocks noGrp="1"/>
          </p:cNvSpPr>
          <p:nvPr>
            <p:ph type="subTitle" idx="4294967295"/>
          </p:nvPr>
        </p:nvSpPr>
        <p:spPr>
          <a:xfrm>
            <a:off x="5993000" y="1172375"/>
            <a:ext cx="2440800" cy="487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b="1">
                <a:latin typeface="Lexend"/>
                <a:ea typeface="Lexend"/>
                <a:cs typeface="Lexend"/>
                <a:sym typeface="Lexend"/>
              </a:rPr>
              <a:t>Motivations</a:t>
            </a:r>
            <a:endParaRPr sz="1800" b="1">
              <a:latin typeface="Lexend"/>
              <a:ea typeface="Lexend"/>
              <a:cs typeface="Lexend"/>
              <a:sym typeface="Lexend"/>
            </a:endParaRPr>
          </a:p>
        </p:txBody>
      </p:sp>
      <p:sp>
        <p:nvSpPr>
          <p:cNvPr id="578" name="Google Shape;578;p42"/>
          <p:cNvSpPr txBox="1">
            <a:spLocks noGrp="1"/>
          </p:cNvSpPr>
          <p:nvPr>
            <p:ph type="subTitle" idx="4294967295"/>
          </p:nvPr>
        </p:nvSpPr>
        <p:spPr>
          <a:xfrm>
            <a:off x="6256125" y="1659875"/>
            <a:ext cx="2045400" cy="40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DM Sans"/>
                <a:ea typeface="DM Sans"/>
                <a:cs typeface="DM Sans"/>
                <a:sym typeface="DM Sans"/>
              </a:rPr>
              <a:t>Grow my business</a:t>
            </a:r>
            <a:endParaRPr sz="1200">
              <a:latin typeface="DM Sans"/>
              <a:ea typeface="DM Sans"/>
              <a:cs typeface="DM Sans"/>
              <a:sym typeface="DM Sans"/>
            </a:endParaRPr>
          </a:p>
        </p:txBody>
      </p:sp>
      <p:sp>
        <p:nvSpPr>
          <p:cNvPr id="579" name="Google Shape;579;p42"/>
          <p:cNvSpPr txBox="1">
            <a:spLocks noGrp="1"/>
          </p:cNvSpPr>
          <p:nvPr>
            <p:ph type="subTitle" idx="4294967295"/>
          </p:nvPr>
        </p:nvSpPr>
        <p:spPr>
          <a:xfrm>
            <a:off x="5988000" y="3319600"/>
            <a:ext cx="2440800" cy="487500"/>
          </a:xfrm>
          <a:prstGeom prst="rect">
            <a:avLst/>
          </a:prstGeom>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800" b="1">
                <a:latin typeface="Lexend"/>
                <a:ea typeface="Lexend"/>
                <a:cs typeface="Lexend"/>
                <a:sym typeface="Lexend"/>
              </a:rPr>
              <a:t>Pain points</a:t>
            </a:r>
            <a:endParaRPr sz="1800" b="1">
              <a:latin typeface="Lexend"/>
              <a:ea typeface="Lexend"/>
              <a:cs typeface="Lexend"/>
              <a:sym typeface="Lexend"/>
            </a:endParaRPr>
          </a:p>
        </p:txBody>
      </p:sp>
      <p:sp>
        <p:nvSpPr>
          <p:cNvPr id="580" name="Google Shape;580;p42"/>
          <p:cNvSpPr txBox="1">
            <a:spLocks noGrp="1"/>
          </p:cNvSpPr>
          <p:nvPr>
            <p:ph type="subTitle" idx="4294967295"/>
          </p:nvPr>
        </p:nvSpPr>
        <p:spPr>
          <a:xfrm>
            <a:off x="5988000" y="3683400"/>
            <a:ext cx="2440800" cy="92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DM Sans"/>
                <a:ea typeface="DM Sans"/>
                <a:cs typeface="DM Sans"/>
                <a:sym typeface="DM Sans"/>
              </a:rPr>
              <a:t>Struggles to balance work and personal life due to a busy schedule and overwhelming tasks both at home and work</a:t>
            </a:r>
            <a:endParaRPr sz="1200">
              <a:latin typeface="DM Sans"/>
              <a:ea typeface="DM Sans"/>
              <a:cs typeface="DM Sans"/>
              <a:sym typeface="DM Sans"/>
            </a:endParaRPr>
          </a:p>
        </p:txBody>
      </p:sp>
      <p:sp>
        <p:nvSpPr>
          <p:cNvPr id="581" name="Google Shape;581;p42"/>
          <p:cNvSpPr txBox="1">
            <a:spLocks noGrp="1"/>
          </p:cNvSpPr>
          <p:nvPr>
            <p:ph type="subTitle" idx="4294967295"/>
          </p:nvPr>
        </p:nvSpPr>
        <p:spPr>
          <a:xfrm>
            <a:off x="6256125" y="2184050"/>
            <a:ext cx="2045400" cy="40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DM Sans"/>
                <a:ea typeface="DM Sans"/>
                <a:cs typeface="DM Sans"/>
                <a:sym typeface="DM Sans"/>
              </a:rPr>
              <a:t>Achieve financial freedom</a:t>
            </a:r>
            <a:endParaRPr sz="1200">
              <a:latin typeface="DM Sans"/>
              <a:ea typeface="DM Sans"/>
              <a:cs typeface="DM Sans"/>
              <a:sym typeface="DM Sans"/>
            </a:endParaRPr>
          </a:p>
        </p:txBody>
      </p:sp>
      <p:sp>
        <p:nvSpPr>
          <p:cNvPr id="582" name="Google Shape;582;p42"/>
          <p:cNvSpPr txBox="1">
            <a:spLocks noGrp="1"/>
          </p:cNvSpPr>
          <p:nvPr>
            <p:ph type="subTitle" idx="4294967295"/>
          </p:nvPr>
        </p:nvSpPr>
        <p:spPr>
          <a:xfrm>
            <a:off x="6256125" y="2708225"/>
            <a:ext cx="2045400" cy="40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DM Sans"/>
                <a:ea typeface="DM Sans"/>
                <a:cs typeface="DM Sans"/>
                <a:sym typeface="DM Sans"/>
              </a:rPr>
              <a:t>Find work-life balance</a:t>
            </a:r>
            <a:endParaRPr sz="1200">
              <a:latin typeface="DM Sans"/>
              <a:ea typeface="DM Sans"/>
              <a:cs typeface="DM Sans"/>
              <a:sym typeface="DM Sans"/>
            </a:endParaRPr>
          </a:p>
        </p:txBody>
      </p:sp>
      <p:sp>
        <p:nvSpPr>
          <p:cNvPr id="583" name="Google Shape;583;p42"/>
          <p:cNvSpPr/>
          <p:nvPr/>
        </p:nvSpPr>
        <p:spPr>
          <a:xfrm>
            <a:off x="5987900" y="1706950"/>
            <a:ext cx="306900" cy="306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b="1">
                <a:solidFill>
                  <a:schemeClr val="lt1"/>
                </a:solidFill>
                <a:latin typeface="Lexend"/>
                <a:ea typeface="Lexend"/>
                <a:cs typeface="Lexend"/>
                <a:sym typeface="Lexend"/>
              </a:rPr>
              <a:t>1</a:t>
            </a:r>
            <a:endParaRPr sz="1700" b="1">
              <a:solidFill>
                <a:schemeClr val="lt1"/>
              </a:solidFill>
              <a:latin typeface="Lexend"/>
              <a:ea typeface="Lexend"/>
              <a:cs typeface="Lexend"/>
              <a:sym typeface="Lexend"/>
            </a:endParaRPr>
          </a:p>
        </p:txBody>
      </p:sp>
      <p:sp>
        <p:nvSpPr>
          <p:cNvPr id="584" name="Google Shape;584;p42"/>
          <p:cNvSpPr/>
          <p:nvPr/>
        </p:nvSpPr>
        <p:spPr>
          <a:xfrm>
            <a:off x="5988000" y="2232387"/>
            <a:ext cx="306900" cy="306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b="1">
                <a:solidFill>
                  <a:schemeClr val="lt1"/>
                </a:solidFill>
                <a:latin typeface="Lexend"/>
                <a:ea typeface="Lexend"/>
                <a:cs typeface="Lexend"/>
                <a:sym typeface="Lexend"/>
              </a:rPr>
              <a:t>2</a:t>
            </a:r>
            <a:endParaRPr sz="1700" b="1">
              <a:solidFill>
                <a:schemeClr val="lt1"/>
              </a:solidFill>
              <a:latin typeface="Lexend"/>
              <a:ea typeface="Lexend"/>
              <a:cs typeface="Lexend"/>
              <a:sym typeface="Lexend"/>
            </a:endParaRPr>
          </a:p>
        </p:txBody>
      </p:sp>
      <p:sp>
        <p:nvSpPr>
          <p:cNvPr id="585" name="Google Shape;585;p42"/>
          <p:cNvSpPr/>
          <p:nvPr/>
        </p:nvSpPr>
        <p:spPr>
          <a:xfrm>
            <a:off x="5987959" y="2757663"/>
            <a:ext cx="306900" cy="306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b="1">
                <a:solidFill>
                  <a:schemeClr val="lt1"/>
                </a:solidFill>
                <a:latin typeface="Lexend"/>
                <a:ea typeface="Lexend"/>
                <a:cs typeface="Lexend"/>
                <a:sym typeface="Lexend"/>
              </a:rPr>
              <a:t>3</a:t>
            </a:r>
            <a:endParaRPr sz="1700" b="1">
              <a:solidFill>
                <a:schemeClr val="lt1"/>
              </a:solidFill>
              <a:latin typeface="Lexend"/>
              <a:ea typeface="Lexend"/>
              <a:cs typeface="Lexend"/>
              <a:sym typeface="Lexend"/>
            </a:endParaRPr>
          </a:p>
        </p:txBody>
      </p:sp>
      <p:pic>
        <p:nvPicPr>
          <p:cNvPr id="586" name="Google Shape;586;p42"/>
          <p:cNvPicPr preferRelativeResize="0"/>
          <p:nvPr/>
        </p:nvPicPr>
        <p:blipFill rotWithShape="1">
          <a:blip r:embed="rId3">
            <a:alphaModFix/>
          </a:blip>
          <a:srcRect l="12213" t="10516" r="34894" b="46907"/>
          <a:stretch/>
        </p:blipFill>
        <p:spPr>
          <a:xfrm>
            <a:off x="764175" y="1150375"/>
            <a:ext cx="2045399" cy="1097351"/>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90"/>
        <p:cNvGrpSpPr/>
        <p:nvPr/>
      </p:nvGrpSpPr>
      <p:grpSpPr>
        <a:xfrm>
          <a:off x="0" y="0"/>
          <a:ext cx="0" cy="0"/>
          <a:chOff x="0" y="0"/>
          <a:chExt cx="0" cy="0"/>
        </a:xfrm>
      </p:grpSpPr>
      <p:sp>
        <p:nvSpPr>
          <p:cNvPr id="591" name="Google Shape;591;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Roadmap infographic</a:t>
            </a:r>
            <a:endParaRPr/>
          </a:p>
        </p:txBody>
      </p:sp>
      <p:graphicFrame>
        <p:nvGraphicFramePr>
          <p:cNvPr id="592" name="Google Shape;592;p43"/>
          <p:cNvGraphicFramePr/>
          <p:nvPr/>
        </p:nvGraphicFramePr>
        <p:xfrm>
          <a:off x="842100" y="1172463"/>
          <a:ext cx="3000000" cy="3000000"/>
        </p:xfrm>
        <a:graphic>
          <a:graphicData uri="http://schemas.openxmlformats.org/drawingml/2006/table">
            <a:tbl>
              <a:tblPr>
                <a:noFill/>
                <a:tableStyleId>{868F0100-6A76-4F03-8A68-313F2614347D}</a:tableStyleId>
              </a:tblPr>
              <a:tblGrid>
                <a:gridCol w="1127550">
                  <a:extLst>
                    <a:ext uri="{9D8B030D-6E8A-4147-A177-3AD203B41FA5}">
                      <a16:colId xmlns:a16="http://schemas.microsoft.com/office/drawing/2014/main" val="20000"/>
                    </a:ext>
                  </a:extLst>
                </a:gridCol>
                <a:gridCol w="1732375">
                  <a:extLst>
                    <a:ext uri="{9D8B030D-6E8A-4147-A177-3AD203B41FA5}">
                      <a16:colId xmlns:a16="http://schemas.microsoft.com/office/drawing/2014/main" val="20001"/>
                    </a:ext>
                  </a:extLst>
                </a:gridCol>
                <a:gridCol w="382850">
                  <a:extLst>
                    <a:ext uri="{9D8B030D-6E8A-4147-A177-3AD203B41FA5}">
                      <a16:colId xmlns:a16="http://schemas.microsoft.com/office/drawing/2014/main" val="20002"/>
                    </a:ext>
                  </a:extLst>
                </a:gridCol>
                <a:gridCol w="382850">
                  <a:extLst>
                    <a:ext uri="{9D8B030D-6E8A-4147-A177-3AD203B41FA5}">
                      <a16:colId xmlns:a16="http://schemas.microsoft.com/office/drawing/2014/main" val="20003"/>
                    </a:ext>
                  </a:extLst>
                </a:gridCol>
                <a:gridCol w="382850">
                  <a:extLst>
                    <a:ext uri="{9D8B030D-6E8A-4147-A177-3AD203B41FA5}">
                      <a16:colId xmlns:a16="http://schemas.microsoft.com/office/drawing/2014/main" val="20004"/>
                    </a:ext>
                  </a:extLst>
                </a:gridCol>
                <a:gridCol w="382850">
                  <a:extLst>
                    <a:ext uri="{9D8B030D-6E8A-4147-A177-3AD203B41FA5}">
                      <a16:colId xmlns:a16="http://schemas.microsoft.com/office/drawing/2014/main" val="20005"/>
                    </a:ext>
                  </a:extLst>
                </a:gridCol>
                <a:gridCol w="382850">
                  <a:extLst>
                    <a:ext uri="{9D8B030D-6E8A-4147-A177-3AD203B41FA5}">
                      <a16:colId xmlns:a16="http://schemas.microsoft.com/office/drawing/2014/main" val="20006"/>
                    </a:ext>
                  </a:extLst>
                </a:gridCol>
                <a:gridCol w="382850">
                  <a:extLst>
                    <a:ext uri="{9D8B030D-6E8A-4147-A177-3AD203B41FA5}">
                      <a16:colId xmlns:a16="http://schemas.microsoft.com/office/drawing/2014/main" val="20007"/>
                    </a:ext>
                  </a:extLst>
                </a:gridCol>
                <a:gridCol w="382850">
                  <a:extLst>
                    <a:ext uri="{9D8B030D-6E8A-4147-A177-3AD203B41FA5}">
                      <a16:colId xmlns:a16="http://schemas.microsoft.com/office/drawing/2014/main" val="20008"/>
                    </a:ext>
                  </a:extLst>
                </a:gridCol>
                <a:gridCol w="382850">
                  <a:extLst>
                    <a:ext uri="{9D8B030D-6E8A-4147-A177-3AD203B41FA5}">
                      <a16:colId xmlns:a16="http://schemas.microsoft.com/office/drawing/2014/main" val="20009"/>
                    </a:ext>
                  </a:extLst>
                </a:gridCol>
                <a:gridCol w="382850">
                  <a:extLst>
                    <a:ext uri="{9D8B030D-6E8A-4147-A177-3AD203B41FA5}">
                      <a16:colId xmlns:a16="http://schemas.microsoft.com/office/drawing/2014/main" val="20010"/>
                    </a:ext>
                  </a:extLst>
                </a:gridCol>
                <a:gridCol w="382850">
                  <a:extLst>
                    <a:ext uri="{9D8B030D-6E8A-4147-A177-3AD203B41FA5}">
                      <a16:colId xmlns:a16="http://schemas.microsoft.com/office/drawing/2014/main" val="20011"/>
                    </a:ext>
                  </a:extLst>
                </a:gridCol>
                <a:gridCol w="382850">
                  <a:extLst>
                    <a:ext uri="{9D8B030D-6E8A-4147-A177-3AD203B41FA5}">
                      <a16:colId xmlns:a16="http://schemas.microsoft.com/office/drawing/2014/main" val="20012"/>
                    </a:ext>
                  </a:extLst>
                </a:gridCol>
                <a:gridCol w="382850">
                  <a:extLst>
                    <a:ext uri="{9D8B030D-6E8A-4147-A177-3AD203B41FA5}">
                      <a16:colId xmlns:a16="http://schemas.microsoft.com/office/drawing/2014/main" val="20013"/>
                    </a:ext>
                  </a:extLst>
                </a:gridCol>
              </a:tblGrid>
              <a:tr h="400075">
                <a:tc>
                  <a:txBody>
                    <a:bodyPr/>
                    <a:lstStyle/>
                    <a:p>
                      <a:pPr marL="0" lvl="0" indent="0" algn="l" rtl="0">
                        <a:spcBef>
                          <a:spcPts val="0"/>
                        </a:spcBef>
                        <a:spcAft>
                          <a:spcPts val="0"/>
                        </a:spcAft>
                        <a:buNone/>
                      </a:pPr>
                      <a:r>
                        <a:rPr lang="en" sz="1500" b="1">
                          <a:solidFill>
                            <a:schemeClr val="accent6"/>
                          </a:solidFill>
                          <a:latin typeface="Lexend"/>
                          <a:ea typeface="Lexend"/>
                          <a:cs typeface="Lexend"/>
                          <a:sym typeface="Lexend"/>
                        </a:rPr>
                        <a:t>Initiative</a:t>
                      </a:r>
                      <a:endParaRPr sz="1500" b="1">
                        <a:solidFill>
                          <a:schemeClr val="accent6"/>
                        </a:solidFill>
                        <a:latin typeface="Lexend"/>
                        <a:ea typeface="Lexend"/>
                        <a:cs typeface="Lexend"/>
                        <a:sym typeface="Lexend"/>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500" b="1">
                          <a:solidFill>
                            <a:schemeClr val="accent6"/>
                          </a:solidFill>
                          <a:latin typeface="Lexend"/>
                          <a:ea typeface="Lexend"/>
                          <a:cs typeface="Lexend"/>
                          <a:sym typeface="Lexend"/>
                        </a:rPr>
                        <a:t>Objective</a:t>
                      </a:r>
                      <a:endParaRPr sz="1500" b="1">
                        <a:solidFill>
                          <a:schemeClr val="accent6"/>
                        </a:solidFill>
                        <a:latin typeface="Lexend"/>
                        <a:ea typeface="Lexend"/>
                        <a:cs typeface="Lexend"/>
                        <a:sym typeface="Lexen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200" b="1">
                          <a:solidFill>
                            <a:schemeClr val="accent6"/>
                          </a:solidFill>
                          <a:latin typeface="Lexend"/>
                          <a:ea typeface="Lexend"/>
                          <a:cs typeface="Lexend"/>
                          <a:sym typeface="Lexend"/>
                        </a:rPr>
                        <a:t>Jan</a:t>
                      </a:r>
                      <a:endParaRPr sz="1200" b="1">
                        <a:solidFill>
                          <a:schemeClr val="accent6"/>
                        </a:solidFill>
                        <a:latin typeface="Lexend"/>
                        <a:ea typeface="Lexend"/>
                        <a:cs typeface="Lexend"/>
                        <a:sym typeface="Lexen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200" b="1">
                          <a:solidFill>
                            <a:schemeClr val="accent6"/>
                          </a:solidFill>
                          <a:latin typeface="Lexend"/>
                          <a:ea typeface="Lexend"/>
                          <a:cs typeface="Lexend"/>
                          <a:sym typeface="Lexend"/>
                        </a:rPr>
                        <a:t>Feb</a:t>
                      </a:r>
                      <a:endParaRPr sz="1200" b="1">
                        <a:solidFill>
                          <a:schemeClr val="accent6"/>
                        </a:solidFill>
                        <a:latin typeface="Lexend"/>
                        <a:ea typeface="Lexend"/>
                        <a:cs typeface="Lexend"/>
                        <a:sym typeface="Lexen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200" b="1">
                          <a:solidFill>
                            <a:schemeClr val="accent6"/>
                          </a:solidFill>
                          <a:latin typeface="Lexend"/>
                          <a:ea typeface="Lexend"/>
                          <a:cs typeface="Lexend"/>
                          <a:sym typeface="Lexend"/>
                        </a:rPr>
                        <a:t>Mar</a:t>
                      </a:r>
                      <a:endParaRPr sz="1200" b="1">
                        <a:solidFill>
                          <a:schemeClr val="accent6"/>
                        </a:solidFill>
                        <a:latin typeface="Lexend"/>
                        <a:ea typeface="Lexend"/>
                        <a:cs typeface="Lexend"/>
                        <a:sym typeface="Lexen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Clr>
                          <a:srgbClr val="000000"/>
                        </a:buClr>
                        <a:buSzPts val="1100"/>
                        <a:buFont typeface="Arial"/>
                        <a:buNone/>
                      </a:pPr>
                      <a:r>
                        <a:rPr lang="en" sz="1200" b="1">
                          <a:solidFill>
                            <a:schemeClr val="accent6"/>
                          </a:solidFill>
                          <a:latin typeface="Lexend"/>
                          <a:ea typeface="Lexend"/>
                          <a:cs typeface="Lexend"/>
                          <a:sym typeface="Lexend"/>
                        </a:rPr>
                        <a:t>Apr</a:t>
                      </a:r>
                      <a:endParaRPr sz="1200" b="1">
                        <a:solidFill>
                          <a:schemeClr val="accent6"/>
                        </a:solidFill>
                        <a:latin typeface="Lexend"/>
                        <a:ea typeface="Lexend"/>
                        <a:cs typeface="Lexend"/>
                        <a:sym typeface="Lexen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200" b="1">
                          <a:solidFill>
                            <a:schemeClr val="accent6"/>
                          </a:solidFill>
                          <a:latin typeface="Lexend"/>
                          <a:ea typeface="Lexend"/>
                          <a:cs typeface="Lexend"/>
                          <a:sym typeface="Lexend"/>
                        </a:rPr>
                        <a:t>May</a:t>
                      </a:r>
                      <a:endParaRPr sz="1200" b="1">
                        <a:solidFill>
                          <a:schemeClr val="accent6"/>
                        </a:solidFill>
                        <a:latin typeface="Lexend"/>
                        <a:ea typeface="Lexend"/>
                        <a:cs typeface="Lexend"/>
                        <a:sym typeface="Lexen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200" b="1">
                          <a:solidFill>
                            <a:schemeClr val="accent6"/>
                          </a:solidFill>
                          <a:latin typeface="Lexend"/>
                          <a:ea typeface="Lexend"/>
                          <a:cs typeface="Lexend"/>
                          <a:sym typeface="Lexend"/>
                        </a:rPr>
                        <a:t>Jun</a:t>
                      </a:r>
                      <a:endParaRPr sz="1200" b="1">
                        <a:solidFill>
                          <a:schemeClr val="accent6"/>
                        </a:solidFill>
                        <a:latin typeface="Lexend"/>
                        <a:ea typeface="Lexend"/>
                        <a:cs typeface="Lexend"/>
                        <a:sym typeface="Lexen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200" b="1">
                          <a:solidFill>
                            <a:schemeClr val="accent6"/>
                          </a:solidFill>
                          <a:latin typeface="Lexend"/>
                          <a:ea typeface="Lexend"/>
                          <a:cs typeface="Lexend"/>
                          <a:sym typeface="Lexend"/>
                        </a:rPr>
                        <a:t>Jul</a:t>
                      </a:r>
                      <a:endParaRPr sz="1200" b="1">
                        <a:solidFill>
                          <a:schemeClr val="accent6"/>
                        </a:solidFill>
                        <a:latin typeface="Lexend"/>
                        <a:ea typeface="Lexend"/>
                        <a:cs typeface="Lexend"/>
                        <a:sym typeface="Lexen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200" b="1">
                          <a:solidFill>
                            <a:schemeClr val="accent6"/>
                          </a:solidFill>
                          <a:latin typeface="Lexend"/>
                          <a:ea typeface="Lexend"/>
                          <a:cs typeface="Lexend"/>
                          <a:sym typeface="Lexend"/>
                        </a:rPr>
                        <a:t>Aug</a:t>
                      </a:r>
                      <a:endParaRPr sz="1200" b="1">
                        <a:solidFill>
                          <a:schemeClr val="accent6"/>
                        </a:solidFill>
                        <a:latin typeface="Lexend"/>
                        <a:ea typeface="Lexend"/>
                        <a:cs typeface="Lexend"/>
                        <a:sym typeface="Lexen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200" b="1">
                          <a:solidFill>
                            <a:schemeClr val="accent6"/>
                          </a:solidFill>
                          <a:latin typeface="Lexend"/>
                          <a:ea typeface="Lexend"/>
                          <a:cs typeface="Lexend"/>
                          <a:sym typeface="Lexend"/>
                        </a:rPr>
                        <a:t>Sep</a:t>
                      </a:r>
                      <a:endParaRPr sz="1200" b="1">
                        <a:solidFill>
                          <a:schemeClr val="accent6"/>
                        </a:solidFill>
                        <a:latin typeface="Lexend"/>
                        <a:ea typeface="Lexend"/>
                        <a:cs typeface="Lexend"/>
                        <a:sym typeface="Lexen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200" b="1">
                          <a:solidFill>
                            <a:schemeClr val="accent6"/>
                          </a:solidFill>
                          <a:latin typeface="Lexend"/>
                          <a:ea typeface="Lexend"/>
                          <a:cs typeface="Lexend"/>
                          <a:sym typeface="Lexend"/>
                        </a:rPr>
                        <a:t>Oct</a:t>
                      </a:r>
                      <a:endParaRPr sz="1200" b="1">
                        <a:solidFill>
                          <a:schemeClr val="accent6"/>
                        </a:solidFill>
                        <a:latin typeface="Lexend"/>
                        <a:ea typeface="Lexend"/>
                        <a:cs typeface="Lexend"/>
                        <a:sym typeface="Lexen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200" b="1">
                          <a:solidFill>
                            <a:schemeClr val="accent6"/>
                          </a:solidFill>
                          <a:latin typeface="Lexend"/>
                          <a:ea typeface="Lexend"/>
                          <a:cs typeface="Lexend"/>
                          <a:sym typeface="Lexend"/>
                        </a:rPr>
                        <a:t>Nov</a:t>
                      </a:r>
                      <a:endParaRPr sz="1200" b="1">
                        <a:solidFill>
                          <a:schemeClr val="accent6"/>
                        </a:solidFill>
                        <a:latin typeface="Lexend"/>
                        <a:ea typeface="Lexend"/>
                        <a:cs typeface="Lexend"/>
                        <a:sym typeface="Lexen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Clr>
                          <a:srgbClr val="000000"/>
                        </a:buClr>
                        <a:buSzPts val="1100"/>
                        <a:buFont typeface="Arial"/>
                        <a:buNone/>
                      </a:pPr>
                      <a:r>
                        <a:rPr lang="en" sz="1200" b="1">
                          <a:solidFill>
                            <a:schemeClr val="accent6"/>
                          </a:solidFill>
                          <a:latin typeface="Lexend"/>
                          <a:ea typeface="Lexend"/>
                          <a:cs typeface="Lexend"/>
                          <a:sym typeface="Lexend"/>
                        </a:rPr>
                        <a:t>Dec</a:t>
                      </a:r>
                      <a:endParaRPr sz="1200" b="1">
                        <a:solidFill>
                          <a:schemeClr val="accent6"/>
                        </a:solidFill>
                        <a:latin typeface="Lexend"/>
                        <a:ea typeface="Lexend"/>
                        <a:cs typeface="Lexend"/>
                        <a:sym typeface="Lexen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468375">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Streamline processes</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Reduce costs to offer competitive pricing</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468375">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Enhance communication</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Ensure that all teams are aligned on the branding </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468375">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Innovate products</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Highlight product features to attract new customers</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468375">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Develop talent</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Empower employees to take on initiatives</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468375">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Expand market reach</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Expand the company's reach to new markets</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468375">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Strengthen branding</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Increase recognition through brand campaigns</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rgbClr val="191919"/>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6"/>
                  </a:ext>
                </a:extLst>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96"/>
        <p:cNvGrpSpPr/>
        <p:nvPr/>
      </p:nvGrpSpPr>
      <p:grpSpPr>
        <a:xfrm>
          <a:off x="0" y="0"/>
          <a:ext cx="0" cy="0"/>
          <a:chOff x="0" y="0"/>
          <a:chExt cx="0" cy="0"/>
        </a:xfrm>
      </p:grpSpPr>
      <p:sp>
        <p:nvSpPr>
          <p:cNvPr id="597" name="Google Shape;597;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Market size infographic</a:t>
            </a:r>
            <a:endParaRPr/>
          </a:p>
        </p:txBody>
      </p:sp>
      <p:sp>
        <p:nvSpPr>
          <p:cNvPr id="598" name="Google Shape;598;p44"/>
          <p:cNvSpPr txBox="1"/>
          <p:nvPr/>
        </p:nvSpPr>
        <p:spPr>
          <a:xfrm>
            <a:off x="1089550" y="1671100"/>
            <a:ext cx="1269900" cy="554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Lexend"/>
                <a:ea typeface="Lexend"/>
                <a:cs typeface="Lexend"/>
                <a:sym typeface="Lexend"/>
              </a:rPr>
              <a:t>$100M</a:t>
            </a:r>
            <a:endParaRPr sz="1000" b="1">
              <a:solidFill>
                <a:schemeClr val="dk1"/>
              </a:solidFill>
              <a:latin typeface="Lexend"/>
              <a:ea typeface="Lexend"/>
              <a:cs typeface="Lexend"/>
              <a:sym typeface="Lexend"/>
            </a:endParaRPr>
          </a:p>
        </p:txBody>
      </p:sp>
      <p:sp>
        <p:nvSpPr>
          <p:cNvPr id="599" name="Google Shape;599;p44"/>
          <p:cNvSpPr txBox="1"/>
          <p:nvPr/>
        </p:nvSpPr>
        <p:spPr>
          <a:xfrm>
            <a:off x="1961638" y="2638125"/>
            <a:ext cx="1269900" cy="554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Lexend"/>
                <a:ea typeface="Lexend"/>
                <a:cs typeface="Lexend"/>
                <a:sym typeface="Lexend"/>
              </a:rPr>
              <a:t>$20M</a:t>
            </a:r>
            <a:endParaRPr sz="1000" b="1">
              <a:solidFill>
                <a:schemeClr val="dk1"/>
              </a:solidFill>
              <a:latin typeface="Lexend"/>
              <a:ea typeface="Lexend"/>
              <a:cs typeface="Lexend"/>
              <a:sym typeface="Lexend"/>
            </a:endParaRPr>
          </a:p>
        </p:txBody>
      </p:sp>
      <p:sp>
        <p:nvSpPr>
          <p:cNvPr id="600" name="Google Shape;600;p44"/>
          <p:cNvSpPr txBox="1"/>
          <p:nvPr/>
        </p:nvSpPr>
        <p:spPr>
          <a:xfrm>
            <a:off x="2833725" y="3459525"/>
            <a:ext cx="1269900" cy="554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Lexend"/>
                <a:ea typeface="Lexend"/>
                <a:cs typeface="Lexend"/>
                <a:sym typeface="Lexend"/>
              </a:rPr>
              <a:t>$5M</a:t>
            </a:r>
            <a:endParaRPr sz="1000" b="1">
              <a:solidFill>
                <a:schemeClr val="dk1"/>
              </a:solidFill>
              <a:latin typeface="Lexend"/>
              <a:ea typeface="Lexend"/>
              <a:cs typeface="Lexend"/>
              <a:sym typeface="Lexend"/>
            </a:endParaRPr>
          </a:p>
        </p:txBody>
      </p:sp>
      <p:sp>
        <p:nvSpPr>
          <p:cNvPr id="601" name="Google Shape;601;p44"/>
          <p:cNvSpPr txBox="1">
            <a:spLocks noGrp="1"/>
          </p:cNvSpPr>
          <p:nvPr>
            <p:ph type="subTitle" idx="4294967295"/>
          </p:nvPr>
        </p:nvSpPr>
        <p:spPr>
          <a:xfrm>
            <a:off x="4956600" y="1223125"/>
            <a:ext cx="3203700" cy="42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b="1">
                <a:latin typeface="Lexend"/>
                <a:ea typeface="Lexend"/>
                <a:cs typeface="Lexend"/>
                <a:sym typeface="Lexend"/>
              </a:rPr>
              <a:t>$100M</a:t>
            </a:r>
            <a:endParaRPr sz="1800" b="1">
              <a:latin typeface="Lexend"/>
              <a:ea typeface="Lexend"/>
              <a:cs typeface="Lexend"/>
              <a:sym typeface="Lexend"/>
            </a:endParaRPr>
          </a:p>
        </p:txBody>
      </p:sp>
      <p:sp>
        <p:nvSpPr>
          <p:cNvPr id="602" name="Google Shape;602;p44"/>
          <p:cNvSpPr txBox="1">
            <a:spLocks noGrp="1"/>
          </p:cNvSpPr>
          <p:nvPr>
            <p:ph type="subTitle" idx="4294967295"/>
          </p:nvPr>
        </p:nvSpPr>
        <p:spPr>
          <a:xfrm>
            <a:off x="4956600" y="1594564"/>
            <a:ext cx="3203700" cy="655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DM Sans"/>
                <a:ea typeface="DM Sans"/>
                <a:cs typeface="DM Sans"/>
                <a:sym typeface="DM Sans"/>
              </a:rPr>
              <a:t>Large companies with significant resources. They highlight cost-saving benefits to establish the brand as leader</a:t>
            </a:r>
            <a:endParaRPr>
              <a:latin typeface="DM Sans"/>
              <a:ea typeface="DM Sans"/>
              <a:cs typeface="DM Sans"/>
              <a:sym typeface="DM Sans"/>
            </a:endParaRPr>
          </a:p>
        </p:txBody>
      </p:sp>
      <p:sp>
        <p:nvSpPr>
          <p:cNvPr id="603" name="Google Shape;603;p44"/>
          <p:cNvSpPr txBox="1">
            <a:spLocks noGrp="1"/>
          </p:cNvSpPr>
          <p:nvPr>
            <p:ph type="subTitle" idx="4294967295"/>
          </p:nvPr>
        </p:nvSpPr>
        <p:spPr>
          <a:xfrm>
            <a:off x="4956600" y="2402342"/>
            <a:ext cx="3203700" cy="424500"/>
          </a:xfrm>
          <a:prstGeom prst="rect">
            <a:avLst/>
          </a:prstGeom>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800" b="1">
                <a:latin typeface="Lexend"/>
                <a:ea typeface="Lexend"/>
                <a:cs typeface="Lexend"/>
                <a:sym typeface="Lexend"/>
              </a:rPr>
              <a:t>$20M</a:t>
            </a:r>
            <a:endParaRPr sz="1800" b="1">
              <a:latin typeface="Lexend"/>
              <a:ea typeface="Lexend"/>
              <a:cs typeface="Lexend"/>
              <a:sym typeface="Lexend"/>
            </a:endParaRPr>
          </a:p>
        </p:txBody>
      </p:sp>
      <p:sp>
        <p:nvSpPr>
          <p:cNvPr id="604" name="Google Shape;604;p44"/>
          <p:cNvSpPr txBox="1">
            <a:spLocks noGrp="1"/>
          </p:cNvSpPr>
          <p:nvPr>
            <p:ph type="subTitle" idx="4294967295"/>
          </p:nvPr>
        </p:nvSpPr>
        <p:spPr>
          <a:xfrm>
            <a:off x="4956600" y="2773781"/>
            <a:ext cx="3203700" cy="655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DM Sans"/>
                <a:ea typeface="DM Sans"/>
                <a:cs typeface="DM Sans"/>
                <a:sym typeface="DM Sans"/>
              </a:rPr>
              <a:t>Mid-sized companies struggling to compete. They showcase unique features and benefits tailored to their needs</a:t>
            </a:r>
            <a:endParaRPr>
              <a:latin typeface="DM Sans"/>
              <a:ea typeface="DM Sans"/>
              <a:cs typeface="DM Sans"/>
              <a:sym typeface="DM Sans"/>
            </a:endParaRPr>
          </a:p>
        </p:txBody>
      </p:sp>
      <p:sp>
        <p:nvSpPr>
          <p:cNvPr id="605" name="Google Shape;605;p44"/>
          <p:cNvSpPr txBox="1">
            <a:spLocks noGrp="1"/>
          </p:cNvSpPr>
          <p:nvPr>
            <p:ph type="subTitle" idx="4294967295"/>
          </p:nvPr>
        </p:nvSpPr>
        <p:spPr>
          <a:xfrm>
            <a:off x="4956600" y="3581559"/>
            <a:ext cx="3203700" cy="424500"/>
          </a:xfrm>
          <a:prstGeom prst="rect">
            <a:avLst/>
          </a:prstGeom>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800" b="1">
                <a:latin typeface="Lexend"/>
                <a:ea typeface="Lexend"/>
                <a:cs typeface="Lexend"/>
                <a:sym typeface="Lexend"/>
              </a:rPr>
              <a:t>$5M</a:t>
            </a:r>
            <a:endParaRPr sz="1800" b="1">
              <a:latin typeface="Lexend"/>
              <a:ea typeface="Lexend"/>
              <a:cs typeface="Lexend"/>
              <a:sym typeface="Lexend"/>
            </a:endParaRPr>
          </a:p>
        </p:txBody>
      </p:sp>
      <p:sp>
        <p:nvSpPr>
          <p:cNvPr id="606" name="Google Shape;606;p44"/>
          <p:cNvSpPr txBox="1">
            <a:spLocks noGrp="1"/>
          </p:cNvSpPr>
          <p:nvPr>
            <p:ph type="subTitle" idx="4294967295"/>
          </p:nvPr>
        </p:nvSpPr>
        <p:spPr>
          <a:xfrm>
            <a:off x="4956600" y="3952998"/>
            <a:ext cx="3203700" cy="655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DM Sans"/>
                <a:ea typeface="DM Sans"/>
                <a:cs typeface="DM Sans"/>
                <a:sym typeface="DM Sans"/>
              </a:rPr>
              <a:t>Small businesses with limited resources. They emphasize affordability and ease of use to attract new customers</a:t>
            </a:r>
            <a:endParaRPr>
              <a:latin typeface="DM Sans"/>
              <a:ea typeface="DM Sans"/>
              <a:cs typeface="DM Sans"/>
              <a:sym typeface="DM Sans"/>
            </a:endParaRPr>
          </a:p>
        </p:txBody>
      </p:sp>
      <p:sp>
        <p:nvSpPr>
          <p:cNvPr id="607" name="Google Shape;607;p44"/>
          <p:cNvSpPr/>
          <p:nvPr/>
        </p:nvSpPr>
        <p:spPr>
          <a:xfrm>
            <a:off x="4534475" y="2546113"/>
            <a:ext cx="288900" cy="288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44"/>
          <p:cNvSpPr/>
          <p:nvPr/>
        </p:nvSpPr>
        <p:spPr>
          <a:xfrm>
            <a:off x="4534475" y="3717150"/>
            <a:ext cx="288900" cy="2889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44"/>
          <p:cNvSpPr/>
          <p:nvPr/>
        </p:nvSpPr>
        <p:spPr>
          <a:xfrm>
            <a:off x="1438101" y="2225200"/>
            <a:ext cx="572797" cy="3677353"/>
          </a:xfrm>
          <a:custGeom>
            <a:avLst/>
            <a:gdLst/>
            <a:ahLst/>
            <a:cxnLst/>
            <a:rect l="l" t="t" r="r" b="b"/>
            <a:pathLst>
              <a:path w="5793" h="37191" extrusionOk="0">
                <a:moveTo>
                  <a:pt x="2898" y="0"/>
                </a:moveTo>
                <a:cubicBezTo>
                  <a:pt x="2820" y="0"/>
                  <a:pt x="2744" y="37"/>
                  <a:pt x="2687" y="110"/>
                </a:cubicBezTo>
                <a:lnTo>
                  <a:pt x="112" y="3382"/>
                </a:lnTo>
                <a:cubicBezTo>
                  <a:pt x="1" y="3531"/>
                  <a:pt x="55" y="3652"/>
                  <a:pt x="236" y="3652"/>
                </a:cubicBezTo>
                <a:lnTo>
                  <a:pt x="1046" y="3652"/>
                </a:lnTo>
                <a:lnTo>
                  <a:pt x="1046" y="37190"/>
                </a:lnTo>
                <a:lnTo>
                  <a:pt x="4748" y="37190"/>
                </a:lnTo>
                <a:lnTo>
                  <a:pt x="4748" y="3652"/>
                </a:lnTo>
                <a:lnTo>
                  <a:pt x="5558" y="3652"/>
                </a:lnTo>
                <a:cubicBezTo>
                  <a:pt x="5739" y="3652"/>
                  <a:pt x="5793" y="3531"/>
                  <a:pt x="5682" y="3382"/>
                </a:cubicBezTo>
                <a:lnTo>
                  <a:pt x="3117" y="110"/>
                </a:lnTo>
                <a:cubicBezTo>
                  <a:pt x="3055" y="37"/>
                  <a:pt x="2976" y="0"/>
                  <a:pt x="28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44"/>
          <p:cNvSpPr/>
          <p:nvPr/>
        </p:nvSpPr>
        <p:spPr>
          <a:xfrm>
            <a:off x="2310189" y="3200325"/>
            <a:ext cx="572797" cy="3677353"/>
          </a:xfrm>
          <a:custGeom>
            <a:avLst/>
            <a:gdLst/>
            <a:ahLst/>
            <a:cxnLst/>
            <a:rect l="l" t="t" r="r" b="b"/>
            <a:pathLst>
              <a:path w="5793" h="37191" extrusionOk="0">
                <a:moveTo>
                  <a:pt x="2898" y="0"/>
                </a:moveTo>
                <a:cubicBezTo>
                  <a:pt x="2820" y="0"/>
                  <a:pt x="2744" y="37"/>
                  <a:pt x="2687" y="110"/>
                </a:cubicBezTo>
                <a:lnTo>
                  <a:pt x="112" y="3382"/>
                </a:lnTo>
                <a:cubicBezTo>
                  <a:pt x="1" y="3531"/>
                  <a:pt x="55" y="3652"/>
                  <a:pt x="236" y="3652"/>
                </a:cubicBezTo>
                <a:lnTo>
                  <a:pt x="1046" y="3652"/>
                </a:lnTo>
                <a:lnTo>
                  <a:pt x="1046" y="37190"/>
                </a:lnTo>
                <a:lnTo>
                  <a:pt x="4748" y="37190"/>
                </a:lnTo>
                <a:lnTo>
                  <a:pt x="4748" y="3652"/>
                </a:lnTo>
                <a:lnTo>
                  <a:pt x="5558" y="3652"/>
                </a:lnTo>
                <a:cubicBezTo>
                  <a:pt x="5739" y="3652"/>
                  <a:pt x="5793" y="3531"/>
                  <a:pt x="5682" y="3382"/>
                </a:cubicBezTo>
                <a:lnTo>
                  <a:pt x="3117" y="110"/>
                </a:lnTo>
                <a:cubicBezTo>
                  <a:pt x="3055" y="37"/>
                  <a:pt x="2976" y="0"/>
                  <a:pt x="28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44"/>
          <p:cNvSpPr/>
          <p:nvPr/>
        </p:nvSpPr>
        <p:spPr>
          <a:xfrm>
            <a:off x="3182276" y="4009850"/>
            <a:ext cx="572797" cy="3677353"/>
          </a:xfrm>
          <a:custGeom>
            <a:avLst/>
            <a:gdLst/>
            <a:ahLst/>
            <a:cxnLst/>
            <a:rect l="l" t="t" r="r" b="b"/>
            <a:pathLst>
              <a:path w="5793" h="37191" extrusionOk="0">
                <a:moveTo>
                  <a:pt x="2898" y="0"/>
                </a:moveTo>
                <a:cubicBezTo>
                  <a:pt x="2820" y="0"/>
                  <a:pt x="2744" y="37"/>
                  <a:pt x="2687" y="110"/>
                </a:cubicBezTo>
                <a:lnTo>
                  <a:pt x="112" y="3382"/>
                </a:lnTo>
                <a:cubicBezTo>
                  <a:pt x="1" y="3531"/>
                  <a:pt x="55" y="3652"/>
                  <a:pt x="236" y="3652"/>
                </a:cubicBezTo>
                <a:lnTo>
                  <a:pt x="1046" y="3652"/>
                </a:lnTo>
                <a:lnTo>
                  <a:pt x="1046" y="37190"/>
                </a:lnTo>
                <a:lnTo>
                  <a:pt x="4748" y="37190"/>
                </a:lnTo>
                <a:lnTo>
                  <a:pt x="4748" y="3652"/>
                </a:lnTo>
                <a:lnTo>
                  <a:pt x="5558" y="3652"/>
                </a:lnTo>
                <a:cubicBezTo>
                  <a:pt x="5739" y="3652"/>
                  <a:pt x="5793" y="3531"/>
                  <a:pt x="5682" y="3382"/>
                </a:cubicBezTo>
                <a:lnTo>
                  <a:pt x="3117" y="110"/>
                </a:lnTo>
                <a:cubicBezTo>
                  <a:pt x="3055" y="37"/>
                  <a:pt x="2976" y="0"/>
                  <a:pt x="28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44"/>
          <p:cNvSpPr/>
          <p:nvPr/>
        </p:nvSpPr>
        <p:spPr>
          <a:xfrm>
            <a:off x="4534475" y="1358725"/>
            <a:ext cx="288900" cy="288900"/>
          </a:xfrm>
          <a:prstGeom prst="rect">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3" name="Google Shape;613;p44"/>
          <p:cNvGrpSpPr/>
          <p:nvPr/>
        </p:nvGrpSpPr>
        <p:grpSpPr>
          <a:xfrm>
            <a:off x="3287160" y="3170275"/>
            <a:ext cx="363030" cy="361816"/>
            <a:chOff x="5581279" y="3238675"/>
            <a:chExt cx="363030" cy="361816"/>
          </a:xfrm>
        </p:grpSpPr>
        <p:sp>
          <p:nvSpPr>
            <p:cNvPr id="614" name="Google Shape;614;p44"/>
            <p:cNvSpPr/>
            <p:nvPr/>
          </p:nvSpPr>
          <p:spPr>
            <a:xfrm>
              <a:off x="5581279" y="3238675"/>
              <a:ext cx="363030" cy="361816"/>
            </a:xfrm>
            <a:custGeom>
              <a:avLst/>
              <a:gdLst/>
              <a:ahLst/>
              <a:cxnLst/>
              <a:rect l="l" t="t" r="r" b="b"/>
              <a:pathLst>
                <a:path w="13463" h="13418" extrusionOk="0">
                  <a:moveTo>
                    <a:pt x="6731" y="0"/>
                  </a:moveTo>
                  <a:cubicBezTo>
                    <a:pt x="6683" y="0"/>
                    <a:pt x="6635" y="17"/>
                    <a:pt x="6601" y="51"/>
                  </a:cubicBezTo>
                  <a:lnTo>
                    <a:pt x="79" y="6572"/>
                  </a:lnTo>
                  <a:cubicBezTo>
                    <a:pt x="1" y="6653"/>
                    <a:pt x="1" y="6764"/>
                    <a:pt x="79" y="6843"/>
                  </a:cubicBezTo>
                  <a:lnTo>
                    <a:pt x="6601" y="13367"/>
                  </a:lnTo>
                  <a:cubicBezTo>
                    <a:pt x="6635" y="13401"/>
                    <a:pt x="6683" y="13417"/>
                    <a:pt x="6731" y="13417"/>
                  </a:cubicBezTo>
                  <a:cubicBezTo>
                    <a:pt x="6779" y="13417"/>
                    <a:pt x="6827" y="13401"/>
                    <a:pt x="6860" y="13367"/>
                  </a:cubicBezTo>
                  <a:lnTo>
                    <a:pt x="13384" y="6843"/>
                  </a:lnTo>
                  <a:cubicBezTo>
                    <a:pt x="13463" y="6764"/>
                    <a:pt x="13463" y="6653"/>
                    <a:pt x="13384" y="6572"/>
                  </a:cubicBezTo>
                  <a:lnTo>
                    <a:pt x="6860" y="51"/>
                  </a:lnTo>
                  <a:cubicBezTo>
                    <a:pt x="6827" y="17"/>
                    <a:pt x="6779" y="0"/>
                    <a:pt x="6731"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44"/>
            <p:cNvSpPr/>
            <p:nvPr/>
          </p:nvSpPr>
          <p:spPr>
            <a:xfrm>
              <a:off x="5683638" y="3334805"/>
              <a:ext cx="86935" cy="168963"/>
            </a:xfrm>
            <a:custGeom>
              <a:avLst/>
              <a:gdLst/>
              <a:ahLst/>
              <a:cxnLst/>
              <a:rect l="l" t="t" r="r" b="b"/>
              <a:pathLst>
                <a:path w="3224" h="6266" extrusionOk="0">
                  <a:moveTo>
                    <a:pt x="1737" y="1"/>
                  </a:moveTo>
                  <a:cubicBezTo>
                    <a:pt x="1656" y="1"/>
                    <a:pt x="1602" y="58"/>
                    <a:pt x="1602" y="136"/>
                  </a:cubicBezTo>
                  <a:lnTo>
                    <a:pt x="1602" y="1296"/>
                  </a:lnTo>
                  <a:cubicBezTo>
                    <a:pt x="1602" y="1317"/>
                    <a:pt x="1588" y="1342"/>
                    <a:pt x="1588" y="1363"/>
                  </a:cubicBezTo>
                  <a:lnTo>
                    <a:pt x="47" y="4440"/>
                  </a:lnTo>
                  <a:cubicBezTo>
                    <a:pt x="12" y="4494"/>
                    <a:pt x="1" y="4562"/>
                    <a:pt x="1" y="4619"/>
                  </a:cubicBezTo>
                  <a:lnTo>
                    <a:pt x="1" y="5871"/>
                  </a:lnTo>
                  <a:cubicBezTo>
                    <a:pt x="1" y="6084"/>
                    <a:pt x="182" y="6265"/>
                    <a:pt x="396" y="6265"/>
                  </a:cubicBezTo>
                  <a:lnTo>
                    <a:pt x="1488" y="6265"/>
                  </a:lnTo>
                  <a:cubicBezTo>
                    <a:pt x="1566" y="6265"/>
                    <a:pt x="1623" y="6198"/>
                    <a:pt x="1623" y="6130"/>
                  </a:cubicBezTo>
                  <a:lnTo>
                    <a:pt x="1623" y="4946"/>
                  </a:lnTo>
                  <a:cubicBezTo>
                    <a:pt x="1623" y="4924"/>
                    <a:pt x="1634" y="4900"/>
                    <a:pt x="1634" y="4878"/>
                  </a:cubicBezTo>
                  <a:lnTo>
                    <a:pt x="3210" y="1747"/>
                  </a:lnTo>
                  <a:cubicBezTo>
                    <a:pt x="3224" y="1723"/>
                    <a:pt x="3224" y="1701"/>
                    <a:pt x="3224" y="1680"/>
                  </a:cubicBezTo>
                  <a:lnTo>
                    <a:pt x="3224" y="136"/>
                  </a:lnTo>
                  <a:cubicBezTo>
                    <a:pt x="3224" y="58"/>
                    <a:pt x="3167" y="1"/>
                    <a:pt x="3089"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44"/>
            <p:cNvSpPr/>
            <p:nvPr/>
          </p:nvSpPr>
          <p:spPr>
            <a:xfrm>
              <a:off x="5703403" y="3334805"/>
              <a:ext cx="67170" cy="168963"/>
            </a:xfrm>
            <a:custGeom>
              <a:avLst/>
              <a:gdLst/>
              <a:ahLst/>
              <a:cxnLst/>
              <a:rect l="l" t="t" r="r" b="b"/>
              <a:pathLst>
                <a:path w="2491" h="6266" extrusionOk="0">
                  <a:moveTo>
                    <a:pt x="1599" y="1"/>
                  </a:moveTo>
                  <a:cubicBezTo>
                    <a:pt x="1666" y="1"/>
                    <a:pt x="1734" y="58"/>
                    <a:pt x="1734" y="136"/>
                  </a:cubicBezTo>
                  <a:lnTo>
                    <a:pt x="1734" y="1680"/>
                  </a:lnTo>
                  <a:cubicBezTo>
                    <a:pt x="1734" y="1701"/>
                    <a:pt x="1723" y="1723"/>
                    <a:pt x="1712" y="1747"/>
                  </a:cubicBezTo>
                  <a:lnTo>
                    <a:pt x="147" y="4878"/>
                  </a:lnTo>
                  <a:cubicBezTo>
                    <a:pt x="136" y="4900"/>
                    <a:pt x="136" y="4924"/>
                    <a:pt x="136" y="4946"/>
                  </a:cubicBezTo>
                  <a:lnTo>
                    <a:pt x="136" y="6130"/>
                  </a:lnTo>
                  <a:cubicBezTo>
                    <a:pt x="136" y="6198"/>
                    <a:pt x="68" y="6265"/>
                    <a:pt x="1" y="6265"/>
                  </a:cubicBezTo>
                  <a:lnTo>
                    <a:pt x="755" y="6265"/>
                  </a:lnTo>
                  <a:cubicBezTo>
                    <a:pt x="833" y="6265"/>
                    <a:pt x="890" y="6198"/>
                    <a:pt x="890" y="6130"/>
                  </a:cubicBezTo>
                  <a:lnTo>
                    <a:pt x="890" y="4946"/>
                  </a:lnTo>
                  <a:cubicBezTo>
                    <a:pt x="890" y="4924"/>
                    <a:pt x="901" y="4900"/>
                    <a:pt x="901" y="4878"/>
                  </a:cubicBezTo>
                  <a:lnTo>
                    <a:pt x="2477" y="1747"/>
                  </a:lnTo>
                  <a:cubicBezTo>
                    <a:pt x="2491" y="1723"/>
                    <a:pt x="2491" y="1701"/>
                    <a:pt x="2491" y="1680"/>
                  </a:cubicBezTo>
                  <a:lnTo>
                    <a:pt x="2491" y="136"/>
                  </a:lnTo>
                  <a:cubicBezTo>
                    <a:pt x="2491" y="58"/>
                    <a:pt x="2434" y="1"/>
                    <a:pt x="2356"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44"/>
            <p:cNvSpPr/>
            <p:nvPr/>
          </p:nvSpPr>
          <p:spPr>
            <a:xfrm>
              <a:off x="5783894" y="3334805"/>
              <a:ext cx="43764" cy="168963"/>
            </a:xfrm>
            <a:custGeom>
              <a:avLst/>
              <a:gdLst/>
              <a:ahLst/>
              <a:cxnLst/>
              <a:rect l="l" t="t" r="r" b="b"/>
              <a:pathLst>
                <a:path w="1623" h="6266" extrusionOk="0">
                  <a:moveTo>
                    <a:pt x="136" y="1"/>
                  </a:moveTo>
                  <a:cubicBezTo>
                    <a:pt x="68" y="1"/>
                    <a:pt x="1" y="58"/>
                    <a:pt x="1" y="136"/>
                  </a:cubicBezTo>
                  <a:lnTo>
                    <a:pt x="1" y="6130"/>
                  </a:lnTo>
                  <a:cubicBezTo>
                    <a:pt x="1" y="6198"/>
                    <a:pt x="68" y="6265"/>
                    <a:pt x="136" y="6265"/>
                  </a:cubicBezTo>
                  <a:lnTo>
                    <a:pt x="1498" y="6265"/>
                  </a:lnTo>
                  <a:cubicBezTo>
                    <a:pt x="1566" y="6265"/>
                    <a:pt x="1623" y="6198"/>
                    <a:pt x="1623" y="6130"/>
                  </a:cubicBezTo>
                  <a:lnTo>
                    <a:pt x="1623" y="136"/>
                  </a:lnTo>
                  <a:cubicBezTo>
                    <a:pt x="1623" y="58"/>
                    <a:pt x="1566" y="1"/>
                    <a:pt x="1488"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44"/>
            <p:cNvSpPr/>
            <p:nvPr/>
          </p:nvSpPr>
          <p:spPr>
            <a:xfrm>
              <a:off x="5808836" y="3334805"/>
              <a:ext cx="18822" cy="168963"/>
            </a:xfrm>
            <a:custGeom>
              <a:avLst/>
              <a:gdLst/>
              <a:ahLst/>
              <a:cxnLst/>
              <a:rect l="l" t="t" r="r" b="b"/>
              <a:pathLst>
                <a:path w="698" h="6266" extrusionOk="0">
                  <a:moveTo>
                    <a:pt x="0" y="1"/>
                  </a:moveTo>
                  <a:lnTo>
                    <a:pt x="0" y="6265"/>
                  </a:lnTo>
                  <a:lnTo>
                    <a:pt x="563" y="6265"/>
                  </a:lnTo>
                  <a:cubicBezTo>
                    <a:pt x="641" y="6265"/>
                    <a:pt x="698" y="6198"/>
                    <a:pt x="698" y="6130"/>
                  </a:cubicBezTo>
                  <a:lnTo>
                    <a:pt x="698" y="136"/>
                  </a:lnTo>
                  <a:cubicBezTo>
                    <a:pt x="698" y="58"/>
                    <a:pt x="641" y="1"/>
                    <a:pt x="563"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 name="Google Shape;619;p44"/>
          <p:cNvGrpSpPr/>
          <p:nvPr/>
        </p:nvGrpSpPr>
        <p:grpSpPr>
          <a:xfrm>
            <a:off x="1543565" y="1390545"/>
            <a:ext cx="361870" cy="361870"/>
            <a:chOff x="7266295" y="2635495"/>
            <a:chExt cx="361870" cy="361870"/>
          </a:xfrm>
        </p:grpSpPr>
        <p:sp>
          <p:nvSpPr>
            <p:cNvPr id="620" name="Google Shape;620;p44"/>
            <p:cNvSpPr/>
            <p:nvPr/>
          </p:nvSpPr>
          <p:spPr>
            <a:xfrm>
              <a:off x="7266295" y="2635495"/>
              <a:ext cx="361870" cy="361870"/>
            </a:xfrm>
            <a:custGeom>
              <a:avLst/>
              <a:gdLst/>
              <a:ahLst/>
              <a:cxnLst/>
              <a:rect l="l" t="t" r="r" b="b"/>
              <a:pathLst>
                <a:path w="13420" h="13420" extrusionOk="0">
                  <a:moveTo>
                    <a:pt x="6717" y="1"/>
                  </a:moveTo>
                  <a:cubicBezTo>
                    <a:pt x="3010" y="1"/>
                    <a:pt x="1" y="3010"/>
                    <a:pt x="1" y="6717"/>
                  </a:cubicBezTo>
                  <a:cubicBezTo>
                    <a:pt x="1" y="10410"/>
                    <a:pt x="3010" y="13419"/>
                    <a:pt x="6717" y="13419"/>
                  </a:cubicBezTo>
                  <a:cubicBezTo>
                    <a:pt x="10421" y="13419"/>
                    <a:pt x="13419" y="10410"/>
                    <a:pt x="13419" y="6717"/>
                  </a:cubicBezTo>
                  <a:cubicBezTo>
                    <a:pt x="13419" y="3010"/>
                    <a:pt x="10421" y="1"/>
                    <a:pt x="6717"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44"/>
            <p:cNvSpPr/>
            <p:nvPr/>
          </p:nvSpPr>
          <p:spPr>
            <a:xfrm>
              <a:off x="7351369" y="2758887"/>
              <a:ext cx="192287" cy="115087"/>
            </a:xfrm>
            <a:custGeom>
              <a:avLst/>
              <a:gdLst/>
              <a:ahLst/>
              <a:cxnLst/>
              <a:rect l="l" t="t" r="r" b="b"/>
              <a:pathLst>
                <a:path w="7131" h="4268" extrusionOk="0">
                  <a:moveTo>
                    <a:pt x="4140" y="0"/>
                  </a:moveTo>
                  <a:cubicBezTo>
                    <a:pt x="4023" y="0"/>
                    <a:pt x="3911" y="97"/>
                    <a:pt x="3911" y="235"/>
                  </a:cubicBezTo>
                  <a:lnTo>
                    <a:pt x="3911" y="1046"/>
                  </a:lnTo>
                  <a:cubicBezTo>
                    <a:pt x="3911" y="1113"/>
                    <a:pt x="3843" y="1181"/>
                    <a:pt x="3775" y="1181"/>
                  </a:cubicBezTo>
                  <a:lnTo>
                    <a:pt x="396" y="1181"/>
                  </a:lnTo>
                  <a:cubicBezTo>
                    <a:pt x="182" y="1181"/>
                    <a:pt x="1" y="1351"/>
                    <a:pt x="1" y="1576"/>
                  </a:cubicBezTo>
                  <a:lnTo>
                    <a:pt x="1" y="2703"/>
                  </a:lnTo>
                  <a:cubicBezTo>
                    <a:pt x="1" y="2917"/>
                    <a:pt x="182" y="3098"/>
                    <a:pt x="396" y="3098"/>
                  </a:cubicBezTo>
                  <a:lnTo>
                    <a:pt x="3775" y="3098"/>
                  </a:lnTo>
                  <a:cubicBezTo>
                    <a:pt x="3843" y="3098"/>
                    <a:pt x="3911" y="3155"/>
                    <a:pt x="3911" y="3233"/>
                  </a:cubicBezTo>
                  <a:lnTo>
                    <a:pt x="3911" y="4033"/>
                  </a:lnTo>
                  <a:cubicBezTo>
                    <a:pt x="3911" y="4171"/>
                    <a:pt x="4023" y="4268"/>
                    <a:pt x="4140" y="4268"/>
                  </a:cubicBezTo>
                  <a:cubicBezTo>
                    <a:pt x="4185" y="4268"/>
                    <a:pt x="4230" y="4254"/>
                    <a:pt x="4270" y="4223"/>
                  </a:cubicBezTo>
                  <a:lnTo>
                    <a:pt x="6996" y="2330"/>
                  </a:lnTo>
                  <a:cubicBezTo>
                    <a:pt x="7131" y="2241"/>
                    <a:pt x="7131" y="2038"/>
                    <a:pt x="6996" y="1949"/>
                  </a:cubicBezTo>
                  <a:lnTo>
                    <a:pt x="4270" y="45"/>
                  </a:lnTo>
                  <a:cubicBezTo>
                    <a:pt x="4230" y="14"/>
                    <a:pt x="4185" y="0"/>
                    <a:pt x="4140"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44"/>
          <p:cNvGrpSpPr/>
          <p:nvPr/>
        </p:nvGrpSpPr>
        <p:grpSpPr>
          <a:xfrm>
            <a:off x="2415693" y="2250737"/>
            <a:ext cx="361789" cy="361843"/>
            <a:chOff x="7963205" y="2001224"/>
            <a:chExt cx="361789" cy="361843"/>
          </a:xfrm>
        </p:grpSpPr>
        <p:sp>
          <p:nvSpPr>
            <p:cNvPr id="623" name="Google Shape;623;p44"/>
            <p:cNvSpPr/>
            <p:nvPr/>
          </p:nvSpPr>
          <p:spPr>
            <a:xfrm>
              <a:off x="7963205" y="2001224"/>
              <a:ext cx="361789" cy="361843"/>
            </a:xfrm>
            <a:custGeom>
              <a:avLst/>
              <a:gdLst/>
              <a:ahLst/>
              <a:cxnLst/>
              <a:rect l="l" t="t" r="r" b="b"/>
              <a:pathLst>
                <a:path w="13417" h="13419" extrusionOk="0">
                  <a:moveTo>
                    <a:pt x="6703" y="0"/>
                  </a:moveTo>
                  <a:cubicBezTo>
                    <a:pt x="2997" y="0"/>
                    <a:pt x="1" y="3010"/>
                    <a:pt x="1" y="6716"/>
                  </a:cubicBezTo>
                  <a:cubicBezTo>
                    <a:pt x="1" y="10410"/>
                    <a:pt x="2997" y="13419"/>
                    <a:pt x="6703" y="13419"/>
                  </a:cubicBezTo>
                  <a:cubicBezTo>
                    <a:pt x="10410" y="13419"/>
                    <a:pt x="13417" y="10410"/>
                    <a:pt x="13417" y="6716"/>
                  </a:cubicBezTo>
                  <a:cubicBezTo>
                    <a:pt x="13417" y="3010"/>
                    <a:pt x="10410" y="0"/>
                    <a:pt x="6703"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44"/>
            <p:cNvSpPr/>
            <p:nvPr/>
          </p:nvSpPr>
          <p:spPr>
            <a:xfrm>
              <a:off x="8004489" y="2042561"/>
              <a:ext cx="278872" cy="279169"/>
            </a:xfrm>
            <a:custGeom>
              <a:avLst/>
              <a:gdLst/>
              <a:ahLst/>
              <a:cxnLst/>
              <a:rect l="l" t="t" r="r" b="b"/>
              <a:pathLst>
                <a:path w="10342" h="10353" extrusionOk="0">
                  <a:moveTo>
                    <a:pt x="5172" y="0"/>
                  </a:moveTo>
                  <a:cubicBezTo>
                    <a:pt x="2323" y="0"/>
                    <a:pt x="0" y="2320"/>
                    <a:pt x="0" y="5183"/>
                  </a:cubicBezTo>
                  <a:cubicBezTo>
                    <a:pt x="0" y="8033"/>
                    <a:pt x="2323" y="10353"/>
                    <a:pt x="5172" y="10353"/>
                  </a:cubicBezTo>
                  <a:cubicBezTo>
                    <a:pt x="8033" y="10353"/>
                    <a:pt x="10342" y="8033"/>
                    <a:pt x="10342" y="5183"/>
                  </a:cubicBezTo>
                  <a:cubicBezTo>
                    <a:pt x="10342" y="2320"/>
                    <a:pt x="8033" y="0"/>
                    <a:pt x="5172"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44"/>
            <p:cNvSpPr/>
            <p:nvPr/>
          </p:nvSpPr>
          <p:spPr>
            <a:xfrm>
              <a:off x="8074678" y="2079315"/>
              <a:ext cx="167722" cy="193797"/>
            </a:xfrm>
            <a:custGeom>
              <a:avLst/>
              <a:gdLst/>
              <a:ahLst/>
              <a:cxnLst/>
              <a:rect l="l" t="t" r="r" b="b"/>
              <a:pathLst>
                <a:path w="6220" h="7187" extrusionOk="0">
                  <a:moveTo>
                    <a:pt x="2569" y="0"/>
                  </a:moveTo>
                  <a:cubicBezTo>
                    <a:pt x="1150" y="0"/>
                    <a:pt x="1" y="1149"/>
                    <a:pt x="1" y="2569"/>
                  </a:cubicBezTo>
                  <a:lnTo>
                    <a:pt x="1" y="6849"/>
                  </a:lnTo>
                  <a:cubicBezTo>
                    <a:pt x="1" y="7030"/>
                    <a:pt x="147" y="7187"/>
                    <a:pt x="339" y="7187"/>
                  </a:cubicBezTo>
                  <a:lnTo>
                    <a:pt x="1296" y="7187"/>
                  </a:lnTo>
                  <a:cubicBezTo>
                    <a:pt x="1477" y="7187"/>
                    <a:pt x="1623" y="7030"/>
                    <a:pt x="1623" y="6849"/>
                  </a:cubicBezTo>
                  <a:lnTo>
                    <a:pt x="1623" y="2569"/>
                  </a:lnTo>
                  <a:cubicBezTo>
                    <a:pt x="1623" y="2050"/>
                    <a:pt x="2050" y="1633"/>
                    <a:pt x="2569" y="1633"/>
                  </a:cubicBezTo>
                  <a:cubicBezTo>
                    <a:pt x="3086" y="1633"/>
                    <a:pt x="3516" y="2050"/>
                    <a:pt x="3516" y="2569"/>
                  </a:cubicBezTo>
                  <a:lnTo>
                    <a:pt x="3516" y="3458"/>
                  </a:lnTo>
                  <a:lnTo>
                    <a:pt x="2705" y="3458"/>
                  </a:lnTo>
                  <a:cubicBezTo>
                    <a:pt x="2545" y="3458"/>
                    <a:pt x="2445" y="3650"/>
                    <a:pt x="2545" y="3774"/>
                  </a:cubicBezTo>
                  <a:lnTo>
                    <a:pt x="4167" y="6094"/>
                  </a:lnTo>
                  <a:cubicBezTo>
                    <a:pt x="4208" y="6151"/>
                    <a:pt x="4270" y="6179"/>
                    <a:pt x="4332" y="6179"/>
                  </a:cubicBezTo>
                  <a:cubicBezTo>
                    <a:pt x="4394" y="6179"/>
                    <a:pt x="4455" y="6151"/>
                    <a:pt x="4494" y="6094"/>
                  </a:cubicBezTo>
                  <a:lnTo>
                    <a:pt x="6127" y="3774"/>
                  </a:lnTo>
                  <a:cubicBezTo>
                    <a:pt x="6219" y="3639"/>
                    <a:pt x="6127" y="3458"/>
                    <a:pt x="5960" y="3458"/>
                  </a:cubicBezTo>
                  <a:lnTo>
                    <a:pt x="5138" y="3458"/>
                  </a:lnTo>
                  <a:lnTo>
                    <a:pt x="5138" y="2569"/>
                  </a:lnTo>
                  <a:cubicBezTo>
                    <a:pt x="5138" y="1149"/>
                    <a:pt x="3989" y="0"/>
                    <a:pt x="2569"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4"/>
            <p:cNvSpPr/>
            <p:nvPr/>
          </p:nvSpPr>
          <p:spPr>
            <a:xfrm>
              <a:off x="8128123" y="2077184"/>
              <a:ext cx="113981" cy="130025"/>
            </a:xfrm>
            <a:custGeom>
              <a:avLst/>
              <a:gdLst/>
              <a:ahLst/>
              <a:cxnLst/>
              <a:rect l="l" t="t" r="r" b="b"/>
              <a:pathLst>
                <a:path w="4227" h="4822" extrusionOk="0">
                  <a:moveTo>
                    <a:pt x="577" y="1"/>
                  </a:moveTo>
                  <a:cubicBezTo>
                    <a:pt x="374" y="1"/>
                    <a:pt x="182" y="11"/>
                    <a:pt x="1" y="57"/>
                  </a:cubicBezTo>
                  <a:cubicBezTo>
                    <a:pt x="1263" y="531"/>
                    <a:pt x="2164" y="1758"/>
                    <a:pt x="2164" y="3188"/>
                  </a:cubicBezTo>
                  <a:lnTo>
                    <a:pt x="2164" y="4089"/>
                  </a:lnTo>
                  <a:cubicBezTo>
                    <a:pt x="2164" y="4237"/>
                    <a:pt x="2277" y="4348"/>
                    <a:pt x="2434" y="4348"/>
                  </a:cubicBezTo>
                  <a:lnTo>
                    <a:pt x="3199" y="4348"/>
                  </a:lnTo>
                  <a:cubicBezTo>
                    <a:pt x="3411" y="4348"/>
                    <a:pt x="3565" y="4641"/>
                    <a:pt x="3456" y="4810"/>
                  </a:cubicBezTo>
                  <a:lnTo>
                    <a:pt x="3456" y="4810"/>
                  </a:lnTo>
                  <a:lnTo>
                    <a:pt x="4135" y="3832"/>
                  </a:lnTo>
                  <a:cubicBezTo>
                    <a:pt x="4227" y="3697"/>
                    <a:pt x="4135" y="3516"/>
                    <a:pt x="3967" y="3516"/>
                  </a:cubicBezTo>
                  <a:lnTo>
                    <a:pt x="3156" y="3516"/>
                  </a:lnTo>
                  <a:lnTo>
                    <a:pt x="3156" y="2637"/>
                  </a:lnTo>
                  <a:cubicBezTo>
                    <a:pt x="3156" y="1196"/>
                    <a:pt x="2007" y="1"/>
                    <a:pt x="577" y="1"/>
                  </a:cubicBezTo>
                  <a:close/>
                  <a:moveTo>
                    <a:pt x="3456" y="4810"/>
                  </a:moveTo>
                  <a:lnTo>
                    <a:pt x="3448" y="4821"/>
                  </a:lnTo>
                  <a:cubicBezTo>
                    <a:pt x="3451" y="4818"/>
                    <a:pt x="3453" y="4814"/>
                    <a:pt x="3456" y="481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4"/>
            <p:cNvSpPr/>
            <p:nvPr/>
          </p:nvSpPr>
          <p:spPr>
            <a:xfrm>
              <a:off x="8000255" y="2038705"/>
              <a:ext cx="287717" cy="287150"/>
            </a:xfrm>
            <a:custGeom>
              <a:avLst/>
              <a:gdLst/>
              <a:ahLst/>
              <a:cxnLst/>
              <a:rect l="l" t="t" r="r" b="b"/>
              <a:pathLst>
                <a:path w="10670" h="10649" extrusionOk="0">
                  <a:moveTo>
                    <a:pt x="1306" y="0"/>
                  </a:moveTo>
                  <a:cubicBezTo>
                    <a:pt x="1271" y="0"/>
                    <a:pt x="1235" y="14"/>
                    <a:pt x="1206" y="41"/>
                  </a:cubicBezTo>
                  <a:lnTo>
                    <a:pt x="57" y="1214"/>
                  </a:lnTo>
                  <a:cubicBezTo>
                    <a:pt x="0" y="1271"/>
                    <a:pt x="0" y="1349"/>
                    <a:pt x="57" y="1406"/>
                  </a:cubicBezTo>
                  <a:lnTo>
                    <a:pt x="9261" y="10609"/>
                  </a:lnTo>
                  <a:cubicBezTo>
                    <a:pt x="9287" y="10634"/>
                    <a:pt x="9323" y="10649"/>
                    <a:pt x="9358" y="10649"/>
                  </a:cubicBezTo>
                  <a:cubicBezTo>
                    <a:pt x="9384" y="10649"/>
                    <a:pt x="9409" y="10640"/>
                    <a:pt x="9428" y="10620"/>
                  </a:cubicBezTo>
                  <a:cubicBezTo>
                    <a:pt x="9880" y="10282"/>
                    <a:pt x="10285" y="9888"/>
                    <a:pt x="10634" y="9436"/>
                  </a:cubicBezTo>
                  <a:cubicBezTo>
                    <a:pt x="10669" y="9393"/>
                    <a:pt x="10669" y="9314"/>
                    <a:pt x="10623" y="9258"/>
                  </a:cubicBezTo>
                  <a:lnTo>
                    <a:pt x="1398" y="41"/>
                  </a:lnTo>
                  <a:cubicBezTo>
                    <a:pt x="1375" y="14"/>
                    <a:pt x="1341" y="0"/>
                    <a:pt x="1306"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631"/>
        <p:cNvGrpSpPr/>
        <p:nvPr/>
      </p:nvGrpSpPr>
      <p:grpSpPr>
        <a:xfrm>
          <a:off x="0" y="0"/>
          <a:ext cx="0" cy="0"/>
          <a:chOff x="0" y="0"/>
          <a:chExt cx="0" cy="0"/>
        </a:xfrm>
      </p:grpSpPr>
      <p:sp>
        <p:nvSpPr>
          <p:cNvPr id="632" name="Google Shape;632;p45"/>
          <p:cNvSpPr txBox="1">
            <a:spLocks noGrp="1"/>
          </p:cNvSpPr>
          <p:nvPr>
            <p:ph type="subTitle" idx="1"/>
          </p:nvPr>
        </p:nvSpPr>
        <p:spPr>
          <a:xfrm>
            <a:off x="2716775" y="1593725"/>
            <a:ext cx="5201400" cy="52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—Laura Patterson</a:t>
            </a:r>
            <a:endParaRPr/>
          </a:p>
        </p:txBody>
      </p:sp>
      <p:sp>
        <p:nvSpPr>
          <p:cNvPr id="633" name="Google Shape;633;p45"/>
          <p:cNvSpPr txBox="1">
            <a:spLocks noGrp="1"/>
          </p:cNvSpPr>
          <p:nvPr>
            <p:ph type="subTitle" idx="2"/>
          </p:nvPr>
        </p:nvSpPr>
        <p:spPr>
          <a:xfrm>
            <a:off x="2716775" y="2813425"/>
            <a:ext cx="5201400" cy="52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—John Nelson</a:t>
            </a:r>
            <a:endParaRPr/>
          </a:p>
        </p:txBody>
      </p:sp>
      <p:sp>
        <p:nvSpPr>
          <p:cNvPr id="634" name="Google Shape;634;p45"/>
          <p:cNvSpPr txBox="1">
            <a:spLocks noGrp="1"/>
          </p:cNvSpPr>
          <p:nvPr>
            <p:ph type="subTitle" idx="3"/>
          </p:nvPr>
        </p:nvSpPr>
        <p:spPr>
          <a:xfrm>
            <a:off x="2716775" y="4033125"/>
            <a:ext cx="5201400" cy="52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—Peter James</a:t>
            </a:r>
            <a:endParaRPr/>
          </a:p>
        </p:txBody>
      </p:sp>
      <p:sp>
        <p:nvSpPr>
          <p:cNvPr id="635" name="Google Shape;635;p45"/>
          <p:cNvSpPr txBox="1">
            <a:spLocks noGrp="1"/>
          </p:cNvSpPr>
          <p:nvPr>
            <p:ph type="subTitle" idx="4"/>
          </p:nvPr>
        </p:nvSpPr>
        <p:spPr>
          <a:xfrm>
            <a:off x="2716775" y="1135025"/>
            <a:ext cx="5201400" cy="458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 was skeptical at first, but after using this product, I was blown away by how much time and money it saved me. It's a game-changer!"</a:t>
            </a:r>
            <a:endParaRPr/>
          </a:p>
        </p:txBody>
      </p:sp>
      <p:sp>
        <p:nvSpPr>
          <p:cNvPr id="636" name="Google Shape;636;p45"/>
          <p:cNvSpPr txBox="1">
            <a:spLocks noGrp="1"/>
          </p:cNvSpPr>
          <p:nvPr>
            <p:ph type="subTitle" idx="5"/>
          </p:nvPr>
        </p:nvSpPr>
        <p:spPr>
          <a:xfrm>
            <a:off x="2716775" y="2354730"/>
            <a:ext cx="5201400" cy="458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"This product has helped us level the playing field and compete more effectively with larger companies”</a:t>
            </a:r>
            <a:endParaRPr/>
          </a:p>
        </p:txBody>
      </p:sp>
      <p:sp>
        <p:nvSpPr>
          <p:cNvPr id="637" name="Google Shape;637;p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Testimonials</a:t>
            </a:r>
            <a:endParaRPr/>
          </a:p>
        </p:txBody>
      </p:sp>
      <p:sp>
        <p:nvSpPr>
          <p:cNvPr id="638" name="Google Shape;638;p45"/>
          <p:cNvSpPr txBox="1">
            <a:spLocks noGrp="1"/>
          </p:cNvSpPr>
          <p:nvPr>
            <p:ph type="subTitle" idx="6"/>
          </p:nvPr>
        </p:nvSpPr>
        <p:spPr>
          <a:xfrm>
            <a:off x="2716775" y="3574435"/>
            <a:ext cx="5201400" cy="458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"The support team for this product is amazing. They were always available to answer our questions and provide guidance"</a:t>
            </a:r>
            <a:endParaRPr/>
          </a:p>
        </p:txBody>
      </p:sp>
      <p:pic>
        <p:nvPicPr>
          <p:cNvPr id="639" name="Google Shape;639;p45"/>
          <p:cNvPicPr preferRelativeResize="0"/>
          <p:nvPr/>
        </p:nvPicPr>
        <p:blipFill rotWithShape="1">
          <a:blip r:embed="rId3">
            <a:alphaModFix/>
          </a:blip>
          <a:srcRect l="22454" t="3521" r="22459" b="13828"/>
          <a:stretch/>
        </p:blipFill>
        <p:spPr>
          <a:xfrm>
            <a:off x="1463400" y="1137550"/>
            <a:ext cx="1077652" cy="1077705"/>
          </a:xfrm>
          <a:prstGeom prst="rect">
            <a:avLst/>
          </a:prstGeom>
          <a:noFill/>
          <a:ln>
            <a:noFill/>
          </a:ln>
        </p:spPr>
      </p:pic>
      <p:pic>
        <p:nvPicPr>
          <p:cNvPr id="640" name="Google Shape;640;p45"/>
          <p:cNvPicPr preferRelativeResize="0"/>
          <p:nvPr/>
        </p:nvPicPr>
        <p:blipFill rotWithShape="1">
          <a:blip r:embed="rId4">
            <a:alphaModFix/>
          </a:blip>
          <a:srcRect l="33253"/>
          <a:stretch/>
        </p:blipFill>
        <p:spPr>
          <a:xfrm>
            <a:off x="1463400" y="2334173"/>
            <a:ext cx="1077652" cy="1077705"/>
          </a:xfrm>
          <a:prstGeom prst="rect">
            <a:avLst/>
          </a:prstGeom>
          <a:noFill/>
          <a:ln>
            <a:noFill/>
          </a:ln>
        </p:spPr>
      </p:pic>
      <p:pic>
        <p:nvPicPr>
          <p:cNvPr id="641" name="Google Shape;641;p45"/>
          <p:cNvPicPr preferRelativeResize="0"/>
          <p:nvPr/>
        </p:nvPicPr>
        <p:blipFill rotWithShape="1">
          <a:blip r:embed="rId5">
            <a:alphaModFix/>
          </a:blip>
          <a:srcRect l="44019" t="5008" r="25992" b="49998"/>
          <a:stretch/>
        </p:blipFill>
        <p:spPr>
          <a:xfrm>
            <a:off x="1463400" y="3530796"/>
            <a:ext cx="1077652" cy="1077705"/>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645"/>
        <p:cNvGrpSpPr/>
        <p:nvPr/>
      </p:nvGrpSpPr>
      <p:grpSpPr>
        <a:xfrm>
          <a:off x="0" y="0"/>
          <a:ext cx="0" cy="0"/>
          <a:chOff x="0" y="0"/>
          <a:chExt cx="0" cy="0"/>
        </a:xfrm>
      </p:grpSpPr>
      <p:sp>
        <p:nvSpPr>
          <p:cNvPr id="646" name="Google Shape;646;p46"/>
          <p:cNvSpPr txBox="1">
            <a:spLocks noGrp="1"/>
          </p:cNvSpPr>
          <p:nvPr>
            <p:ph type="title"/>
          </p:nvPr>
        </p:nvSpPr>
        <p:spPr>
          <a:xfrm>
            <a:off x="715100" y="445025"/>
            <a:ext cx="7713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Social media stats</a:t>
            </a:r>
            <a:endParaRPr/>
          </a:p>
        </p:txBody>
      </p:sp>
      <p:sp>
        <p:nvSpPr>
          <p:cNvPr id="647" name="Google Shape;647;p46"/>
          <p:cNvSpPr txBox="1">
            <a:spLocks noGrp="1"/>
          </p:cNvSpPr>
          <p:nvPr>
            <p:ph type="subTitle" idx="4294967295"/>
          </p:nvPr>
        </p:nvSpPr>
        <p:spPr>
          <a:xfrm>
            <a:off x="743050" y="2438275"/>
            <a:ext cx="3789900" cy="441900"/>
          </a:xfrm>
          <a:prstGeom prst="rect">
            <a:avLst/>
          </a:prstGeom>
        </p:spPr>
        <p:txBody>
          <a:bodyPr spcFirstLastPara="1" wrap="square" lIns="91425" tIns="91425" rIns="91425" bIns="91425" anchor="b" anchorCtr="0">
            <a:noAutofit/>
          </a:bodyPr>
          <a:lstStyle/>
          <a:p>
            <a:pPr marL="0" marR="0" lvl="0" indent="0" algn="ctr" rtl="0">
              <a:lnSpc>
                <a:spcPct val="100000"/>
              </a:lnSpc>
              <a:spcBef>
                <a:spcPts val="0"/>
              </a:spcBef>
              <a:spcAft>
                <a:spcPts val="0"/>
              </a:spcAft>
              <a:buNone/>
            </a:pPr>
            <a:r>
              <a:rPr lang="en" sz="1800" b="1">
                <a:latin typeface="Lexend"/>
                <a:ea typeface="Lexend"/>
                <a:cs typeface="Lexend"/>
                <a:sym typeface="Lexend"/>
              </a:rPr>
              <a:t>Platforms with most users</a:t>
            </a:r>
            <a:endParaRPr sz="1800" b="1">
              <a:latin typeface="Lexend"/>
              <a:ea typeface="Lexend"/>
              <a:cs typeface="Lexend"/>
              <a:sym typeface="Lexend"/>
            </a:endParaRPr>
          </a:p>
        </p:txBody>
      </p:sp>
      <p:sp>
        <p:nvSpPr>
          <p:cNvPr id="648" name="Google Shape;648;p46"/>
          <p:cNvSpPr txBox="1">
            <a:spLocks noGrp="1"/>
          </p:cNvSpPr>
          <p:nvPr>
            <p:ph type="subTitle" idx="4294967295"/>
          </p:nvPr>
        </p:nvSpPr>
        <p:spPr>
          <a:xfrm>
            <a:off x="707385" y="1470136"/>
            <a:ext cx="1287000" cy="441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1500" b="1">
                <a:solidFill>
                  <a:schemeClr val="lt1"/>
                </a:solidFill>
                <a:latin typeface="Lexend"/>
                <a:ea typeface="Lexend"/>
                <a:cs typeface="Lexend"/>
                <a:sym typeface="Lexend"/>
              </a:rPr>
              <a:t>Xxx billion</a:t>
            </a:r>
            <a:endParaRPr sz="1500" b="1">
              <a:solidFill>
                <a:schemeClr val="lt1"/>
              </a:solidFill>
              <a:latin typeface="Lexend"/>
              <a:ea typeface="Lexend"/>
              <a:cs typeface="Lexend"/>
              <a:sym typeface="Lexend"/>
            </a:endParaRPr>
          </a:p>
        </p:txBody>
      </p:sp>
      <p:sp>
        <p:nvSpPr>
          <p:cNvPr id="649" name="Google Shape;649;p46"/>
          <p:cNvSpPr txBox="1">
            <a:spLocks noGrp="1"/>
          </p:cNvSpPr>
          <p:nvPr>
            <p:ph type="subTitle" idx="4294967295"/>
          </p:nvPr>
        </p:nvSpPr>
        <p:spPr>
          <a:xfrm>
            <a:off x="707385" y="1835721"/>
            <a:ext cx="1287000" cy="441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DM Sans"/>
                <a:ea typeface="DM Sans"/>
                <a:cs typeface="DM Sans"/>
                <a:sym typeface="DM Sans"/>
              </a:rPr>
              <a:t>Users worldwide</a:t>
            </a:r>
            <a:endParaRPr>
              <a:latin typeface="DM Sans"/>
              <a:ea typeface="DM Sans"/>
              <a:cs typeface="DM Sans"/>
              <a:sym typeface="DM Sans"/>
            </a:endParaRPr>
          </a:p>
        </p:txBody>
      </p:sp>
      <p:sp>
        <p:nvSpPr>
          <p:cNvPr id="650" name="Google Shape;650;p46"/>
          <p:cNvSpPr txBox="1">
            <a:spLocks noGrp="1"/>
          </p:cNvSpPr>
          <p:nvPr>
            <p:ph type="subTitle" idx="4294967295"/>
          </p:nvPr>
        </p:nvSpPr>
        <p:spPr>
          <a:xfrm>
            <a:off x="1994489" y="1470136"/>
            <a:ext cx="1287000" cy="441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1500" b="1">
                <a:solidFill>
                  <a:schemeClr val="lt1"/>
                </a:solidFill>
                <a:latin typeface="Lexend"/>
                <a:ea typeface="Lexend"/>
                <a:cs typeface="Lexend"/>
                <a:sym typeface="Lexend"/>
              </a:rPr>
              <a:t>Xh xmin</a:t>
            </a:r>
            <a:endParaRPr sz="1500" b="1">
              <a:solidFill>
                <a:schemeClr val="lt1"/>
              </a:solidFill>
              <a:latin typeface="Lexend"/>
              <a:ea typeface="Lexend"/>
              <a:cs typeface="Lexend"/>
              <a:sym typeface="Lexend"/>
            </a:endParaRPr>
          </a:p>
        </p:txBody>
      </p:sp>
      <p:sp>
        <p:nvSpPr>
          <p:cNvPr id="651" name="Google Shape;651;p46"/>
          <p:cNvSpPr txBox="1">
            <a:spLocks noGrp="1"/>
          </p:cNvSpPr>
          <p:nvPr>
            <p:ph type="subTitle" idx="4294967295"/>
          </p:nvPr>
        </p:nvSpPr>
        <p:spPr>
          <a:xfrm>
            <a:off x="1994489" y="1835721"/>
            <a:ext cx="1287000" cy="441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DM Sans"/>
                <a:ea typeface="DM Sans"/>
                <a:cs typeface="DM Sans"/>
                <a:sym typeface="DM Sans"/>
              </a:rPr>
              <a:t>Average</a:t>
            </a:r>
            <a:endParaRPr>
              <a:latin typeface="DM Sans"/>
              <a:ea typeface="DM Sans"/>
              <a:cs typeface="DM Sans"/>
              <a:sym typeface="DM Sans"/>
            </a:endParaRPr>
          </a:p>
          <a:p>
            <a:pPr marL="0" lvl="0" indent="0" algn="ctr" rtl="0">
              <a:spcBef>
                <a:spcPts val="0"/>
              </a:spcBef>
              <a:spcAft>
                <a:spcPts val="0"/>
              </a:spcAft>
              <a:buNone/>
            </a:pPr>
            <a:r>
              <a:rPr lang="en">
                <a:latin typeface="DM Sans"/>
                <a:ea typeface="DM Sans"/>
                <a:cs typeface="DM Sans"/>
                <a:sym typeface="DM Sans"/>
              </a:rPr>
              <a:t>time spent </a:t>
            </a:r>
            <a:endParaRPr>
              <a:latin typeface="DM Sans"/>
              <a:ea typeface="DM Sans"/>
              <a:cs typeface="DM Sans"/>
              <a:sym typeface="DM Sans"/>
            </a:endParaRPr>
          </a:p>
        </p:txBody>
      </p:sp>
      <p:sp>
        <p:nvSpPr>
          <p:cNvPr id="652" name="Google Shape;652;p46"/>
          <p:cNvSpPr txBox="1">
            <a:spLocks noGrp="1"/>
          </p:cNvSpPr>
          <p:nvPr>
            <p:ph type="subTitle" idx="4294967295"/>
          </p:nvPr>
        </p:nvSpPr>
        <p:spPr>
          <a:xfrm>
            <a:off x="3281594" y="1470136"/>
            <a:ext cx="1287000" cy="441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1500" b="1">
                <a:solidFill>
                  <a:schemeClr val="lt1"/>
                </a:solidFill>
                <a:latin typeface="Lexend"/>
                <a:ea typeface="Lexend"/>
                <a:cs typeface="Lexend"/>
                <a:sym typeface="Lexend"/>
              </a:rPr>
              <a:t>Xx</a:t>
            </a:r>
            <a:endParaRPr sz="1500" b="1">
              <a:solidFill>
                <a:schemeClr val="lt1"/>
              </a:solidFill>
              <a:latin typeface="Lexend"/>
              <a:ea typeface="Lexend"/>
              <a:cs typeface="Lexend"/>
              <a:sym typeface="Lexend"/>
            </a:endParaRPr>
          </a:p>
        </p:txBody>
      </p:sp>
      <p:sp>
        <p:nvSpPr>
          <p:cNvPr id="653" name="Google Shape;653;p46"/>
          <p:cNvSpPr txBox="1">
            <a:spLocks noGrp="1"/>
          </p:cNvSpPr>
          <p:nvPr>
            <p:ph type="subTitle" idx="4294967295"/>
          </p:nvPr>
        </p:nvSpPr>
        <p:spPr>
          <a:xfrm>
            <a:off x="3281594" y="1835721"/>
            <a:ext cx="1287000" cy="441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DM Sans"/>
                <a:ea typeface="DM Sans"/>
                <a:cs typeface="DM Sans"/>
                <a:sym typeface="DM Sans"/>
              </a:rPr>
              <a:t>Number of platforms used</a:t>
            </a:r>
            <a:endParaRPr>
              <a:latin typeface="DM Sans"/>
              <a:ea typeface="DM Sans"/>
              <a:cs typeface="DM Sans"/>
              <a:sym typeface="DM Sans"/>
            </a:endParaRPr>
          </a:p>
        </p:txBody>
      </p:sp>
      <p:sp>
        <p:nvSpPr>
          <p:cNvPr id="654" name="Google Shape;654;p46"/>
          <p:cNvSpPr txBox="1">
            <a:spLocks noGrp="1"/>
          </p:cNvSpPr>
          <p:nvPr>
            <p:ph type="subTitle" idx="4294967295"/>
          </p:nvPr>
        </p:nvSpPr>
        <p:spPr>
          <a:xfrm>
            <a:off x="4639000" y="1017725"/>
            <a:ext cx="3789900" cy="441900"/>
          </a:xfrm>
          <a:prstGeom prst="rect">
            <a:avLst/>
          </a:prstGeom>
        </p:spPr>
        <p:txBody>
          <a:bodyPr spcFirstLastPara="1" wrap="square" lIns="91425" tIns="91425" rIns="91425" bIns="91425" anchor="b" anchorCtr="0">
            <a:noAutofit/>
          </a:bodyPr>
          <a:lstStyle/>
          <a:p>
            <a:pPr marL="0" marR="0" lvl="0" indent="0" algn="ctr" rtl="0">
              <a:lnSpc>
                <a:spcPct val="100000"/>
              </a:lnSpc>
              <a:spcBef>
                <a:spcPts val="0"/>
              </a:spcBef>
              <a:spcAft>
                <a:spcPts val="0"/>
              </a:spcAft>
              <a:buNone/>
            </a:pPr>
            <a:r>
              <a:rPr lang="en" sz="1800" b="1">
                <a:latin typeface="Lexend"/>
                <a:ea typeface="Lexend"/>
                <a:cs typeface="Lexend"/>
                <a:sym typeface="Lexend"/>
              </a:rPr>
              <a:t>Worldwide reach</a:t>
            </a:r>
            <a:endParaRPr sz="1800" b="1">
              <a:latin typeface="Lexend"/>
              <a:ea typeface="Lexend"/>
              <a:cs typeface="Lexend"/>
              <a:sym typeface="Lexend"/>
            </a:endParaRPr>
          </a:p>
        </p:txBody>
      </p:sp>
      <p:sp>
        <p:nvSpPr>
          <p:cNvPr id="655" name="Google Shape;655;p46"/>
          <p:cNvSpPr txBox="1">
            <a:spLocks noGrp="1"/>
          </p:cNvSpPr>
          <p:nvPr>
            <p:ph type="subTitle" idx="4294967295"/>
          </p:nvPr>
        </p:nvSpPr>
        <p:spPr>
          <a:xfrm>
            <a:off x="5107300" y="4209075"/>
            <a:ext cx="1578900" cy="361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DM Sans"/>
                <a:ea typeface="DM Sans"/>
                <a:cs typeface="DM Sans"/>
                <a:sym typeface="DM Sans"/>
              </a:rPr>
              <a:t>Country 1 users</a:t>
            </a:r>
            <a:endParaRPr>
              <a:latin typeface="DM Sans"/>
              <a:ea typeface="DM Sans"/>
              <a:cs typeface="DM Sans"/>
              <a:sym typeface="DM Sans"/>
            </a:endParaRPr>
          </a:p>
        </p:txBody>
      </p:sp>
      <p:sp>
        <p:nvSpPr>
          <p:cNvPr id="656" name="Google Shape;656;p46"/>
          <p:cNvSpPr txBox="1">
            <a:spLocks noGrp="1"/>
          </p:cNvSpPr>
          <p:nvPr>
            <p:ph type="subTitle" idx="4294967295"/>
          </p:nvPr>
        </p:nvSpPr>
        <p:spPr>
          <a:xfrm>
            <a:off x="6845092" y="4209075"/>
            <a:ext cx="1578900" cy="361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DM Sans"/>
                <a:ea typeface="DM Sans"/>
                <a:cs typeface="DM Sans"/>
                <a:sym typeface="DM Sans"/>
              </a:rPr>
              <a:t>Country 2 users</a:t>
            </a:r>
            <a:endParaRPr>
              <a:latin typeface="DM Sans"/>
              <a:ea typeface="DM Sans"/>
              <a:cs typeface="DM Sans"/>
              <a:sym typeface="DM Sans"/>
            </a:endParaRPr>
          </a:p>
        </p:txBody>
      </p:sp>
      <p:sp>
        <p:nvSpPr>
          <p:cNvPr id="657" name="Google Shape;657;p46"/>
          <p:cNvSpPr txBox="1">
            <a:spLocks noGrp="1"/>
          </p:cNvSpPr>
          <p:nvPr>
            <p:ph type="subTitle" idx="4294967295"/>
          </p:nvPr>
        </p:nvSpPr>
        <p:spPr>
          <a:xfrm>
            <a:off x="5107300" y="3942350"/>
            <a:ext cx="1578900" cy="342900"/>
          </a:xfrm>
          <a:prstGeom prst="rect">
            <a:avLst/>
          </a:prstGeom>
        </p:spPr>
        <p:txBody>
          <a:bodyPr spcFirstLastPara="1" wrap="square" lIns="91425" tIns="91425" rIns="91425" bIns="91425" anchor="b" anchorCtr="0">
            <a:noAutofit/>
          </a:bodyPr>
          <a:lstStyle/>
          <a:p>
            <a:pPr marL="0" marR="0" lvl="0" indent="0" algn="ctr" rtl="0">
              <a:lnSpc>
                <a:spcPct val="100000"/>
              </a:lnSpc>
              <a:spcBef>
                <a:spcPts val="0"/>
              </a:spcBef>
              <a:spcAft>
                <a:spcPts val="0"/>
              </a:spcAft>
              <a:buNone/>
            </a:pPr>
            <a:r>
              <a:rPr lang="en" sz="1500" b="1">
                <a:solidFill>
                  <a:schemeClr val="lt1"/>
                </a:solidFill>
                <a:latin typeface="Lexend"/>
                <a:ea typeface="Lexend"/>
                <a:cs typeface="Lexend"/>
                <a:sym typeface="Lexend"/>
              </a:rPr>
              <a:t>Xxx billion</a:t>
            </a:r>
            <a:endParaRPr sz="1500" b="1">
              <a:solidFill>
                <a:schemeClr val="lt1"/>
              </a:solidFill>
              <a:latin typeface="Lexend"/>
              <a:ea typeface="Lexend"/>
              <a:cs typeface="Lexend"/>
              <a:sym typeface="Lexend"/>
            </a:endParaRPr>
          </a:p>
        </p:txBody>
      </p:sp>
      <p:sp>
        <p:nvSpPr>
          <p:cNvPr id="658" name="Google Shape;658;p46"/>
          <p:cNvSpPr txBox="1">
            <a:spLocks noGrp="1"/>
          </p:cNvSpPr>
          <p:nvPr>
            <p:ph type="subTitle" idx="4294967295"/>
          </p:nvPr>
        </p:nvSpPr>
        <p:spPr>
          <a:xfrm>
            <a:off x="6845082" y="3942350"/>
            <a:ext cx="1578900" cy="342900"/>
          </a:xfrm>
          <a:prstGeom prst="rect">
            <a:avLst/>
          </a:prstGeom>
        </p:spPr>
        <p:txBody>
          <a:bodyPr spcFirstLastPara="1" wrap="square" lIns="91425" tIns="91425" rIns="91425" bIns="91425" anchor="b" anchorCtr="0">
            <a:noAutofit/>
          </a:bodyPr>
          <a:lstStyle/>
          <a:p>
            <a:pPr marL="0" marR="0" lvl="0" indent="0" algn="ctr" rtl="0">
              <a:lnSpc>
                <a:spcPct val="100000"/>
              </a:lnSpc>
              <a:spcBef>
                <a:spcPts val="0"/>
              </a:spcBef>
              <a:spcAft>
                <a:spcPts val="0"/>
              </a:spcAft>
              <a:buNone/>
            </a:pPr>
            <a:r>
              <a:rPr lang="en" sz="1500" b="1">
                <a:solidFill>
                  <a:schemeClr val="lt1"/>
                </a:solidFill>
                <a:latin typeface="Lexend"/>
                <a:ea typeface="Lexend"/>
                <a:cs typeface="Lexend"/>
                <a:sym typeface="Lexend"/>
              </a:rPr>
              <a:t>Xxx billion</a:t>
            </a:r>
            <a:endParaRPr sz="1500" b="1">
              <a:solidFill>
                <a:schemeClr val="lt1"/>
              </a:solidFill>
              <a:latin typeface="Lexend"/>
              <a:ea typeface="Lexend"/>
              <a:cs typeface="Lexend"/>
              <a:sym typeface="Lexend"/>
            </a:endParaRPr>
          </a:p>
        </p:txBody>
      </p:sp>
      <p:sp>
        <p:nvSpPr>
          <p:cNvPr id="659" name="Google Shape;659;p46"/>
          <p:cNvSpPr txBox="1"/>
          <p:nvPr/>
        </p:nvSpPr>
        <p:spPr>
          <a:xfrm>
            <a:off x="743050" y="4404775"/>
            <a:ext cx="3789900" cy="203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chemeClr val="dk1"/>
                </a:solidFill>
                <a:latin typeface="DM Sans"/>
                <a:ea typeface="DM Sans"/>
                <a:cs typeface="DM Sans"/>
                <a:sym typeface="DM Sans"/>
              </a:rPr>
              <a:t>Follow the link in the graph to modify its data and then paste the new one here. </a:t>
            </a:r>
            <a:r>
              <a:rPr lang="en" sz="800" b="1" u="sng">
                <a:solidFill>
                  <a:schemeClr val="dk1"/>
                </a:solidFill>
                <a:latin typeface="DM Sans"/>
                <a:ea typeface="DM Sans"/>
                <a:cs typeface="DM Sans"/>
                <a:sym typeface="DM Sans"/>
                <a:hlinkClick r:id="rId3">
                  <a:extLst>
                    <a:ext uri="{A12FA001-AC4F-418D-AE19-62706E023703}">
                      <ahyp:hlinkClr xmlns:ahyp="http://schemas.microsoft.com/office/drawing/2018/hyperlinkcolor" val="tx"/>
                    </a:ext>
                  </a:extLst>
                </a:hlinkClick>
              </a:rPr>
              <a:t>For more info, click here</a:t>
            </a:r>
            <a:endParaRPr sz="800">
              <a:solidFill>
                <a:schemeClr val="dk1"/>
              </a:solidFill>
              <a:latin typeface="DM Sans"/>
              <a:ea typeface="DM Sans"/>
              <a:cs typeface="DM Sans"/>
              <a:sym typeface="DM Sans"/>
            </a:endParaRPr>
          </a:p>
        </p:txBody>
      </p:sp>
      <p:grpSp>
        <p:nvGrpSpPr>
          <p:cNvPr id="660" name="Google Shape;660;p46"/>
          <p:cNvGrpSpPr/>
          <p:nvPr/>
        </p:nvGrpSpPr>
        <p:grpSpPr>
          <a:xfrm>
            <a:off x="1169518" y="1147688"/>
            <a:ext cx="362733" cy="361816"/>
            <a:chOff x="2305975" y="3238675"/>
            <a:chExt cx="362733" cy="361816"/>
          </a:xfrm>
        </p:grpSpPr>
        <p:sp>
          <p:nvSpPr>
            <p:cNvPr id="661" name="Google Shape;661;p46"/>
            <p:cNvSpPr/>
            <p:nvPr/>
          </p:nvSpPr>
          <p:spPr>
            <a:xfrm>
              <a:off x="2305975" y="3238675"/>
              <a:ext cx="362733" cy="361816"/>
            </a:xfrm>
            <a:custGeom>
              <a:avLst/>
              <a:gdLst/>
              <a:ahLst/>
              <a:cxnLst/>
              <a:rect l="l" t="t" r="r" b="b"/>
              <a:pathLst>
                <a:path w="13452" h="13418" extrusionOk="0">
                  <a:moveTo>
                    <a:pt x="6725" y="0"/>
                  </a:moveTo>
                  <a:cubicBezTo>
                    <a:pt x="6677" y="0"/>
                    <a:pt x="6629" y="17"/>
                    <a:pt x="6589" y="51"/>
                  </a:cubicBezTo>
                  <a:lnTo>
                    <a:pt x="68" y="6572"/>
                  </a:lnTo>
                  <a:cubicBezTo>
                    <a:pt x="0" y="6653"/>
                    <a:pt x="0" y="6764"/>
                    <a:pt x="68" y="6843"/>
                  </a:cubicBezTo>
                  <a:lnTo>
                    <a:pt x="6589" y="13367"/>
                  </a:lnTo>
                  <a:cubicBezTo>
                    <a:pt x="6629" y="13401"/>
                    <a:pt x="6677" y="13417"/>
                    <a:pt x="6725" y="13417"/>
                  </a:cubicBezTo>
                  <a:cubicBezTo>
                    <a:pt x="6773" y="13417"/>
                    <a:pt x="6821" y="13401"/>
                    <a:pt x="6860" y="13367"/>
                  </a:cubicBezTo>
                  <a:lnTo>
                    <a:pt x="13384" y="6843"/>
                  </a:lnTo>
                  <a:cubicBezTo>
                    <a:pt x="13452" y="6764"/>
                    <a:pt x="13452" y="6653"/>
                    <a:pt x="13384" y="6572"/>
                  </a:cubicBezTo>
                  <a:lnTo>
                    <a:pt x="6860" y="51"/>
                  </a:lnTo>
                  <a:cubicBezTo>
                    <a:pt x="6821" y="17"/>
                    <a:pt x="6773" y="0"/>
                    <a:pt x="6725"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6"/>
            <p:cNvSpPr/>
            <p:nvPr/>
          </p:nvSpPr>
          <p:spPr>
            <a:xfrm>
              <a:off x="2444791" y="3332405"/>
              <a:ext cx="113037" cy="174356"/>
            </a:xfrm>
            <a:custGeom>
              <a:avLst/>
              <a:gdLst/>
              <a:ahLst/>
              <a:cxnLst/>
              <a:rect l="l" t="t" r="r" b="b"/>
              <a:pathLst>
                <a:path w="4192" h="6466" extrusionOk="0">
                  <a:moveTo>
                    <a:pt x="136" y="1"/>
                  </a:moveTo>
                  <a:cubicBezTo>
                    <a:pt x="57" y="1"/>
                    <a:pt x="0" y="55"/>
                    <a:pt x="0" y="136"/>
                  </a:cubicBezTo>
                  <a:lnTo>
                    <a:pt x="0" y="6330"/>
                  </a:lnTo>
                  <a:cubicBezTo>
                    <a:pt x="0" y="6408"/>
                    <a:pt x="57" y="6465"/>
                    <a:pt x="136" y="6465"/>
                  </a:cubicBezTo>
                  <a:lnTo>
                    <a:pt x="1487" y="6465"/>
                  </a:lnTo>
                  <a:cubicBezTo>
                    <a:pt x="1566" y="6465"/>
                    <a:pt x="1623" y="6408"/>
                    <a:pt x="1623" y="6330"/>
                  </a:cubicBezTo>
                  <a:lnTo>
                    <a:pt x="1623" y="4191"/>
                  </a:lnTo>
                  <a:cubicBezTo>
                    <a:pt x="1623" y="4110"/>
                    <a:pt x="1690" y="4056"/>
                    <a:pt x="1758" y="4056"/>
                  </a:cubicBezTo>
                  <a:lnTo>
                    <a:pt x="4056" y="4056"/>
                  </a:lnTo>
                  <a:cubicBezTo>
                    <a:pt x="4134" y="4056"/>
                    <a:pt x="4191" y="3999"/>
                    <a:pt x="4191" y="3921"/>
                  </a:cubicBezTo>
                  <a:lnTo>
                    <a:pt x="4191" y="2569"/>
                  </a:lnTo>
                  <a:cubicBezTo>
                    <a:pt x="4191" y="2488"/>
                    <a:pt x="4134" y="2434"/>
                    <a:pt x="4056" y="2434"/>
                  </a:cubicBezTo>
                  <a:lnTo>
                    <a:pt x="1758" y="2434"/>
                  </a:lnTo>
                  <a:cubicBezTo>
                    <a:pt x="1690" y="2434"/>
                    <a:pt x="1623" y="2366"/>
                    <a:pt x="1623" y="2299"/>
                  </a:cubicBezTo>
                  <a:lnTo>
                    <a:pt x="1623" y="136"/>
                  </a:lnTo>
                  <a:cubicBezTo>
                    <a:pt x="1623" y="55"/>
                    <a:pt x="1566" y="1"/>
                    <a:pt x="1487"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6"/>
            <p:cNvSpPr/>
            <p:nvPr/>
          </p:nvSpPr>
          <p:spPr>
            <a:xfrm>
              <a:off x="2444791" y="3398011"/>
              <a:ext cx="113037" cy="108750"/>
            </a:xfrm>
            <a:custGeom>
              <a:avLst/>
              <a:gdLst/>
              <a:ahLst/>
              <a:cxnLst/>
              <a:rect l="l" t="t" r="r" b="b"/>
              <a:pathLst>
                <a:path w="4192" h="4033" extrusionOk="0">
                  <a:moveTo>
                    <a:pt x="3672" y="1"/>
                  </a:moveTo>
                  <a:lnTo>
                    <a:pt x="3672" y="698"/>
                  </a:lnTo>
                  <a:cubicBezTo>
                    <a:pt x="3672" y="777"/>
                    <a:pt x="3604" y="834"/>
                    <a:pt x="3537" y="834"/>
                  </a:cubicBezTo>
                  <a:lnTo>
                    <a:pt x="1374" y="834"/>
                  </a:lnTo>
                  <a:cubicBezTo>
                    <a:pt x="1217" y="834"/>
                    <a:pt x="1104" y="958"/>
                    <a:pt x="1104" y="1104"/>
                  </a:cubicBezTo>
                  <a:lnTo>
                    <a:pt x="1104" y="3110"/>
                  </a:lnTo>
                  <a:cubicBezTo>
                    <a:pt x="1104" y="3189"/>
                    <a:pt x="1036" y="3245"/>
                    <a:pt x="968" y="3245"/>
                  </a:cubicBezTo>
                  <a:lnTo>
                    <a:pt x="0" y="3245"/>
                  </a:lnTo>
                  <a:lnTo>
                    <a:pt x="0" y="3897"/>
                  </a:lnTo>
                  <a:cubicBezTo>
                    <a:pt x="0" y="3975"/>
                    <a:pt x="57" y="4032"/>
                    <a:pt x="136" y="4032"/>
                  </a:cubicBezTo>
                  <a:lnTo>
                    <a:pt x="1487" y="4032"/>
                  </a:lnTo>
                  <a:cubicBezTo>
                    <a:pt x="1566" y="4032"/>
                    <a:pt x="1623" y="3975"/>
                    <a:pt x="1623" y="3897"/>
                  </a:cubicBezTo>
                  <a:lnTo>
                    <a:pt x="1623" y="1758"/>
                  </a:lnTo>
                  <a:cubicBezTo>
                    <a:pt x="1623" y="1677"/>
                    <a:pt x="1690" y="1623"/>
                    <a:pt x="1758" y="1623"/>
                  </a:cubicBezTo>
                  <a:lnTo>
                    <a:pt x="4056" y="1623"/>
                  </a:lnTo>
                  <a:cubicBezTo>
                    <a:pt x="4134" y="1623"/>
                    <a:pt x="4191" y="1566"/>
                    <a:pt x="4191" y="1488"/>
                  </a:cubicBezTo>
                  <a:lnTo>
                    <a:pt x="4191" y="136"/>
                  </a:lnTo>
                  <a:cubicBezTo>
                    <a:pt x="4191" y="55"/>
                    <a:pt x="4134" y="1"/>
                    <a:pt x="4056"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 name="Google Shape;664;p46"/>
          <p:cNvGrpSpPr/>
          <p:nvPr/>
        </p:nvGrpSpPr>
        <p:grpSpPr>
          <a:xfrm>
            <a:off x="2457243" y="1147661"/>
            <a:ext cx="361493" cy="361870"/>
            <a:chOff x="3980717" y="2635495"/>
            <a:chExt cx="361493" cy="361870"/>
          </a:xfrm>
        </p:grpSpPr>
        <p:sp>
          <p:nvSpPr>
            <p:cNvPr id="665" name="Google Shape;665;p46"/>
            <p:cNvSpPr/>
            <p:nvPr/>
          </p:nvSpPr>
          <p:spPr>
            <a:xfrm>
              <a:off x="3980717" y="2635495"/>
              <a:ext cx="361493" cy="361870"/>
            </a:xfrm>
            <a:custGeom>
              <a:avLst/>
              <a:gdLst/>
              <a:ahLst/>
              <a:cxnLst/>
              <a:rect l="l" t="t" r="r" b="b"/>
              <a:pathLst>
                <a:path w="13406" h="13420" extrusionOk="0">
                  <a:moveTo>
                    <a:pt x="6703" y="1"/>
                  </a:moveTo>
                  <a:cubicBezTo>
                    <a:pt x="2996" y="1"/>
                    <a:pt x="0" y="3010"/>
                    <a:pt x="0" y="6717"/>
                  </a:cubicBezTo>
                  <a:cubicBezTo>
                    <a:pt x="0" y="10410"/>
                    <a:pt x="2996" y="13419"/>
                    <a:pt x="6703" y="13419"/>
                  </a:cubicBezTo>
                  <a:cubicBezTo>
                    <a:pt x="10409" y="13419"/>
                    <a:pt x="13405" y="10410"/>
                    <a:pt x="13405" y="6717"/>
                  </a:cubicBezTo>
                  <a:cubicBezTo>
                    <a:pt x="13405" y="3010"/>
                    <a:pt x="10409" y="1"/>
                    <a:pt x="6703"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6"/>
            <p:cNvSpPr/>
            <p:nvPr/>
          </p:nvSpPr>
          <p:spPr>
            <a:xfrm>
              <a:off x="4021974" y="2677129"/>
              <a:ext cx="278899" cy="278899"/>
            </a:xfrm>
            <a:custGeom>
              <a:avLst/>
              <a:gdLst/>
              <a:ahLst/>
              <a:cxnLst/>
              <a:rect l="l" t="t" r="r" b="b"/>
              <a:pathLst>
                <a:path w="10343" h="10343" extrusionOk="0">
                  <a:moveTo>
                    <a:pt x="5173" y="1"/>
                  </a:moveTo>
                  <a:cubicBezTo>
                    <a:pt x="2323" y="1"/>
                    <a:pt x="0" y="2310"/>
                    <a:pt x="0" y="5173"/>
                  </a:cubicBezTo>
                  <a:cubicBezTo>
                    <a:pt x="0" y="8022"/>
                    <a:pt x="2323" y="10342"/>
                    <a:pt x="5173" y="10342"/>
                  </a:cubicBezTo>
                  <a:cubicBezTo>
                    <a:pt x="8033" y="10342"/>
                    <a:pt x="10342" y="8022"/>
                    <a:pt x="10342" y="5173"/>
                  </a:cubicBezTo>
                  <a:cubicBezTo>
                    <a:pt x="10342" y="2310"/>
                    <a:pt x="8033" y="1"/>
                    <a:pt x="5173"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6"/>
            <p:cNvSpPr/>
            <p:nvPr/>
          </p:nvSpPr>
          <p:spPr>
            <a:xfrm>
              <a:off x="4136224" y="2720300"/>
              <a:ext cx="51045" cy="192935"/>
            </a:xfrm>
            <a:custGeom>
              <a:avLst/>
              <a:gdLst/>
              <a:ahLst/>
              <a:cxnLst/>
              <a:rect l="l" t="t" r="r" b="b"/>
              <a:pathLst>
                <a:path w="1893" h="7155" extrusionOk="0">
                  <a:moveTo>
                    <a:pt x="135" y="0"/>
                  </a:moveTo>
                  <a:cubicBezTo>
                    <a:pt x="57" y="0"/>
                    <a:pt x="0" y="68"/>
                    <a:pt x="0" y="135"/>
                  </a:cubicBezTo>
                  <a:lnTo>
                    <a:pt x="0" y="7019"/>
                  </a:lnTo>
                  <a:cubicBezTo>
                    <a:pt x="0" y="7097"/>
                    <a:pt x="57" y="7154"/>
                    <a:pt x="135" y="7154"/>
                  </a:cubicBezTo>
                  <a:lnTo>
                    <a:pt x="1758" y="7154"/>
                  </a:lnTo>
                  <a:cubicBezTo>
                    <a:pt x="1825" y="7154"/>
                    <a:pt x="1893" y="7097"/>
                    <a:pt x="1893" y="7019"/>
                  </a:cubicBezTo>
                  <a:lnTo>
                    <a:pt x="1893" y="135"/>
                  </a:lnTo>
                  <a:cubicBezTo>
                    <a:pt x="1893" y="68"/>
                    <a:pt x="1825" y="0"/>
                    <a:pt x="1758"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6"/>
            <p:cNvSpPr/>
            <p:nvPr/>
          </p:nvSpPr>
          <p:spPr>
            <a:xfrm>
              <a:off x="4017740" y="2673192"/>
              <a:ext cx="287717" cy="286962"/>
            </a:xfrm>
            <a:custGeom>
              <a:avLst/>
              <a:gdLst/>
              <a:ahLst/>
              <a:cxnLst/>
              <a:rect l="l" t="t" r="r" b="b"/>
              <a:pathLst>
                <a:path w="10670" h="10642" extrusionOk="0">
                  <a:moveTo>
                    <a:pt x="1306" y="1"/>
                  </a:moveTo>
                  <a:cubicBezTo>
                    <a:pt x="1271" y="1"/>
                    <a:pt x="1235" y="11"/>
                    <a:pt x="1206" y="33"/>
                  </a:cubicBezTo>
                  <a:lnTo>
                    <a:pt x="47" y="1206"/>
                  </a:lnTo>
                  <a:cubicBezTo>
                    <a:pt x="1" y="1263"/>
                    <a:pt x="1" y="1352"/>
                    <a:pt x="57" y="1398"/>
                  </a:cubicBezTo>
                  <a:lnTo>
                    <a:pt x="9261" y="10602"/>
                  </a:lnTo>
                  <a:cubicBezTo>
                    <a:pt x="9287" y="10626"/>
                    <a:pt x="9323" y="10641"/>
                    <a:pt x="9358" y="10641"/>
                  </a:cubicBezTo>
                  <a:cubicBezTo>
                    <a:pt x="9384" y="10641"/>
                    <a:pt x="9410" y="10633"/>
                    <a:pt x="9428" y="10613"/>
                  </a:cubicBezTo>
                  <a:cubicBezTo>
                    <a:pt x="9880" y="10275"/>
                    <a:pt x="10286" y="9880"/>
                    <a:pt x="10624" y="9428"/>
                  </a:cubicBezTo>
                  <a:cubicBezTo>
                    <a:pt x="10669" y="9385"/>
                    <a:pt x="10669" y="9307"/>
                    <a:pt x="10613" y="9250"/>
                  </a:cubicBezTo>
                  <a:lnTo>
                    <a:pt x="1398" y="33"/>
                  </a:lnTo>
                  <a:cubicBezTo>
                    <a:pt x="1375" y="11"/>
                    <a:pt x="1342" y="1"/>
                    <a:pt x="1306"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 name="Google Shape;669;p46"/>
          <p:cNvGrpSpPr/>
          <p:nvPr/>
        </p:nvGrpSpPr>
        <p:grpSpPr>
          <a:xfrm>
            <a:off x="3744159" y="1147661"/>
            <a:ext cx="361870" cy="361870"/>
            <a:chOff x="5571517" y="1439840"/>
            <a:chExt cx="361870" cy="361870"/>
          </a:xfrm>
        </p:grpSpPr>
        <p:sp>
          <p:nvSpPr>
            <p:cNvPr id="670" name="Google Shape;670;p46"/>
            <p:cNvSpPr/>
            <p:nvPr/>
          </p:nvSpPr>
          <p:spPr>
            <a:xfrm>
              <a:off x="5571517" y="1439840"/>
              <a:ext cx="361870" cy="361870"/>
            </a:xfrm>
            <a:custGeom>
              <a:avLst/>
              <a:gdLst/>
              <a:ahLst/>
              <a:cxnLst/>
              <a:rect l="l" t="t" r="r" b="b"/>
              <a:pathLst>
                <a:path w="13420" h="13420" extrusionOk="0">
                  <a:moveTo>
                    <a:pt x="6706" y="1"/>
                  </a:moveTo>
                  <a:cubicBezTo>
                    <a:pt x="2999" y="1"/>
                    <a:pt x="1" y="2999"/>
                    <a:pt x="1" y="6703"/>
                  </a:cubicBezTo>
                  <a:cubicBezTo>
                    <a:pt x="1" y="10410"/>
                    <a:pt x="2999" y="13419"/>
                    <a:pt x="6706" y="13419"/>
                  </a:cubicBezTo>
                  <a:cubicBezTo>
                    <a:pt x="10410" y="13419"/>
                    <a:pt x="13419" y="10410"/>
                    <a:pt x="13419" y="6703"/>
                  </a:cubicBezTo>
                  <a:cubicBezTo>
                    <a:pt x="13419" y="2999"/>
                    <a:pt x="10410" y="1"/>
                    <a:pt x="6706"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6"/>
            <p:cNvSpPr/>
            <p:nvPr/>
          </p:nvSpPr>
          <p:spPr>
            <a:xfrm>
              <a:off x="5612855" y="1481177"/>
              <a:ext cx="278899" cy="278899"/>
            </a:xfrm>
            <a:custGeom>
              <a:avLst/>
              <a:gdLst/>
              <a:ahLst/>
              <a:cxnLst/>
              <a:rect l="l" t="t" r="r" b="b"/>
              <a:pathLst>
                <a:path w="10343" h="10343" extrusionOk="0">
                  <a:moveTo>
                    <a:pt x="5173" y="1"/>
                  </a:moveTo>
                  <a:cubicBezTo>
                    <a:pt x="2320" y="1"/>
                    <a:pt x="1" y="2321"/>
                    <a:pt x="1" y="5170"/>
                  </a:cubicBezTo>
                  <a:cubicBezTo>
                    <a:pt x="1" y="8034"/>
                    <a:pt x="2320" y="10343"/>
                    <a:pt x="5173" y="10343"/>
                  </a:cubicBezTo>
                  <a:cubicBezTo>
                    <a:pt x="8033" y="10343"/>
                    <a:pt x="10342" y="8034"/>
                    <a:pt x="10342" y="5170"/>
                  </a:cubicBezTo>
                  <a:cubicBezTo>
                    <a:pt x="10342" y="2321"/>
                    <a:pt x="8033" y="1"/>
                    <a:pt x="5173"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6"/>
            <p:cNvSpPr/>
            <p:nvPr/>
          </p:nvSpPr>
          <p:spPr>
            <a:xfrm>
              <a:off x="5671773" y="1540392"/>
              <a:ext cx="161359" cy="160469"/>
            </a:xfrm>
            <a:custGeom>
              <a:avLst/>
              <a:gdLst/>
              <a:ahLst/>
              <a:cxnLst/>
              <a:rect l="l" t="t" r="r" b="b"/>
              <a:pathLst>
                <a:path w="5984" h="5951" extrusionOk="0">
                  <a:moveTo>
                    <a:pt x="1106" y="1"/>
                  </a:moveTo>
                  <a:cubicBezTo>
                    <a:pt x="1071" y="1"/>
                    <a:pt x="1037" y="12"/>
                    <a:pt x="1014" y="35"/>
                  </a:cubicBezTo>
                  <a:lnTo>
                    <a:pt x="57" y="1003"/>
                  </a:lnTo>
                  <a:cubicBezTo>
                    <a:pt x="0" y="1049"/>
                    <a:pt x="0" y="1139"/>
                    <a:pt x="57" y="1195"/>
                  </a:cubicBezTo>
                  <a:lnTo>
                    <a:pt x="1747" y="2885"/>
                  </a:lnTo>
                  <a:cubicBezTo>
                    <a:pt x="1793" y="2931"/>
                    <a:pt x="1793" y="3020"/>
                    <a:pt x="1747" y="3077"/>
                  </a:cubicBezTo>
                  <a:lnTo>
                    <a:pt x="57" y="4767"/>
                  </a:lnTo>
                  <a:cubicBezTo>
                    <a:pt x="0" y="4813"/>
                    <a:pt x="0" y="4902"/>
                    <a:pt x="57" y="4959"/>
                  </a:cubicBezTo>
                  <a:lnTo>
                    <a:pt x="1014" y="5916"/>
                  </a:lnTo>
                  <a:cubicBezTo>
                    <a:pt x="1037" y="5939"/>
                    <a:pt x="1071" y="5950"/>
                    <a:pt x="1106" y="5950"/>
                  </a:cubicBezTo>
                  <a:cubicBezTo>
                    <a:pt x="1141" y="5950"/>
                    <a:pt x="1178" y="5939"/>
                    <a:pt x="1206" y="5916"/>
                  </a:cubicBezTo>
                  <a:lnTo>
                    <a:pt x="2896" y="4226"/>
                  </a:lnTo>
                  <a:cubicBezTo>
                    <a:pt x="2919" y="4198"/>
                    <a:pt x="2953" y="4184"/>
                    <a:pt x="2988" y="4184"/>
                  </a:cubicBezTo>
                  <a:cubicBezTo>
                    <a:pt x="3023" y="4184"/>
                    <a:pt x="3060" y="4198"/>
                    <a:pt x="3088" y="4226"/>
                  </a:cubicBezTo>
                  <a:lnTo>
                    <a:pt x="4778" y="5916"/>
                  </a:lnTo>
                  <a:cubicBezTo>
                    <a:pt x="4801" y="5939"/>
                    <a:pt x="4835" y="5950"/>
                    <a:pt x="4870" y="5950"/>
                  </a:cubicBezTo>
                  <a:cubicBezTo>
                    <a:pt x="4905" y="5950"/>
                    <a:pt x="4941" y="5939"/>
                    <a:pt x="4970" y="5916"/>
                  </a:cubicBezTo>
                  <a:lnTo>
                    <a:pt x="5927" y="4959"/>
                  </a:lnTo>
                  <a:cubicBezTo>
                    <a:pt x="5984" y="4902"/>
                    <a:pt x="5984" y="4813"/>
                    <a:pt x="5927" y="4767"/>
                  </a:cubicBezTo>
                  <a:lnTo>
                    <a:pt x="4237" y="3077"/>
                  </a:lnTo>
                  <a:cubicBezTo>
                    <a:pt x="4180" y="3020"/>
                    <a:pt x="4180" y="2931"/>
                    <a:pt x="4237" y="2885"/>
                  </a:cubicBezTo>
                  <a:lnTo>
                    <a:pt x="5927" y="1195"/>
                  </a:lnTo>
                  <a:cubicBezTo>
                    <a:pt x="5984" y="1139"/>
                    <a:pt x="5984" y="1049"/>
                    <a:pt x="5927" y="1003"/>
                  </a:cubicBezTo>
                  <a:lnTo>
                    <a:pt x="4970" y="35"/>
                  </a:lnTo>
                  <a:cubicBezTo>
                    <a:pt x="4941" y="12"/>
                    <a:pt x="4905" y="1"/>
                    <a:pt x="4870" y="1"/>
                  </a:cubicBezTo>
                  <a:cubicBezTo>
                    <a:pt x="4835" y="1"/>
                    <a:pt x="4801" y="12"/>
                    <a:pt x="4778" y="35"/>
                  </a:cubicBezTo>
                  <a:lnTo>
                    <a:pt x="3088" y="1736"/>
                  </a:lnTo>
                  <a:cubicBezTo>
                    <a:pt x="3060" y="1759"/>
                    <a:pt x="3023" y="1770"/>
                    <a:pt x="2988" y="1770"/>
                  </a:cubicBezTo>
                  <a:cubicBezTo>
                    <a:pt x="2953" y="1770"/>
                    <a:pt x="2919" y="1759"/>
                    <a:pt x="2896" y="1736"/>
                  </a:cubicBezTo>
                  <a:lnTo>
                    <a:pt x="1206" y="35"/>
                  </a:lnTo>
                  <a:cubicBezTo>
                    <a:pt x="1178" y="12"/>
                    <a:pt x="1141" y="1"/>
                    <a:pt x="1106"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6"/>
            <p:cNvSpPr/>
            <p:nvPr/>
          </p:nvSpPr>
          <p:spPr>
            <a:xfrm>
              <a:off x="5759625" y="1540392"/>
              <a:ext cx="73507" cy="160469"/>
            </a:xfrm>
            <a:custGeom>
              <a:avLst/>
              <a:gdLst/>
              <a:ahLst/>
              <a:cxnLst/>
              <a:rect l="l" t="t" r="r" b="b"/>
              <a:pathLst>
                <a:path w="2726" h="5951" extrusionOk="0">
                  <a:moveTo>
                    <a:pt x="1612" y="1"/>
                  </a:moveTo>
                  <a:cubicBezTo>
                    <a:pt x="1577" y="1"/>
                    <a:pt x="1543" y="12"/>
                    <a:pt x="1520" y="35"/>
                  </a:cubicBezTo>
                  <a:lnTo>
                    <a:pt x="1149" y="406"/>
                  </a:lnTo>
                  <a:lnTo>
                    <a:pt x="1744" y="1003"/>
                  </a:lnTo>
                  <a:cubicBezTo>
                    <a:pt x="1790" y="1049"/>
                    <a:pt x="1790" y="1139"/>
                    <a:pt x="1744" y="1195"/>
                  </a:cubicBezTo>
                  <a:lnTo>
                    <a:pt x="54" y="2885"/>
                  </a:lnTo>
                  <a:cubicBezTo>
                    <a:pt x="0" y="2931"/>
                    <a:pt x="0" y="3020"/>
                    <a:pt x="54" y="3077"/>
                  </a:cubicBezTo>
                  <a:lnTo>
                    <a:pt x="1744" y="4767"/>
                  </a:lnTo>
                  <a:cubicBezTo>
                    <a:pt x="1790" y="4813"/>
                    <a:pt x="1790" y="4902"/>
                    <a:pt x="1744" y="4959"/>
                  </a:cubicBezTo>
                  <a:lnTo>
                    <a:pt x="1149" y="5543"/>
                  </a:lnTo>
                  <a:lnTo>
                    <a:pt x="1520" y="5916"/>
                  </a:lnTo>
                  <a:cubicBezTo>
                    <a:pt x="1543" y="5939"/>
                    <a:pt x="1577" y="5950"/>
                    <a:pt x="1612" y="5950"/>
                  </a:cubicBezTo>
                  <a:cubicBezTo>
                    <a:pt x="1647" y="5950"/>
                    <a:pt x="1683" y="5939"/>
                    <a:pt x="1712" y="5916"/>
                  </a:cubicBezTo>
                  <a:lnTo>
                    <a:pt x="2669" y="4959"/>
                  </a:lnTo>
                  <a:cubicBezTo>
                    <a:pt x="2726" y="4902"/>
                    <a:pt x="2726" y="4813"/>
                    <a:pt x="2669" y="4767"/>
                  </a:cubicBezTo>
                  <a:lnTo>
                    <a:pt x="979" y="3077"/>
                  </a:lnTo>
                  <a:cubicBezTo>
                    <a:pt x="922" y="3020"/>
                    <a:pt x="922" y="2931"/>
                    <a:pt x="979" y="2885"/>
                  </a:cubicBezTo>
                  <a:lnTo>
                    <a:pt x="2669" y="1195"/>
                  </a:lnTo>
                  <a:cubicBezTo>
                    <a:pt x="2726" y="1139"/>
                    <a:pt x="2726" y="1049"/>
                    <a:pt x="2669" y="1003"/>
                  </a:cubicBezTo>
                  <a:lnTo>
                    <a:pt x="1712" y="35"/>
                  </a:lnTo>
                  <a:cubicBezTo>
                    <a:pt x="1683" y="12"/>
                    <a:pt x="1647" y="1"/>
                    <a:pt x="1612"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 name="Google Shape;674;p46"/>
          <p:cNvGrpSpPr/>
          <p:nvPr/>
        </p:nvGrpSpPr>
        <p:grpSpPr>
          <a:xfrm>
            <a:off x="7453607" y="3496040"/>
            <a:ext cx="361843" cy="361870"/>
            <a:chOff x="7120792" y="1439840"/>
            <a:chExt cx="361843" cy="361870"/>
          </a:xfrm>
        </p:grpSpPr>
        <p:sp>
          <p:nvSpPr>
            <p:cNvPr id="675" name="Google Shape;675;p46"/>
            <p:cNvSpPr/>
            <p:nvPr/>
          </p:nvSpPr>
          <p:spPr>
            <a:xfrm>
              <a:off x="7120792" y="1439840"/>
              <a:ext cx="361843" cy="361870"/>
            </a:xfrm>
            <a:custGeom>
              <a:avLst/>
              <a:gdLst/>
              <a:ahLst/>
              <a:cxnLst/>
              <a:rect l="l" t="t" r="r" b="b"/>
              <a:pathLst>
                <a:path w="13419" h="13420" extrusionOk="0">
                  <a:moveTo>
                    <a:pt x="6716" y="1"/>
                  </a:moveTo>
                  <a:cubicBezTo>
                    <a:pt x="3009" y="1"/>
                    <a:pt x="0" y="2999"/>
                    <a:pt x="0" y="6703"/>
                  </a:cubicBezTo>
                  <a:cubicBezTo>
                    <a:pt x="0" y="10410"/>
                    <a:pt x="3009" y="13419"/>
                    <a:pt x="6716" y="13419"/>
                  </a:cubicBezTo>
                  <a:cubicBezTo>
                    <a:pt x="10409" y="13419"/>
                    <a:pt x="13419" y="10410"/>
                    <a:pt x="13419" y="6703"/>
                  </a:cubicBezTo>
                  <a:cubicBezTo>
                    <a:pt x="13419" y="2999"/>
                    <a:pt x="10409" y="1"/>
                    <a:pt x="6716"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6"/>
            <p:cNvSpPr/>
            <p:nvPr/>
          </p:nvSpPr>
          <p:spPr>
            <a:xfrm>
              <a:off x="7162399" y="1481177"/>
              <a:ext cx="278899" cy="278899"/>
            </a:xfrm>
            <a:custGeom>
              <a:avLst/>
              <a:gdLst/>
              <a:ahLst/>
              <a:cxnLst/>
              <a:rect l="l" t="t" r="r" b="b"/>
              <a:pathLst>
                <a:path w="10343" h="10343" extrusionOk="0">
                  <a:moveTo>
                    <a:pt x="5173" y="1"/>
                  </a:moveTo>
                  <a:cubicBezTo>
                    <a:pt x="2310" y="1"/>
                    <a:pt x="1" y="2321"/>
                    <a:pt x="1" y="5170"/>
                  </a:cubicBezTo>
                  <a:cubicBezTo>
                    <a:pt x="1" y="8034"/>
                    <a:pt x="2310" y="10343"/>
                    <a:pt x="5173" y="10343"/>
                  </a:cubicBezTo>
                  <a:cubicBezTo>
                    <a:pt x="8023" y="10343"/>
                    <a:pt x="10343" y="8034"/>
                    <a:pt x="10343" y="5170"/>
                  </a:cubicBezTo>
                  <a:cubicBezTo>
                    <a:pt x="10343" y="2321"/>
                    <a:pt x="8023" y="1"/>
                    <a:pt x="5173"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6"/>
            <p:cNvSpPr/>
            <p:nvPr/>
          </p:nvSpPr>
          <p:spPr>
            <a:xfrm>
              <a:off x="7205273" y="1563070"/>
              <a:ext cx="192287" cy="115087"/>
            </a:xfrm>
            <a:custGeom>
              <a:avLst/>
              <a:gdLst/>
              <a:ahLst/>
              <a:cxnLst/>
              <a:rect l="l" t="t" r="r" b="b"/>
              <a:pathLst>
                <a:path w="7131" h="4268" extrusionOk="0">
                  <a:moveTo>
                    <a:pt x="2978" y="1"/>
                  </a:moveTo>
                  <a:cubicBezTo>
                    <a:pt x="2935" y="1"/>
                    <a:pt x="2891" y="12"/>
                    <a:pt x="2850" y="38"/>
                  </a:cubicBezTo>
                  <a:lnTo>
                    <a:pt x="136" y="1944"/>
                  </a:lnTo>
                  <a:cubicBezTo>
                    <a:pt x="1" y="2033"/>
                    <a:pt x="1" y="2236"/>
                    <a:pt x="136" y="2325"/>
                  </a:cubicBezTo>
                  <a:lnTo>
                    <a:pt x="2850" y="4229"/>
                  </a:lnTo>
                  <a:cubicBezTo>
                    <a:pt x="2891" y="4255"/>
                    <a:pt x="2935" y="4267"/>
                    <a:pt x="2979" y="4267"/>
                  </a:cubicBezTo>
                  <a:cubicBezTo>
                    <a:pt x="3104" y="4267"/>
                    <a:pt x="3221" y="4168"/>
                    <a:pt x="3221" y="4026"/>
                  </a:cubicBezTo>
                  <a:lnTo>
                    <a:pt x="3221" y="3026"/>
                  </a:lnTo>
                  <a:cubicBezTo>
                    <a:pt x="3221" y="2958"/>
                    <a:pt x="3278" y="2890"/>
                    <a:pt x="3356" y="2890"/>
                  </a:cubicBezTo>
                  <a:lnTo>
                    <a:pt x="6736" y="2890"/>
                  </a:lnTo>
                  <a:cubicBezTo>
                    <a:pt x="6952" y="2890"/>
                    <a:pt x="7130" y="2720"/>
                    <a:pt x="7130" y="2496"/>
                  </a:cubicBezTo>
                  <a:lnTo>
                    <a:pt x="7130" y="1368"/>
                  </a:lnTo>
                  <a:cubicBezTo>
                    <a:pt x="7130" y="1155"/>
                    <a:pt x="6952" y="973"/>
                    <a:pt x="6736" y="973"/>
                  </a:cubicBezTo>
                  <a:lnTo>
                    <a:pt x="3356" y="973"/>
                  </a:lnTo>
                  <a:cubicBezTo>
                    <a:pt x="3278" y="973"/>
                    <a:pt x="3221" y="917"/>
                    <a:pt x="3221" y="838"/>
                  </a:cubicBezTo>
                  <a:lnTo>
                    <a:pt x="3221" y="230"/>
                  </a:lnTo>
                  <a:cubicBezTo>
                    <a:pt x="3221" y="97"/>
                    <a:pt x="3103" y="1"/>
                    <a:pt x="2978"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6"/>
            <p:cNvSpPr/>
            <p:nvPr/>
          </p:nvSpPr>
          <p:spPr>
            <a:xfrm>
              <a:off x="7205273" y="1589307"/>
              <a:ext cx="192287" cy="89038"/>
            </a:xfrm>
            <a:custGeom>
              <a:avLst/>
              <a:gdLst/>
              <a:ahLst/>
              <a:cxnLst/>
              <a:rect l="l" t="t" r="r" b="b"/>
              <a:pathLst>
                <a:path w="7131" h="3302" extrusionOk="0">
                  <a:moveTo>
                    <a:pt x="6625" y="0"/>
                  </a:moveTo>
                  <a:lnTo>
                    <a:pt x="6625" y="509"/>
                  </a:lnTo>
                  <a:cubicBezTo>
                    <a:pt x="6625" y="722"/>
                    <a:pt x="6455" y="890"/>
                    <a:pt x="6241" y="890"/>
                  </a:cubicBezTo>
                  <a:lnTo>
                    <a:pt x="2996" y="890"/>
                  </a:lnTo>
                  <a:cubicBezTo>
                    <a:pt x="2850" y="890"/>
                    <a:pt x="2726" y="1014"/>
                    <a:pt x="2726" y="1160"/>
                  </a:cubicBezTo>
                  <a:lnTo>
                    <a:pt x="2726" y="2039"/>
                  </a:lnTo>
                  <a:cubicBezTo>
                    <a:pt x="2726" y="2178"/>
                    <a:pt x="2614" y="2276"/>
                    <a:pt x="2492" y="2276"/>
                  </a:cubicBezTo>
                  <a:cubicBezTo>
                    <a:pt x="2446" y="2276"/>
                    <a:pt x="2399" y="2262"/>
                    <a:pt x="2356" y="2231"/>
                  </a:cubicBezTo>
                  <a:lnTo>
                    <a:pt x="339" y="822"/>
                  </a:lnTo>
                  <a:lnTo>
                    <a:pt x="136" y="971"/>
                  </a:lnTo>
                  <a:cubicBezTo>
                    <a:pt x="1" y="1060"/>
                    <a:pt x="1" y="1263"/>
                    <a:pt x="136" y="1352"/>
                  </a:cubicBezTo>
                  <a:lnTo>
                    <a:pt x="2850" y="3256"/>
                  </a:lnTo>
                  <a:cubicBezTo>
                    <a:pt x="2894" y="3287"/>
                    <a:pt x="2941" y="3301"/>
                    <a:pt x="2987" y="3301"/>
                  </a:cubicBezTo>
                  <a:cubicBezTo>
                    <a:pt x="3109" y="3301"/>
                    <a:pt x="3221" y="3204"/>
                    <a:pt x="3221" y="3066"/>
                  </a:cubicBezTo>
                  <a:lnTo>
                    <a:pt x="3221" y="2053"/>
                  </a:lnTo>
                  <a:cubicBezTo>
                    <a:pt x="3221" y="1985"/>
                    <a:pt x="3278" y="1917"/>
                    <a:pt x="3356" y="1917"/>
                  </a:cubicBezTo>
                  <a:lnTo>
                    <a:pt x="6736" y="1917"/>
                  </a:lnTo>
                  <a:cubicBezTo>
                    <a:pt x="6952" y="1917"/>
                    <a:pt x="7130" y="1747"/>
                    <a:pt x="7130" y="1523"/>
                  </a:cubicBezTo>
                  <a:lnTo>
                    <a:pt x="7130" y="395"/>
                  </a:lnTo>
                  <a:cubicBezTo>
                    <a:pt x="7130" y="182"/>
                    <a:pt x="6952" y="0"/>
                    <a:pt x="6736"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 name="Google Shape;679;p46"/>
          <p:cNvGrpSpPr/>
          <p:nvPr/>
        </p:nvGrpSpPr>
        <p:grpSpPr>
          <a:xfrm>
            <a:off x="5715855" y="3496040"/>
            <a:ext cx="361789" cy="361870"/>
            <a:chOff x="6361673" y="1439840"/>
            <a:chExt cx="361789" cy="361870"/>
          </a:xfrm>
        </p:grpSpPr>
        <p:sp>
          <p:nvSpPr>
            <p:cNvPr id="680" name="Google Shape;680;p46"/>
            <p:cNvSpPr/>
            <p:nvPr/>
          </p:nvSpPr>
          <p:spPr>
            <a:xfrm>
              <a:off x="6361673" y="1439840"/>
              <a:ext cx="361789" cy="361870"/>
            </a:xfrm>
            <a:custGeom>
              <a:avLst/>
              <a:gdLst/>
              <a:ahLst/>
              <a:cxnLst/>
              <a:rect l="l" t="t" r="r" b="b"/>
              <a:pathLst>
                <a:path w="13417" h="13420" extrusionOk="0">
                  <a:moveTo>
                    <a:pt x="6714" y="1"/>
                  </a:moveTo>
                  <a:cubicBezTo>
                    <a:pt x="3007" y="1"/>
                    <a:pt x="1" y="2999"/>
                    <a:pt x="1" y="6703"/>
                  </a:cubicBezTo>
                  <a:cubicBezTo>
                    <a:pt x="1" y="10410"/>
                    <a:pt x="3007" y="13419"/>
                    <a:pt x="6714" y="13419"/>
                  </a:cubicBezTo>
                  <a:cubicBezTo>
                    <a:pt x="10421" y="13419"/>
                    <a:pt x="13417" y="10410"/>
                    <a:pt x="13417" y="6703"/>
                  </a:cubicBezTo>
                  <a:cubicBezTo>
                    <a:pt x="13417" y="2999"/>
                    <a:pt x="10421" y="1"/>
                    <a:pt x="6714"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6"/>
            <p:cNvSpPr/>
            <p:nvPr/>
          </p:nvSpPr>
          <p:spPr>
            <a:xfrm>
              <a:off x="6403307" y="1481177"/>
              <a:ext cx="278899" cy="278899"/>
            </a:xfrm>
            <a:custGeom>
              <a:avLst/>
              <a:gdLst/>
              <a:ahLst/>
              <a:cxnLst/>
              <a:rect l="l" t="t" r="r" b="b"/>
              <a:pathLst>
                <a:path w="10343" h="10343" extrusionOk="0">
                  <a:moveTo>
                    <a:pt x="5170" y="1"/>
                  </a:moveTo>
                  <a:cubicBezTo>
                    <a:pt x="2310" y="1"/>
                    <a:pt x="1" y="2321"/>
                    <a:pt x="1" y="5170"/>
                  </a:cubicBezTo>
                  <a:cubicBezTo>
                    <a:pt x="1" y="8034"/>
                    <a:pt x="2310" y="10343"/>
                    <a:pt x="5170" y="10343"/>
                  </a:cubicBezTo>
                  <a:cubicBezTo>
                    <a:pt x="8020" y="10343"/>
                    <a:pt x="10342" y="8034"/>
                    <a:pt x="10342" y="5170"/>
                  </a:cubicBezTo>
                  <a:cubicBezTo>
                    <a:pt x="10342" y="2321"/>
                    <a:pt x="8020" y="1"/>
                    <a:pt x="5170"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6"/>
            <p:cNvSpPr/>
            <p:nvPr/>
          </p:nvSpPr>
          <p:spPr>
            <a:xfrm>
              <a:off x="6447044" y="1563070"/>
              <a:ext cx="192287" cy="114979"/>
            </a:xfrm>
            <a:custGeom>
              <a:avLst/>
              <a:gdLst/>
              <a:ahLst/>
              <a:cxnLst/>
              <a:rect l="l" t="t" r="r" b="b"/>
              <a:pathLst>
                <a:path w="7131" h="4264" extrusionOk="0">
                  <a:moveTo>
                    <a:pt x="4149" y="1"/>
                  </a:moveTo>
                  <a:cubicBezTo>
                    <a:pt x="4028" y="1"/>
                    <a:pt x="3910" y="97"/>
                    <a:pt x="3910" y="230"/>
                  </a:cubicBezTo>
                  <a:lnTo>
                    <a:pt x="3910" y="838"/>
                  </a:lnTo>
                  <a:cubicBezTo>
                    <a:pt x="3910" y="917"/>
                    <a:pt x="3843" y="973"/>
                    <a:pt x="3775" y="973"/>
                  </a:cubicBezTo>
                  <a:lnTo>
                    <a:pt x="396" y="973"/>
                  </a:lnTo>
                  <a:cubicBezTo>
                    <a:pt x="179" y="973"/>
                    <a:pt x="1" y="1155"/>
                    <a:pt x="1" y="1368"/>
                  </a:cubicBezTo>
                  <a:lnTo>
                    <a:pt x="1" y="2496"/>
                  </a:lnTo>
                  <a:cubicBezTo>
                    <a:pt x="1" y="2720"/>
                    <a:pt x="179" y="2890"/>
                    <a:pt x="396" y="2890"/>
                  </a:cubicBezTo>
                  <a:lnTo>
                    <a:pt x="3775" y="2890"/>
                  </a:lnTo>
                  <a:cubicBezTo>
                    <a:pt x="3843" y="2890"/>
                    <a:pt x="3910" y="2958"/>
                    <a:pt x="3910" y="3026"/>
                  </a:cubicBezTo>
                  <a:lnTo>
                    <a:pt x="3910" y="4026"/>
                  </a:lnTo>
                  <a:cubicBezTo>
                    <a:pt x="3910" y="4165"/>
                    <a:pt x="4023" y="4263"/>
                    <a:pt x="4140" y="4263"/>
                  </a:cubicBezTo>
                  <a:cubicBezTo>
                    <a:pt x="4185" y="4263"/>
                    <a:pt x="4230" y="4249"/>
                    <a:pt x="4270" y="4218"/>
                  </a:cubicBezTo>
                  <a:lnTo>
                    <a:pt x="6995" y="2325"/>
                  </a:lnTo>
                  <a:cubicBezTo>
                    <a:pt x="7131" y="2236"/>
                    <a:pt x="7131" y="2033"/>
                    <a:pt x="6995" y="1944"/>
                  </a:cubicBezTo>
                  <a:lnTo>
                    <a:pt x="4270" y="38"/>
                  </a:lnTo>
                  <a:cubicBezTo>
                    <a:pt x="4232" y="12"/>
                    <a:pt x="4190" y="1"/>
                    <a:pt x="4149"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6"/>
            <p:cNvSpPr/>
            <p:nvPr/>
          </p:nvSpPr>
          <p:spPr>
            <a:xfrm>
              <a:off x="6447044" y="1589307"/>
              <a:ext cx="192287" cy="89038"/>
            </a:xfrm>
            <a:custGeom>
              <a:avLst/>
              <a:gdLst/>
              <a:ahLst/>
              <a:cxnLst/>
              <a:rect l="l" t="t" r="r" b="b"/>
              <a:pathLst>
                <a:path w="7131" h="3302" extrusionOk="0">
                  <a:moveTo>
                    <a:pt x="396" y="0"/>
                  </a:moveTo>
                  <a:cubicBezTo>
                    <a:pt x="179" y="0"/>
                    <a:pt x="1" y="182"/>
                    <a:pt x="1" y="395"/>
                  </a:cubicBezTo>
                  <a:lnTo>
                    <a:pt x="1" y="1523"/>
                  </a:lnTo>
                  <a:cubicBezTo>
                    <a:pt x="1" y="1747"/>
                    <a:pt x="179" y="1917"/>
                    <a:pt x="396" y="1917"/>
                  </a:cubicBezTo>
                  <a:lnTo>
                    <a:pt x="3910" y="1917"/>
                  </a:lnTo>
                  <a:lnTo>
                    <a:pt x="3910" y="3066"/>
                  </a:lnTo>
                  <a:cubicBezTo>
                    <a:pt x="3910" y="3204"/>
                    <a:pt x="4023" y="3301"/>
                    <a:pt x="4140" y="3301"/>
                  </a:cubicBezTo>
                  <a:cubicBezTo>
                    <a:pt x="4185" y="3301"/>
                    <a:pt x="4230" y="3287"/>
                    <a:pt x="4270" y="3256"/>
                  </a:cubicBezTo>
                  <a:lnTo>
                    <a:pt x="6995" y="1352"/>
                  </a:lnTo>
                  <a:cubicBezTo>
                    <a:pt x="7131" y="1263"/>
                    <a:pt x="7131" y="1060"/>
                    <a:pt x="6995" y="971"/>
                  </a:cubicBezTo>
                  <a:lnTo>
                    <a:pt x="6793" y="822"/>
                  </a:lnTo>
                  <a:lnTo>
                    <a:pt x="4776" y="2231"/>
                  </a:lnTo>
                  <a:cubicBezTo>
                    <a:pt x="4733" y="2262"/>
                    <a:pt x="4685" y="2276"/>
                    <a:pt x="4639" y="2276"/>
                  </a:cubicBezTo>
                  <a:cubicBezTo>
                    <a:pt x="4518" y="2276"/>
                    <a:pt x="4405" y="2178"/>
                    <a:pt x="4405" y="2039"/>
                  </a:cubicBezTo>
                  <a:lnTo>
                    <a:pt x="4405" y="1160"/>
                  </a:lnTo>
                  <a:cubicBezTo>
                    <a:pt x="4405" y="1014"/>
                    <a:pt x="4281" y="890"/>
                    <a:pt x="4135" y="890"/>
                  </a:cubicBezTo>
                  <a:lnTo>
                    <a:pt x="890" y="890"/>
                  </a:lnTo>
                  <a:cubicBezTo>
                    <a:pt x="677" y="890"/>
                    <a:pt x="496" y="722"/>
                    <a:pt x="496" y="509"/>
                  </a:cubicBezTo>
                  <a:lnTo>
                    <a:pt x="496" y="0"/>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84" name="Google Shape;684;p46">
            <a:hlinkClick r:id="rId4"/>
          </p:cNvPr>
          <p:cNvPicPr preferRelativeResize="0"/>
          <p:nvPr/>
        </p:nvPicPr>
        <p:blipFill>
          <a:blip r:embed="rId5">
            <a:alphaModFix/>
          </a:blip>
          <a:stretch>
            <a:fillRect/>
          </a:stretch>
        </p:blipFill>
        <p:spPr>
          <a:xfrm>
            <a:off x="4952154" y="1452260"/>
            <a:ext cx="3163592" cy="1959338"/>
          </a:xfrm>
          <a:prstGeom prst="rect">
            <a:avLst/>
          </a:prstGeom>
          <a:noFill/>
          <a:ln>
            <a:noFill/>
          </a:ln>
        </p:spPr>
      </p:pic>
      <p:pic>
        <p:nvPicPr>
          <p:cNvPr id="685" name="Google Shape;685;p46">
            <a:hlinkClick r:id="rId6"/>
          </p:cNvPr>
          <p:cNvPicPr preferRelativeResize="0"/>
          <p:nvPr/>
        </p:nvPicPr>
        <p:blipFill>
          <a:blip r:embed="rId7">
            <a:alphaModFix/>
          </a:blip>
          <a:stretch>
            <a:fillRect/>
          </a:stretch>
        </p:blipFill>
        <p:spPr>
          <a:xfrm>
            <a:off x="843000" y="2880172"/>
            <a:ext cx="3589996" cy="1374299"/>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0" name="Google Shape;690;p47"/>
          <p:cNvSpPr txBox="1">
            <a:spLocks noGrp="1"/>
          </p:cNvSpPr>
          <p:nvPr>
            <p:ph type="title"/>
          </p:nvPr>
        </p:nvSpPr>
        <p:spPr>
          <a:xfrm>
            <a:off x="67755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Case studies</a:t>
            </a:r>
            <a:endParaRPr/>
          </a:p>
        </p:txBody>
      </p:sp>
      <p:sp>
        <p:nvSpPr>
          <p:cNvPr id="691" name="Google Shape;691;p47"/>
          <p:cNvSpPr txBox="1">
            <a:spLocks noGrp="1"/>
          </p:cNvSpPr>
          <p:nvPr>
            <p:ph type="subTitle" idx="4294967295"/>
          </p:nvPr>
        </p:nvSpPr>
        <p:spPr>
          <a:xfrm>
            <a:off x="1595200" y="1339500"/>
            <a:ext cx="2558700" cy="441900"/>
          </a:xfrm>
          <a:prstGeom prst="rect">
            <a:avLst/>
          </a:prstGeom>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sz="1800" b="1">
                <a:latin typeface="Lexend"/>
                <a:ea typeface="Lexend"/>
                <a:cs typeface="Lexend"/>
                <a:sym typeface="Lexend"/>
              </a:rPr>
              <a:t>Campaign objective</a:t>
            </a:r>
            <a:endParaRPr sz="1800" b="1">
              <a:latin typeface="Lexend"/>
              <a:ea typeface="Lexend"/>
              <a:cs typeface="Lexend"/>
              <a:sym typeface="Lexend"/>
            </a:endParaRPr>
          </a:p>
        </p:txBody>
      </p:sp>
      <p:sp>
        <p:nvSpPr>
          <p:cNvPr id="692" name="Google Shape;692;p47"/>
          <p:cNvSpPr txBox="1">
            <a:spLocks noGrp="1"/>
          </p:cNvSpPr>
          <p:nvPr>
            <p:ph type="subTitle" idx="4294967295"/>
          </p:nvPr>
        </p:nvSpPr>
        <p:spPr>
          <a:xfrm>
            <a:off x="1595350" y="1781375"/>
            <a:ext cx="2558700" cy="44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DM Sans"/>
                <a:ea typeface="DM Sans"/>
                <a:cs typeface="DM Sans"/>
                <a:sym typeface="DM Sans"/>
              </a:rPr>
              <a:t>"Highlight the product impact to boost sales"</a:t>
            </a:r>
            <a:endParaRPr>
              <a:latin typeface="DM Sans"/>
              <a:ea typeface="DM Sans"/>
              <a:cs typeface="DM Sans"/>
              <a:sym typeface="DM Sans"/>
            </a:endParaRPr>
          </a:p>
        </p:txBody>
      </p:sp>
      <p:sp>
        <p:nvSpPr>
          <p:cNvPr id="693" name="Google Shape;693;p47"/>
          <p:cNvSpPr txBox="1">
            <a:spLocks noGrp="1"/>
          </p:cNvSpPr>
          <p:nvPr>
            <p:ph type="subTitle" idx="4294967295"/>
          </p:nvPr>
        </p:nvSpPr>
        <p:spPr>
          <a:xfrm>
            <a:off x="754300" y="2552825"/>
            <a:ext cx="3357300" cy="487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b="1">
                <a:latin typeface="Lexend"/>
                <a:ea typeface="Lexend"/>
                <a:cs typeface="Lexend"/>
                <a:sym typeface="Lexend"/>
              </a:rPr>
              <a:t>Approach</a:t>
            </a:r>
            <a:endParaRPr sz="1800" b="1">
              <a:latin typeface="Lexend"/>
              <a:ea typeface="Lexend"/>
              <a:cs typeface="Lexend"/>
              <a:sym typeface="Lexend"/>
            </a:endParaRPr>
          </a:p>
        </p:txBody>
      </p:sp>
      <p:sp>
        <p:nvSpPr>
          <p:cNvPr id="694" name="Google Shape;694;p47"/>
          <p:cNvSpPr txBox="1">
            <a:spLocks noGrp="1"/>
          </p:cNvSpPr>
          <p:nvPr>
            <p:ph type="subTitle" idx="4294967295"/>
          </p:nvPr>
        </p:nvSpPr>
        <p:spPr>
          <a:xfrm>
            <a:off x="796700" y="2986925"/>
            <a:ext cx="3357300" cy="1477200"/>
          </a:xfrm>
          <a:prstGeom prst="rect">
            <a:avLst/>
          </a:prstGeom>
        </p:spPr>
        <p:txBody>
          <a:bodyPr spcFirstLastPara="1" wrap="square" lIns="91425" tIns="91425" rIns="91425" bIns="91425" anchor="t" anchorCtr="0">
            <a:noAutofit/>
          </a:bodyPr>
          <a:lstStyle/>
          <a:p>
            <a:pPr marL="342900" lvl="0" indent="-304800" algn="l" rtl="0">
              <a:spcBef>
                <a:spcPts val="0"/>
              </a:spcBef>
              <a:spcAft>
                <a:spcPts val="0"/>
              </a:spcAft>
              <a:buClr>
                <a:schemeClr val="lt1"/>
              </a:buClr>
              <a:buSzPts val="1200"/>
              <a:buFont typeface="DM Sans"/>
              <a:buChar char="●"/>
            </a:pPr>
            <a:r>
              <a:rPr lang="en">
                <a:latin typeface="DM Sans"/>
                <a:ea typeface="DM Sans"/>
                <a:cs typeface="DM Sans"/>
                <a:sym typeface="DM Sans"/>
              </a:rPr>
              <a:t>Utilize email marketing campaigns to promote the case study and highlight key product features</a:t>
            </a:r>
            <a:endParaRPr>
              <a:latin typeface="DM Sans"/>
              <a:ea typeface="DM Sans"/>
              <a:cs typeface="DM Sans"/>
              <a:sym typeface="DM Sans"/>
            </a:endParaRPr>
          </a:p>
          <a:p>
            <a:pPr marL="342900" lvl="0" indent="-304800" algn="l" rtl="0">
              <a:spcBef>
                <a:spcPts val="0"/>
              </a:spcBef>
              <a:spcAft>
                <a:spcPts val="0"/>
              </a:spcAft>
              <a:buClr>
                <a:schemeClr val="lt1"/>
              </a:buClr>
              <a:buSzPts val="1200"/>
              <a:buFont typeface="DM Sans"/>
              <a:buChar char="●"/>
            </a:pPr>
            <a:r>
              <a:rPr lang="en">
                <a:latin typeface="DM Sans"/>
                <a:ea typeface="DM Sans"/>
                <a:cs typeface="DM Sans"/>
                <a:sym typeface="DM Sans"/>
              </a:rPr>
              <a:t>Leverage the power of social media to engage with our target audience</a:t>
            </a:r>
            <a:endParaRPr>
              <a:latin typeface="DM Sans"/>
              <a:ea typeface="DM Sans"/>
              <a:cs typeface="DM Sans"/>
              <a:sym typeface="DM Sans"/>
            </a:endParaRPr>
          </a:p>
          <a:p>
            <a:pPr marL="342900" lvl="0" indent="-304800" algn="l" rtl="0">
              <a:spcBef>
                <a:spcPts val="0"/>
              </a:spcBef>
              <a:spcAft>
                <a:spcPts val="0"/>
              </a:spcAft>
              <a:buClr>
                <a:schemeClr val="lt1"/>
              </a:buClr>
              <a:buSzPts val="1200"/>
              <a:buFont typeface="DM Sans"/>
              <a:buChar char="●"/>
            </a:pPr>
            <a:r>
              <a:rPr lang="en">
                <a:latin typeface="DM Sans"/>
                <a:ea typeface="DM Sans"/>
                <a:cs typeface="DM Sans"/>
                <a:sym typeface="DM Sans"/>
              </a:rPr>
              <a:t>Deploy targeted ads to reach potential customers and increase brand visibility</a:t>
            </a:r>
            <a:endParaRPr>
              <a:latin typeface="DM Sans"/>
              <a:ea typeface="DM Sans"/>
              <a:cs typeface="DM Sans"/>
              <a:sym typeface="DM Sans"/>
            </a:endParaRPr>
          </a:p>
        </p:txBody>
      </p:sp>
      <p:sp>
        <p:nvSpPr>
          <p:cNvPr id="695" name="Google Shape;695;p47"/>
          <p:cNvSpPr txBox="1">
            <a:spLocks noGrp="1"/>
          </p:cNvSpPr>
          <p:nvPr>
            <p:ph type="subTitle" idx="4294967295"/>
          </p:nvPr>
        </p:nvSpPr>
        <p:spPr>
          <a:xfrm>
            <a:off x="4421550" y="1073025"/>
            <a:ext cx="3861000" cy="441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b="1">
                <a:latin typeface="Lexend"/>
                <a:ea typeface="Lexend"/>
                <a:cs typeface="Lexend"/>
                <a:sym typeface="Lexend"/>
              </a:rPr>
              <a:t>Results</a:t>
            </a:r>
            <a:endParaRPr sz="1800" b="1">
              <a:latin typeface="Lexend"/>
              <a:ea typeface="Lexend"/>
              <a:cs typeface="Lexend"/>
              <a:sym typeface="Lexend"/>
            </a:endParaRPr>
          </a:p>
        </p:txBody>
      </p:sp>
      <p:sp>
        <p:nvSpPr>
          <p:cNvPr id="696" name="Google Shape;696;p47"/>
          <p:cNvSpPr txBox="1">
            <a:spLocks noGrp="1"/>
          </p:cNvSpPr>
          <p:nvPr>
            <p:ph type="subTitle" idx="4294967295"/>
          </p:nvPr>
        </p:nvSpPr>
        <p:spPr>
          <a:xfrm>
            <a:off x="4540092" y="2355861"/>
            <a:ext cx="1287000" cy="441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DM Sans"/>
                <a:ea typeface="DM Sans"/>
                <a:cs typeface="DM Sans"/>
                <a:sym typeface="DM Sans"/>
              </a:rPr>
              <a:t>Increase in page views</a:t>
            </a:r>
            <a:endParaRPr>
              <a:latin typeface="DM Sans"/>
              <a:ea typeface="DM Sans"/>
              <a:cs typeface="DM Sans"/>
              <a:sym typeface="DM Sans"/>
            </a:endParaRPr>
          </a:p>
        </p:txBody>
      </p:sp>
      <p:sp>
        <p:nvSpPr>
          <p:cNvPr id="697" name="Google Shape;697;p47"/>
          <p:cNvSpPr txBox="1">
            <a:spLocks noGrp="1"/>
          </p:cNvSpPr>
          <p:nvPr>
            <p:ph type="subTitle" idx="4294967295"/>
          </p:nvPr>
        </p:nvSpPr>
        <p:spPr>
          <a:xfrm>
            <a:off x="5751002" y="2355861"/>
            <a:ext cx="1287000" cy="441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DM Sans"/>
                <a:ea typeface="DM Sans"/>
                <a:cs typeface="DM Sans"/>
                <a:sym typeface="DM Sans"/>
              </a:rPr>
              <a:t>Increase</a:t>
            </a:r>
            <a:endParaRPr>
              <a:latin typeface="DM Sans"/>
              <a:ea typeface="DM Sans"/>
              <a:cs typeface="DM Sans"/>
              <a:sym typeface="DM Sans"/>
            </a:endParaRPr>
          </a:p>
          <a:p>
            <a:pPr marL="0" lvl="0" indent="0" algn="ctr" rtl="0">
              <a:spcBef>
                <a:spcPts val="0"/>
              </a:spcBef>
              <a:spcAft>
                <a:spcPts val="0"/>
              </a:spcAft>
              <a:buNone/>
            </a:pPr>
            <a:r>
              <a:rPr lang="en">
                <a:latin typeface="DM Sans"/>
                <a:ea typeface="DM Sans"/>
                <a:cs typeface="DM Sans"/>
                <a:sym typeface="DM Sans"/>
              </a:rPr>
              <a:t>in sales</a:t>
            </a:r>
            <a:endParaRPr>
              <a:latin typeface="DM Sans"/>
              <a:ea typeface="DM Sans"/>
              <a:cs typeface="DM Sans"/>
              <a:sym typeface="DM Sans"/>
            </a:endParaRPr>
          </a:p>
        </p:txBody>
      </p:sp>
      <p:sp>
        <p:nvSpPr>
          <p:cNvPr id="698" name="Google Shape;698;p47"/>
          <p:cNvSpPr txBox="1">
            <a:spLocks noGrp="1"/>
          </p:cNvSpPr>
          <p:nvPr>
            <p:ph type="subTitle" idx="4294967295"/>
          </p:nvPr>
        </p:nvSpPr>
        <p:spPr>
          <a:xfrm>
            <a:off x="6961907" y="2355861"/>
            <a:ext cx="1287000" cy="441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DM Sans"/>
                <a:ea typeface="DM Sans"/>
                <a:cs typeface="DM Sans"/>
                <a:sym typeface="DM Sans"/>
              </a:rPr>
              <a:t>Increase </a:t>
            </a:r>
            <a:endParaRPr>
              <a:latin typeface="DM Sans"/>
              <a:ea typeface="DM Sans"/>
              <a:cs typeface="DM Sans"/>
              <a:sym typeface="DM Sans"/>
            </a:endParaRPr>
          </a:p>
          <a:p>
            <a:pPr marL="0" lvl="0" indent="0" algn="ctr" rtl="0">
              <a:spcBef>
                <a:spcPts val="0"/>
              </a:spcBef>
              <a:spcAft>
                <a:spcPts val="0"/>
              </a:spcAft>
              <a:buNone/>
            </a:pPr>
            <a:r>
              <a:rPr lang="en">
                <a:latin typeface="DM Sans"/>
                <a:ea typeface="DM Sans"/>
                <a:cs typeface="DM Sans"/>
                <a:sym typeface="DM Sans"/>
              </a:rPr>
              <a:t>in clicks</a:t>
            </a:r>
            <a:endParaRPr>
              <a:latin typeface="DM Sans"/>
              <a:ea typeface="DM Sans"/>
              <a:cs typeface="DM Sans"/>
              <a:sym typeface="DM Sans"/>
            </a:endParaRPr>
          </a:p>
        </p:txBody>
      </p:sp>
      <p:sp>
        <p:nvSpPr>
          <p:cNvPr id="699" name="Google Shape;699;p47"/>
          <p:cNvSpPr/>
          <p:nvPr/>
        </p:nvSpPr>
        <p:spPr>
          <a:xfrm>
            <a:off x="4757142" y="1963025"/>
            <a:ext cx="852900" cy="441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800" b="1">
                <a:solidFill>
                  <a:schemeClr val="lt1"/>
                </a:solidFill>
                <a:latin typeface="Lexend"/>
                <a:ea typeface="Lexend"/>
                <a:cs typeface="Lexend"/>
                <a:sym typeface="Lexend"/>
              </a:rPr>
              <a:t>23%</a:t>
            </a:r>
            <a:endParaRPr sz="1800" b="1">
              <a:solidFill>
                <a:schemeClr val="lt1"/>
              </a:solidFill>
              <a:latin typeface="Lexend"/>
              <a:ea typeface="Lexend"/>
              <a:cs typeface="Lexend"/>
              <a:sym typeface="Lexend"/>
            </a:endParaRPr>
          </a:p>
        </p:txBody>
      </p:sp>
      <p:sp>
        <p:nvSpPr>
          <p:cNvPr id="700" name="Google Shape;700;p47"/>
          <p:cNvSpPr/>
          <p:nvPr/>
        </p:nvSpPr>
        <p:spPr>
          <a:xfrm>
            <a:off x="5968052" y="1963057"/>
            <a:ext cx="852900" cy="441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800" b="1">
                <a:solidFill>
                  <a:schemeClr val="lt1"/>
                </a:solidFill>
                <a:latin typeface="Lexend"/>
                <a:ea typeface="Lexend"/>
                <a:cs typeface="Lexend"/>
                <a:sym typeface="Lexend"/>
              </a:rPr>
              <a:t>80%</a:t>
            </a:r>
            <a:endParaRPr sz="1800" b="1">
              <a:solidFill>
                <a:schemeClr val="lt1"/>
              </a:solidFill>
              <a:latin typeface="Lexend"/>
              <a:ea typeface="Lexend"/>
              <a:cs typeface="Lexend"/>
              <a:sym typeface="Lexend"/>
            </a:endParaRPr>
          </a:p>
        </p:txBody>
      </p:sp>
      <p:sp>
        <p:nvSpPr>
          <p:cNvPr id="701" name="Google Shape;701;p47"/>
          <p:cNvSpPr/>
          <p:nvPr/>
        </p:nvSpPr>
        <p:spPr>
          <a:xfrm>
            <a:off x="7178957" y="1963057"/>
            <a:ext cx="852900" cy="441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800" b="1">
                <a:solidFill>
                  <a:schemeClr val="lt1"/>
                </a:solidFill>
                <a:latin typeface="Lexend"/>
                <a:ea typeface="Lexend"/>
                <a:cs typeface="Lexend"/>
                <a:sym typeface="Lexend"/>
              </a:rPr>
              <a:t>+10%</a:t>
            </a:r>
            <a:endParaRPr sz="1800" b="1">
              <a:solidFill>
                <a:schemeClr val="lt1"/>
              </a:solidFill>
              <a:latin typeface="Lexend"/>
              <a:ea typeface="Lexend"/>
              <a:cs typeface="Lexend"/>
              <a:sym typeface="Lexend"/>
            </a:endParaRPr>
          </a:p>
        </p:txBody>
      </p:sp>
      <p:sp>
        <p:nvSpPr>
          <p:cNvPr id="702" name="Google Shape;702;p47"/>
          <p:cNvSpPr txBox="1">
            <a:spLocks noGrp="1"/>
          </p:cNvSpPr>
          <p:nvPr>
            <p:ph type="subTitle" idx="4294967295"/>
          </p:nvPr>
        </p:nvSpPr>
        <p:spPr>
          <a:xfrm>
            <a:off x="4301925" y="3133750"/>
            <a:ext cx="2114700" cy="441900"/>
          </a:xfrm>
          <a:prstGeom prst="rect">
            <a:avLst/>
          </a:prstGeom>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sz="1800" b="1">
                <a:latin typeface="Lexend"/>
                <a:ea typeface="Lexend"/>
                <a:cs typeface="Lexend"/>
                <a:sym typeface="Lexend"/>
              </a:rPr>
              <a:t>Key takeaway 1</a:t>
            </a:r>
            <a:endParaRPr sz="1800" b="1">
              <a:latin typeface="Lexend"/>
              <a:ea typeface="Lexend"/>
              <a:cs typeface="Lexend"/>
              <a:sym typeface="Lexend"/>
            </a:endParaRPr>
          </a:p>
        </p:txBody>
      </p:sp>
      <p:sp>
        <p:nvSpPr>
          <p:cNvPr id="703" name="Google Shape;703;p47"/>
          <p:cNvSpPr txBox="1">
            <a:spLocks noGrp="1"/>
          </p:cNvSpPr>
          <p:nvPr>
            <p:ph type="subTitle" idx="4294967295"/>
          </p:nvPr>
        </p:nvSpPr>
        <p:spPr>
          <a:xfrm>
            <a:off x="4301925" y="3779225"/>
            <a:ext cx="2114700" cy="441900"/>
          </a:xfrm>
          <a:prstGeom prst="rect">
            <a:avLst/>
          </a:prstGeom>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sz="1800" b="1">
                <a:latin typeface="Lexend"/>
                <a:ea typeface="Lexend"/>
                <a:cs typeface="Lexend"/>
                <a:sym typeface="Lexend"/>
              </a:rPr>
              <a:t>Key takeaway 2</a:t>
            </a:r>
            <a:endParaRPr sz="1800" b="1">
              <a:latin typeface="Lexend"/>
              <a:ea typeface="Lexend"/>
              <a:cs typeface="Lexend"/>
              <a:sym typeface="Lexend"/>
            </a:endParaRPr>
          </a:p>
        </p:txBody>
      </p:sp>
      <p:sp>
        <p:nvSpPr>
          <p:cNvPr id="704" name="Google Shape;704;p47"/>
          <p:cNvSpPr txBox="1">
            <a:spLocks noGrp="1"/>
          </p:cNvSpPr>
          <p:nvPr>
            <p:ph type="subTitle" idx="4294967295"/>
          </p:nvPr>
        </p:nvSpPr>
        <p:spPr>
          <a:xfrm>
            <a:off x="6301400" y="3133750"/>
            <a:ext cx="2171100" cy="68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DM Sans"/>
                <a:ea typeface="DM Sans"/>
                <a:cs typeface="DM Sans"/>
                <a:sym typeface="DM Sans"/>
              </a:rPr>
              <a:t>Targeted ads, social media, and email reach customers</a:t>
            </a:r>
            <a:endParaRPr>
              <a:latin typeface="DM Sans"/>
              <a:ea typeface="DM Sans"/>
              <a:cs typeface="DM Sans"/>
              <a:sym typeface="DM Sans"/>
            </a:endParaRPr>
          </a:p>
        </p:txBody>
      </p:sp>
      <p:sp>
        <p:nvSpPr>
          <p:cNvPr id="705" name="Google Shape;705;p47"/>
          <p:cNvSpPr txBox="1">
            <a:spLocks noGrp="1"/>
          </p:cNvSpPr>
          <p:nvPr>
            <p:ph type="subTitle" idx="4294967295"/>
          </p:nvPr>
        </p:nvSpPr>
        <p:spPr>
          <a:xfrm>
            <a:off x="6301400" y="3779225"/>
            <a:ext cx="2171100" cy="68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DM Sans"/>
                <a:ea typeface="DM Sans"/>
                <a:cs typeface="DM Sans"/>
                <a:sym typeface="DM Sans"/>
              </a:rPr>
              <a:t>Improved profitability through different streamlined operations</a:t>
            </a:r>
            <a:endParaRPr>
              <a:latin typeface="DM Sans"/>
              <a:ea typeface="DM Sans"/>
              <a:cs typeface="DM Sans"/>
              <a:sym typeface="DM Sans"/>
            </a:endParaRPr>
          </a:p>
        </p:txBody>
      </p:sp>
      <p:grpSp>
        <p:nvGrpSpPr>
          <p:cNvPr id="706" name="Google Shape;706;p47"/>
          <p:cNvGrpSpPr/>
          <p:nvPr/>
        </p:nvGrpSpPr>
        <p:grpSpPr>
          <a:xfrm>
            <a:off x="6213135" y="1600520"/>
            <a:ext cx="362733" cy="361735"/>
            <a:chOff x="715094" y="3228320"/>
            <a:chExt cx="362733" cy="361735"/>
          </a:xfrm>
        </p:grpSpPr>
        <p:sp>
          <p:nvSpPr>
            <p:cNvPr id="707" name="Google Shape;707;p47"/>
            <p:cNvSpPr/>
            <p:nvPr/>
          </p:nvSpPr>
          <p:spPr>
            <a:xfrm>
              <a:off x="715094" y="3228320"/>
              <a:ext cx="362733" cy="361735"/>
            </a:xfrm>
            <a:custGeom>
              <a:avLst/>
              <a:gdLst/>
              <a:ahLst/>
              <a:cxnLst/>
              <a:rect l="l" t="t" r="r" b="b"/>
              <a:pathLst>
                <a:path w="13452" h="13415" extrusionOk="0">
                  <a:moveTo>
                    <a:pt x="6724" y="0"/>
                  </a:moveTo>
                  <a:cubicBezTo>
                    <a:pt x="6678" y="0"/>
                    <a:pt x="6630" y="17"/>
                    <a:pt x="6589" y="51"/>
                  </a:cubicBezTo>
                  <a:lnTo>
                    <a:pt x="68" y="6575"/>
                  </a:lnTo>
                  <a:cubicBezTo>
                    <a:pt x="0" y="6653"/>
                    <a:pt x="0" y="6767"/>
                    <a:pt x="68" y="6835"/>
                  </a:cubicBezTo>
                  <a:lnTo>
                    <a:pt x="6589" y="13356"/>
                  </a:lnTo>
                  <a:cubicBezTo>
                    <a:pt x="6630" y="13395"/>
                    <a:pt x="6678" y="13415"/>
                    <a:pt x="6724" y="13415"/>
                  </a:cubicBezTo>
                  <a:cubicBezTo>
                    <a:pt x="6770" y="13415"/>
                    <a:pt x="6815" y="13395"/>
                    <a:pt x="6849" y="13356"/>
                  </a:cubicBezTo>
                  <a:lnTo>
                    <a:pt x="13373" y="6835"/>
                  </a:lnTo>
                  <a:cubicBezTo>
                    <a:pt x="13451" y="6767"/>
                    <a:pt x="13451" y="6653"/>
                    <a:pt x="13373" y="6575"/>
                  </a:cubicBezTo>
                  <a:lnTo>
                    <a:pt x="6849" y="51"/>
                  </a:lnTo>
                  <a:cubicBezTo>
                    <a:pt x="6815" y="17"/>
                    <a:pt x="6770" y="0"/>
                    <a:pt x="6724"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7"/>
            <p:cNvSpPr/>
            <p:nvPr/>
          </p:nvSpPr>
          <p:spPr>
            <a:xfrm>
              <a:off x="826864" y="3305953"/>
              <a:ext cx="167695" cy="193797"/>
            </a:xfrm>
            <a:custGeom>
              <a:avLst/>
              <a:gdLst/>
              <a:ahLst/>
              <a:cxnLst/>
              <a:rect l="l" t="t" r="r" b="b"/>
              <a:pathLst>
                <a:path w="6219" h="7187" extrusionOk="0">
                  <a:moveTo>
                    <a:pt x="2569" y="0"/>
                  </a:moveTo>
                  <a:cubicBezTo>
                    <a:pt x="1149" y="0"/>
                    <a:pt x="0" y="1149"/>
                    <a:pt x="0" y="2569"/>
                  </a:cubicBezTo>
                  <a:lnTo>
                    <a:pt x="0" y="6849"/>
                  </a:lnTo>
                  <a:cubicBezTo>
                    <a:pt x="0" y="7030"/>
                    <a:pt x="146" y="7187"/>
                    <a:pt x="338" y="7187"/>
                  </a:cubicBezTo>
                  <a:lnTo>
                    <a:pt x="1295" y="7187"/>
                  </a:lnTo>
                  <a:cubicBezTo>
                    <a:pt x="1476" y="7187"/>
                    <a:pt x="1622" y="7030"/>
                    <a:pt x="1622" y="6849"/>
                  </a:cubicBezTo>
                  <a:lnTo>
                    <a:pt x="1622" y="2569"/>
                  </a:lnTo>
                  <a:cubicBezTo>
                    <a:pt x="1622" y="2049"/>
                    <a:pt x="2052" y="1633"/>
                    <a:pt x="2569" y="1633"/>
                  </a:cubicBezTo>
                  <a:cubicBezTo>
                    <a:pt x="3088" y="1633"/>
                    <a:pt x="3515" y="2049"/>
                    <a:pt x="3515" y="2569"/>
                  </a:cubicBezTo>
                  <a:lnTo>
                    <a:pt x="3515" y="3458"/>
                  </a:lnTo>
                  <a:lnTo>
                    <a:pt x="2704" y="3458"/>
                  </a:lnTo>
                  <a:cubicBezTo>
                    <a:pt x="2547" y="3458"/>
                    <a:pt x="2444" y="3650"/>
                    <a:pt x="2547" y="3774"/>
                  </a:cubicBezTo>
                  <a:lnTo>
                    <a:pt x="4169" y="6094"/>
                  </a:lnTo>
                  <a:cubicBezTo>
                    <a:pt x="4208" y="6151"/>
                    <a:pt x="4271" y="6179"/>
                    <a:pt x="4333" y="6179"/>
                  </a:cubicBezTo>
                  <a:cubicBezTo>
                    <a:pt x="4395" y="6179"/>
                    <a:pt x="4457" y="6151"/>
                    <a:pt x="4496" y="6094"/>
                  </a:cubicBezTo>
                  <a:lnTo>
                    <a:pt x="6129" y="3774"/>
                  </a:lnTo>
                  <a:cubicBezTo>
                    <a:pt x="6219" y="3639"/>
                    <a:pt x="6129" y="3458"/>
                    <a:pt x="5959" y="3458"/>
                  </a:cubicBezTo>
                  <a:lnTo>
                    <a:pt x="5137" y="3458"/>
                  </a:lnTo>
                  <a:lnTo>
                    <a:pt x="5137" y="2569"/>
                  </a:lnTo>
                  <a:cubicBezTo>
                    <a:pt x="5137" y="1149"/>
                    <a:pt x="3988" y="0"/>
                    <a:pt x="2569"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7"/>
            <p:cNvSpPr/>
            <p:nvPr/>
          </p:nvSpPr>
          <p:spPr>
            <a:xfrm>
              <a:off x="880362" y="3304416"/>
              <a:ext cx="113900" cy="130376"/>
            </a:xfrm>
            <a:custGeom>
              <a:avLst/>
              <a:gdLst/>
              <a:ahLst/>
              <a:cxnLst/>
              <a:rect l="l" t="t" r="r" b="b"/>
              <a:pathLst>
                <a:path w="4224" h="4835" extrusionOk="0">
                  <a:moveTo>
                    <a:pt x="574" y="0"/>
                  </a:moveTo>
                  <a:cubicBezTo>
                    <a:pt x="371" y="0"/>
                    <a:pt x="179" y="25"/>
                    <a:pt x="1" y="57"/>
                  </a:cubicBezTo>
                  <a:cubicBezTo>
                    <a:pt x="1261" y="530"/>
                    <a:pt x="2164" y="1758"/>
                    <a:pt x="2164" y="3188"/>
                  </a:cubicBezTo>
                  <a:lnTo>
                    <a:pt x="2164" y="4091"/>
                  </a:lnTo>
                  <a:cubicBezTo>
                    <a:pt x="2164" y="4237"/>
                    <a:pt x="2274" y="4361"/>
                    <a:pt x="2434" y="4361"/>
                  </a:cubicBezTo>
                  <a:lnTo>
                    <a:pt x="3199" y="4361"/>
                  </a:lnTo>
                  <a:cubicBezTo>
                    <a:pt x="3413" y="4361"/>
                    <a:pt x="3569" y="4653"/>
                    <a:pt x="3448" y="4835"/>
                  </a:cubicBezTo>
                  <a:lnTo>
                    <a:pt x="4135" y="3842"/>
                  </a:lnTo>
                  <a:cubicBezTo>
                    <a:pt x="4224" y="3707"/>
                    <a:pt x="4135" y="3515"/>
                    <a:pt x="3964" y="3515"/>
                  </a:cubicBezTo>
                  <a:lnTo>
                    <a:pt x="3153" y="3515"/>
                  </a:lnTo>
                  <a:lnTo>
                    <a:pt x="3153" y="2636"/>
                  </a:lnTo>
                  <a:cubicBezTo>
                    <a:pt x="3153" y="1195"/>
                    <a:pt x="2004" y="11"/>
                    <a:pt x="574"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 name="Google Shape;710;p47"/>
          <p:cNvGrpSpPr/>
          <p:nvPr/>
        </p:nvGrpSpPr>
        <p:grpSpPr>
          <a:xfrm>
            <a:off x="7424471" y="1567970"/>
            <a:ext cx="361870" cy="361870"/>
            <a:chOff x="4729158" y="2635495"/>
            <a:chExt cx="361870" cy="361870"/>
          </a:xfrm>
        </p:grpSpPr>
        <p:sp>
          <p:nvSpPr>
            <p:cNvPr id="711" name="Google Shape;711;p47"/>
            <p:cNvSpPr/>
            <p:nvPr/>
          </p:nvSpPr>
          <p:spPr>
            <a:xfrm>
              <a:off x="4729158" y="2635495"/>
              <a:ext cx="361870" cy="361870"/>
            </a:xfrm>
            <a:custGeom>
              <a:avLst/>
              <a:gdLst/>
              <a:ahLst/>
              <a:cxnLst/>
              <a:rect l="l" t="t" r="r" b="b"/>
              <a:pathLst>
                <a:path w="13420" h="13420" extrusionOk="0">
                  <a:moveTo>
                    <a:pt x="6717" y="1"/>
                  </a:moveTo>
                  <a:cubicBezTo>
                    <a:pt x="3010" y="1"/>
                    <a:pt x="1" y="3010"/>
                    <a:pt x="1" y="6717"/>
                  </a:cubicBezTo>
                  <a:cubicBezTo>
                    <a:pt x="1" y="10410"/>
                    <a:pt x="3010" y="13419"/>
                    <a:pt x="6717" y="13419"/>
                  </a:cubicBezTo>
                  <a:cubicBezTo>
                    <a:pt x="10410" y="13419"/>
                    <a:pt x="13419" y="10410"/>
                    <a:pt x="13419" y="6717"/>
                  </a:cubicBezTo>
                  <a:cubicBezTo>
                    <a:pt x="13419" y="3010"/>
                    <a:pt x="10410" y="1"/>
                    <a:pt x="6717"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7"/>
            <p:cNvSpPr/>
            <p:nvPr/>
          </p:nvSpPr>
          <p:spPr>
            <a:xfrm>
              <a:off x="4770792" y="2677129"/>
              <a:ext cx="278899" cy="278899"/>
            </a:xfrm>
            <a:custGeom>
              <a:avLst/>
              <a:gdLst/>
              <a:ahLst/>
              <a:cxnLst/>
              <a:rect l="l" t="t" r="r" b="b"/>
              <a:pathLst>
                <a:path w="10343" h="10343" extrusionOk="0">
                  <a:moveTo>
                    <a:pt x="5173" y="1"/>
                  </a:moveTo>
                  <a:cubicBezTo>
                    <a:pt x="2309" y="1"/>
                    <a:pt x="0" y="2310"/>
                    <a:pt x="0" y="5173"/>
                  </a:cubicBezTo>
                  <a:cubicBezTo>
                    <a:pt x="0" y="8022"/>
                    <a:pt x="2309" y="10342"/>
                    <a:pt x="5173" y="10342"/>
                  </a:cubicBezTo>
                  <a:cubicBezTo>
                    <a:pt x="8022" y="10342"/>
                    <a:pt x="10342" y="8022"/>
                    <a:pt x="10342" y="5173"/>
                  </a:cubicBezTo>
                  <a:cubicBezTo>
                    <a:pt x="10342" y="2310"/>
                    <a:pt x="8022" y="1"/>
                    <a:pt x="5173"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7"/>
            <p:cNvSpPr/>
            <p:nvPr/>
          </p:nvSpPr>
          <p:spPr>
            <a:xfrm>
              <a:off x="4847345" y="2720300"/>
              <a:ext cx="51045" cy="192935"/>
            </a:xfrm>
            <a:custGeom>
              <a:avLst/>
              <a:gdLst/>
              <a:ahLst/>
              <a:cxnLst/>
              <a:rect l="l" t="t" r="r" b="b"/>
              <a:pathLst>
                <a:path w="1893" h="7155" extrusionOk="0">
                  <a:moveTo>
                    <a:pt x="136" y="0"/>
                  </a:moveTo>
                  <a:cubicBezTo>
                    <a:pt x="68" y="0"/>
                    <a:pt x="0" y="57"/>
                    <a:pt x="0" y="135"/>
                  </a:cubicBezTo>
                  <a:lnTo>
                    <a:pt x="0" y="7019"/>
                  </a:lnTo>
                  <a:cubicBezTo>
                    <a:pt x="0" y="7087"/>
                    <a:pt x="68" y="7154"/>
                    <a:pt x="136" y="7154"/>
                  </a:cubicBezTo>
                  <a:lnTo>
                    <a:pt x="1758" y="7154"/>
                  </a:lnTo>
                  <a:cubicBezTo>
                    <a:pt x="1825" y="7154"/>
                    <a:pt x="1893" y="7087"/>
                    <a:pt x="1893" y="7019"/>
                  </a:cubicBezTo>
                  <a:lnTo>
                    <a:pt x="1893" y="135"/>
                  </a:lnTo>
                  <a:cubicBezTo>
                    <a:pt x="1893" y="57"/>
                    <a:pt x="1825" y="0"/>
                    <a:pt x="1758"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7"/>
            <p:cNvSpPr/>
            <p:nvPr/>
          </p:nvSpPr>
          <p:spPr>
            <a:xfrm>
              <a:off x="4921499" y="2720300"/>
              <a:ext cx="51045" cy="192935"/>
            </a:xfrm>
            <a:custGeom>
              <a:avLst/>
              <a:gdLst/>
              <a:ahLst/>
              <a:cxnLst/>
              <a:rect l="l" t="t" r="r" b="b"/>
              <a:pathLst>
                <a:path w="1893" h="7155" extrusionOk="0">
                  <a:moveTo>
                    <a:pt x="135" y="0"/>
                  </a:moveTo>
                  <a:cubicBezTo>
                    <a:pt x="68" y="0"/>
                    <a:pt x="0" y="57"/>
                    <a:pt x="0" y="135"/>
                  </a:cubicBezTo>
                  <a:lnTo>
                    <a:pt x="0" y="7019"/>
                  </a:lnTo>
                  <a:cubicBezTo>
                    <a:pt x="0" y="7087"/>
                    <a:pt x="68" y="7154"/>
                    <a:pt x="135" y="7154"/>
                  </a:cubicBezTo>
                  <a:lnTo>
                    <a:pt x="1758" y="7154"/>
                  </a:lnTo>
                  <a:cubicBezTo>
                    <a:pt x="1836" y="7154"/>
                    <a:pt x="1893" y="7087"/>
                    <a:pt x="1893" y="7019"/>
                  </a:cubicBezTo>
                  <a:lnTo>
                    <a:pt x="1893" y="135"/>
                  </a:lnTo>
                  <a:cubicBezTo>
                    <a:pt x="1893" y="57"/>
                    <a:pt x="1836" y="0"/>
                    <a:pt x="1758"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7"/>
            <p:cNvSpPr/>
            <p:nvPr/>
          </p:nvSpPr>
          <p:spPr>
            <a:xfrm>
              <a:off x="4766262" y="2673192"/>
              <a:ext cx="288013" cy="286962"/>
            </a:xfrm>
            <a:custGeom>
              <a:avLst/>
              <a:gdLst/>
              <a:ahLst/>
              <a:cxnLst/>
              <a:rect l="l" t="t" r="r" b="b"/>
              <a:pathLst>
                <a:path w="10681" h="10642" extrusionOk="0">
                  <a:moveTo>
                    <a:pt x="1308" y="1"/>
                  </a:moveTo>
                  <a:cubicBezTo>
                    <a:pt x="1273" y="1"/>
                    <a:pt x="1239" y="11"/>
                    <a:pt x="1218" y="33"/>
                  </a:cubicBezTo>
                  <a:lnTo>
                    <a:pt x="55" y="1206"/>
                  </a:lnTo>
                  <a:cubicBezTo>
                    <a:pt x="1" y="1263"/>
                    <a:pt x="1" y="1352"/>
                    <a:pt x="55" y="1398"/>
                  </a:cubicBezTo>
                  <a:lnTo>
                    <a:pt x="9261" y="10602"/>
                  </a:lnTo>
                  <a:cubicBezTo>
                    <a:pt x="9286" y="10626"/>
                    <a:pt x="9321" y="10641"/>
                    <a:pt x="9358" y="10641"/>
                  </a:cubicBezTo>
                  <a:cubicBezTo>
                    <a:pt x="9386" y="10641"/>
                    <a:pt x="9415" y="10633"/>
                    <a:pt x="9440" y="10613"/>
                  </a:cubicBezTo>
                  <a:cubicBezTo>
                    <a:pt x="9880" y="10275"/>
                    <a:pt x="10286" y="9880"/>
                    <a:pt x="10635" y="9428"/>
                  </a:cubicBezTo>
                  <a:cubicBezTo>
                    <a:pt x="10681" y="9385"/>
                    <a:pt x="10667" y="9307"/>
                    <a:pt x="10624" y="9250"/>
                  </a:cubicBezTo>
                  <a:lnTo>
                    <a:pt x="1407" y="33"/>
                  </a:lnTo>
                  <a:cubicBezTo>
                    <a:pt x="1380" y="11"/>
                    <a:pt x="1343" y="1"/>
                    <a:pt x="1308"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 name="Google Shape;716;p47"/>
          <p:cNvGrpSpPr/>
          <p:nvPr/>
        </p:nvGrpSpPr>
        <p:grpSpPr>
          <a:xfrm>
            <a:off x="5002698" y="1600524"/>
            <a:ext cx="361789" cy="361843"/>
            <a:chOff x="4718884" y="2001224"/>
            <a:chExt cx="361789" cy="361843"/>
          </a:xfrm>
        </p:grpSpPr>
        <p:sp>
          <p:nvSpPr>
            <p:cNvPr id="717" name="Google Shape;717;p47"/>
            <p:cNvSpPr/>
            <p:nvPr/>
          </p:nvSpPr>
          <p:spPr>
            <a:xfrm>
              <a:off x="4718884" y="2001224"/>
              <a:ext cx="361789" cy="361843"/>
            </a:xfrm>
            <a:custGeom>
              <a:avLst/>
              <a:gdLst/>
              <a:ahLst/>
              <a:cxnLst/>
              <a:rect l="l" t="t" r="r" b="b"/>
              <a:pathLst>
                <a:path w="13417" h="13419" extrusionOk="0">
                  <a:moveTo>
                    <a:pt x="6703" y="0"/>
                  </a:moveTo>
                  <a:cubicBezTo>
                    <a:pt x="2996" y="0"/>
                    <a:pt x="0" y="3010"/>
                    <a:pt x="0" y="6716"/>
                  </a:cubicBezTo>
                  <a:cubicBezTo>
                    <a:pt x="0" y="10410"/>
                    <a:pt x="2996" y="13419"/>
                    <a:pt x="6703" y="13419"/>
                  </a:cubicBezTo>
                  <a:cubicBezTo>
                    <a:pt x="10410" y="13419"/>
                    <a:pt x="13416" y="10410"/>
                    <a:pt x="13416" y="6716"/>
                  </a:cubicBezTo>
                  <a:cubicBezTo>
                    <a:pt x="13416" y="3010"/>
                    <a:pt x="10410" y="0"/>
                    <a:pt x="6703"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7"/>
            <p:cNvSpPr/>
            <p:nvPr/>
          </p:nvSpPr>
          <p:spPr>
            <a:xfrm>
              <a:off x="4760141" y="2042858"/>
              <a:ext cx="278899" cy="278872"/>
            </a:xfrm>
            <a:custGeom>
              <a:avLst/>
              <a:gdLst/>
              <a:ahLst/>
              <a:cxnLst/>
              <a:rect l="l" t="t" r="r" b="b"/>
              <a:pathLst>
                <a:path w="10343" h="10342" extrusionOk="0">
                  <a:moveTo>
                    <a:pt x="5173" y="0"/>
                  </a:moveTo>
                  <a:cubicBezTo>
                    <a:pt x="2323" y="0"/>
                    <a:pt x="1" y="2309"/>
                    <a:pt x="1" y="5172"/>
                  </a:cubicBezTo>
                  <a:cubicBezTo>
                    <a:pt x="1" y="8022"/>
                    <a:pt x="2323" y="10342"/>
                    <a:pt x="5173" y="10342"/>
                  </a:cubicBezTo>
                  <a:cubicBezTo>
                    <a:pt x="8034" y="10342"/>
                    <a:pt x="10343" y="8022"/>
                    <a:pt x="10343" y="5172"/>
                  </a:cubicBezTo>
                  <a:cubicBezTo>
                    <a:pt x="10343" y="2309"/>
                    <a:pt x="8034" y="0"/>
                    <a:pt x="5173"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7"/>
            <p:cNvSpPr/>
            <p:nvPr/>
          </p:nvSpPr>
          <p:spPr>
            <a:xfrm>
              <a:off x="4824884" y="2104311"/>
              <a:ext cx="148766" cy="155615"/>
            </a:xfrm>
            <a:custGeom>
              <a:avLst/>
              <a:gdLst/>
              <a:ahLst/>
              <a:cxnLst/>
              <a:rect l="l" t="t" r="r" b="b"/>
              <a:pathLst>
                <a:path w="5517" h="5771" extrusionOk="0">
                  <a:moveTo>
                    <a:pt x="1278" y="1"/>
                  </a:moveTo>
                  <a:cubicBezTo>
                    <a:pt x="1179" y="1"/>
                    <a:pt x="1080" y="37"/>
                    <a:pt x="1004" y="109"/>
                  </a:cubicBezTo>
                  <a:lnTo>
                    <a:pt x="168" y="876"/>
                  </a:lnTo>
                  <a:cubicBezTo>
                    <a:pt x="11" y="1022"/>
                    <a:pt x="1" y="1271"/>
                    <a:pt x="157" y="1428"/>
                  </a:cubicBezTo>
                  <a:lnTo>
                    <a:pt x="2456" y="3918"/>
                  </a:lnTo>
                  <a:cubicBezTo>
                    <a:pt x="2512" y="3975"/>
                    <a:pt x="2502" y="4053"/>
                    <a:pt x="2445" y="4110"/>
                  </a:cubicBezTo>
                  <a:lnTo>
                    <a:pt x="1858" y="4662"/>
                  </a:lnTo>
                  <a:cubicBezTo>
                    <a:pt x="1712" y="4786"/>
                    <a:pt x="1780" y="5021"/>
                    <a:pt x="1961" y="5056"/>
                  </a:cubicBezTo>
                  <a:lnTo>
                    <a:pt x="5216" y="5765"/>
                  </a:lnTo>
                  <a:cubicBezTo>
                    <a:pt x="5233" y="5769"/>
                    <a:pt x="5250" y="5770"/>
                    <a:pt x="5266" y="5770"/>
                  </a:cubicBezTo>
                  <a:cubicBezTo>
                    <a:pt x="5403" y="5770"/>
                    <a:pt x="5517" y="5647"/>
                    <a:pt x="5497" y="5505"/>
                  </a:cubicBezTo>
                  <a:lnTo>
                    <a:pt x="5046" y="2204"/>
                  </a:lnTo>
                  <a:cubicBezTo>
                    <a:pt x="5024" y="2085"/>
                    <a:pt x="4917" y="2004"/>
                    <a:pt x="4807" y="2004"/>
                  </a:cubicBezTo>
                  <a:cubicBezTo>
                    <a:pt x="4753" y="2004"/>
                    <a:pt x="4699" y="2024"/>
                    <a:pt x="4654" y="2069"/>
                  </a:cubicBezTo>
                  <a:lnTo>
                    <a:pt x="4056" y="2623"/>
                  </a:lnTo>
                  <a:cubicBezTo>
                    <a:pt x="4030" y="2643"/>
                    <a:pt x="3996" y="2654"/>
                    <a:pt x="3963" y="2654"/>
                  </a:cubicBezTo>
                  <a:cubicBezTo>
                    <a:pt x="3926" y="2654"/>
                    <a:pt x="3889" y="2640"/>
                    <a:pt x="3864" y="2610"/>
                  </a:cubicBezTo>
                  <a:lnTo>
                    <a:pt x="1566" y="122"/>
                  </a:lnTo>
                  <a:cubicBezTo>
                    <a:pt x="1486" y="41"/>
                    <a:pt x="1382" y="1"/>
                    <a:pt x="1278"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7"/>
            <p:cNvSpPr/>
            <p:nvPr/>
          </p:nvSpPr>
          <p:spPr>
            <a:xfrm>
              <a:off x="4824884" y="2104311"/>
              <a:ext cx="148766" cy="155615"/>
            </a:xfrm>
            <a:custGeom>
              <a:avLst/>
              <a:gdLst/>
              <a:ahLst/>
              <a:cxnLst/>
              <a:rect l="l" t="t" r="r" b="b"/>
              <a:pathLst>
                <a:path w="5517" h="5771" extrusionOk="0">
                  <a:moveTo>
                    <a:pt x="1278" y="1"/>
                  </a:moveTo>
                  <a:cubicBezTo>
                    <a:pt x="1179" y="1"/>
                    <a:pt x="1080" y="37"/>
                    <a:pt x="1004" y="109"/>
                  </a:cubicBezTo>
                  <a:lnTo>
                    <a:pt x="168" y="876"/>
                  </a:lnTo>
                  <a:cubicBezTo>
                    <a:pt x="11" y="1022"/>
                    <a:pt x="1" y="1271"/>
                    <a:pt x="157" y="1428"/>
                  </a:cubicBezTo>
                  <a:lnTo>
                    <a:pt x="2456" y="3918"/>
                  </a:lnTo>
                  <a:cubicBezTo>
                    <a:pt x="2512" y="3975"/>
                    <a:pt x="2502" y="4053"/>
                    <a:pt x="2445" y="4110"/>
                  </a:cubicBezTo>
                  <a:lnTo>
                    <a:pt x="1858" y="4662"/>
                  </a:lnTo>
                  <a:cubicBezTo>
                    <a:pt x="1712" y="4786"/>
                    <a:pt x="1780" y="5021"/>
                    <a:pt x="1961" y="5067"/>
                  </a:cubicBezTo>
                  <a:lnTo>
                    <a:pt x="5216" y="5765"/>
                  </a:lnTo>
                  <a:cubicBezTo>
                    <a:pt x="5233" y="5769"/>
                    <a:pt x="5250" y="5770"/>
                    <a:pt x="5266" y="5770"/>
                  </a:cubicBezTo>
                  <a:cubicBezTo>
                    <a:pt x="5403" y="5770"/>
                    <a:pt x="5517" y="5647"/>
                    <a:pt x="5497" y="5505"/>
                  </a:cubicBezTo>
                  <a:lnTo>
                    <a:pt x="5465" y="5259"/>
                  </a:lnTo>
                  <a:lnTo>
                    <a:pt x="3032" y="4729"/>
                  </a:lnTo>
                  <a:cubicBezTo>
                    <a:pt x="2850" y="4683"/>
                    <a:pt x="2783" y="4448"/>
                    <a:pt x="2929" y="4324"/>
                  </a:cubicBezTo>
                  <a:lnTo>
                    <a:pt x="3424" y="3861"/>
                  </a:lnTo>
                  <a:cubicBezTo>
                    <a:pt x="3526" y="3759"/>
                    <a:pt x="3537" y="3591"/>
                    <a:pt x="3437" y="3477"/>
                  </a:cubicBezTo>
                  <a:lnTo>
                    <a:pt x="1217" y="1090"/>
                  </a:lnTo>
                  <a:cubicBezTo>
                    <a:pt x="1071" y="933"/>
                    <a:pt x="1082" y="685"/>
                    <a:pt x="1239" y="539"/>
                  </a:cubicBezTo>
                  <a:lnTo>
                    <a:pt x="1623" y="190"/>
                  </a:lnTo>
                  <a:lnTo>
                    <a:pt x="1566" y="122"/>
                  </a:lnTo>
                  <a:cubicBezTo>
                    <a:pt x="1486" y="41"/>
                    <a:pt x="1382" y="1"/>
                    <a:pt x="1278"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 name="Google Shape;721;p47"/>
          <p:cNvGrpSpPr/>
          <p:nvPr/>
        </p:nvGrpSpPr>
        <p:grpSpPr>
          <a:xfrm>
            <a:off x="796693" y="1511421"/>
            <a:ext cx="684904" cy="684904"/>
            <a:chOff x="4708530" y="3810522"/>
            <a:chExt cx="361789" cy="361789"/>
          </a:xfrm>
        </p:grpSpPr>
        <p:sp>
          <p:nvSpPr>
            <p:cNvPr id="722" name="Google Shape;722;p47"/>
            <p:cNvSpPr/>
            <p:nvPr/>
          </p:nvSpPr>
          <p:spPr>
            <a:xfrm>
              <a:off x="4708530" y="3810522"/>
              <a:ext cx="361789" cy="361789"/>
            </a:xfrm>
            <a:custGeom>
              <a:avLst/>
              <a:gdLst/>
              <a:ahLst/>
              <a:cxnLst/>
              <a:rect l="l" t="t" r="r" b="b"/>
              <a:pathLst>
                <a:path w="13417" h="13417" extrusionOk="0">
                  <a:moveTo>
                    <a:pt x="6703" y="0"/>
                  </a:moveTo>
                  <a:cubicBezTo>
                    <a:pt x="2996" y="0"/>
                    <a:pt x="0" y="3007"/>
                    <a:pt x="0" y="6714"/>
                  </a:cubicBezTo>
                  <a:cubicBezTo>
                    <a:pt x="0" y="10410"/>
                    <a:pt x="2996" y="13416"/>
                    <a:pt x="6703" y="13416"/>
                  </a:cubicBezTo>
                  <a:cubicBezTo>
                    <a:pt x="10410" y="13416"/>
                    <a:pt x="13416" y="10410"/>
                    <a:pt x="13416" y="6714"/>
                  </a:cubicBezTo>
                  <a:cubicBezTo>
                    <a:pt x="13416" y="3007"/>
                    <a:pt x="10410" y="0"/>
                    <a:pt x="6703"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7"/>
            <p:cNvSpPr/>
            <p:nvPr/>
          </p:nvSpPr>
          <p:spPr>
            <a:xfrm>
              <a:off x="4753157" y="3907380"/>
              <a:ext cx="273425" cy="168046"/>
            </a:xfrm>
            <a:custGeom>
              <a:avLst/>
              <a:gdLst/>
              <a:ahLst/>
              <a:cxnLst/>
              <a:rect l="l" t="t" r="r" b="b"/>
              <a:pathLst>
                <a:path w="10140" h="6232" extrusionOk="0">
                  <a:moveTo>
                    <a:pt x="2885" y="1997"/>
                  </a:moveTo>
                  <a:lnTo>
                    <a:pt x="6378" y="2200"/>
                  </a:lnTo>
                  <a:lnTo>
                    <a:pt x="5894" y="3957"/>
                  </a:lnTo>
                  <a:cubicBezTo>
                    <a:pt x="5713" y="3957"/>
                    <a:pt x="5556" y="4025"/>
                    <a:pt x="5432" y="4136"/>
                  </a:cubicBezTo>
                  <a:lnTo>
                    <a:pt x="2785" y="2367"/>
                  </a:lnTo>
                  <a:lnTo>
                    <a:pt x="2885" y="1997"/>
                  </a:lnTo>
                  <a:close/>
                  <a:moveTo>
                    <a:pt x="6716" y="2492"/>
                  </a:moveTo>
                  <a:lnTo>
                    <a:pt x="7460" y="3573"/>
                  </a:lnTo>
                  <a:cubicBezTo>
                    <a:pt x="7200" y="3809"/>
                    <a:pt x="7019" y="4136"/>
                    <a:pt x="6976" y="4498"/>
                  </a:cubicBezTo>
                  <a:lnTo>
                    <a:pt x="6603" y="4498"/>
                  </a:lnTo>
                  <a:cubicBezTo>
                    <a:pt x="6546" y="4328"/>
                    <a:pt x="6435" y="4171"/>
                    <a:pt x="6286" y="4079"/>
                  </a:cubicBezTo>
                  <a:lnTo>
                    <a:pt x="6716" y="2492"/>
                  </a:lnTo>
                  <a:close/>
                  <a:moveTo>
                    <a:pt x="7695" y="3911"/>
                  </a:moveTo>
                  <a:lnTo>
                    <a:pt x="8101" y="4498"/>
                  </a:lnTo>
                  <a:lnTo>
                    <a:pt x="7381" y="4498"/>
                  </a:lnTo>
                  <a:cubicBezTo>
                    <a:pt x="7425" y="4271"/>
                    <a:pt x="7538" y="4068"/>
                    <a:pt x="7695" y="3911"/>
                  </a:cubicBezTo>
                  <a:close/>
                  <a:moveTo>
                    <a:pt x="5894" y="4363"/>
                  </a:moveTo>
                  <a:cubicBezTo>
                    <a:pt x="6073" y="4363"/>
                    <a:pt x="6219" y="4509"/>
                    <a:pt x="6219" y="4687"/>
                  </a:cubicBezTo>
                  <a:cubicBezTo>
                    <a:pt x="6219" y="4836"/>
                    <a:pt x="6130" y="4958"/>
                    <a:pt x="6005" y="5004"/>
                  </a:cubicBezTo>
                  <a:lnTo>
                    <a:pt x="5948" y="5004"/>
                  </a:lnTo>
                  <a:cubicBezTo>
                    <a:pt x="5938" y="5014"/>
                    <a:pt x="5927" y="5014"/>
                    <a:pt x="5916" y="5014"/>
                  </a:cubicBezTo>
                  <a:lnTo>
                    <a:pt x="5894" y="5014"/>
                  </a:lnTo>
                  <a:cubicBezTo>
                    <a:pt x="5713" y="5014"/>
                    <a:pt x="5567" y="4868"/>
                    <a:pt x="5567" y="4687"/>
                  </a:cubicBezTo>
                  <a:cubicBezTo>
                    <a:pt x="5567" y="4509"/>
                    <a:pt x="5713" y="4363"/>
                    <a:pt x="5894" y="4363"/>
                  </a:cubicBezTo>
                  <a:close/>
                  <a:moveTo>
                    <a:pt x="1590" y="3552"/>
                  </a:moveTo>
                  <a:cubicBezTo>
                    <a:pt x="1747" y="3552"/>
                    <a:pt x="1882" y="3584"/>
                    <a:pt x="2017" y="3630"/>
                  </a:cubicBezTo>
                  <a:lnTo>
                    <a:pt x="1839" y="4282"/>
                  </a:lnTo>
                  <a:lnTo>
                    <a:pt x="1398" y="4509"/>
                  </a:lnTo>
                  <a:cubicBezTo>
                    <a:pt x="1298" y="4566"/>
                    <a:pt x="1263" y="4687"/>
                    <a:pt x="1309" y="4779"/>
                  </a:cubicBezTo>
                  <a:cubicBezTo>
                    <a:pt x="1341" y="4858"/>
                    <a:pt x="1420" y="4890"/>
                    <a:pt x="1487" y="4890"/>
                  </a:cubicBezTo>
                  <a:cubicBezTo>
                    <a:pt x="1522" y="4890"/>
                    <a:pt x="1555" y="4879"/>
                    <a:pt x="1579" y="4868"/>
                  </a:cubicBezTo>
                  <a:lnTo>
                    <a:pt x="2109" y="4598"/>
                  </a:lnTo>
                  <a:cubicBezTo>
                    <a:pt x="2152" y="4576"/>
                    <a:pt x="2198" y="4530"/>
                    <a:pt x="2209" y="4474"/>
                  </a:cubicBezTo>
                  <a:lnTo>
                    <a:pt x="2379" y="3865"/>
                  </a:lnTo>
                  <a:cubicBezTo>
                    <a:pt x="2593" y="4068"/>
                    <a:pt x="2728" y="4363"/>
                    <a:pt x="2728" y="4687"/>
                  </a:cubicBezTo>
                  <a:cubicBezTo>
                    <a:pt x="2728" y="5320"/>
                    <a:pt x="2220" y="5826"/>
                    <a:pt x="1590" y="5826"/>
                  </a:cubicBezTo>
                  <a:cubicBezTo>
                    <a:pt x="971" y="5826"/>
                    <a:pt x="452" y="5320"/>
                    <a:pt x="452" y="4687"/>
                  </a:cubicBezTo>
                  <a:cubicBezTo>
                    <a:pt x="452" y="4057"/>
                    <a:pt x="971" y="3552"/>
                    <a:pt x="1590" y="3552"/>
                  </a:cubicBezTo>
                  <a:close/>
                  <a:moveTo>
                    <a:pt x="8506" y="3552"/>
                  </a:moveTo>
                  <a:cubicBezTo>
                    <a:pt x="9139" y="3552"/>
                    <a:pt x="9644" y="4057"/>
                    <a:pt x="9644" y="4687"/>
                  </a:cubicBezTo>
                  <a:cubicBezTo>
                    <a:pt x="9644" y="5320"/>
                    <a:pt x="9139" y="5826"/>
                    <a:pt x="8506" y="5826"/>
                  </a:cubicBezTo>
                  <a:cubicBezTo>
                    <a:pt x="7944" y="5826"/>
                    <a:pt x="7481" y="5420"/>
                    <a:pt x="7381" y="4890"/>
                  </a:cubicBezTo>
                  <a:lnTo>
                    <a:pt x="8474" y="4890"/>
                  </a:lnTo>
                  <a:cubicBezTo>
                    <a:pt x="8530" y="4890"/>
                    <a:pt x="8585" y="4868"/>
                    <a:pt x="8620" y="4836"/>
                  </a:cubicBezTo>
                  <a:cubicBezTo>
                    <a:pt x="8698" y="4768"/>
                    <a:pt x="8709" y="4655"/>
                    <a:pt x="8652" y="4576"/>
                  </a:cubicBezTo>
                  <a:lnTo>
                    <a:pt x="8022" y="3663"/>
                  </a:lnTo>
                  <a:cubicBezTo>
                    <a:pt x="8168" y="3584"/>
                    <a:pt x="8328" y="3552"/>
                    <a:pt x="8506" y="3552"/>
                  </a:cubicBezTo>
                  <a:close/>
                  <a:moveTo>
                    <a:pt x="2341" y="1"/>
                  </a:moveTo>
                  <a:cubicBezTo>
                    <a:pt x="2197" y="1"/>
                    <a:pt x="2064" y="23"/>
                    <a:pt x="1960" y="80"/>
                  </a:cubicBezTo>
                  <a:cubicBezTo>
                    <a:pt x="1839" y="148"/>
                    <a:pt x="1771" y="250"/>
                    <a:pt x="1747" y="386"/>
                  </a:cubicBezTo>
                  <a:cubicBezTo>
                    <a:pt x="1668" y="802"/>
                    <a:pt x="1939" y="1037"/>
                    <a:pt x="2625" y="1410"/>
                  </a:cubicBezTo>
                  <a:lnTo>
                    <a:pt x="2131" y="3235"/>
                  </a:lnTo>
                  <a:cubicBezTo>
                    <a:pt x="1971" y="3173"/>
                    <a:pt x="1804" y="3139"/>
                    <a:pt x="1629" y="3139"/>
                  </a:cubicBezTo>
                  <a:cubicBezTo>
                    <a:pt x="1582" y="3139"/>
                    <a:pt x="1535" y="3141"/>
                    <a:pt x="1487" y="3146"/>
                  </a:cubicBezTo>
                  <a:cubicBezTo>
                    <a:pt x="722" y="3189"/>
                    <a:pt x="103" y="3809"/>
                    <a:pt x="57" y="4576"/>
                  </a:cubicBezTo>
                  <a:cubicBezTo>
                    <a:pt x="0" y="5477"/>
                    <a:pt x="711" y="6220"/>
                    <a:pt x="1601" y="6220"/>
                  </a:cubicBezTo>
                  <a:cubicBezTo>
                    <a:pt x="2423" y="6220"/>
                    <a:pt x="3109" y="5544"/>
                    <a:pt x="3134" y="4722"/>
                  </a:cubicBezTo>
                  <a:cubicBezTo>
                    <a:pt x="3155" y="4192"/>
                    <a:pt x="2896" y="3719"/>
                    <a:pt x="2490" y="3427"/>
                  </a:cubicBezTo>
                  <a:lnTo>
                    <a:pt x="2671" y="2773"/>
                  </a:lnTo>
                  <a:lnTo>
                    <a:pt x="5194" y="4452"/>
                  </a:lnTo>
                  <a:cubicBezTo>
                    <a:pt x="5172" y="4530"/>
                    <a:pt x="5162" y="4598"/>
                    <a:pt x="5162" y="4676"/>
                  </a:cubicBezTo>
                  <a:cubicBezTo>
                    <a:pt x="5162" y="5060"/>
                    <a:pt x="5464" y="5377"/>
                    <a:pt x="5848" y="5409"/>
                  </a:cubicBezTo>
                  <a:lnTo>
                    <a:pt x="5948" y="5782"/>
                  </a:lnTo>
                  <a:lnTo>
                    <a:pt x="5870" y="5782"/>
                  </a:lnTo>
                  <a:cubicBezTo>
                    <a:pt x="5781" y="5782"/>
                    <a:pt x="5702" y="5836"/>
                    <a:pt x="5667" y="5928"/>
                  </a:cubicBezTo>
                  <a:cubicBezTo>
                    <a:pt x="5624" y="6063"/>
                    <a:pt x="5735" y="6199"/>
                    <a:pt x="5870" y="6199"/>
                  </a:cubicBezTo>
                  <a:lnTo>
                    <a:pt x="6457" y="6199"/>
                  </a:lnTo>
                  <a:cubicBezTo>
                    <a:pt x="6546" y="6199"/>
                    <a:pt x="6624" y="6142"/>
                    <a:pt x="6659" y="6063"/>
                  </a:cubicBezTo>
                  <a:cubicBezTo>
                    <a:pt x="6705" y="5917"/>
                    <a:pt x="6592" y="5782"/>
                    <a:pt x="6457" y="5782"/>
                  </a:cubicBezTo>
                  <a:lnTo>
                    <a:pt x="6367" y="5782"/>
                  </a:lnTo>
                  <a:cubicBezTo>
                    <a:pt x="6367" y="5769"/>
                    <a:pt x="6367" y="5758"/>
                    <a:pt x="6354" y="5736"/>
                  </a:cubicBezTo>
                  <a:lnTo>
                    <a:pt x="6243" y="5331"/>
                  </a:lnTo>
                  <a:cubicBezTo>
                    <a:pt x="6411" y="5242"/>
                    <a:pt x="6546" y="5082"/>
                    <a:pt x="6603" y="4890"/>
                  </a:cubicBezTo>
                  <a:lnTo>
                    <a:pt x="6976" y="4890"/>
                  </a:lnTo>
                  <a:cubicBezTo>
                    <a:pt x="7069" y="5642"/>
                    <a:pt x="7714" y="6231"/>
                    <a:pt x="8500" y="6231"/>
                  </a:cubicBezTo>
                  <a:cubicBezTo>
                    <a:pt x="8561" y="6231"/>
                    <a:pt x="8624" y="6228"/>
                    <a:pt x="8687" y="6220"/>
                  </a:cubicBezTo>
                  <a:cubicBezTo>
                    <a:pt x="9396" y="6142"/>
                    <a:pt x="9961" y="5579"/>
                    <a:pt x="10039" y="4868"/>
                  </a:cubicBezTo>
                  <a:cubicBezTo>
                    <a:pt x="10139" y="3933"/>
                    <a:pt x="9420" y="3146"/>
                    <a:pt x="8506" y="3146"/>
                  </a:cubicBezTo>
                  <a:cubicBezTo>
                    <a:pt x="8247" y="3146"/>
                    <a:pt x="8001" y="3214"/>
                    <a:pt x="7787" y="3325"/>
                  </a:cubicBezTo>
                  <a:lnTo>
                    <a:pt x="6851" y="1962"/>
                  </a:lnTo>
                  <a:lnTo>
                    <a:pt x="6976" y="1375"/>
                  </a:lnTo>
                  <a:cubicBezTo>
                    <a:pt x="6987" y="1364"/>
                    <a:pt x="6987" y="1364"/>
                    <a:pt x="6987" y="1354"/>
                  </a:cubicBezTo>
                  <a:lnTo>
                    <a:pt x="7019" y="1354"/>
                  </a:lnTo>
                  <a:cubicBezTo>
                    <a:pt x="7246" y="1343"/>
                    <a:pt x="7449" y="1186"/>
                    <a:pt x="7503" y="959"/>
                  </a:cubicBezTo>
                  <a:cubicBezTo>
                    <a:pt x="7549" y="767"/>
                    <a:pt x="7481" y="542"/>
                    <a:pt x="6951" y="542"/>
                  </a:cubicBezTo>
                  <a:lnTo>
                    <a:pt x="5994" y="542"/>
                  </a:lnTo>
                  <a:cubicBezTo>
                    <a:pt x="5994" y="542"/>
                    <a:pt x="5567" y="542"/>
                    <a:pt x="5859" y="834"/>
                  </a:cubicBezTo>
                  <a:cubicBezTo>
                    <a:pt x="5859" y="834"/>
                    <a:pt x="6197" y="1129"/>
                    <a:pt x="6581" y="1275"/>
                  </a:cubicBezTo>
                  <a:lnTo>
                    <a:pt x="6581" y="1286"/>
                  </a:lnTo>
                  <a:lnTo>
                    <a:pt x="6467" y="1794"/>
                  </a:lnTo>
                  <a:lnTo>
                    <a:pt x="2999" y="1591"/>
                  </a:lnTo>
                  <a:lnTo>
                    <a:pt x="3055" y="1364"/>
                  </a:lnTo>
                  <a:cubicBezTo>
                    <a:pt x="3088" y="1275"/>
                    <a:pt x="3042" y="1172"/>
                    <a:pt x="2953" y="1129"/>
                  </a:cubicBezTo>
                  <a:cubicBezTo>
                    <a:pt x="2163" y="713"/>
                    <a:pt x="2120" y="588"/>
                    <a:pt x="2142" y="464"/>
                  </a:cubicBezTo>
                  <a:cubicBezTo>
                    <a:pt x="2142" y="442"/>
                    <a:pt x="2142" y="442"/>
                    <a:pt x="2163" y="429"/>
                  </a:cubicBezTo>
                  <a:cubicBezTo>
                    <a:pt x="2202" y="407"/>
                    <a:pt x="2263" y="397"/>
                    <a:pt x="2338" y="397"/>
                  </a:cubicBezTo>
                  <a:cubicBezTo>
                    <a:pt x="2572" y="397"/>
                    <a:pt x="2948" y="491"/>
                    <a:pt x="3245" y="610"/>
                  </a:cubicBezTo>
                  <a:cubicBezTo>
                    <a:pt x="3272" y="621"/>
                    <a:pt x="3299" y="626"/>
                    <a:pt x="3325" y="626"/>
                  </a:cubicBezTo>
                  <a:cubicBezTo>
                    <a:pt x="3409" y="626"/>
                    <a:pt x="3482" y="575"/>
                    <a:pt x="3515" y="496"/>
                  </a:cubicBezTo>
                  <a:cubicBezTo>
                    <a:pt x="3550" y="396"/>
                    <a:pt x="3504" y="272"/>
                    <a:pt x="3393" y="240"/>
                  </a:cubicBezTo>
                  <a:cubicBezTo>
                    <a:pt x="3274" y="189"/>
                    <a:pt x="2762" y="1"/>
                    <a:pt x="2341"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727"/>
        <p:cNvGrpSpPr/>
        <p:nvPr/>
      </p:nvGrpSpPr>
      <p:grpSpPr>
        <a:xfrm>
          <a:off x="0" y="0"/>
          <a:ext cx="0" cy="0"/>
          <a:chOff x="0" y="0"/>
          <a:chExt cx="0" cy="0"/>
        </a:xfrm>
      </p:grpSpPr>
      <p:sp>
        <p:nvSpPr>
          <p:cNvPr id="728" name="Google Shape;728;p48"/>
          <p:cNvSpPr txBox="1">
            <a:spLocks noGrp="1"/>
          </p:cNvSpPr>
          <p:nvPr>
            <p:ph type="subTitle" idx="1"/>
          </p:nvPr>
        </p:nvSpPr>
        <p:spPr>
          <a:xfrm>
            <a:off x="715200" y="1700400"/>
            <a:ext cx="4379400" cy="1170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400" b="1"/>
              <a:t>Do you have any questions?</a:t>
            </a:r>
            <a:endParaRPr sz="1400" b="1"/>
          </a:p>
          <a:p>
            <a:pPr marL="0" lvl="0" indent="0" algn="l" rtl="0">
              <a:spcBef>
                <a:spcPts val="1000"/>
              </a:spcBef>
              <a:spcAft>
                <a:spcPts val="0"/>
              </a:spcAft>
              <a:buNone/>
            </a:pPr>
            <a:r>
              <a:rPr lang="en"/>
              <a:t>youremail@freepik.com </a:t>
            </a:r>
            <a:endParaRPr/>
          </a:p>
          <a:p>
            <a:pPr marL="0" lvl="0" indent="0" algn="l" rtl="0">
              <a:spcBef>
                <a:spcPts val="0"/>
              </a:spcBef>
              <a:spcAft>
                <a:spcPts val="0"/>
              </a:spcAft>
              <a:buNone/>
            </a:pPr>
            <a:r>
              <a:rPr lang="en"/>
              <a:t>+91  620 421 838 </a:t>
            </a:r>
            <a:endParaRPr/>
          </a:p>
          <a:p>
            <a:pPr marL="0" lvl="0" indent="0" algn="l" rtl="0">
              <a:spcBef>
                <a:spcPts val="0"/>
              </a:spcBef>
              <a:spcAft>
                <a:spcPts val="0"/>
              </a:spcAft>
              <a:buNone/>
            </a:pPr>
            <a:r>
              <a:rPr lang="en"/>
              <a:t>yourwebsite.com</a:t>
            </a:r>
            <a:endParaRPr/>
          </a:p>
        </p:txBody>
      </p:sp>
      <p:sp>
        <p:nvSpPr>
          <p:cNvPr id="729" name="Google Shape;729;p48"/>
          <p:cNvSpPr txBox="1">
            <a:spLocks noGrp="1"/>
          </p:cNvSpPr>
          <p:nvPr>
            <p:ph type="ctrTitle"/>
          </p:nvPr>
        </p:nvSpPr>
        <p:spPr>
          <a:xfrm>
            <a:off x="715100" y="535000"/>
            <a:ext cx="4379400" cy="1056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a:t>
            </a:r>
            <a:endParaRPr/>
          </a:p>
        </p:txBody>
      </p:sp>
      <p:sp>
        <p:nvSpPr>
          <p:cNvPr id="730" name="Google Shape;730;p48"/>
          <p:cNvSpPr txBox="1"/>
          <p:nvPr/>
        </p:nvSpPr>
        <p:spPr>
          <a:xfrm>
            <a:off x="715200" y="4107575"/>
            <a:ext cx="4379400" cy="4347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000">
                <a:solidFill>
                  <a:schemeClr val="dk1"/>
                </a:solidFill>
                <a:latin typeface="DM Sans"/>
                <a:ea typeface="DM Sans"/>
                <a:cs typeface="DM Sans"/>
                <a:sym typeface="DM Sans"/>
              </a:rPr>
              <a:t>Please keep this slide for attribution</a:t>
            </a:r>
            <a:endParaRPr sz="1000">
              <a:solidFill>
                <a:schemeClr val="dk1"/>
              </a:solidFill>
              <a:latin typeface="DM Sans"/>
              <a:ea typeface="DM Sans"/>
              <a:cs typeface="DM Sans"/>
              <a:sym typeface="DM Sans"/>
            </a:endParaRPr>
          </a:p>
        </p:txBody>
      </p:sp>
      <p:grpSp>
        <p:nvGrpSpPr>
          <p:cNvPr id="731" name="Google Shape;731;p48"/>
          <p:cNvGrpSpPr/>
          <p:nvPr/>
        </p:nvGrpSpPr>
        <p:grpSpPr>
          <a:xfrm>
            <a:off x="2012999" y="3053132"/>
            <a:ext cx="363314" cy="356576"/>
            <a:chOff x="4991124" y="3053132"/>
            <a:chExt cx="363314" cy="356576"/>
          </a:xfrm>
        </p:grpSpPr>
        <p:sp>
          <p:nvSpPr>
            <p:cNvPr id="732" name="Google Shape;732;p48"/>
            <p:cNvSpPr/>
            <p:nvPr/>
          </p:nvSpPr>
          <p:spPr>
            <a:xfrm>
              <a:off x="4991124" y="3053132"/>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33" name="Google Shape;733;p48"/>
            <p:cNvSpPr/>
            <p:nvPr/>
          </p:nvSpPr>
          <p:spPr>
            <a:xfrm>
              <a:off x="5146264" y="3053132"/>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191919">
                <a:alpha val="362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8"/>
            <p:cNvSpPr/>
            <p:nvPr/>
          </p:nvSpPr>
          <p:spPr>
            <a:xfrm>
              <a:off x="5076270" y="3199963"/>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8"/>
            <p:cNvSpPr/>
            <p:nvPr/>
          </p:nvSpPr>
          <p:spPr>
            <a:xfrm>
              <a:off x="5060358" y="3130178"/>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8"/>
            <p:cNvSpPr/>
            <p:nvPr/>
          </p:nvSpPr>
          <p:spPr>
            <a:xfrm>
              <a:off x="5153841" y="3199936"/>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48"/>
          <p:cNvGrpSpPr/>
          <p:nvPr/>
        </p:nvGrpSpPr>
        <p:grpSpPr>
          <a:xfrm>
            <a:off x="1412165" y="3053132"/>
            <a:ext cx="362920" cy="356865"/>
            <a:chOff x="4390290" y="3053132"/>
            <a:chExt cx="362920" cy="356865"/>
          </a:xfrm>
        </p:grpSpPr>
        <p:sp>
          <p:nvSpPr>
            <p:cNvPr id="738" name="Google Shape;738;p48"/>
            <p:cNvSpPr/>
            <p:nvPr/>
          </p:nvSpPr>
          <p:spPr>
            <a:xfrm>
              <a:off x="4390290" y="3053132"/>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8"/>
            <p:cNvSpPr/>
            <p:nvPr/>
          </p:nvSpPr>
          <p:spPr>
            <a:xfrm>
              <a:off x="4545431" y="3053132"/>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191919">
                <a:alpha val="362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0" name="Google Shape;740;p48"/>
            <p:cNvGrpSpPr/>
            <p:nvPr/>
          </p:nvGrpSpPr>
          <p:grpSpPr>
            <a:xfrm>
              <a:off x="4470526" y="3130387"/>
              <a:ext cx="202339" cy="202323"/>
              <a:chOff x="935197" y="1793977"/>
              <a:chExt cx="256451" cy="256430"/>
            </a:xfrm>
          </p:grpSpPr>
          <p:sp>
            <p:nvSpPr>
              <p:cNvPr id="741" name="Google Shape;741;p48"/>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8"/>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 name="Google Shape;743;p48"/>
          <p:cNvGrpSpPr/>
          <p:nvPr/>
        </p:nvGrpSpPr>
        <p:grpSpPr>
          <a:xfrm>
            <a:off x="811331" y="3053132"/>
            <a:ext cx="362920" cy="356865"/>
            <a:chOff x="3789456" y="3053132"/>
            <a:chExt cx="362920" cy="356865"/>
          </a:xfrm>
        </p:grpSpPr>
        <p:sp>
          <p:nvSpPr>
            <p:cNvPr id="744" name="Google Shape;744;p48"/>
            <p:cNvSpPr/>
            <p:nvPr/>
          </p:nvSpPr>
          <p:spPr>
            <a:xfrm>
              <a:off x="3789456" y="3053132"/>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8"/>
            <p:cNvSpPr/>
            <p:nvPr/>
          </p:nvSpPr>
          <p:spPr>
            <a:xfrm>
              <a:off x="3944597" y="3053132"/>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191919">
                <a:alpha val="362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8"/>
            <p:cNvSpPr/>
            <p:nvPr/>
          </p:nvSpPr>
          <p:spPr>
            <a:xfrm>
              <a:off x="3851507" y="3130336"/>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48"/>
          <p:cNvGrpSpPr/>
          <p:nvPr/>
        </p:nvGrpSpPr>
        <p:grpSpPr>
          <a:xfrm>
            <a:off x="4942273" y="1431599"/>
            <a:ext cx="4201735" cy="2985266"/>
            <a:chOff x="4942273" y="1431599"/>
            <a:chExt cx="4201735" cy="2985266"/>
          </a:xfrm>
        </p:grpSpPr>
        <p:grpSp>
          <p:nvGrpSpPr>
            <p:cNvPr id="748" name="Google Shape;748;p48"/>
            <p:cNvGrpSpPr/>
            <p:nvPr/>
          </p:nvGrpSpPr>
          <p:grpSpPr>
            <a:xfrm>
              <a:off x="4942273" y="1431599"/>
              <a:ext cx="4201735" cy="1621530"/>
              <a:chOff x="5551073" y="3324674"/>
              <a:chExt cx="4201735" cy="1621530"/>
            </a:xfrm>
          </p:grpSpPr>
          <p:sp>
            <p:nvSpPr>
              <p:cNvPr id="749" name="Google Shape;749;p48"/>
              <p:cNvSpPr/>
              <p:nvPr/>
            </p:nvSpPr>
            <p:spPr>
              <a:xfrm>
                <a:off x="6454191" y="3681251"/>
                <a:ext cx="1151377" cy="1248368"/>
              </a:xfrm>
              <a:custGeom>
                <a:avLst/>
                <a:gdLst/>
                <a:ahLst/>
                <a:cxnLst/>
                <a:rect l="l" t="t" r="r" b="b"/>
                <a:pathLst>
                  <a:path w="7170" h="7774" extrusionOk="0">
                    <a:moveTo>
                      <a:pt x="1013" y="0"/>
                    </a:moveTo>
                    <a:cubicBezTo>
                      <a:pt x="935" y="0"/>
                      <a:pt x="878" y="57"/>
                      <a:pt x="878" y="135"/>
                    </a:cubicBezTo>
                    <a:cubicBezTo>
                      <a:pt x="878" y="192"/>
                      <a:pt x="902" y="227"/>
                      <a:pt x="946" y="259"/>
                    </a:cubicBezTo>
                    <a:lnTo>
                      <a:pt x="946" y="1048"/>
                    </a:lnTo>
                    <a:cubicBezTo>
                      <a:pt x="597" y="1283"/>
                      <a:pt x="284" y="1563"/>
                      <a:pt x="1" y="1879"/>
                    </a:cubicBezTo>
                    <a:lnTo>
                      <a:pt x="1" y="7774"/>
                    </a:lnTo>
                    <a:lnTo>
                      <a:pt x="7169" y="7774"/>
                    </a:lnTo>
                    <a:lnTo>
                      <a:pt x="7169" y="1879"/>
                    </a:lnTo>
                    <a:cubicBezTo>
                      <a:pt x="6303" y="878"/>
                      <a:pt x="5020" y="238"/>
                      <a:pt x="3592" y="238"/>
                    </a:cubicBezTo>
                    <a:cubicBezTo>
                      <a:pt x="2668" y="238"/>
                      <a:pt x="1812" y="508"/>
                      <a:pt x="1081" y="956"/>
                    </a:cubicBezTo>
                    <a:lnTo>
                      <a:pt x="1081" y="259"/>
                    </a:lnTo>
                    <a:cubicBezTo>
                      <a:pt x="1127" y="227"/>
                      <a:pt x="1162" y="192"/>
                      <a:pt x="1162" y="135"/>
                    </a:cubicBezTo>
                    <a:cubicBezTo>
                      <a:pt x="1162" y="57"/>
                      <a:pt x="1094" y="0"/>
                      <a:pt x="10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8"/>
              <p:cNvSpPr/>
              <p:nvPr/>
            </p:nvSpPr>
            <p:spPr>
              <a:xfrm>
                <a:off x="5551073" y="3646887"/>
                <a:ext cx="854781" cy="1282733"/>
              </a:xfrm>
              <a:custGeom>
                <a:avLst/>
                <a:gdLst/>
                <a:ahLst/>
                <a:cxnLst/>
                <a:rect l="l" t="t" r="r" b="b"/>
                <a:pathLst>
                  <a:path w="5323" h="7988" extrusionOk="0">
                    <a:moveTo>
                      <a:pt x="2655" y="1"/>
                    </a:moveTo>
                    <a:lnTo>
                      <a:pt x="249" y="1891"/>
                    </a:lnTo>
                    <a:lnTo>
                      <a:pt x="249" y="1926"/>
                    </a:lnTo>
                    <a:lnTo>
                      <a:pt x="0" y="1926"/>
                    </a:lnTo>
                    <a:lnTo>
                      <a:pt x="0" y="2331"/>
                    </a:lnTo>
                    <a:lnTo>
                      <a:pt x="249" y="2331"/>
                    </a:lnTo>
                    <a:lnTo>
                      <a:pt x="249" y="7988"/>
                    </a:lnTo>
                    <a:lnTo>
                      <a:pt x="5074" y="7988"/>
                    </a:lnTo>
                    <a:lnTo>
                      <a:pt x="5074" y="2331"/>
                    </a:lnTo>
                    <a:lnTo>
                      <a:pt x="5322" y="2331"/>
                    </a:lnTo>
                    <a:lnTo>
                      <a:pt x="5322" y="1926"/>
                    </a:lnTo>
                    <a:lnTo>
                      <a:pt x="5074" y="1926"/>
                    </a:lnTo>
                    <a:lnTo>
                      <a:pt x="5074" y="1891"/>
                    </a:lnTo>
                    <a:lnTo>
                      <a:pt x="26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8"/>
              <p:cNvSpPr/>
              <p:nvPr/>
            </p:nvSpPr>
            <p:spPr>
              <a:xfrm>
                <a:off x="7653915" y="3324674"/>
                <a:ext cx="2098893" cy="1621530"/>
              </a:xfrm>
              <a:custGeom>
                <a:avLst/>
                <a:gdLst/>
                <a:ahLst/>
                <a:cxnLst/>
                <a:rect l="l" t="t" r="r" b="b"/>
                <a:pathLst>
                  <a:path w="8315" h="6424" extrusionOk="0">
                    <a:moveTo>
                      <a:pt x="2115" y="0"/>
                    </a:moveTo>
                    <a:lnTo>
                      <a:pt x="676" y="778"/>
                    </a:lnTo>
                    <a:lnTo>
                      <a:pt x="676" y="2644"/>
                    </a:lnTo>
                    <a:lnTo>
                      <a:pt x="282" y="2644"/>
                    </a:lnTo>
                    <a:lnTo>
                      <a:pt x="282" y="3916"/>
                    </a:lnTo>
                    <a:lnTo>
                      <a:pt x="1" y="3916"/>
                    </a:lnTo>
                    <a:lnTo>
                      <a:pt x="1" y="6424"/>
                    </a:lnTo>
                    <a:lnTo>
                      <a:pt x="676" y="6424"/>
                    </a:lnTo>
                    <a:lnTo>
                      <a:pt x="676" y="5176"/>
                    </a:lnTo>
                    <a:lnTo>
                      <a:pt x="1394" y="5176"/>
                    </a:lnTo>
                    <a:lnTo>
                      <a:pt x="1394" y="6424"/>
                    </a:lnTo>
                    <a:lnTo>
                      <a:pt x="8314" y="6424"/>
                    </a:lnTo>
                    <a:lnTo>
                      <a:pt x="8314" y="3916"/>
                    </a:lnTo>
                    <a:lnTo>
                      <a:pt x="7888" y="3916"/>
                    </a:lnTo>
                    <a:lnTo>
                      <a:pt x="7888" y="2644"/>
                    </a:lnTo>
                    <a:lnTo>
                      <a:pt x="7494" y="2644"/>
                    </a:lnTo>
                    <a:lnTo>
                      <a:pt x="7494" y="0"/>
                    </a:lnTo>
                    <a:lnTo>
                      <a:pt x="6052" y="778"/>
                    </a:lnTo>
                    <a:lnTo>
                      <a:pt x="6052" y="2644"/>
                    </a:lnTo>
                    <a:lnTo>
                      <a:pt x="5660" y="2644"/>
                    </a:lnTo>
                    <a:lnTo>
                      <a:pt x="5660" y="3916"/>
                    </a:lnTo>
                    <a:lnTo>
                      <a:pt x="5188" y="3916"/>
                    </a:lnTo>
                    <a:lnTo>
                      <a:pt x="5188" y="2644"/>
                    </a:lnTo>
                    <a:lnTo>
                      <a:pt x="4793" y="2644"/>
                    </a:lnTo>
                    <a:lnTo>
                      <a:pt x="4793" y="0"/>
                    </a:lnTo>
                    <a:lnTo>
                      <a:pt x="3352" y="778"/>
                    </a:lnTo>
                    <a:lnTo>
                      <a:pt x="3352" y="2644"/>
                    </a:lnTo>
                    <a:lnTo>
                      <a:pt x="2960" y="2644"/>
                    </a:lnTo>
                    <a:lnTo>
                      <a:pt x="2960" y="3916"/>
                    </a:lnTo>
                    <a:lnTo>
                      <a:pt x="2509" y="3916"/>
                    </a:lnTo>
                    <a:lnTo>
                      <a:pt x="2509" y="2644"/>
                    </a:lnTo>
                    <a:lnTo>
                      <a:pt x="2115" y="2644"/>
                    </a:lnTo>
                    <a:lnTo>
                      <a:pt x="21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 name="Google Shape;752;p48"/>
            <p:cNvGrpSpPr/>
            <p:nvPr/>
          </p:nvGrpSpPr>
          <p:grpSpPr>
            <a:xfrm>
              <a:off x="5884186" y="2876151"/>
              <a:ext cx="911380" cy="1540713"/>
              <a:chOff x="2242975" y="1605226"/>
              <a:chExt cx="827700" cy="1399249"/>
            </a:xfrm>
          </p:grpSpPr>
          <p:sp>
            <p:nvSpPr>
              <p:cNvPr id="753" name="Google Shape;753;p48"/>
              <p:cNvSpPr/>
              <p:nvPr/>
            </p:nvSpPr>
            <p:spPr>
              <a:xfrm>
                <a:off x="2333283" y="1605226"/>
                <a:ext cx="294995" cy="261706"/>
              </a:xfrm>
              <a:custGeom>
                <a:avLst/>
                <a:gdLst/>
                <a:ahLst/>
                <a:cxnLst/>
                <a:rect l="l" t="t" r="r" b="b"/>
                <a:pathLst>
                  <a:path w="13700" h="12154" extrusionOk="0">
                    <a:moveTo>
                      <a:pt x="6841" y="1"/>
                    </a:moveTo>
                    <a:cubicBezTo>
                      <a:pt x="6177" y="1"/>
                      <a:pt x="5503" y="110"/>
                      <a:pt x="4841" y="342"/>
                    </a:cubicBezTo>
                    <a:cubicBezTo>
                      <a:pt x="1674" y="1460"/>
                      <a:pt x="0" y="4931"/>
                      <a:pt x="1123" y="8094"/>
                    </a:cubicBezTo>
                    <a:cubicBezTo>
                      <a:pt x="1993" y="10597"/>
                      <a:pt x="4342" y="12154"/>
                      <a:pt x="6851" y="12154"/>
                    </a:cubicBezTo>
                    <a:cubicBezTo>
                      <a:pt x="7517" y="12154"/>
                      <a:pt x="8194" y="12044"/>
                      <a:pt x="8859" y="11813"/>
                    </a:cubicBezTo>
                    <a:cubicBezTo>
                      <a:pt x="12026" y="10711"/>
                      <a:pt x="13700" y="7240"/>
                      <a:pt x="12577" y="4077"/>
                    </a:cubicBezTo>
                    <a:cubicBezTo>
                      <a:pt x="11706" y="1572"/>
                      <a:pt x="9352" y="1"/>
                      <a:pt x="68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8"/>
              <p:cNvSpPr/>
              <p:nvPr/>
            </p:nvSpPr>
            <p:spPr>
              <a:xfrm>
                <a:off x="2242975" y="1880650"/>
                <a:ext cx="827700" cy="1123825"/>
              </a:xfrm>
              <a:custGeom>
                <a:avLst/>
                <a:gdLst/>
                <a:ahLst/>
                <a:cxnLst/>
                <a:rect l="l" t="t" r="r" b="b"/>
                <a:pathLst>
                  <a:path w="33108" h="44953" extrusionOk="0">
                    <a:moveTo>
                      <a:pt x="15131" y="1"/>
                    </a:moveTo>
                    <a:cubicBezTo>
                      <a:pt x="15027" y="1"/>
                      <a:pt x="14923" y="7"/>
                      <a:pt x="14819" y="20"/>
                    </a:cubicBezTo>
                    <a:lnTo>
                      <a:pt x="6976" y="1066"/>
                    </a:lnTo>
                    <a:cubicBezTo>
                      <a:pt x="6246" y="1156"/>
                      <a:pt x="5606" y="1565"/>
                      <a:pt x="5213" y="2189"/>
                    </a:cubicBezTo>
                    <a:lnTo>
                      <a:pt x="483" y="9626"/>
                    </a:lnTo>
                    <a:cubicBezTo>
                      <a:pt x="129" y="10176"/>
                      <a:pt x="0" y="10851"/>
                      <a:pt x="146" y="11491"/>
                    </a:cubicBezTo>
                    <a:lnTo>
                      <a:pt x="1870" y="19248"/>
                    </a:lnTo>
                    <a:cubicBezTo>
                      <a:pt x="2135" y="20405"/>
                      <a:pt x="3151" y="21186"/>
                      <a:pt x="4291" y="21186"/>
                    </a:cubicBezTo>
                    <a:cubicBezTo>
                      <a:pt x="4466" y="21186"/>
                      <a:pt x="4645" y="21169"/>
                      <a:pt x="4842" y="21131"/>
                    </a:cubicBezTo>
                    <a:cubicBezTo>
                      <a:pt x="6174" y="20832"/>
                      <a:pt x="7010" y="19513"/>
                      <a:pt x="6707" y="18164"/>
                    </a:cubicBezTo>
                    <a:lnTo>
                      <a:pt x="5213" y="11419"/>
                    </a:lnTo>
                    <a:lnTo>
                      <a:pt x="6746" y="9002"/>
                    </a:lnTo>
                    <a:lnTo>
                      <a:pt x="7757" y="17698"/>
                    </a:lnTo>
                    <a:lnTo>
                      <a:pt x="8594" y="29742"/>
                    </a:lnTo>
                    <a:lnTo>
                      <a:pt x="3685" y="41516"/>
                    </a:lnTo>
                    <a:cubicBezTo>
                      <a:pt x="3168" y="42780"/>
                      <a:pt x="3757" y="44240"/>
                      <a:pt x="5017" y="44756"/>
                    </a:cubicBezTo>
                    <a:cubicBezTo>
                      <a:pt x="5337" y="44897"/>
                      <a:pt x="5657" y="44953"/>
                      <a:pt x="5977" y="44953"/>
                    </a:cubicBezTo>
                    <a:cubicBezTo>
                      <a:pt x="6959" y="44953"/>
                      <a:pt x="7864" y="44381"/>
                      <a:pt x="8274" y="43420"/>
                    </a:cubicBezTo>
                    <a:lnTo>
                      <a:pt x="13397" y="31112"/>
                    </a:lnTo>
                    <a:cubicBezTo>
                      <a:pt x="13538" y="30758"/>
                      <a:pt x="13593" y="30382"/>
                      <a:pt x="13576" y="29989"/>
                    </a:cubicBezTo>
                    <a:lnTo>
                      <a:pt x="13183" y="24388"/>
                    </a:lnTo>
                    <a:lnTo>
                      <a:pt x="16261" y="24388"/>
                    </a:lnTo>
                    <a:lnTo>
                      <a:pt x="19694" y="31253"/>
                    </a:lnTo>
                    <a:lnTo>
                      <a:pt x="22221" y="42993"/>
                    </a:lnTo>
                    <a:cubicBezTo>
                      <a:pt x="22469" y="44150"/>
                      <a:pt x="23481" y="44953"/>
                      <a:pt x="24637" y="44953"/>
                    </a:cubicBezTo>
                    <a:cubicBezTo>
                      <a:pt x="24800" y="44953"/>
                      <a:pt x="24975" y="44931"/>
                      <a:pt x="25154" y="44897"/>
                    </a:cubicBezTo>
                    <a:cubicBezTo>
                      <a:pt x="26490" y="44611"/>
                      <a:pt x="27344" y="43296"/>
                      <a:pt x="27058" y="41964"/>
                    </a:cubicBezTo>
                    <a:lnTo>
                      <a:pt x="24480" y="29904"/>
                    </a:lnTo>
                    <a:cubicBezTo>
                      <a:pt x="24424" y="29690"/>
                      <a:pt x="24356" y="29494"/>
                      <a:pt x="24266" y="29315"/>
                    </a:cubicBezTo>
                    <a:lnTo>
                      <a:pt x="18341" y="17485"/>
                    </a:lnTo>
                    <a:lnTo>
                      <a:pt x="17380" y="9267"/>
                    </a:lnTo>
                    <a:lnTo>
                      <a:pt x="21436" y="14373"/>
                    </a:lnTo>
                    <a:cubicBezTo>
                      <a:pt x="21828" y="14872"/>
                      <a:pt x="22396" y="15193"/>
                      <a:pt x="23037" y="15282"/>
                    </a:cubicBezTo>
                    <a:lnTo>
                      <a:pt x="30136" y="16260"/>
                    </a:lnTo>
                    <a:cubicBezTo>
                      <a:pt x="30254" y="16277"/>
                      <a:pt x="30371" y="16285"/>
                      <a:pt x="30487" y="16285"/>
                    </a:cubicBezTo>
                    <a:cubicBezTo>
                      <a:pt x="31695" y="16285"/>
                      <a:pt x="32749" y="15377"/>
                      <a:pt x="32928" y="14142"/>
                    </a:cubicBezTo>
                    <a:cubicBezTo>
                      <a:pt x="33107" y="12789"/>
                      <a:pt x="32164" y="11547"/>
                      <a:pt x="30811" y="11350"/>
                    </a:cubicBezTo>
                    <a:lnTo>
                      <a:pt x="24693" y="10514"/>
                    </a:lnTo>
                    <a:lnTo>
                      <a:pt x="17077" y="925"/>
                    </a:lnTo>
                    <a:cubicBezTo>
                      <a:pt x="16608" y="333"/>
                      <a:pt x="15880" y="1"/>
                      <a:pt x="15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5" name="Google Shape;755;p48"/>
            <p:cNvSpPr/>
            <p:nvPr/>
          </p:nvSpPr>
          <p:spPr>
            <a:xfrm>
              <a:off x="7728675" y="2180307"/>
              <a:ext cx="1111684" cy="2216636"/>
            </a:xfrm>
            <a:custGeom>
              <a:avLst/>
              <a:gdLst/>
              <a:ahLst/>
              <a:cxnLst/>
              <a:rect l="l" t="t" r="r" b="b"/>
              <a:pathLst>
                <a:path w="32037" h="63880" extrusionOk="0">
                  <a:moveTo>
                    <a:pt x="8057" y="1"/>
                  </a:moveTo>
                  <a:lnTo>
                    <a:pt x="1939" y="39"/>
                  </a:lnTo>
                  <a:cubicBezTo>
                    <a:pt x="1619" y="39"/>
                    <a:pt x="1316" y="107"/>
                    <a:pt x="1051" y="253"/>
                  </a:cubicBezTo>
                  <a:cubicBezTo>
                    <a:pt x="1051" y="253"/>
                    <a:pt x="1034" y="253"/>
                    <a:pt x="1034" y="270"/>
                  </a:cubicBezTo>
                  <a:lnTo>
                    <a:pt x="1013" y="270"/>
                  </a:lnTo>
                  <a:cubicBezTo>
                    <a:pt x="944" y="304"/>
                    <a:pt x="872" y="359"/>
                    <a:pt x="799" y="411"/>
                  </a:cubicBezTo>
                  <a:cubicBezTo>
                    <a:pt x="321" y="748"/>
                    <a:pt x="18" y="1303"/>
                    <a:pt x="1" y="1922"/>
                  </a:cubicBezTo>
                  <a:lnTo>
                    <a:pt x="1" y="1994"/>
                  </a:lnTo>
                  <a:lnTo>
                    <a:pt x="1" y="2208"/>
                  </a:lnTo>
                  <a:lnTo>
                    <a:pt x="1" y="3275"/>
                  </a:lnTo>
                  <a:cubicBezTo>
                    <a:pt x="1" y="3685"/>
                    <a:pt x="500" y="3950"/>
                    <a:pt x="748" y="4022"/>
                  </a:cubicBezTo>
                  <a:cubicBezTo>
                    <a:pt x="1760" y="4270"/>
                    <a:pt x="3237" y="4415"/>
                    <a:pt x="4770" y="4415"/>
                  </a:cubicBezTo>
                  <a:cubicBezTo>
                    <a:pt x="6422" y="4415"/>
                    <a:pt x="8112" y="4253"/>
                    <a:pt x="9286" y="3971"/>
                  </a:cubicBezTo>
                  <a:cubicBezTo>
                    <a:pt x="9551" y="3898"/>
                    <a:pt x="10033" y="3630"/>
                    <a:pt x="10033" y="3224"/>
                  </a:cubicBezTo>
                  <a:lnTo>
                    <a:pt x="10033" y="3117"/>
                  </a:lnTo>
                  <a:lnTo>
                    <a:pt x="20582" y="3117"/>
                  </a:lnTo>
                  <a:cubicBezTo>
                    <a:pt x="24369" y="3117"/>
                    <a:pt x="27447" y="6191"/>
                    <a:pt x="27447" y="9982"/>
                  </a:cubicBezTo>
                  <a:lnTo>
                    <a:pt x="27447" y="42444"/>
                  </a:lnTo>
                  <a:cubicBezTo>
                    <a:pt x="26756" y="42730"/>
                    <a:pt x="26222" y="43354"/>
                    <a:pt x="26077" y="44101"/>
                  </a:cubicBezTo>
                  <a:cubicBezTo>
                    <a:pt x="26060" y="44242"/>
                    <a:pt x="26043" y="44383"/>
                    <a:pt x="26043" y="44528"/>
                  </a:cubicBezTo>
                  <a:lnTo>
                    <a:pt x="26043" y="60998"/>
                  </a:lnTo>
                  <a:lnTo>
                    <a:pt x="25543" y="60998"/>
                  </a:lnTo>
                  <a:cubicBezTo>
                    <a:pt x="25402" y="60998"/>
                    <a:pt x="25278" y="61105"/>
                    <a:pt x="25278" y="61246"/>
                  </a:cubicBezTo>
                  <a:lnTo>
                    <a:pt x="25278" y="61263"/>
                  </a:lnTo>
                  <a:lnTo>
                    <a:pt x="25278" y="62437"/>
                  </a:lnTo>
                  <a:lnTo>
                    <a:pt x="24834" y="62437"/>
                  </a:lnTo>
                  <a:cubicBezTo>
                    <a:pt x="24689" y="62437"/>
                    <a:pt x="24565" y="62565"/>
                    <a:pt x="24565" y="62723"/>
                  </a:cubicBezTo>
                  <a:lnTo>
                    <a:pt x="24565" y="63880"/>
                  </a:lnTo>
                  <a:lnTo>
                    <a:pt x="32036" y="63880"/>
                  </a:lnTo>
                  <a:lnTo>
                    <a:pt x="32036" y="62723"/>
                  </a:lnTo>
                  <a:cubicBezTo>
                    <a:pt x="32036" y="62565"/>
                    <a:pt x="31913" y="62437"/>
                    <a:pt x="31750" y="62437"/>
                  </a:cubicBezTo>
                  <a:lnTo>
                    <a:pt x="31323" y="62437"/>
                  </a:lnTo>
                  <a:lnTo>
                    <a:pt x="31323" y="61263"/>
                  </a:lnTo>
                  <a:lnTo>
                    <a:pt x="31323" y="61246"/>
                  </a:lnTo>
                  <a:cubicBezTo>
                    <a:pt x="31323" y="61105"/>
                    <a:pt x="31200" y="60998"/>
                    <a:pt x="31059" y="60998"/>
                  </a:cubicBezTo>
                  <a:lnTo>
                    <a:pt x="30559" y="60998"/>
                  </a:lnTo>
                  <a:lnTo>
                    <a:pt x="30559" y="44528"/>
                  </a:lnTo>
                  <a:cubicBezTo>
                    <a:pt x="30559" y="44383"/>
                    <a:pt x="30542" y="44242"/>
                    <a:pt x="30525" y="44101"/>
                  </a:cubicBezTo>
                  <a:cubicBezTo>
                    <a:pt x="30384" y="43332"/>
                    <a:pt x="29851" y="42713"/>
                    <a:pt x="29138" y="42427"/>
                  </a:cubicBezTo>
                  <a:lnTo>
                    <a:pt x="29138" y="9465"/>
                  </a:lnTo>
                  <a:cubicBezTo>
                    <a:pt x="29138" y="5038"/>
                    <a:pt x="25543" y="1427"/>
                    <a:pt x="21099" y="1427"/>
                  </a:cubicBezTo>
                  <a:lnTo>
                    <a:pt x="9961" y="1427"/>
                  </a:lnTo>
                  <a:cubicBezTo>
                    <a:pt x="9910" y="1281"/>
                    <a:pt x="9854" y="1141"/>
                    <a:pt x="9786" y="1000"/>
                  </a:cubicBezTo>
                  <a:cubicBezTo>
                    <a:pt x="9679" y="803"/>
                    <a:pt x="9517" y="624"/>
                    <a:pt x="9338" y="466"/>
                  </a:cubicBezTo>
                  <a:cubicBezTo>
                    <a:pt x="9000" y="180"/>
                    <a:pt x="8556" y="1"/>
                    <a:pt x="80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 name="Google Shape;756;p48"/>
          <p:cNvGrpSpPr/>
          <p:nvPr/>
        </p:nvGrpSpPr>
        <p:grpSpPr>
          <a:xfrm>
            <a:off x="5246746" y="-366350"/>
            <a:ext cx="3660905" cy="5895391"/>
            <a:chOff x="5246746" y="-366350"/>
            <a:chExt cx="3660905" cy="5895391"/>
          </a:xfrm>
        </p:grpSpPr>
        <p:pic>
          <p:nvPicPr>
            <p:cNvPr id="757" name="Google Shape;757;p48"/>
            <p:cNvPicPr preferRelativeResize="0"/>
            <p:nvPr/>
          </p:nvPicPr>
          <p:blipFill>
            <a:blip r:embed="rId3">
              <a:alphaModFix/>
            </a:blip>
            <a:stretch>
              <a:fillRect/>
            </a:stretch>
          </p:blipFill>
          <p:spPr>
            <a:xfrm>
              <a:off x="7795975" y="3802310"/>
              <a:ext cx="1111676" cy="1045241"/>
            </a:xfrm>
            <a:prstGeom prst="rect">
              <a:avLst/>
            </a:prstGeom>
            <a:noFill/>
            <a:ln>
              <a:noFill/>
            </a:ln>
          </p:spPr>
        </p:pic>
        <p:pic>
          <p:nvPicPr>
            <p:cNvPr id="758" name="Google Shape;758;p48"/>
            <p:cNvPicPr preferRelativeResize="0"/>
            <p:nvPr/>
          </p:nvPicPr>
          <p:blipFill>
            <a:blip r:embed="rId4">
              <a:alphaModFix/>
            </a:blip>
            <a:stretch>
              <a:fillRect/>
            </a:stretch>
          </p:blipFill>
          <p:spPr>
            <a:xfrm>
              <a:off x="6867763" y="2948725"/>
              <a:ext cx="788711" cy="2580316"/>
            </a:xfrm>
            <a:prstGeom prst="rect">
              <a:avLst/>
            </a:prstGeom>
            <a:noFill/>
            <a:ln>
              <a:noFill/>
            </a:ln>
          </p:spPr>
        </p:pic>
        <p:pic>
          <p:nvPicPr>
            <p:cNvPr id="759" name="Google Shape;759;p48"/>
            <p:cNvPicPr preferRelativeResize="0"/>
            <p:nvPr/>
          </p:nvPicPr>
          <p:blipFill>
            <a:blip r:embed="rId5">
              <a:alphaModFix/>
            </a:blip>
            <a:stretch>
              <a:fillRect/>
            </a:stretch>
          </p:blipFill>
          <p:spPr>
            <a:xfrm>
              <a:off x="5246746" y="-366350"/>
              <a:ext cx="603219" cy="3242511"/>
            </a:xfrm>
            <a:prstGeom prst="rect">
              <a:avLst/>
            </a:prstGeom>
            <a:noFill/>
            <a:ln>
              <a:noFill/>
            </a:ln>
          </p:spPr>
        </p:pic>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763"/>
        <p:cNvGrpSpPr/>
        <p:nvPr/>
      </p:nvGrpSpPr>
      <p:grpSpPr>
        <a:xfrm>
          <a:off x="0" y="0"/>
          <a:ext cx="0" cy="0"/>
          <a:chOff x="0" y="0"/>
          <a:chExt cx="0" cy="0"/>
        </a:xfrm>
      </p:grpSpPr>
      <p:sp>
        <p:nvSpPr>
          <p:cNvPr id="764" name="Google Shape;764;p4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765" name="Google Shape;765;p49"/>
          <p:cNvGrpSpPr/>
          <p:nvPr/>
        </p:nvGrpSpPr>
        <p:grpSpPr>
          <a:xfrm>
            <a:off x="8010124" y="3855540"/>
            <a:ext cx="361870" cy="271888"/>
            <a:chOff x="7973479" y="3855499"/>
            <a:chExt cx="361870" cy="271888"/>
          </a:xfrm>
        </p:grpSpPr>
        <p:sp>
          <p:nvSpPr>
            <p:cNvPr id="766" name="Google Shape;766;p49"/>
            <p:cNvSpPr/>
            <p:nvPr/>
          </p:nvSpPr>
          <p:spPr>
            <a:xfrm>
              <a:off x="7973479" y="3855499"/>
              <a:ext cx="361870" cy="271888"/>
            </a:xfrm>
            <a:custGeom>
              <a:avLst/>
              <a:gdLst/>
              <a:ahLst/>
              <a:cxnLst/>
              <a:rect l="l" t="t" r="r" b="b"/>
              <a:pathLst>
                <a:path w="13420" h="10083" extrusionOk="0">
                  <a:moveTo>
                    <a:pt x="136" y="1"/>
                  </a:moveTo>
                  <a:cubicBezTo>
                    <a:pt x="58" y="1"/>
                    <a:pt x="1" y="55"/>
                    <a:pt x="1" y="136"/>
                  </a:cubicBezTo>
                  <a:lnTo>
                    <a:pt x="1" y="9948"/>
                  </a:lnTo>
                  <a:cubicBezTo>
                    <a:pt x="1" y="10026"/>
                    <a:pt x="58" y="10083"/>
                    <a:pt x="136" y="10083"/>
                  </a:cubicBezTo>
                  <a:lnTo>
                    <a:pt x="13284" y="10083"/>
                  </a:lnTo>
                  <a:cubicBezTo>
                    <a:pt x="13363" y="10083"/>
                    <a:pt x="13420" y="10026"/>
                    <a:pt x="13420" y="9948"/>
                  </a:cubicBezTo>
                  <a:lnTo>
                    <a:pt x="13420" y="136"/>
                  </a:lnTo>
                  <a:cubicBezTo>
                    <a:pt x="13420" y="55"/>
                    <a:pt x="13363" y="1"/>
                    <a:pt x="13284"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9"/>
            <p:cNvSpPr/>
            <p:nvPr/>
          </p:nvSpPr>
          <p:spPr>
            <a:xfrm>
              <a:off x="7986638" y="3994477"/>
              <a:ext cx="180369" cy="112579"/>
            </a:xfrm>
            <a:custGeom>
              <a:avLst/>
              <a:gdLst/>
              <a:ahLst/>
              <a:cxnLst/>
              <a:rect l="l" t="t" r="r" b="b"/>
              <a:pathLst>
                <a:path w="6689" h="4175" extrusionOk="0">
                  <a:moveTo>
                    <a:pt x="2014" y="1425"/>
                  </a:moveTo>
                  <a:lnTo>
                    <a:pt x="4144" y="1549"/>
                  </a:lnTo>
                  <a:lnTo>
                    <a:pt x="3863" y="2552"/>
                  </a:lnTo>
                  <a:cubicBezTo>
                    <a:pt x="3771" y="2563"/>
                    <a:pt x="3682" y="2596"/>
                    <a:pt x="3615" y="2652"/>
                  </a:cubicBezTo>
                  <a:lnTo>
                    <a:pt x="1982" y="1560"/>
                  </a:lnTo>
                  <a:lnTo>
                    <a:pt x="2014" y="1425"/>
                  </a:lnTo>
                  <a:close/>
                  <a:moveTo>
                    <a:pt x="4482" y="1820"/>
                  </a:moveTo>
                  <a:lnTo>
                    <a:pt x="4842" y="2349"/>
                  </a:lnTo>
                  <a:cubicBezTo>
                    <a:pt x="4696" y="2495"/>
                    <a:pt x="4607" y="2674"/>
                    <a:pt x="4561" y="2890"/>
                  </a:cubicBezTo>
                  <a:lnTo>
                    <a:pt x="4426" y="2890"/>
                  </a:lnTo>
                  <a:cubicBezTo>
                    <a:pt x="4391" y="2798"/>
                    <a:pt x="4336" y="2720"/>
                    <a:pt x="4255" y="2663"/>
                  </a:cubicBezTo>
                  <a:lnTo>
                    <a:pt x="4482" y="1820"/>
                  </a:lnTo>
                  <a:close/>
                  <a:moveTo>
                    <a:pt x="5080" y="2687"/>
                  </a:moveTo>
                  <a:lnTo>
                    <a:pt x="5215" y="2890"/>
                  </a:lnTo>
                  <a:lnTo>
                    <a:pt x="4977" y="2890"/>
                  </a:lnTo>
                  <a:cubicBezTo>
                    <a:pt x="4999" y="2823"/>
                    <a:pt x="5034" y="2755"/>
                    <a:pt x="5080" y="2687"/>
                  </a:cubicBezTo>
                  <a:close/>
                  <a:moveTo>
                    <a:pt x="3917" y="2958"/>
                  </a:moveTo>
                  <a:cubicBezTo>
                    <a:pt x="3998" y="2958"/>
                    <a:pt x="4066" y="3025"/>
                    <a:pt x="4066" y="3104"/>
                  </a:cubicBezTo>
                  <a:cubicBezTo>
                    <a:pt x="4066" y="3161"/>
                    <a:pt x="4031" y="3204"/>
                    <a:pt x="3974" y="3228"/>
                  </a:cubicBezTo>
                  <a:cubicBezTo>
                    <a:pt x="3963" y="3228"/>
                    <a:pt x="3942" y="3228"/>
                    <a:pt x="3931" y="3239"/>
                  </a:cubicBezTo>
                  <a:lnTo>
                    <a:pt x="3917" y="3239"/>
                  </a:lnTo>
                  <a:cubicBezTo>
                    <a:pt x="3839" y="3239"/>
                    <a:pt x="3782" y="3171"/>
                    <a:pt x="3782" y="3104"/>
                  </a:cubicBezTo>
                  <a:cubicBezTo>
                    <a:pt x="3782" y="3025"/>
                    <a:pt x="3839" y="2958"/>
                    <a:pt x="3917" y="2958"/>
                  </a:cubicBezTo>
                  <a:close/>
                  <a:moveTo>
                    <a:pt x="1124" y="2428"/>
                  </a:moveTo>
                  <a:cubicBezTo>
                    <a:pt x="1192" y="2428"/>
                    <a:pt x="1260" y="2439"/>
                    <a:pt x="1316" y="2460"/>
                  </a:cubicBezTo>
                  <a:lnTo>
                    <a:pt x="1227" y="2787"/>
                  </a:lnTo>
                  <a:lnTo>
                    <a:pt x="968" y="2923"/>
                  </a:lnTo>
                  <a:cubicBezTo>
                    <a:pt x="865" y="2969"/>
                    <a:pt x="832" y="3093"/>
                    <a:pt x="876" y="3193"/>
                  </a:cubicBezTo>
                  <a:cubicBezTo>
                    <a:pt x="911" y="3261"/>
                    <a:pt x="989" y="3307"/>
                    <a:pt x="1057" y="3307"/>
                  </a:cubicBezTo>
                  <a:cubicBezTo>
                    <a:pt x="1092" y="3307"/>
                    <a:pt x="1124" y="3296"/>
                    <a:pt x="1146" y="3282"/>
                  </a:cubicBezTo>
                  <a:lnTo>
                    <a:pt x="1498" y="3104"/>
                  </a:lnTo>
                  <a:cubicBezTo>
                    <a:pt x="1541" y="3079"/>
                    <a:pt x="1576" y="3025"/>
                    <a:pt x="1598" y="2979"/>
                  </a:cubicBezTo>
                  <a:lnTo>
                    <a:pt x="1665" y="2709"/>
                  </a:lnTo>
                  <a:cubicBezTo>
                    <a:pt x="1744" y="2823"/>
                    <a:pt x="1790" y="2958"/>
                    <a:pt x="1790" y="3104"/>
                  </a:cubicBezTo>
                  <a:cubicBezTo>
                    <a:pt x="1790" y="3463"/>
                    <a:pt x="1498" y="3769"/>
                    <a:pt x="1124" y="3769"/>
                  </a:cubicBezTo>
                  <a:cubicBezTo>
                    <a:pt x="754" y="3769"/>
                    <a:pt x="459" y="3463"/>
                    <a:pt x="459" y="3104"/>
                  </a:cubicBezTo>
                  <a:cubicBezTo>
                    <a:pt x="459" y="2731"/>
                    <a:pt x="754" y="2428"/>
                    <a:pt x="1124" y="2428"/>
                  </a:cubicBezTo>
                  <a:close/>
                  <a:moveTo>
                    <a:pt x="5621" y="2439"/>
                  </a:moveTo>
                  <a:cubicBezTo>
                    <a:pt x="6013" y="2439"/>
                    <a:pt x="6329" y="2777"/>
                    <a:pt x="6283" y="3182"/>
                  </a:cubicBezTo>
                  <a:cubicBezTo>
                    <a:pt x="6240" y="3499"/>
                    <a:pt x="5991" y="3745"/>
                    <a:pt x="5675" y="3769"/>
                  </a:cubicBezTo>
                  <a:cubicBezTo>
                    <a:pt x="5652" y="3771"/>
                    <a:pt x="5629" y="3772"/>
                    <a:pt x="5607" y="3772"/>
                  </a:cubicBezTo>
                  <a:cubicBezTo>
                    <a:pt x="5311" y="3772"/>
                    <a:pt x="5060" y="3578"/>
                    <a:pt x="4977" y="3307"/>
                  </a:cubicBezTo>
                  <a:lnTo>
                    <a:pt x="5596" y="3307"/>
                  </a:lnTo>
                  <a:cubicBezTo>
                    <a:pt x="5653" y="3307"/>
                    <a:pt x="5699" y="3282"/>
                    <a:pt x="5742" y="3250"/>
                  </a:cubicBezTo>
                  <a:cubicBezTo>
                    <a:pt x="5810" y="3182"/>
                    <a:pt x="5824" y="3069"/>
                    <a:pt x="5767" y="2990"/>
                  </a:cubicBezTo>
                  <a:lnTo>
                    <a:pt x="5404" y="2471"/>
                  </a:lnTo>
                  <a:cubicBezTo>
                    <a:pt x="5472" y="2450"/>
                    <a:pt x="5540" y="2439"/>
                    <a:pt x="5621" y="2439"/>
                  </a:cubicBezTo>
                  <a:close/>
                  <a:moveTo>
                    <a:pt x="1621" y="0"/>
                  </a:moveTo>
                  <a:cubicBezTo>
                    <a:pt x="1516" y="0"/>
                    <a:pt x="1417" y="17"/>
                    <a:pt x="1338" y="62"/>
                  </a:cubicBezTo>
                  <a:cubicBezTo>
                    <a:pt x="1238" y="119"/>
                    <a:pt x="1181" y="208"/>
                    <a:pt x="1160" y="322"/>
                  </a:cubicBezTo>
                  <a:cubicBezTo>
                    <a:pt x="1103" y="635"/>
                    <a:pt x="1338" y="816"/>
                    <a:pt x="1711" y="1030"/>
                  </a:cubicBezTo>
                  <a:lnTo>
                    <a:pt x="1430" y="2079"/>
                  </a:lnTo>
                  <a:cubicBezTo>
                    <a:pt x="1333" y="2051"/>
                    <a:pt x="1236" y="2036"/>
                    <a:pt x="1137" y="2036"/>
                  </a:cubicBezTo>
                  <a:cubicBezTo>
                    <a:pt x="1074" y="2036"/>
                    <a:pt x="1010" y="2042"/>
                    <a:pt x="943" y="2055"/>
                  </a:cubicBezTo>
                  <a:cubicBezTo>
                    <a:pt x="484" y="2133"/>
                    <a:pt x="121" y="2517"/>
                    <a:pt x="65" y="2979"/>
                  </a:cubicBezTo>
                  <a:cubicBezTo>
                    <a:pt x="1" y="3619"/>
                    <a:pt x="503" y="4166"/>
                    <a:pt x="1130" y="4166"/>
                  </a:cubicBezTo>
                  <a:cubicBezTo>
                    <a:pt x="1165" y="4166"/>
                    <a:pt x="1201" y="4165"/>
                    <a:pt x="1238" y="4161"/>
                  </a:cubicBezTo>
                  <a:cubicBezTo>
                    <a:pt x="1733" y="4118"/>
                    <a:pt x="2128" y="3723"/>
                    <a:pt x="2195" y="3239"/>
                  </a:cubicBezTo>
                  <a:cubicBezTo>
                    <a:pt x="2241" y="2844"/>
                    <a:pt x="2071" y="2485"/>
                    <a:pt x="1790" y="2268"/>
                  </a:cubicBezTo>
                  <a:lnTo>
                    <a:pt x="1868" y="1976"/>
                  </a:lnTo>
                  <a:lnTo>
                    <a:pt x="3377" y="2990"/>
                  </a:lnTo>
                  <a:cubicBezTo>
                    <a:pt x="3377" y="3025"/>
                    <a:pt x="3366" y="3058"/>
                    <a:pt x="3366" y="3104"/>
                  </a:cubicBezTo>
                  <a:cubicBezTo>
                    <a:pt x="3366" y="3374"/>
                    <a:pt x="3569" y="3599"/>
                    <a:pt x="3828" y="3634"/>
                  </a:cubicBezTo>
                  <a:lnTo>
                    <a:pt x="3850" y="3745"/>
                  </a:lnTo>
                  <a:cubicBezTo>
                    <a:pt x="3750" y="3769"/>
                    <a:pt x="3682" y="3869"/>
                    <a:pt x="3704" y="3983"/>
                  </a:cubicBezTo>
                  <a:cubicBezTo>
                    <a:pt x="3715" y="4083"/>
                    <a:pt x="3807" y="4150"/>
                    <a:pt x="3907" y="4150"/>
                  </a:cubicBezTo>
                  <a:lnTo>
                    <a:pt x="4269" y="4150"/>
                  </a:lnTo>
                  <a:cubicBezTo>
                    <a:pt x="4380" y="4150"/>
                    <a:pt x="4472" y="4061"/>
                    <a:pt x="4482" y="3947"/>
                  </a:cubicBezTo>
                  <a:cubicBezTo>
                    <a:pt x="4482" y="3837"/>
                    <a:pt x="4391" y="3745"/>
                    <a:pt x="4280" y="3745"/>
                  </a:cubicBezTo>
                  <a:lnTo>
                    <a:pt x="4234" y="3553"/>
                  </a:lnTo>
                  <a:cubicBezTo>
                    <a:pt x="4312" y="3499"/>
                    <a:pt x="4391" y="3407"/>
                    <a:pt x="4426" y="3307"/>
                  </a:cubicBezTo>
                  <a:lnTo>
                    <a:pt x="4561" y="3307"/>
                  </a:lnTo>
                  <a:cubicBezTo>
                    <a:pt x="4661" y="3801"/>
                    <a:pt x="5091" y="4174"/>
                    <a:pt x="5621" y="4174"/>
                  </a:cubicBezTo>
                  <a:cubicBezTo>
                    <a:pt x="6205" y="4174"/>
                    <a:pt x="6689" y="3701"/>
                    <a:pt x="6689" y="3104"/>
                  </a:cubicBezTo>
                  <a:cubicBezTo>
                    <a:pt x="6689" y="2517"/>
                    <a:pt x="6205" y="2033"/>
                    <a:pt x="5621" y="2033"/>
                  </a:cubicBezTo>
                  <a:cubicBezTo>
                    <a:pt x="5461" y="2033"/>
                    <a:pt x="5304" y="2066"/>
                    <a:pt x="5180" y="2133"/>
                  </a:cubicBezTo>
                  <a:lnTo>
                    <a:pt x="4628" y="1322"/>
                  </a:lnTo>
                  <a:lnTo>
                    <a:pt x="4696" y="984"/>
                  </a:lnTo>
                  <a:cubicBezTo>
                    <a:pt x="4696" y="973"/>
                    <a:pt x="4707" y="962"/>
                    <a:pt x="4707" y="952"/>
                  </a:cubicBezTo>
                  <a:cubicBezTo>
                    <a:pt x="4831" y="917"/>
                    <a:pt x="4931" y="827"/>
                    <a:pt x="4966" y="692"/>
                  </a:cubicBezTo>
                  <a:cubicBezTo>
                    <a:pt x="4999" y="568"/>
                    <a:pt x="4956" y="422"/>
                    <a:pt x="4607" y="422"/>
                  </a:cubicBezTo>
                  <a:lnTo>
                    <a:pt x="3974" y="422"/>
                  </a:lnTo>
                  <a:cubicBezTo>
                    <a:pt x="3974" y="422"/>
                    <a:pt x="3704" y="422"/>
                    <a:pt x="3885" y="614"/>
                  </a:cubicBezTo>
                  <a:cubicBezTo>
                    <a:pt x="3885" y="614"/>
                    <a:pt x="4066" y="771"/>
                    <a:pt x="4290" y="873"/>
                  </a:cubicBezTo>
                  <a:lnTo>
                    <a:pt x="4290" y="895"/>
                  </a:lnTo>
                  <a:lnTo>
                    <a:pt x="4234" y="1154"/>
                  </a:lnTo>
                  <a:lnTo>
                    <a:pt x="2128" y="1041"/>
                  </a:lnTo>
                  <a:lnTo>
                    <a:pt x="2149" y="973"/>
                  </a:lnTo>
                  <a:cubicBezTo>
                    <a:pt x="2173" y="884"/>
                    <a:pt x="2128" y="795"/>
                    <a:pt x="2049" y="749"/>
                  </a:cubicBezTo>
                  <a:cubicBezTo>
                    <a:pt x="1800" y="614"/>
                    <a:pt x="1654" y="524"/>
                    <a:pt x="1587" y="457"/>
                  </a:cubicBezTo>
                  <a:cubicBezTo>
                    <a:pt x="1565" y="433"/>
                    <a:pt x="1552" y="422"/>
                    <a:pt x="1552" y="411"/>
                  </a:cubicBezTo>
                  <a:cubicBezTo>
                    <a:pt x="1567" y="408"/>
                    <a:pt x="1586" y="406"/>
                    <a:pt x="1608" y="406"/>
                  </a:cubicBezTo>
                  <a:cubicBezTo>
                    <a:pt x="1737" y="406"/>
                    <a:pt x="1971" y="457"/>
                    <a:pt x="2173" y="535"/>
                  </a:cubicBezTo>
                  <a:cubicBezTo>
                    <a:pt x="2197" y="545"/>
                    <a:pt x="2222" y="550"/>
                    <a:pt x="2247" y="550"/>
                  </a:cubicBezTo>
                  <a:cubicBezTo>
                    <a:pt x="2327" y="550"/>
                    <a:pt x="2406" y="500"/>
                    <a:pt x="2430" y="422"/>
                  </a:cubicBezTo>
                  <a:cubicBezTo>
                    <a:pt x="2476" y="322"/>
                    <a:pt x="2420" y="208"/>
                    <a:pt x="2319" y="162"/>
                  </a:cubicBezTo>
                  <a:cubicBezTo>
                    <a:pt x="2205" y="114"/>
                    <a:pt x="1892" y="0"/>
                    <a:pt x="1621"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9"/>
            <p:cNvSpPr/>
            <p:nvPr/>
          </p:nvSpPr>
          <p:spPr>
            <a:xfrm>
              <a:off x="7993244" y="3882195"/>
              <a:ext cx="264904" cy="75691"/>
            </a:xfrm>
            <a:custGeom>
              <a:avLst/>
              <a:gdLst/>
              <a:ahLst/>
              <a:cxnLst/>
              <a:rect l="l" t="t" r="r" b="b"/>
              <a:pathLst>
                <a:path w="9824" h="2807" extrusionOk="0">
                  <a:moveTo>
                    <a:pt x="485" y="0"/>
                  </a:moveTo>
                  <a:cubicBezTo>
                    <a:pt x="374" y="0"/>
                    <a:pt x="293" y="92"/>
                    <a:pt x="293" y="192"/>
                  </a:cubicBezTo>
                  <a:lnTo>
                    <a:pt x="293" y="1274"/>
                  </a:lnTo>
                  <a:cubicBezTo>
                    <a:pt x="293" y="1320"/>
                    <a:pt x="271" y="1363"/>
                    <a:pt x="239" y="1398"/>
                  </a:cubicBezTo>
                  <a:lnTo>
                    <a:pt x="57" y="1590"/>
                  </a:lnTo>
                  <a:cubicBezTo>
                    <a:pt x="22" y="1622"/>
                    <a:pt x="1" y="1668"/>
                    <a:pt x="1" y="1714"/>
                  </a:cubicBezTo>
                  <a:lnTo>
                    <a:pt x="1" y="2626"/>
                  </a:lnTo>
                  <a:cubicBezTo>
                    <a:pt x="1" y="2728"/>
                    <a:pt x="79" y="2807"/>
                    <a:pt x="182" y="2807"/>
                  </a:cubicBezTo>
                  <a:lnTo>
                    <a:pt x="7301" y="2807"/>
                  </a:lnTo>
                  <a:lnTo>
                    <a:pt x="9621" y="2469"/>
                  </a:lnTo>
                  <a:cubicBezTo>
                    <a:pt x="9745" y="2444"/>
                    <a:pt x="9823" y="2344"/>
                    <a:pt x="9823" y="2220"/>
                  </a:cubicBezTo>
                  <a:lnTo>
                    <a:pt x="9823" y="192"/>
                  </a:lnTo>
                  <a:cubicBezTo>
                    <a:pt x="9823" y="92"/>
                    <a:pt x="9745" y="0"/>
                    <a:pt x="9634"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9"/>
            <p:cNvSpPr/>
            <p:nvPr/>
          </p:nvSpPr>
          <p:spPr>
            <a:xfrm>
              <a:off x="8167357" y="3945967"/>
              <a:ext cx="21518" cy="21626"/>
            </a:xfrm>
            <a:custGeom>
              <a:avLst/>
              <a:gdLst/>
              <a:ahLst/>
              <a:cxnLst/>
              <a:rect l="l" t="t" r="r" b="b"/>
              <a:pathLst>
                <a:path w="798" h="802" extrusionOk="0">
                  <a:moveTo>
                    <a:pt x="406" y="1"/>
                  </a:moveTo>
                  <a:cubicBezTo>
                    <a:pt x="179" y="1"/>
                    <a:pt x="0" y="182"/>
                    <a:pt x="0" y="407"/>
                  </a:cubicBezTo>
                  <a:cubicBezTo>
                    <a:pt x="0" y="620"/>
                    <a:pt x="179" y="801"/>
                    <a:pt x="406" y="801"/>
                  </a:cubicBezTo>
                  <a:cubicBezTo>
                    <a:pt x="619" y="801"/>
                    <a:pt x="798" y="620"/>
                    <a:pt x="798" y="407"/>
                  </a:cubicBezTo>
                  <a:cubicBezTo>
                    <a:pt x="798" y="182"/>
                    <a:pt x="619" y="1"/>
                    <a:pt x="406"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9"/>
            <p:cNvSpPr/>
            <p:nvPr/>
          </p:nvSpPr>
          <p:spPr>
            <a:xfrm>
              <a:off x="8173991" y="3952681"/>
              <a:ext cx="8251" cy="8197"/>
            </a:xfrm>
            <a:custGeom>
              <a:avLst/>
              <a:gdLst/>
              <a:ahLst/>
              <a:cxnLst/>
              <a:rect l="l" t="t" r="r" b="b"/>
              <a:pathLst>
                <a:path w="306" h="304" extrusionOk="0">
                  <a:moveTo>
                    <a:pt x="160" y="1"/>
                  </a:moveTo>
                  <a:cubicBezTo>
                    <a:pt x="68" y="1"/>
                    <a:pt x="0" y="68"/>
                    <a:pt x="0" y="158"/>
                  </a:cubicBezTo>
                  <a:cubicBezTo>
                    <a:pt x="0" y="236"/>
                    <a:pt x="68" y="304"/>
                    <a:pt x="160" y="304"/>
                  </a:cubicBezTo>
                  <a:cubicBezTo>
                    <a:pt x="238" y="304"/>
                    <a:pt x="306" y="236"/>
                    <a:pt x="306" y="158"/>
                  </a:cubicBezTo>
                  <a:cubicBezTo>
                    <a:pt x="306" y="68"/>
                    <a:pt x="238" y="1"/>
                    <a:pt x="160"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9"/>
            <p:cNvSpPr/>
            <p:nvPr/>
          </p:nvSpPr>
          <p:spPr>
            <a:xfrm>
              <a:off x="8038222" y="3945967"/>
              <a:ext cx="21896" cy="21626"/>
            </a:xfrm>
            <a:custGeom>
              <a:avLst/>
              <a:gdLst/>
              <a:ahLst/>
              <a:cxnLst/>
              <a:rect l="l" t="t" r="r" b="b"/>
              <a:pathLst>
                <a:path w="812" h="802" extrusionOk="0">
                  <a:moveTo>
                    <a:pt x="406" y="1"/>
                  </a:moveTo>
                  <a:cubicBezTo>
                    <a:pt x="179" y="1"/>
                    <a:pt x="1" y="182"/>
                    <a:pt x="1" y="407"/>
                  </a:cubicBezTo>
                  <a:cubicBezTo>
                    <a:pt x="1" y="620"/>
                    <a:pt x="179" y="801"/>
                    <a:pt x="406" y="801"/>
                  </a:cubicBezTo>
                  <a:cubicBezTo>
                    <a:pt x="631" y="801"/>
                    <a:pt x="812" y="620"/>
                    <a:pt x="812" y="407"/>
                  </a:cubicBezTo>
                  <a:cubicBezTo>
                    <a:pt x="812" y="182"/>
                    <a:pt x="631" y="1"/>
                    <a:pt x="406"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9"/>
            <p:cNvSpPr/>
            <p:nvPr/>
          </p:nvSpPr>
          <p:spPr>
            <a:xfrm>
              <a:off x="8045233" y="3952681"/>
              <a:ext cx="7901" cy="8197"/>
            </a:xfrm>
            <a:custGeom>
              <a:avLst/>
              <a:gdLst/>
              <a:ahLst/>
              <a:cxnLst/>
              <a:rect l="l" t="t" r="r" b="b"/>
              <a:pathLst>
                <a:path w="293" h="304" extrusionOk="0">
                  <a:moveTo>
                    <a:pt x="146" y="1"/>
                  </a:moveTo>
                  <a:cubicBezTo>
                    <a:pt x="68" y="1"/>
                    <a:pt x="0" y="68"/>
                    <a:pt x="0" y="158"/>
                  </a:cubicBezTo>
                  <a:cubicBezTo>
                    <a:pt x="0" y="236"/>
                    <a:pt x="68" y="304"/>
                    <a:pt x="146" y="304"/>
                  </a:cubicBezTo>
                  <a:cubicBezTo>
                    <a:pt x="225" y="304"/>
                    <a:pt x="292" y="236"/>
                    <a:pt x="292" y="158"/>
                  </a:cubicBezTo>
                  <a:cubicBezTo>
                    <a:pt x="292" y="68"/>
                    <a:pt x="225" y="1"/>
                    <a:pt x="146"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9"/>
            <p:cNvSpPr/>
            <p:nvPr/>
          </p:nvSpPr>
          <p:spPr>
            <a:xfrm>
              <a:off x="8012416" y="3894356"/>
              <a:ext cx="14912" cy="50775"/>
            </a:xfrm>
            <a:custGeom>
              <a:avLst/>
              <a:gdLst/>
              <a:ahLst/>
              <a:cxnLst/>
              <a:rect l="l" t="t" r="r" b="b"/>
              <a:pathLst>
                <a:path w="553" h="1883" extrusionOk="0">
                  <a:moveTo>
                    <a:pt x="90" y="1"/>
                  </a:moveTo>
                  <a:cubicBezTo>
                    <a:pt x="44" y="1"/>
                    <a:pt x="1" y="33"/>
                    <a:pt x="1" y="90"/>
                  </a:cubicBezTo>
                  <a:lnTo>
                    <a:pt x="1" y="1791"/>
                  </a:lnTo>
                  <a:cubicBezTo>
                    <a:pt x="1" y="1847"/>
                    <a:pt x="44" y="1883"/>
                    <a:pt x="90" y="1883"/>
                  </a:cubicBezTo>
                  <a:lnTo>
                    <a:pt x="450" y="1883"/>
                  </a:lnTo>
                  <a:cubicBezTo>
                    <a:pt x="506" y="1883"/>
                    <a:pt x="552" y="1847"/>
                    <a:pt x="552" y="1791"/>
                  </a:cubicBezTo>
                  <a:lnTo>
                    <a:pt x="552" y="90"/>
                  </a:lnTo>
                  <a:cubicBezTo>
                    <a:pt x="552" y="33"/>
                    <a:pt x="506" y="1"/>
                    <a:pt x="450"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9"/>
            <p:cNvSpPr/>
            <p:nvPr/>
          </p:nvSpPr>
          <p:spPr>
            <a:xfrm>
              <a:off x="8038518" y="3894356"/>
              <a:ext cx="44357" cy="19145"/>
            </a:xfrm>
            <a:custGeom>
              <a:avLst/>
              <a:gdLst/>
              <a:ahLst/>
              <a:cxnLst/>
              <a:rect l="l" t="t" r="r" b="b"/>
              <a:pathLst>
                <a:path w="1645" h="710" extrusionOk="0">
                  <a:moveTo>
                    <a:pt x="90" y="1"/>
                  </a:moveTo>
                  <a:cubicBezTo>
                    <a:pt x="47" y="1"/>
                    <a:pt x="1" y="33"/>
                    <a:pt x="1" y="90"/>
                  </a:cubicBezTo>
                  <a:lnTo>
                    <a:pt x="1" y="609"/>
                  </a:lnTo>
                  <a:cubicBezTo>
                    <a:pt x="1" y="666"/>
                    <a:pt x="47" y="709"/>
                    <a:pt x="90" y="709"/>
                  </a:cubicBezTo>
                  <a:lnTo>
                    <a:pt x="1555" y="709"/>
                  </a:lnTo>
                  <a:cubicBezTo>
                    <a:pt x="1612" y="709"/>
                    <a:pt x="1645" y="666"/>
                    <a:pt x="1645" y="609"/>
                  </a:cubicBezTo>
                  <a:lnTo>
                    <a:pt x="1645" y="90"/>
                  </a:lnTo>
                  <a:cubicBezTo>
                    <a:pt x="1645" y="33"/>
                    <a:pt x="1612" y="1"/>
                    <a:pt x="1555"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9"/>
            <p:cNvSpPr/>
            <p:nvPr/>
          </p:nvSpPr>
          <p:spPr>
            <a:xfrm>
              <a:off x="8092260" y="3894356"/>
              <a:ext cx="44411" cy="19145"/>
            </a:xfrm>
            <a:custGeom>
              <a:avLst/>
              <a:gdLst/>
              <a:ahLst/>
              <a:cxnLst/>
              <a:rect l="l" t="t" r="r" b="b"/>
              <a:pathLst>
                <a:path w="1647" h="710" extrusionOk="0">
                  <a:moveTo>
                    <a:pt x="92" y="1"/>
                  </a:moveTo>
                  <a:cubicBezTo>
                    <a:pt x="36" y="1"/>
                    <a:pt x="0" y="33"/>
                    <a:pt x="0" y="90"/>
                  </a:cubicBezTo>
                  <a:lnTo>
                    <a:pt x="0" y="609"/>
                  </a:lnTo>
                  <a:cubicBezTo>
                    <a:pt x="0" y="666"/>
                    <a:pt x="36" y="709"/>
                    <a:pt x="92" y="709"/>
                  </a:cubicBezTo>
                  <a:lnTo>
                    <a:pt x="1555" y="709"/>
                  </a:lnTo>
                  <a:cubicBezTo>
                    <a:pt x="1612" y="709"/>
                    <a:pt x="1647" y="666"/>
                    <a:pt x="1647" y="609"/>
                  </a:cubicBezTo>
                  <a:lnTo>
                    <a:pt x="1647" y="90"/>
                  </a:lnTo>
                  <a:cubicBezTo>
                    <a:pt x="1647" y="33"/>
                    <a:pt x="1612" y="1"/>
                    <a:pt x="1555"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9"/>
            <p:cNvSpPr/>
            <p:nvPr/>
          </p:nvSpPr>
          <p:spPr>
            <a:xfrm>
              <a:off x="8146055" y="3894356"/>
              <a:ext cx="44357" cy="19145"/>
            </a:xfrm>
            <a:custGeom>
              <a:avLst/>
              <a:gdLst/>
              <a:ahLst/>
              <a:cxnLst/>
              <a:rect l="l" t="t" r="r" b="b"/>
              <a:pathLst>
                <a:path w="1645" h="710" extrusionOk="0">
                  <a:moveTo>
                    <a:pt x="90" y="1"/>
                  </a:moveTo>
                  <a:cubicBezTo>
                    <a:pt x="33" y="1"/>
                    <a:pt x="1" y="33"/>
                    <a:pt x="1" y="90"/>
                  </a:cubicBezTo>
                  <a:lnTo>
                    <a:pt x="1" y="609"/>
                  </a:lnTo>
                  <a:cubicBezTo>
                    <a:pt x="1" y="666"/>
                    <a:pt x="33" y="709"/>
                    <a:pt x="90" y="709"/>
                  </a:cubicBezTo>
                  <a:lnTo>
                    <a:pt x="1555" y="709"/>
                  </a:lnTo>
                  <a:cubicBezTo>
                    <a:pt x="1601" y="709"/>
                    <a:pt x="1645" y="666"/>
                    <a:pt x="1645" y="609"/>
                  </a:cubicBezTo>
                  <a:lnTo>
                    <a:pt x="1645" y="90"/>
                  </a:lnTo>
                  <a:cubicBezTo>
                    <a:pt x="1645" y="33"/>
                    <a:pt x="1601" y="1"/>
                    <a:pt x="1555"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9"/>
            <p:cNvSpPr/>
            <p:nvPr/>
          </p:nvSpPr>
          <p:spPr>
            <a:xfrm>
              <a:off x="8200443" y="3894356"/>
              <a:ext cx="44357" cy="19145"/>
            </a:xfrm>
            <a:custGeom>
              <a:avLst/>
              <a:gdLst/>
              <a:ahLst/>
              <a:cxnLst/>
              <a:rect l="l" t="t" r="r" b="b"/>
              <a:pathLst>
                <a:path w="1645" h="710" extrusionOk="0">
                  <a:moveTo>
                    <a:pt x="90" y="1"/>
                  </a:moveTo>
                  <a:cubicBezTo>
                    <a:pt x="33" y="1"/>
                    <a:pt x="1" y="33"/>
                    <a:pt x="1" y="90"/>
                  </a:cubicBezTo>
                  <a:lnTo>
                    <a:pt x="1" y="609"/>
                  </a:lnTo>
                  <a:cubicBezTo>
                    <a:pt x="1" y="666"/>
                    <a:pt x="33" y="709"/>
                    <a:pt x="90" y="709"/>
                  </a:cubicBezTo>
                  <a:lnTo>
                    <a:pt x="1555" y="709"/>
                  </a:lnTo>
                  <a:cubicBezTo>
                    <a:pt x="1599" y="709"/>
                    <a:pt x="1645" y="666"/>
                    <a:pt x="1645" y="609"/>
                  </a:cubicBezTo>
                  <a:lnTo>
                    <a:pt x="1645" y="90"/>
                  </a:lnTo>
                  <a:cubicBezTo>
                    <a:pt x="1645" y="33"/>
                    <a:pt x="1599" y="1"/>
                    <a:pt x="1555"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9"/>
            <p:cNvSpPr/>
            <p:nvPr/>
          </p:nvSpPr>
          <p:spPr>
            <a:xfrm>
              <a:off x="8271820" y="3855499"/>
              <a:ext cx="10382" cy="271888"/>
            </a:xfrm>
            <a:custGeom>
              <a:avLst/>
              <a:gdLst/>
              <a:ahLst/>
              <a:cxnLst/>
              <a:rect l="l" t="t" r="r" b="b"/>
              <a:pathLst>
                <a:path w="385" h="10083" extrusionOk="0">
                  <a:moveTo>
                    <a:pt x="1" y="1"/>
                  </a:moveTo>
                  <a:lnTo>
                    <a:pt x="1" y="10083"/>
                  </a:lnTo>
                  <a:lnTo>
                    <a:pt x="385" y="10083"/>
                  </a:lnTo>
                  <a:lnTo>
                    <a:pt x="385" y="1"/>
                  </a:ln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 name="Google Shape;779;p49"/>
          <p:cNvGrpSpPr/>
          <p:nvPr/>
        </p:nvGrpSpPr>
        <p:grpSpPr>
          <a:xfrm>
            <a:off x="7193543" y="3892280"/>
            <a:ext cx="361870" cy="198408"/>
            <a:chOff x="7131119" y="3892253"/>
            <a:chExt cx="361870" cy="198408"/>
          </a:xfrm>
        </p:grpSpPr>
        <p:sp>
          <p:nvSpPr>
            <p:cNvPr id="780" name="Google Shape;780;p49"/>
            <p:cNvSpPr/>
            <p:nvPr/>
          </p:nvSpPr>
          <p:spPr>
            <a:xfrm>
              <a:off x="7131119" y="3892253"/>
              <a:ext cx="361870" cy="198408"/>
            </a:xfrm>
            <a:custGeom>
              <a:avLst/>
              <a:gdLst/>
              <a:ahLst/>
              <a:cxnLst/>
              <a:rect l="l" t="t" r="r" b="b"/>
              <a:pathLst>
                <a:path w="13420" h="7358" extrusionOk="0">
                  <a:moveTo>
                    <a:pt x="136" y="0"/>
                  </a:moveTo>
                  <a:cubicBezTo>
                    <a:pt x="69" y="0"/>
                    <a:pt x="1" y="57"/>
                    <a:pt x="1" y="136"/>
                  </a:cubicBezTo>
                  <a:lnTo>
                    <a:pt x="1" y="7222"/>
                  </a:lnTo>
                  <a:cubicBezTo>
                    <a:pt x="1" y="7300"/>
                    <a:pt x="69" y="7357"/>
                    <a:pt x="136" y="7357"/>
                  </a:cubicBezTo>
                  <a:lnTo>
                    <a:pt x="13284" y="7357"/>
                  </a:lnTo>
                  <a:cubicBezTo>
                    <a:pt x="13363" y="7357"/>
                    <a:pt x="13420" y="7300"/>
                    <a:pt x="13420" y="7222"/>
                  </a:cubicBezTo>
                  <a:lnTo>
                    <a:pt x="13420" y="136"/>
                  </a:lnTo>
                  <a:cubicBezTo>
                    <a:pt x="13420" y="57"/>
                    <a:pt x="13363" y="0"/>
                    <a:pt x="13284"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9"/>
            <p:cNvSpPr/>
            <p:nvPr/>
          </p:nvSpPr>
          <p:spPr>
            <a:xfrm>
              <a:off x="7155307" y="3928790"/>
              <a:ext cx="200026" cy="124470"/>
            </a:xfrm>
            <a:custGeom>
              <a:avLst/>
              <a:gdLst/>
              <a:ahLst/>
              <a:cxnLst/>
              <a:rect l="l" t="t" r="r" b="b"/>
              <a:pathLst>
                <a:path w="7418" h="4616" extrusionOk="0">
                  <a:moveTo>
                    <a:pt x="2235" y="1563"/>
                  </a:moveTo>
                  <a:lnTo>
                    <a:pt x="4636" y="1709"/>
                  </a:lnTo>
                  <a:lnTo>
                    <a:pt x="4319" y="2869"/>
                  </a:lnTo>
                  <a:cubicBezTo>
                    <a:pt x="4209" y="2879"/>
                    <a:pt x="4106" y="2925"/>
                    <a:pt x="4027" y="2982"/>
                  </a:cubicBezTo>
                  <a:lnTo>
                    <a:pt x="2181" y="1755"/>
                  </a:lnTo>
                  <a:lnTo>
                    <a:pt x="2235" y="1563"/>
                  </a:lnTo>
                  <a:close/>
                  <a:moveTo>
                    <a:pt x="4985" y="1990"/>
                  </a:moveTo>
                  <a:lnTo>
                    <a:pt x="5425" y="2633"/>
                  </a:lnTo>
                  <a:cubicBezTo>
                    <a:pt x="5255" y="2801"/>
                    <a:pt x="5141" y="3015"/>
                    <a:pt x="5098" y="3252"/>
                  </a:cubicBezTo>
                  <a:lnTo>
                    <a:pt x="4917" y="3252"/>
                  </a:lnTo>
                  <a:cubicBezTo>
                    <a:pt x="4871" y="3150"/>
                    <a:pt x="4803" y="3050"/>
                    <a:pt x="4714" y="2982"/>
                  </a:cubicBezTo>
                  <a:lnTo>
                    <a:pt x="4985" y="1990"/>
                  </a:lnTo>
                  <a:close/>
                  <a:moveTo>
                    <a:pt x="5661" y="2971"/>
                  </a:moveTo>
                  <a:lnTo>
                    <a:pt x="5853" y="3252"/>
                  </a:lnTo>
                  <a:lnTo>
                    <a:pt x="5515" y="3252"/>
                  </a:lnTo>
                  <a:cubicBezTo>
                    <a:pt x="5536" y="3150"/>
                    <a:pt x="5593" y="3050"/>
                    <a:pt x="5661" y="2971"/>
                  </a:cubicBezTo>
                  <a:close/>
                  <a:moveTo>
                    <a:pt x="4365" y="3274"/>
                  </a:moveTo>
                  <a:cubicBezTo>
                    <a:pt x="4466" y="3274"/>
                    <a:pt x="4547" y="3353"/>
                    <a:pt x="4547" y="3455"/>
                  </a:cubicBezTo>
                  <a:cubicBezTo>
                    <a:pt x="4547" y="3534"/>
                    <a:pt x="4501" y="3601"/>
                    <a:pt x="4433" y="3623"/>
                  </a:cubicBezTo>
                  <a:cubicBezTo>
                    <a:pt x="4411" y="3623"/>
                    <a:pt x="4398" y="3623"/>
                    <a:pt x="4387" y="3636"/>
                  </a:cubicBezTo>
                  <a:lnTo>
                    <a:pt x="4365" y="3636"/>
                  </a:lnTo>
                  <a:cubicBezTo>
                    <a:pt x="4263" y="3636"/>
                    <a:pt x="4184" y="3555"/>
                    <a:pt x="4184" y="3455"/>
                  </a:cubicBezTo>
                  <a:cubicBezTo>
                    <a:pt x="4184" y="3353"/>
                    <a:pt x="4263" y="3274"/>
                    <a:pt x="4365" y="3274"/>
                  </a:cubicBezTo>
                  <a:close/>
                  <a:moveTo>
                    <a:pt x="6247" y="2677"/>
                  </a:moveTo>
                  <a:cubicBezTo>
                    <a:pt x="6674" y="2677"/>
                    <a:pt x="7012" y="3028"/>
                    <a:pt x="7012" y="3444"/>
                  </a:cubicBezTo>
                  <a:cubicBezTo>
                    <a:pt x="7012" y="3872"/>
                    <a:pt x="6674" y="4210"/>
                    <a:pt x="6247" y="4210"/>
                  </a:cubicBezTo>
                  <a:cubicBezTo>
                    <a:pt x="5898" y="4210"/>
                    <a:pt x="5604" y="3974"/>
                    <a:pt x="5515" y="3647"/>
                  </a:cubicBezTo>
                  <a:lnTo>
                    <a:pt x="6223" y="3647"/>
                  </a:lnTo>
                  <a:cubicBezTo>
                    <a:pt x="6280" y="3647"/>
                    <a:pt x="6336" y="3623"/>
                    <a:pt x="6372" y="3590"/>
                  </a:cubicBezTo>
                  <a:cubicBezTo>
                    <a:pt x="6450" y="3523"/>
                    <a:pt x="6461" y="3409"/>
                    <a:pt x="6404" y="3331"/>
                  </a:cubicBezTo>
                  <a:lnTo>
                    <a:pt x="5988" y="2723"/>
                  </a:lnTo>
                  <a:cubicBezTo>
                    <a:pt x="6066" y="2701"/>
                    <a:pt x="6155" y="2677"/>
                    <a:pt x="6247" y="2677"/>
                  </a:cubicBezTo>
                  <a:close/>
                  <a:moveTo>
                    <a:pt x="1256" y="2690"/>
                  </a:moveTo>
                  <a:cubicBezTo>
                    <a:pt x="1335" y="2690"/>
                    <a:pt x="1413" y="2701"/>
                    <a:pt x="1491" y="2723"/>
                  </a:cubicBezTo>
                  <a:lnTo>
                    <a:pt x="1391" y="3117"/>
                  </a:lnTo>
                  <a:lnTo>
                    <a:pt x="1086" y="3274"/>
                  </a:lnTo>
                  <a:cubicBezTo>
                    <a:pt x="986" y="3331"/>
                    <a:pt x="951" y="3455"/>
                    <a:pt x="997" y="3544"/>
                  </a:cubicBezTo>
                  <a:cubicBezTo>
                    <a:pt x="1032" y="3612"/>
                    <a:pt x="1110" y="3658"/>
                    <a:pt x="1178" y="3658"/>
                  </a:cubicBezTo>
                  <a:cubicBezTo>
                    <a:pt x="1210" y="3658"/>
                    <a:pt x="1245" y="3647"/>
                    <a:pt x="1267" y="3636"/>
                  </a:cubicBezTo>
                  <a:lnTo>
                    <a:pt x="1651" y="3444"/>
                  </a:lnTo>
                  <a:cubicBezTo>
                    <a:pt x="1708" y="3409"/>
                    <a:pt x="1740" y="3366"/>
                    <a:pt x="1751" y="3309"/>
                  </a:cubicBezTo>
                  <a:lnTo>
                    <a:pt x="1843" y="2971"/>
                  </a:lnTo>
                  <a:cubicBezTo>
                    <a:pt x="1954" y="3106"/>
                    <a:pt x="2021" y="3274"/>
                    <a:pt x="2021" y="3455"/>
                  </a:cubicBezTo>
                  <a:cubicBezTo>
                    <a:pt x="2021" y="3882"/>
                    <a:pt x="1673" y="4220"/>
                    <a:pt x="1256" y="4220"/>
                  </a:cubicBezTo>
                  <a:cubicBezTo>
                    <a:pt x="829" y="4220"/>
                    <a:pt x="491" y="3882"/>
                    <a:pt x="491" y="3455"/>
                  </a:cubicBezTo>
                  <a:cubicBezTo>
                    <a:pt x="491" y="3039"/>
                    <a:pt x="829" y="2690"/>
                    <a:pt x="1256" y="2690"/>
                  </a:cubicBezTo>
                  <a:close/>
                  <a:moveTo>
                    <a:pt x="1795" y="0"/>
                  </a:moveTo>
                  <a:cubicBezTo>
                    <a:pt x="1681" y="0"/>
                    <a:pt x="1575" y="18"/>
                    <a:pt x="1491" y="65"/>
                  </a:cubicBezTo>
                  <a:cubicBezTo>
                    <a:pt x="1391" y="122"/>
                    <a:pt x="1324" y="222"/>
                    <a:pt x="1302" y="335"/>
                  </a:cubicBezTo>
                  <a:cubicBezTo>
                    <a:pt x="1245" y="673"/>
                    <a:pt x="1505" y="876"/>
                    <a:pt x="1932" y="1111"/>
                  </a:cubicBezTo>
                  <a:lnTo>
                    <a:pt x="1605" y="2328"/>
                  </a:lnTo>
                  <a:cubicBezTo>
                    <a:pt x="1500" y="2290"/>
                    <a:pt x="1389" y="2272"/>
                    <a:pt x="1276" y="2272"/>
                  </a:cubicBezTo>
                  <a:cubicBezTo>
                    <a:pt x="1221" y="2272"/>
                    <a:pt x="1165" y="2277"/>
                    <a:pt x="1110" y="2285"/>
                  </a:cubicBezTo>
                  <a:cubicBezTo>
                    <a:pt x="580" y="2352"/>
                    <a:pt x="164" y="2769"/>
                    <a:pt x="96" y="3285"/>
                  </a:cubicBezTo>
                  <a:cubicBezTo>
                    <a:pt x="1" y="4000"/>
                    <a:pt x="562" y="4615"/>
                    <a:pt x="1257" y="4615"/>
                  </a:cubicBezTo>
                  <a:cubicBezTo>
                    <a:pt x="1309" y="4615"/>
                    <a:pt x="1361" y="4611"/>
                    <a:pt x="1413" y="4604"/>
                  </a:cubicBezTo>
                  <a:cubicBezTo>
                    <a:pt x="1921" y="4537"/>
                    <a:pt x="2338" y="4131"/>
                    <a:pt x="2416" y="3612"/>
                  </a:cubicBezTo>
                  <a:cubicBezTo>
                    <a:pt x="2473" y="3174"/>
                    <a:pt x="2292" y="2769"/>
                    <a:pt x="1965" y="2520"/>
                  </a:cubicBezTo>
                  <a:lnTo>
                    <a:pt x="2067" y="2149"/>
                  </a:lnTo>
                  <a:lnTo>
                    <a:pt x="3803" y="3309"/>
                  </a:lnTo>
                  <a:cubicBezTo>
                    <a:pt x="3790" y="3353"/>
                    <a:pt x="3779" y="3398"/>
                    <a:pt x="3779" y="3444"/>
                  </a:cubicBezTo>
                  <a:cubicBezTo>
                    <a:pt x="3779" y="3736"/>
                    <a:pt x="4006" y="3985"/>
                    <a:pt x="4287" y="4018"/>
                  </a:cubicBezTo>
                  <a:lnTo>
                    <a:pt x="4330" y="4188"/>
                  </a:lnTo>
                  <a:cubicBezTo>
                    <a:pt x="4219" y="4199"/>
                    <a:pt x="4128" y="4299"/>
                    <a:pt x="4152" y="4423"/>
                  </a:cubicBezTo>
                  <a:cubicBezTo>
                    <a:pt x="4163" y="4526"/>
                    <a:pt x="4252" y="4594"/>
                    <a:pt x="4355" y="4594"/>
                  </a:cubicBezTo>
                  <a:lnTo>
                    <a:pt x="4760" y="4594"/>
                  </a:lnTo>
                  <a:cubicBezTo>
                    <a:pt x="4860" y="4594"/>
                    <a:pt x="4963" y="4502"/>
                    <a:pt x="4963" y="4402"/>
                  </a:cubicBezTo>
                  <a:cubicBezTo>
                    <a:pt x="4963" y="4288"/>
                    <a:pt x="4871" y="4199"/>
                    <a:pt x="4771" y="4199"/>
                  </a:cubicBezTo>
                  <a:lnTo>
                    <a:pt x="4749" y="4199"/>
                  </a:lnTo>
                  <a:lnTo>
                    <a:pt x="4682" y="3939"/>
                  </a:lnTo>
                  <a:cubicBezTo>
                    <a:pt x="4782" y="3872"/>
                    <a:pt x="4871" y="3772"/>
                    <a:pt x="4917" y="3647"/>
                  </a:cubicBezTo>
                  <a:lnTo>
                    <a:pt x="5098" y="3647"/>
                  </a:lnTo>
                  <a:cubicBezTo>
                    <a:pt x="5187" y="4199"/>
                    <a:pt x="5671" y="4615"/>
                    <a:pt x="6247" y="4615"/>
                  </a:cubicBezTo>
                  <a:cubicBezTo>
                    <a:pt x="6899" y="4615"/>
                    <a:pt x="7418" y="4085"/>
                    <a:pt x="7418" y="3444"/>
                  </a:cubicBezTo>
                  <a:cubicBezTo>
                    <a:pt x="7418" y="2801"/>
                    <a:pt x="6899" y="2271"/>
                    <a:pt x="6247" y="2271"/>
                  </a:cubicBezTo>
                  <a:cubicBezTo>
                    <a:pt x="6077" y="2271"/>
                    <a:pt x="5898" y="2317"/>
                    <a:pt x="5750" y="2385"/>
                  </a:cubicBezTo>
                  <a:lnTo>
                    <a:pt x="5120" y="1460"/>
                  </a:lnTo>
                  <a:lnTo>
                    <a:pt x="5198" y="1068"/>
                  </a:lnTo>
                  <a:cubicBezTo>
                    <a:pt x="5209" y="1054"/>
                    <a:pt x="5209" y="1044"/>
                    <a:pt x="5209" y="1033"/>
                  </a:cubicBezTo>
                  <a:cubicBezTo>
                    <a:pt x="5358" y="1022"/>
                    <a:pt x="5493" y="908"/>
                    <a:pt x="5525" y="752"/>
                  </a:cubicBezTo>
                  <a:cubicBezTo>
                    <a:pt x="5561" y="616"/>
                    <a:pt x="5515" y="446"/>
                    <a:pt x="5131" y="446"/>
                  </a:cubicBezTo>
                  <a:lnTo>
                    <a:pt x="4433" y="446"/>
                  </a:lnTo>
                  <a:cubicBezTo>
                    <a:pt x="4433" y="446"/>
                    <a:pt x="4128" y="446"/>
                    <a:pt x="4344" y="662"/>
                  </a:cubicBezTo>
                  <a:cubicBezTo>
                    <a:pt x="4344" y="662"/>
                    <a:pt x="4557" y="852"/>
                    <a:pt x="4817" y="965"/>
                  </a:cubicBezTo>
                  <a:cubicBezTo>
                    <a:pt x="4803" y="965"/>
                    <a:pt x="4803" y="976"/>
                    <a:pt x="4803" y="976"/>
                  </a:cubicBezTo>
                  <a:lnTo>
                    <a:pt x="4736" y="1292"/>
                  </a:lnTo>
                  <a:lnTo>
                    <a:pt x="2338" y="1157"/>
                  </a:lnTo>
                  <a:lnTo>
                    <a:pt x="2370" y="1054"/>
                  </a:lnTo>
                  <a:cubicBezTo>
                    <a:pt x="2394" y="965"/>
                    <a:pt x="2348" y="876"/>
                    <a:pt x="2270" y="830"/>
                  </a:cubicBezTo>
                  <a:cubicBezTo>
                    <a:pt x="1989" y="684"/>
                    <a:pt x="1829" y="581"/>
                    <a:pt x="1751" y="503"/>
                  </a:cubicBezTo>
                  <a:cubicBezTo>
                    <a:pt x="1708" y="460"/>
                    <a:pt x="1694" y="435"/>
                    <a:pt x="1708" y="414"/>
                  </a:cubicBezTo>
                  <a:cubicBezTo>
                    <a:pt x="1725" y="407"/>
                    <a:pt x="1753" y="403"/>
                    <a:pt x="1788" y="403"/>
                  </a:cubicBezTo>
                  <a:cubicBezTo>
                    <a:pt x="1929" y="403"/>
                    <a:pt x="2193" y="458"/>
                    <a:pt x="2427" y="549"/>
                  </a:cubicBezTo>
                  <a:cubicBezTo>
                    <a:pt x="2451" y="559"/>
                    <a:pt x="2477" y="564"/>
                    <a:pt x="2504" y="564"/>
                  </a:cubicBezTo>
                  <a:cubicBezTo>
                    <a:pt x="2563" y="564"/>
                    <a:pt x="2622" y="539"/>
                    <a:pt x="2654" y="492"/>
                  </a:cubicBezTo>
                  <a:cubicBezTo>
                    <a:pt x="2754" y="378"/>
                    <a:pt x="2697" y="222"/>
                    <a:pt x="2573" y="176"/>
                  </a:cubicBezTo>
                  <a:cubicBezTo>
                    <a:pt x="2451" y="127"/>
                    <a:pt x="2097" y="0"/>
                    <a:pt x="1795"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9"/>
            <p:cNvSpPr/>
            <p:nvPr/>
          </p:nvSpPr>
          <p:spPr>
            <a:xfrm>
              <a:off x="7387826" y="3892253"/>
              <a:ext cx="10678" cy="198408"/>
            </a:xfrm>
            <a:custGeom>
              <a:avLst/>
              <a:gdLst/>
              <a:ahLst/>
              <a:cxnLst/>
              <a:rect l="l" t="t" r="r" b="b"/>
              <a:pathLst>
                <a:path w="396" h="7358" extrusionOk="0">
                  <a:moveTo>
                    <a:pt x="1" y="0"/>
                  </a:moveTo>
                  <a:lnTo>
                    <a:pt x="1" y="7357"/>
                  </a:lnTo>
                  <a:lnTo>
                    <a:pt x="396" y="7357"/>
                  </a:lnTo>
                  <a:lnTo>
                    <a:pt x="396" y="0"/>
                  </a:ln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 name="Google Shape;783;p49"/>
          <p:cNvGrpSpPr/>
          <p:nvPr/>
        </p:nvGrpSpPr>
        <p:grpSpPr>
          <a:xfrm>
            <a:off x="6371852" y="3810589"/>
            <a:ext cx="361870" cy="361789"/>
            <a:chOff x="6351318" y="3810522"/>
            <a:chExt cx="361870" cy="361789"/>
          </a:xfrm>
        </p:grpSpPr>
        <p:sp>
          <p:nvSpPr>
            <p:cNvPr id="784" name="Google Shape;784;p49"/>
            <p:cNvSpPr/>
            <p:nvPr/>
          </p:nvSpPr>
          <p:spPr>
            <a:xfrm>
              <a:off x="6351318" y="3810522"/>
              <a:ext cx="361870" cy="361789"/>
            </a:xfrm>
            <a:custGeom>
              <a:avLst/>
              <a:gdLst/>
              <a:ahLst/>
              <a:cxnLst/>
              <a:rect l="l" t="t" r="r" b="b"/>
              <a:pathLst>
                <a:path w="13420" h="13417" extrusionOk="0">
                  <a:moveTo>
                    <a:pt x="136" y="0"/>
                  </a:moveTo>
                  <a:cubicBezTo>
                    <a:pt x="68" y="0"/>
                    <a:pt x="1" y="68"/>
                    <a:pt x="1" y="136"/>
                  </a:cubicBezTo>
                  <a:lnTo>
                    <a:pt x="1" y="13281"/>
                  </a:lnTo>
                  <a:cubicBezTo>
                    <a:pt x="1" y="13362"/>
                    <a:pt x="68" y="13416"/>
                    <a:pt x="136" y="13416"/>
                  </a:cubicBezTo>
                  <a:lnTo>
                    <a:pt x="13284" y="13416"/>
                  </a:lnTo>
                  <a:cubicBezTo>
                    <a:pt x="13352" y="13416"/>
                    <a:pt x="13419" y="13362"/>
                    <a:pt x="13419" y="13281"/>
                  </a:cubicBezTo>
                  <a:lnTo>
                    <a:pt x="13419" y="136"/>
                  </a:lnTo>
                  <a:cubicBezTo>
                    <a:pt x="13419" y="68"/>
                    <a:pt x="13352" y="0"/>
                    <a:pt x="13284"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9"/>
            <p:cNvSpPr/>
            <p:nvPr/>
          </p:nvSpPr>
          <p:spPr>
            <a:xfrm>
              <a:off x="6426712" y="3838727"/>
              <a:ext cx="22785" cy="34380"/>
            </a:xfrm>
            <a:custGeom>
              <a:avLst/>
              <a:gdLst/>
              <a:ahLst/>
              <a:cxnLst/>
              <a:rect l="l" t="t" r="r" b="b"/>
              <a:pathLst>
                <a:path w="845" h="1275" extrusionOk="0">
                  <a:moveTo>
                    <a:pt x="55" y="1"/>
                  </a:moveTo>
                  <a:cubicBezTo>
                    <a:pt x="22" y="1"/>
                    <a:pt x="0" y="47"/>
                    <a:pt x="0" y="93"/>
                  </a:cubicBezTo>
                  <a:cubicBezTo>
                    <a:pt x="0" y="131"/>
                    <a:pt x="17" y="162"/>
                    <a:pt x="43" y="162"/>
                  </a:cubicBezTo>
                  <a:cubicBezTo>
                    <a:pt x="47" y="162"/>
                    <a:pt x="51" y="162"/>
                    <a:pt x="55" y="160"/>
                  </a:cubicBezTo>
                  <a:lnTo>
                    <a:pt x="325" y="160"/>
                  </a:lnTo>
                  <a:lnTo>
                    <a:pt x="325" y="1217"/>
                  </a:lnTo>
                  <a:cubicBezTo>
                    <a:pt x="325" y="1253"/>
                    <a:pt x="371" y="1274"/>
                    <a:pt x="417" y="1274"/>
                  </a:cubicBezTo>
                  <a:cubicBezTo>
                    <a:pt x="460" y="1274"/>
                    <a:pt x="517" y="1253"/>
                    <a:pt x="506" y="1217"/>
                  </a:cubicBezTo>
                  <a:lnTo>
                    <a:pt x="506" y="160"/>
                  </a:lnTo>
                  <a:lnTo>
                    <a:pt x="776" y="160"/>
                  </a:lnTo>
                  <a:cubicBezTo>
                    <a:pt x="782" y="162"/>
                    <a:pt x="787" y="162"/>
                    <a:pt x="792" y="162"/>
                  </a:cubicBezTo>
                  <a:cubicBezTo>
                    <a:pt x="827" y="162"/>
                    <a:pt x="844" y="131"/>
                    <a:pt x="844" y="93"/>
                  </a:cubicBezTo>
                  <a:cubicBezTo>
                    <a:pt x="844" y="47"/>
                    <a:pt x="822" y="1"/>
                    <a:pt x="776"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9"/>
            <p:cNvSpPr/>
            <p:nvPr/>
          </p:nvSpPr>
          <p:spPr>
            <a:xfrm>
              <a:off x="6455214" y="3838727"/>
              <a:ext cx="21599" cy="35028"/>
            </a:xfrm>
            <a:custGeom>
              <a:avLst/>
              <a:gdLst/>
              <a:ahLst/>
              <a:cxnLst/>
              <a:rect l="l" t="t" r="r" b="b"/>
              <a:pathLst>
                <a:path w="801" h="1299" extrusionOk="0">
                  <a:moveTo>
                    <a:pt x="395" y="160"/>
                  </a:moveTo>
                  <a:cubicBezTo>
                    <a:pt x="531" y="160"/>
                    <a:pt x="609" y="217"/>
                    <a:pt x="609" y="374"/>
                  </a:cubicBezTo>
                  <a:cubicBezTo>
                    <a:pt x="609" y="520"/>
                    <a:pt x="531" y="577"/>
                    <a:pt x="395" y="577"/>
                  </a:cubicBezTo>
                  <a:lnTo>
                    <a:pt x="182" y="577"/>
                  </a:lnTo>
                  <a:lnTo>
                    <a:pt x="182" y="160"/>
                  </a:lnTo>
                  <a:close/>
                  <a:moveTo>
                    <a:pt x="57" y="1"/>
                  </a:moveTo>
                  <a:cubicBezTo>
                    <a:pt x="25" y="1"/>
                    <a:pt x="1" y="36"/>
                    <a:pt x="1" y="58"/>
                  </a:cubicBezTo>
                  <a:lnTo>
                    <a:pt x="1" y="1231"/>
                  </a:lnTo>
                  <a:cubicBezTo>
                    <a:pt x="1" y="1263"/>
                    <a:pt x="47" y="1285"/>
                    <a:pt x="93" y="1285"/>
                  </a:cubicBezTo>
                  <a:cubicBezTo>
                    <a:pt x="136" y="1285"/>
                    <a:pt x="182" y="1263"/>
                    <a:pt x="182" y="1231"/>
                  </a:cubicBezTo>
                  <a:lnTo>
                    <a:pt x="182" y="734"/>
                  </a:lnTo>
                  <a:lnTo>
                    <a:pt x="363" y="734"/>
                  </a:lnTo>
                  <a:lnTo>
                    <a:pt x="620" y="1242"/>
                  </a:lnTo>
                  <a:cubicBezTo>
                    <a:pt x="633" y="1274"/>
                    <a:pt x="655" y="1299"/>
                    <a:pt x="687" y="1299"/>
                  </a:cubicBezTo>
                  <a:cubicBezTo>
                    <a:pt x="744" y="1299"/>
                    <a:pt x="801" y="1253"/>
                    <a:pt x="801" y="1196"/>
                  </a:cubicBezTo>
                  <a:cubicBezTo>
                    <a:pt x="801" y="1196"/>
                    <a:pt x="801" y="1185"/>
                    <a:pt x="790" y="1174"/>
                  </a:cubicBezTo>
                  <a:lnTo>
                    <a:pt x="552" y="712"/>
                  </a:lnTo>
                  <a:cubicBezTo>
                    <a:pt x="687" y="677"/>
                    <a:pt x="801" y="577"/>
                    <a:pt x="801" y="363"/>
                  </a:cubicBezTo>
                  <a:cubicBezTo>
                    <a:pt x="801" y="93"/>
                    <a:pt x="609" y="1"/>
                    <a:pt x="395"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9"/>
            <p:cNvSpPr/>
            <p:nvPr/>
          </p:nvSpPr>
          <p:spPr>
            <a:xfrm>
              <a:off x="6481694" y="3838727"/>
              <a:ext cx="24889" cy="34677"/>
            </a:xfrm>
            <a:custGeom>
              <a:avLst/>
              <a:gdLst/>
              <a:ahLst/>
              <a:cxnLst/>
              <a:rect l="l" t="t" r="r" b="b"/>
              <a:pathLst>
                <a:path w="923" h="1286" extrusionOk="0">
                  <a:moveTo>
                    <a:pt x="462" y="250"/>
                  </a:moveTo>
                  <a:lnTo>
                    <a:pt x="630" y="847"/>
                  </a:lnTo>
                  <a:lnTo>
                    <a:pt x="281" y="847"/>
                  </a:lnTo>
                  <a:lnTo>
                    <a:pt x="462" y="250"/>
                  </a:lnTo>
                  <a:close/>
                  <a:moveTo>
                    <a:pt x="462" y="1"/>
                  </a:moveTo>
                  <a:cubicBezTo>
                    <a:pt x="406" y="1"/>
                    <a:pt x="360" y="25"/>
                    <a:pt x="338" y="68"/>
                  </a:cubicBezTo>
                  <a:lnTo>
                    <a:pt x="0" y="1196"/>
                  </a:lnTo>
                  <a:lnTo>
                    <a:pt x="0" y="1207"/>
                  </a:lnTo>
                  <a:cubicBezTo>
                    <a:pt x="0" y="1253"/>
                    <a:pt x="57" y="1285"/>
                    <a:pt x="111" y="1285"/>
                  </a:cubicBezTo>
                  <a:cubicBezTo>
                    <a:pt x="146" y="1285"/>
                    <a:pt x="168" y="1274"/>
                    <a:pt x="168" y="1242"/>
                  </a:cubicBezTo>
                  <a:lnTo>
                    <a:pt x="246" y="1004"/>
                  </a:lnTo>
                  <a:lnTo>
                    <a:pt x="676" y="1004"/>
                  </a:lnTo>
                  <a:lnTo>
                    <a:pt x="744" y="1242"/>
                  </a:lnTo>
                  <a:cubicBezTo>
                    <a:pt x="754" y="1274"/>
                    <a:pt x="776" y="1285"/>
                    <a:pt x="811" y="1285"/>
                  </a:cubicBezTo>
                  <a:cubicBezTo>
                    <a:pt x="854" y="1285"/>
                    <a:pt x="922" y="1253"/>
                    <a:pt x="922" y="1207"/>
                  </a:cubicBezTo>
                  <a:lnTo>
                    <a:pt x="922" y="1196"/>
                  </a:lnTo>
                  <a:lnTo>
                    <a:pt x="573" y="68"/>
                  </a:lnTo>
                  <a:cubicBezTo>
                    <a:pt x="562" y="25"/>
                    <a:pt x="506" y="1"/>
                    <a:pt x="462"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9"/>
            <p:cNvSpPr/>
            <p:nvPr/>
          </p:nvSpPr>
          <p:spPr>
            <a:xfrm>
              <a:off x="6512380" y="3838727"/>
              <a:ext cx="26129" cy="34380"/>
            </a:xfrm>
            <a:custGeom>
              <a:avLst/>
              <a:gdLst/>
              <a:ahLst/>
              <a:cxnLst/>
              <a:rect l="l" t="t" r="r" b="b"/>
              <a:pathLst>
                <a:path w="969" h="1275" extrusionOk="0">
                  <a:moveTo>
                    <a:pt x="100" y="1"/>
                  </a:moveTo>
                  <a:cubicBezTo>
                    <a:pt x="44" y="1"/>
                    <a:pt x="0" y="25"/>
                    <a:pt x="0" y="93"/>
                  </a:cubicBezTo>
                  <a:lnTo>
                    <a:pt x="0" y="1217"/>
                  </a:lnTo>
                  <a:cubicBezTo>
                    <a:pt x="0" y="1253"/>
                    <a:pt x="54" y="1274"/>
                    <a:pt x="100" y="1274"/>
                  </a:cubicBezTo>
                  <a:cubicBezTo>
                    <a:pt x="146" y="1274"/>
                    <a:pt x="190" y="1253"/>
                    <a:pt x="190" y="1217"/>
                  </a:cubicBezTo>
                  <a:lnTo>
                    <a:pt x="190" y="363"/>
                  </a:lnTo>
                  <a:lnTo>
                    <a:pt x="428" y="812"/>
                  </a:lnTo>
                  <a:cubicBezTo>
                    <a:pt x="438" y="847"/>
                    <a:pt x="460" y="858"/>
                    <a:pt x="484" y="858"/>
                  </a:cubicBezTo>
                  <a:cubicBezTo>
                    <a:pt x="506" y="858"/>
                    <a:pt x="541" y="847"/>
                    <a:pt x="552" y="812"/>
                  </a:cubicBezTo>
                  <a:lnTo>
                    <a:pt x="787" y="374"/>
                  </a:lnTo>
                  <a:lnTo>
                    <a:pt x="787" y="1217"/>
                  </a:lnTo>
                  <a:cubicBezTo>
                    <a:pt x="787" y="1253"/>
                    <a:pt x="833" y="1274"/>
                    <a:pt x="879" y="1274"/>
                  </a:cubicBezTo>
                  <a:cubicBezTo>
                    <a:pt x="922" y="1274"/>
                    <a:pt x="968" y="1253"/>
                    <a:pt x="968" y="1217"/>
                  </a:cubicBezTo>
                  <a:lnTo>
                    <a:pt x="968" y="93"/>
                  </a:lnTo>
                  <a:cubicBezTo>
                    <a:pt x="968" y="25"/>
                    <a:pt x="933" y="1"/>
                    <a:pt x="879" y="1"/>
                  </a:cubicBezTo>
                  <a:cubicBezTo>
                    <a:pt x="811" y="1"/>
                    <a:pt x="776" y="25"/>
                    <a:pt x="730" y="114"/>
                  </a:cubicBezTo>
                  <a:lnTo>
                    <a:pt x="484" y="577"/>
                  </a:lnTo>
                  <a:lnTo>
                    <a:pt x="246" y="114"/>
                  </a:lnTo>
                  <a:cubicBezTo>
                    <a:pt x="203" y="25"/>
                    <a:pt x="157" y="1"/>
                    <a:pt x="100"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9"/>
            <p:cNvSpPr/>
            <p:nvPr/>
          </p:nvSpPr>
          <p:spPr>
            <a:xfrm>
              <a:off x="6544523" y="3838727"/>
              <a:ext cx="38587" cy="34677"/>
            </a:xfrm>
            <a:custGeom>
              <a:avLst/>
              <a:gdLst/>
              <a:ahLst/>
              <a:cxnLst/>
              <a:rect l="l" t="t" r="r" b="b"/>
              <a:pathLst>
                <a:path w="1431" h="1286" extrusionOk="0">
                  <a:moveTo>
                    <a:pt x="125" y="1"/>
                  </a:moveTo>
                  <a:cubicBezTo>
                    <a:pt x="68" y="1"/>
                    <a:pt x="1" y="36"/>
                    <a:pt x="1" y="82"/>
                  </a:cubicBezTo>
                  <a:cubicBezTo>
                    <a:pt x="1" y="93"/>
                    <a:pt x="1" y="93"/>
                    <a:pt x="12" y="104"/>
                  </a:cubicBezTo>
                  <a:lnTo>
                    <a:pt x="349" y="1217"/>
                  </a:lnTo>
                  <a:cubicBezTo>
                    <a:pt x="363" y="1263"/>
                    <a:pt x="417" y="1285"/>
                    <a:pt x="474" y="1285"/>
                  </a:cubicBezTo>
                  <a:cubicBezTo>
                    <a:pt x="520" y="1285"/>
                    <a:pt x="577" y="1263"/>
                    <a:pt x="587" y="1217"/>
                  </a:cubicBezTo>
                  <a:lnTo>
                    <a:pt x="723" y="701"/>
                  </a:lnTo>
                  <a:lnTo>
                    <a:pt x="847" y="1217"/>
                  </a:lnTo>
                  <a:cubicBezTo>
                    <a:pt x="858" y="1263"/>
                    <a:pt x="915" y="1285"/>
                    <a:pt x="971" y="1285"/>
                  </a:cubicBezTo>
                  <a:cubicBezTo>
                    <a:pt x="1015" y="1285"/>
                    <a:pt x="1071" y="1263"/>
                    <a:pt x="1082" y="1217"/>
                  </a:cubicBezTo>
                  <a:lnTo>
                    <a:pt x="1431" y="104"/>
                  </a:lnTo>
                  <a:lnTo>
                    <a:pt x="1431" y="82"/>
                  </a:lnTo>
                  <a:cubicBezTo>
                    <a:pt x="1431" y="36"/>
                    <a:pt x="1363" y="1"/>
                    <a:pt x="1320" y="1"/>
                  </a:cubicBezTo>
                  <a:cubicBezTo>
                    <a:pt x="1285" y="1"/>
                    <a:pt x="1253" y="14"/>
                    <a:pt x="1253" y="47"/>
                  </a:cubicBezTo>
                  <a:lnTo>
                    <a:pt x="971" y="1039"/>
                  </a:lnTo>
                  <a:lnTo>
                    <a:pt x="812" y="406"/>
                  </a:lnTo>
                  <a:cubicBezTo>
                    <a:pt x="801" y="374"/>
                    <a:pt x="755" y="363"/>
                    <a:pt x="723" y="363"/>
                  </a:cubicBezTo>
                  <a:cubicBezTo>
                    <a:pt x="677" y="363"/>
                    <a:pt x="633" y="374"/>
                    <a:pt x="633" y="406"/>
                  </a:cubicBezTo>
                  <a:lnTo>
                    <a:pt x="474" y="1039"/>
                  </a:lnTo>
                  <a:lnTo>
                    <a:pt x="182" y="47"/>
                  </a:lnTo>
                  <a:cubicBezTo>
                    <a:pt x="182" y="14"/>
                    <a:pt x="147" y="1"/>
                    <a:pt x="125"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9"/>
            <p:cNvSpPr/>
            <p:nvPr/>
          </p:nvSpPr>
          <p:spPr>
            <a:xfrm>
              <a:off x="6584916" y="3838727"/>
              <a:ext cx="24970" cy="34677"/>
            </a:xfrm>
            <a:custGeom>
              <a:avLst/>
              <a:gdLst/>
              <a:ahLst/>
              <a:cxnLst/>
              <a:rect l="l" t="t" r="r" b="b"/>
              <a:pathLst>
                <a:path w="926" h="1286" extrusionOk="0">
                  <a:moveTo>
                    <a:pt x="463" y="250"/>
                  </a:moveTo>
                  <a:lnTo>
                    <a:pt x="633" y="847"/>
                  </a:lnTo>
                  <a:lnTo>
                    <a:pt x="295" y="847"/>
                  </a:lnTo>
                  <a:lnTo>
                    <a:pt x="463" y="250"/>
                  </a:lnTo>
                  <a:close/>
                  <a:moveTo>
                    <a:pt x="463" y="1"/>
                  </a:moveTo>
                  <a:cubicBezTo>
                    <a:pt x="406" y="1"/>
                    <a:pt x="363" y="25"/>
                    <a:pt x="352" y="68"/>
                  </a:cubicBezTo>
                  <a:lnTo>
                    <a:pt x="1" y="1196"/>
                  </a:lnTo>
                  <a:lnTo>
                    <a:pt x="1" y="1207"/>
                  </a:lnTo>
                  <a:cubicBezTo>
                    <a:pt x="1" y="1253"/>
                    <a:pt x="68" y="1285"/>
                    <a:pt x="114" y="1285"/>
                  </a:cubicBezTo>
                  <a:cubicBezTo>
                    <a:pt x="149" y="1285"/>
                    <a:pt x="171" y="1274"/>
                    <a:pt x="182" y="1242"/>
                  </a:cubicBezTo>
                  <a:lnTo>
                    <a:pt x="249" y="1004"/>
                  </a:lnTo>
                  <a:lnTo>
                    <a:pt x="677" y="1004"/>
                  </a:lnTo>
                  <a:lnTo>
                    <a:pt x="744" y="1242"/>
                  </a:lnTo>
                  <a:cubicBezTo>
                    <a:pt x="758" y="1274"/>
                    <a:pt x="779" y="1285"/>
                    <a:pt x="812" y="1285"/>
                  </a:cubicBezTo>
                  <a:cubicBezTo>
                    <a:pt x="868" y="1285"/>
                    <a:pt x="925" y="1253"/>
                    <a:pt x="925" y="1207"/>
                  </a:cubicBezTo>
                  <a:lnTo>
                    <a:pt x="925" y="1196"/>
                  </a:lnTo>
                  <a:lnTo>
                    <a:pt x="576" y="68"/>
                  </a:lnTo>
                  <a:cubicBezTo>
                    <a:pt x="566" y="25"/>
                    <a:pt x="520" y="1"/>
                    <a:pt x="463"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9"/>
            <p:cNvSpPr/>
            <p:nvPr/>
          </p:nvSpPr>
          <p:spPr>
            <a:xfrm>
              <a:off x="6610425" y="3839105"/>
              <a:ext cx="24970" cy="34003"/>
            </a:xfrm>
            <a:custGeom>
              <a:avLst/>
              <a:gdLst/>
              <a:ahLst/>
              <a:cxnLst/>
              <a:rect l="l" t="t" r="r" b="b"/>
              <a:pathLst>
                <a:path w="926" h="1261" extrusionOk="0">
                  <a:moveTo>
                    <a:pt x="125" y="0"/>
                  </a:moveTo>
                  <a:cubicBezTo>
                    <a:pt x="68" y="0"/>
                    <a:pt x="1" y="22"/>
                    <a:pt x="1" y="68"/>
                  </a:cubicBezTo>
                  <a:cubicBezTo>
                    <a:pt x="1" y="79"/>
                    <a:pt x="14" y="90"/>
                    <a:pt x="14" y="100"/>
                  </a:cubicBezTo>
                  <a:lnTo>
                    <a:pt x="374" y="744"/>
                  </a:lnTo>
                  <a:lnTo>
                    <a:pt x="374" y="765"/>
                  </a:lnTo>
                  <a:lnTo>
                    <a:pt x="374" y="1193"/>
                  </a:lnTo>
                  <a:cubicBezTo>
                    <a:pt x="374" y="1239"/>
                    <a:pt x="420" y="1260"/>
                    <a:pt x="463" y="1260"/>
                  </a:cubicBezTo>
                  <a:cubicBezTo>
                    <a:pt x="509" y="1260"/>
                    <a:pt x="566" y="1239"/>
                    <a:pt x="566" y="1193"/>
                  </a:cubicBezTo>
                  <a:lnTo>
                    <a:pt x="566" y="765"/>
                  </a:lnTo>
                  <a:lnTo>
                    <a:pt x="566" y="744"/>
                  </a:lnTo>
                  <a:lnTo>
                    <a:pt x="926" y="100"/>
                  </a:lnTo>
                  <a:lnTo>
                    <a:pt x="926" y="68"/>
                  </a:lnTo>
                  <a:cubicBezTo>
                    <a:pt x="926" y="22"/>
                    <a:pt x="858" y="0"/>
                    <a:pt x="812" y="0"/>
                  </a:cubicBezTo>
                  <a:cubicBezTo>
                    <a:pt x="780" y="0"/>
                    <a:pt x="769" y="11"/>
                    <a:pt x="758" y="33"/>
                  </a:cubicBezTo>
                  <a:lnTo>
                    <a:pt x="463" y="584"/>
                  </a:lnTo>
                  <a:lnTo>
                    <a:pt x="182" y="33"/>
                  </a:lnTo>
                  <a:cubicBezTo>
                    <a:pt x="171" y="11"/>
                    <a:pt x="150" y="0"/>
                    <a:pt x="125"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9"/>
            <p:cNvSpPr/>
            <p:nvPr/>
          </p:nvSpPr>
          <p:spPr>
            <a:xfrm>
              <a:off x="6418461" y="4049566"/>
              <a:ext cx="18552" cy="33140"/>
            </a:xfrm>
            <a:custGeom>
              <a:avLst/>
              <a:gdLst/>
              <a:ahLst/>
              <a:cxnLst/>
              <a:rect l="l" t="t" r="r" b="b"/>
              <a:pathLst>
                <a:path w="688" h="1229" extrusionOk="0">
                  <a:moveTo>
                    <a:pt x="90" y="1"/>
                  </a:moveTo>
                  <a:cubicBezTo>
                    <a:pt x="47" y="1"/>
                    <a:pt x="1" y="23"/>
                    <a:pt x="1" y="58"/>
                  </a:cubicBezTo>
                  <a:lnTo>
                    <a:pt x="1" y="1161"/>
                  </a:lnTo>
                  <a:cubicBezTo>
                    <a:pt x="1" y="1207"/>
                    <a:pt x="47" y="1228"/>
                    <a:pt x="79" y="1228"/>
                  </a:cubicBezTo>
                  <a:lnTo>
                    <a:pt x="631" y="1228"/>
                  </a:lnTo>
                  <a:cubicBezTo>
                    <a:pt x="666" y="1228"/>
                    <a:pt x="688" y="1185"/>
                    <a:pt x="688" y="1150"/>
                  </a:cubicBezTo>
                  <a:cubicBezTo>
                    <a:pt x="688" y="1104"/>
                    <a:pt x="666" y="1072"/>
                    <a:pt x="631" y="1072"/>
                  </a:cubicBezTo>
                  <a:lnTo>
                    <a:pt x="182" y="1072"/>
                  </a:lnTo>
                  <a:lnTo>
                    <a:pt x="182" y="58"/>
                  </a:lnTo>
                  <a:cubicBezTo>
                    <a:pt x="182" y="23"/>
                    <a:pt x="136" y="1"/>
                    <a:pt x="90"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9"/>
            <p:cNvSpPr/>
            <p:nvPr/>
          </p:nvSpPr>
          <p:spPr>
            <a:xfrm>
              <a:off x="6441867" y="4048326"/>
              <a:ext cx="21329" cy="34677"/>
            </a:xfrm>
            <a:custGeom>
              <a:avLst/>
              <a:gdLst/>
              <a:ahLst/>
              <a:cxnLst/>
              <a:rect l="l" t="t" r="r" b="b"/>
              <a:pathLst>
                <a:path w="791" h="1286" extrusionOk="0">
                  <a:moveTo>
                    <a:pt x="396" y="161"/>
                  </a:moveTo>
                  <a:cubicBezTo>
                    <a:pt x="520" y="161"/>
                    <a:pt x="598" y="228"/>
                    <a:pt x="598" y="385"/>
                  </a:cubicBezTo>
                  <a:lnTo>
                    <a:pt x="598" y="904"/>
                  </a:lnTo>
                  <a:cubicBezTo>
                    <a:pt x="598" y="1061"/>
                    <a:pt x="520" y="1128"/>
                    <a:pt x="396" y="1128"/>
                  </a:cubicBezTo>
                  <a:cubicBezTo>
                    <a:pt x="260" y="1128"/>
                    <a:pt x="182" y="1061"/>
                    <a:pt x="182" y="904"/>
                  </a:cubicBezTo>
                  <a:lnTo>
                    <a:pt x="182" y="385"/>
                  </a:lnTo>
                  <a:cubicBezTo>
                    <a:pt x="182" y="228"/>
                    <a:pt x="260" y="161"/>
                    <a:pt x="396" y="161"/>
                  </a:cubicBezTo>
                  <a:close/>
                  <a:moveTo>
                    <a:pt x="396" y="1"/>
                  </a:moveTo>
                  <a:cubicBezTo>
                    <a:pt x="168" y="1"/>
                    <a:pt x="1" y="104"/>
                    <a:pt x="1" y="385"/>
                  </a:cubicBezTo>
                  <a:lnTo>
                    <a:pt x="1" y="904"/>
                  </a:lnTo>
                  <a:cubicBezTo>
                    <a:pt x="1" y="1185"/>
                    <a:pt x="168" y="1285"/>
                    <a:pt x="396" y="1285"/>
                  </a:cubicBezTo>
                  <a:cubicBezTo>
                    <a:pt x="609" y="1285"/>
                    <a:pt x="790" y="1185"/>
                    <a:pt x="790" y="904"/>
                  </a:cubicBezTo>
                  <a:lnTo>
                    <a:pt x="790" y="385"/>
                  </a:lnTo>
                  <a:cubicBezTo>
                    <a:pt x="790" y="104"/>
                    <a:pt x="609" y="1"/>
                    <a:pt x="396"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9"/>
            <p:cNvSpPr/>
            <p:nvPr/>
          </p:nvSpPr>
          <p:spPr>
            <a:xfrm>
              <a:off x="6470746" y="4048326"/>
              <a:ext cx="21248" cy="34677"/>
            </a:xfrm>
            <a:custGeom>
              <a:avLst/>
              <a:gdLst/>
              <a:ahLst/>
              <a:cxnLst/>
              <a:rect l="l" t="t" r="r" b="b"/>
              <a:pathLst>
                <a:path w="788" h="1286" extrusionOk="0">
                  <a:moveTo>
                    <a:pt x="395" y="161"/>
                  </a:moveTo>
                  <a:cubicBezTo>
                    <a:pt x="530" y="161"/>
                    <a:pt x="609" y="228"/>
                    <a:pt x="609" y="385"/>
                  </a:cubicBezTo>
                  <a:lnTo>
                    <a:pt x="609" y="904"/>
                  </a:lnTo>
                  <a:cubicBezTo>
                    <a:pt x="609" y="1061"/>
                    <a:pt x="530" y="1128"/>
                    <a:pt x="395" y="1128"/>
                  </a:cubicBezTo>
                  <a:cubicBezTo>
                    <a:pt x="260" y="1128"/>
                    <a:pt x="179" y="1061"/>
                    <a:pt x="179" y="904"/>
                  </a:cubicBezTo>
                  <a:lnTo>
                    <a:pt x="179" y="385"/>
                  </a:lnTo>
                  <a:cubicBezTo>
                    <a:pt x="179" y="228"/>
                    <a:pt x="260" y="161"/>
                    <a:pt x="395" y="161"/>
                  </a:cubicBezTo>
                  <a:close/>
                  <a:moveTo>
                    <a:pt x="395" y="1"/>
                  </a:moveTo>
                  <a:cubicBezTo>
                    <a:pt x="168" y="1"/>
                    <a:pt x="1" y="104"/>
                    <a:pt x="1" y="385"/>
                  </a:cubicBezTo>
                  <a:lnTo>
                    <a:pt x="1" y="904"/>
                  </a:lnTo>
                  <a:cubicBezTo>
                    <a:pt x="1" y="1185"/>
                    <a:pt x="168" y="1285"/>
                    <a:pt x="395" y="1285"/>
                  </a:cubicBezTo>
                  <a:cubicBezTo>
                    <a:pt x="620" y="1285"/>
                    <a:pt x="787" y="1185"/>
                    <a:pt x="787" y="904"/>
                  </a:cubicBezTo>
                  <a:lnTo>
                    <a:pt x="787" y="385"/>
                  </a:lnTo>
                  <a:cubicBezTo>
                    <a:pt x="787" y="104"/>
                    <a:pt x="620" y="1"/>
                    <a:pt x="395"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9"/>
            <p:cNvSpPr/>
            <p:nvPr/>
          </p:nvSpPr>
          <p:spPr>
            <a:xfrm>
              <a:off x="6500489" y="4048326"/>
              <a:ext cx="22192" cy="34380"/>
            </a:xfrm>
            <a:custGeom>
              <a:avLst/>
              <a:gdLst/>
              <a:ahLst/>
              <a:cxnLst/>
              <a:rect l="l" t="t" r="r" b="b"/>
              <a:pathLst>
                <a:path w="823" h="1275" extrusionOk="0">
                  <a:moveTo>
                    <a:pt x="90" y="1"/>
                  </a:moveTo>
                  <a:cubicBezTo>
                    <a:pt x="47" y="1"/>
                    <a:pt x="1" y="25"/>
                    <a:pt x="1" y="69"/>
                  </a:cubicBezTo>
                  <a:lnTo>
                    <a:pt x="1" y="1207"/>
                  </a:lnTo>
                  <a:cubicBezTo>
                    <a:pt x="1" y="1253"/>
                    <a:pt x="47" y="1274"/>
                    <a:pt x="90" y="1274"/>
                  </a:cubicBezTo>
                  <a:cubicBezTo>
                    <a:pt x="136" y="1274"/>
                    <a:pt x="182" y="1253"/>
                    <a:pt x="182" y="1207"/>
                  </a:cubicBezTo>
                  <a:lnTo>
                    <a:pt x="182" y="847"/>
                  </a:lnTo>
                  <a:lnTo>
                    <a:pt x="293" y="712"/>
                  </a:lnTo>
                  <a:lnTo>
                    <a:pt x="644" y="1242"/>
                  </a:lnTo>
                  <a:cubicBezTo>
                    <a:pt x="666" y="1264"/>
                    <a:pt x="687" y="1274"/>
                    <a:pt x="712" y="1274"/>
                  </a:cubicBezTo>
                  <a:cubicBezTo>
                    <a:pt x="766" y="1274"/>
                    <a:pt x="823" y="1231"/>
                    <a:pt x="823" y="1185"/>
                  </a:cubicBezTo>
                  <a:cubicBezTo>
                    <a:pt x="823" y="1174"/>
                    <a:pt x="812" y="1164"/>
                    <a:pt x="812" y="1150"/>
                  </a:cubicBezTo>
                  <a:lnTo>
                    <a:pt x="417" y="555"/>
                  </a:lnTo>
                  <a:lnTo>
                    <a:pt x="744" y="136"/>
                  </a:lnTo>
                  <a:cubicBezTo>
                    <a:pt x="755" y="125"/>
                    <a:pt x="766" y="115"/>
                    <a:pt x="766" y="104"/>
                  </a:cubicBezTo>
                  <a:cubicBezTo>
                    <a:pt x="766" y="58"/>
                    <a:pt x="698" y="1"/>
                    <a:pt x="655" y="1"/>
                  </a:cubicBezTo>
                  <a:cubicBezTo>
                    <a:pt x="631" y="1"/>
                    <a:pt x="620" y="15"/>
                    <a:pt x="609" y="36"/>
                  </a:cubicBezTo>
                  <a:lnTo>
                    <a:pt x="182" y="588"/>
                  </a:lnTo>
                  <a:lnTo>
                    <a:pt x="182" y="69"/>
                  </a:lnTo>
                  <a:cubicBezTo>
                    <a:pt x="182" y="25"/>
                    <a:pt x="136" y="1"/>
                    <a:pt x="90"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9"/>
            <p:cNvSpPr/>
            <p:nvPr/>
          </p:nvSpPr>
          <p:spPr>
            <a:xfrm>
              <a:off x="6539345" y="4048703"/>
              <a:ext cx="21329" cy="34003"/>
            </a:xfrm>
            <a:custGeom>
              <a:avLst/>
              <a:gdLst/>
              <a:ahLst/>
              <a:cxnLst/>
              <a:rect l="l" t="t" r="r" b="b"/>
              <a:pathLst>
                <a:path w="791" h="1261" extrusionOk="0">
                  <a:moveTo>
                    <a:pt x="385" y="157"/>
                  </a:moveTo>
                  <a:cubicBezTo>
                    <a:pt x="487" y="157"/>
                    <a:pt x="555" y="203"/>
                    <a:pt x="555" y="303"/>
                  </a:cubicBezTo>
                  <a:cubicBezTo>
                    <a:pt x="566" y="406"/>
                    <a:pt x="474" y="495"/>
                    <a:pt x="374" y="495"/>
                  </a:cubicBezTo>
                  <a:lnTo>
                    <a:pt x="182" y="495"/>
                  </a:lnTo>
                  <a:lnTo>
                    <a:pt x="182" y="157"/>
                  </a:lnTo>
                  <a:close/>
                  <a:moveTo>
                    <a:pt x="406" y="652"/>
                  </a:moveTo>
                  <a:cubicBezTo>
                    <a:pt x="531" y="652"/>
                    <a:pt x="598" y="709"/>
                    <a:pt x="598" y="855"/>
                  </a:cubicBezTo>
                  <a:lnTo>
                    <a:pt x="598" y="890"/>
                  </a:lnTo>
                  <a:cubicBezTo>
                    <a:pt x="598" y="1036"/>
                    <a:pt x="531" y="1104"/>
                    <a:pt x="420" y="1104"/>
                  </a:cubicBezTo>
                  <a:lnTo>
                    <a:pt x="182" y="1104"/>
                  </a:lnTo>
                  <a:lnTo>
                    <a:pt x="182" y="652"/>
                  </a:lnTo>
                  <a:close/>
                  <a:moveTo>
                    <a:pt x="82" y="1"/>
                  </a:moveTo>
                  <a:cubicBezTo>
                    <a:pt x="36" y="1"/>
                    <a:pt x="1" y="22"/>
                    <a:pt x="1" y="55"/>
                  </a:cubicBezTo>
                  <a:lnTo>
                    <a:pt x="1" y="1193"/>
                  </a:lnTo>
                  <a:cubicBezTo>
                    <a:pt x="1" y="1228"/>
                    <a:pt x="36" y="1260"/>
                    <a:pt x="82" y="1260"/>
                  </a:cubicBezTo>
                  <a:lnTo>
                    <a:pt x="441" y="1260"/>
                  </a:lnTo>
                  <a:cubicBezTo>
                    <a:pt x="633" y="1260"/>
                    <a:pt x="790" y="1160"/>
                    <a:pt x="790" y="901"/>
                  </a:cubicBezTo>
                  <a:lnTo>
                    <a:pt x="790" y="866"/>
                  </a:lnTo>
                  <a:cubicBezTo>
                    <a:pt x="790" y="687"/>
                    <a:pt x="712" y="620"/>
                    <a:pt x="609" y="574"/>
                  </a:cubicBezTo>
                  <a:cubicBezTo>
                    <a:pt x="701" y="541"/>
                    <a:pt x="758" y="439"/>
                    <a:pt x="758" y="293"/>
                  </a:cubicBezTo>
                  <a:cubicBezTo>
                    <a:pt x="758" y="55"/>
                    <a:pt x="587" y="1"/>
                    <a:pt x="395"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9"/>
            <p:cNvSpPr/>
            <p:nvPr/>
          </p:nvSpPr>
          <p:spPr>
            <a:xfrm>
              <a:off x="6567632" y="4048326"/>
              <a:ext cx="21329" cy="34677"/>
            </a:xfrm>
            <a:custGeom>
              <a:avLst/>
              <a:gdLst/>
              <a:ahLst/>
              <a:cxnLst/>
              <a:rect l="l" t="t" r="r" b="b"/>
              <a:pathLst>
                <a:path w="791" h="1286" extrusionOk="0">
                  <a:moveTo>
                    <a:pt x="396" y="161"/>
                  </a:moveTo>
                  <a:cubicBezTo>
                    <a:pt x="520" y="161"/>
                    <a:pt x="598" y="228"/>
                    <a:pt x="598" y="385"/>
                  </a:cubicBezTo>
                  <a:lnTo>
                    <a:pt x="598" y="904"/>
                  </a:lnTo>
                  <a:cubicBezTo>
                    <a:pt x="598" y="1061"/>
                    <a:pt x="520" y="1128"/>
                    <a:pt x="396" y="1128"/>
                  </a:cubicBezTo>
                  <a:cubicBezTo>
                    <a:pt x="260" y="1128"/>
                    <a:pt x="182" y="1061"/>
                    <a:pt x="182" y="904"/>
                  </a:cubicBezTo>
                  <a:lnTo>
                    <a:pt x="182" y="385"/>
                  </a:lnTo>
                  <a:cubicBezTo>
                    <a:pt x="182" y="228"/>
                    <a:pt x="260" y="161"/>
                    <a:pt x="396" y="161"/>
                  </a:cubicBezTo>
                  <a:close/>
                  <a:moveTo>
                    <a:pt x="396" y="1"/>
                  </a:moveTo>
                  <a:cubicBezTo>
                    <a:pt x="168" y="1"/>
                    <a:pt x="1" y="104"/>
                    <a:pt x="1" y="385"/>
                  </a:cubicBezTo>
                  <a:lnTo>
                    <a:pt x="1" y="904"/>
                  </a:lnTo>
                  <a:cubicBezTo>
                    <a:pt x="1" y="1185"/>
                    <a:pt x="168" y="1285"/>
                    <a:pt x="396" y="1285"/>
                  </a:cubicBezTo>
                  <a:cubicBezTo>
                    <a:pt x="609" y="1285"/>
                    <a:pt x="790" y="1185"/>
                    <a:pt x="790" y="904"/>
                  </a:cubicBezTo>
                  <a:lnTo>
                    <a:pt x="790" y="385"/>
                  </a:lnTo>
                  <a:cubicBezTo>
                    <a:pt x="790" y="104"/>
                    <a:pt x="609" y="1"/>
                    <a:pt x="396"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9"/>
            <p:cNvSpPr/>
            <p:nvPr/>
          </p:nvSpPr>
          <p:spPr>
            <a:xfrm>
              <a:off x="6593437" y="4048650"/>
              <a:ext cx="22866" cy="34057"/>
            </a:xfrm>
            <a:custGeom>
              <a:avLst/>
              <a:gdLst/>
              <a:ahLst/>
              <a:cxnLst/>
              <a:rect l="l" t="t" r="r" b="b"/>
              <a:pathLst>
                <a:path w="848" h="1263" extrusionOk="0">
                  <a:moveTo>
                    <a:pt x="795" y="0"/>
                  </a:moveTo>
                  <a:cubicBezTo>
                    <a:pt x="790" y="0"/>
                    <a:pt x="785" y="1"/>
                    <a:pt x="780" y="3"/>
                  </a:cubicBezTo>
                  <a:lnTo>
                    <a:pt x="58" y="3"/>
                  </a:lnTo>
                  <a:cubicBezTo>
                    <a:pt x="53" y="1"/>
                    <a:pt x="49" y="0"/>
                    <a:pt x="46" y="0"/>
                  </a:cubicBezTo>
                  <a:cubicBezTo>
                    <a:pt x="18" y="0"/>
                    <a:pt x="1" y="41"/>
                    <a:pt x="1" y="81"/>
                  </a:cubicBezTo>
                  <a:cubicBezTo>
                    <a:pt x="1" y="124"/>
                    <a:pt x="23" y="159"/>
                    <a:pt x="58" y="159"/>
                  </a:cubicBezTo>
                  <a:lnTo>
                    <a:pt x="328" y="159"/>
                  </a:lnTo>
                  <a:lnTo>
                    <a:pt x="328" y="1195"/>
                  </a:lnTo>
                  <a:cubicBezTo>
                    <a:pt x="328" y="1241"/>
                    <a:pt x="374" y="1262"/>
                    <a:pt x="428" y="1262"/>
                  </a:cubicBezTo>
                  <a:cubicBezTo>
                    <a:pt x="474" y="1262"/>
                    <a:pt x="520" y="1241"/>
                    <a:pt x="509" y="1195"/>
                  </a:cubicBezTo>
                  <a:lnTo>
                    <a:pt x="509" y="159"/>
                  </a:lnTo>
                  <a:lnTo>
                    <a:pt x="780" y="159"/>
                  </a:lnTo>
                  <a:cubicBezTo>
                    <a:pt x="823" y="159"/>
                    <a:pt x="847" y="113"/>
                    <a:pt x="847" y="70"/>
                  </a:cubicBezTo>
                  <a:cubicBezTo>
                    <a:pt x="847" y="39"/>
                    <a:pt x="828" y="0"/>
                    <a:pt x="795"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9"/>
            <p:cNvSpPr/>
            <p:nvPr/>
          </p:nvSpPr>
          <p:spPr>
            <a:xfrm>
              <a:off x="6622020" y="4048326"/>
              <a:ext cx="21896" cy="34380"/>
            </a:xfrm>
            <a:custGeom>
              <a:avLst/>
              <a:gdLst/>
              <a:ahLst/>
              <a:cxnLst/>
              <a:rect l="l" t="t" r="r" b="b"/>
              <a:pathLst>
                <a:path w="812" h="1275" extrusionOk="0">
                  <a:moveTo>
                    <a:pt x="101" y="1"/>
                  </a:moveTo>
                  <a:cubicBezTo>
                    <a:pt x="58" y="1"/>
                    <a:pt x="12" y="25"/>
                    <a:pt x="1" y="58"/>
                  </a:cubicBezTo>
                  <a:lnTo>
                    <a:pt x="1" y="1207"/>
                  </a:lnTo>
                  <a:cubicBezTo>
                    <a:pt x="12" y="1253"/>
                    <a:pt x="58" y="1274"/>
                    <a:pt x="101" y="1274"/>
                  </a:cubicBezTo>
                  <a:cubicBezTo>
                    <a:pt x="147" y="1274"/>
                    <a:pt x="193" y="1253"/>
                    <a:pt x="179" y="1207"/>
                  </a:cubicBezTo>
                  <a:lnTo>
                    <a:pt x="179" y="690"/>
                  </a:lnTo>
                  <a:lnTo>
                    <a:pt x="631" y="690"/>
                  </a:lnTo>
                  <a:lnTo>
                    <a:pt x="631" y="1207"/>
                  </a:lnTo>
                  <a:cubicBezTo>
                    <a:pt x="631" y="1253"/>
                    <a:pt x="677" y="1274"/>
                    <a:pt x="720" y="1274"/>
                  </a:cubicBezTo>
                  <a:cubicBezTo>
                    <a:pt x="766" y="1274"/>
                    <a:pt x="812" y="1253"/>
                    <a:pt x="812" y="1207"/>
                  </a:cubicBezTo>
                  <a:lnTo>
                    <a:pt x="812" y="58"/>
                  </a:lnTo>
                  <a:cubicBezTo>
                    <a:pt x="812" y="25"/>
                    <a:pt x="766" y="1"/>
                    <a:pt x="720" y="1"/>
                  </a:cubicBezTo>
                  <a:cubicBezTo>
                    <a:pt x="677" y="1"/>
                    <a:pt x="631" y="25"/>
                    <a:pt x="631" y="58"/>
                  </a:cubicBezTo>
                  <a:lnTo>
                    <a:pt x="631" y="542"/>
                  </a:lnTo>
                  <a:lnTo>
                    <a:pt x="179" y="542"/>
                  </a:lnTo>
                  <a:lnTo>
                    <a:pt x="179" y="58"/>
                  </a:lnTo>
                  <a:cubicBezTo>
                    <a:pt x="193" y="25"/>
                    <a:pt x="147" y="1"/>
                    <a:pt x="101"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9"/>
            <p:cNvSpPr/>
            <p:nvPr/>
          </p:nvSpPr>
          <p:spPr>
            <a:xfrm>
              <a:off x="6472580" y="4104548"/>
              <a:ext cx="38587" cy="34650"/>
            </a:xfrm>
            <a:custGeom>
              <a:avLst/>
              <a:gdLst/>
              <a:ahLst/>
              <a:cxnLst/>
              <a:rect l="l" t="t" r="r" b="b"/>
              <a:pathLst>
                <a:path w="1431" h="1285" extrusionOk="0">
                  <a:moveTo>
                    <a:pt x="124" y="1"/>
                  </a:moveTo>
                  <a:cubicBezTo>
                    <a:pt x="68" y="1"/>
                    <a:pt x="0" y="36"/>
                    <a:pt x="0" y="79"/>
                  </a:cubicBezTo>
                  <a:cubicBezTo>
                    <a:pt x="0" y="79"/>
                    <a:pt x="0" y="92"/>
                    <a:pt x="11" y="92"/>
                  </a:cubicBezTo>
                  <a:lnTo>
                    <a:pt x="349" y="1217"/>
                  </a:lnTo>
                  <a:cubicBezTo>
                    <a:pt x="360" y="1263"/>
                    <a:pt x="416" y="1285"/>
                    <a:pt x="473" y="1285"/>
                  </a:cubicBezTo>
                  <a:cubicBezTo>
                    <a:pt x="517" y="1285"/>
                    <a:pt x="573" y="1263"/>
                    <a:pt x="584" y="1217"/>
                  </a:cubicBezTo>
                  <a:lnTo>
                    <a:pt x="719" y="701"/>
                  </a:lnTo>
                  <a:lnTo>
                    <a:pt x="844" y="1217"/>
                  </a:lnTo>
                  <a:cubicBezTo>
                    <a:pt x="854" y="1263"/>
                    <a:pt x="911" y="1285"/>
                    <a:pt x="957" y="1285"/>
                  </a:cubicBezTo>
                  <a:cubicBezTo>
                    <a:pt x="1014" y="1285"/>
                    <a:pt x="1071" y="1263"/>
                    <a:pt x="1082" y="1217"/>
                  </a:cubicBezTo>
                  <a:lnTo>
                    <a:pt x="1420" y="92"/>
                  </a:lnTo>
                  <a:cubicBezTo>
                    <a:pt x="1430" y="92"/>
                    <a:pt x="1430" y="79"/>
                    <a:pt x="1430" y="79"/>
                  </a:cubicBezTo>
                  <a:cubicBezTo>
                    <a:pt x="1430" y="36"/>
                    <a:pt x="1363" y="1"/>
                    <a:pt x="1306" y="1"/>
                  </a:cubicBezTo>
                  <a:cubicBezTo>
                    <a:pt x="1284" y="1"/>
                    <a:pt x="1249" y="11"/>
                    <a:pt x="1249" y="47"/>
                  </a:cubicBezTo>
                  <a:lnTo>
                    <a:pt x="968" y="1025"/>
                  </a:lnTo>
                  <a:lnTo>
                    <a:pt x="811" y="406"/>
                  </a:lnTo>
                  <a:cubicBezTo>
                    <a:pt x="800" y="374"/>
                    <a:pt x="754" y="349"/>
                    <a:pt x="719" y="349"/>
                  </a:cubicBezTo>
                  <a:cubicBezTo>
                    <a:pt x="676" y="349"/>
                    <a:pt x="630" y="374"/>
                    <a:pt x="619" y="406"/>
                  </a:cubicBezTo>
                  <a:lnTo>
                    <a:pt x="473" y="1025"/>
                  </a:lnTo>
                  <a:lnTo>
                    <a:pt x="179" y="47"/>
                  </a:lnTo>
                  <a:cubicBezTo>
                    <a:pt x="179" y="11"/>
                    <a:pt x="146" y="1"/>
                    <a:pt x="124"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9"/>
            <p:cNvSpPr/>
            <p:nvPr/>
          </p:nvSpPr>
          <p:spPr>
            <a:xfrm>
              <a:off x="6512947" y="4104548"/>
              <a:ext cx="24970" cy="34353"/>
            </a:xfrm>
            <a:custGeom>
              <a:avLst/>
              <a:gdLst/>
              <a:ahLst/>
              <a:cxnLst/>
              <a:rect l="l" t="t" r="r" b="b"/>
              <a:pathLst>
                <a:path w="926" h="1274" extrusionOk="0">
                  <a:moveTo>
                    <a:pt x="463" y="238"/>
                  </a:moveTo>
                  <a:lnTo>
                    <a:pt x="631" y="836"/>
                  </a:lnTo>
                  <a:lnTo>
                    <a:pt x="293" y="836"/>
                  </a:lnTo>
                  <a:lnTo>
                    <a:pt x="463" y="238"/>
                  </a:lnTo>
                  <a:close/>
                  <a:moveTo>
                    <a:pt x="463" y="1"/>
                  </a:moveTo>
                  <a:cubicBezTo>
                    <a:pt x="407" y="1"/>
                    <a:pt x="361" y="25"/>
                    <a:pt x="350" y="57"/>
                  </a:cubicBezTo>
                  <a:lnTo>
                    <a:pt x="1" y="1185"/>
                  </a:lnTo>
                  <a:lnTo>
                    <a:pt x="1" y="1206"/>
                  </a:lnTo>
                  <a:cubicBezTo>
                    <a:pt x="1" y="1252"/>
                    <a:pt x="58" y="1274"/>
                    <a:pt x="115" y="1274"/>
                  </a:cubicBezTo>
                  <a:cubicBezTo>
                    <a:pt x="147" y="1274"/>
                    <a:pt x="169" y="1274"/>
                    <a:pt x="182" y="1242"/>
                  </a:cubicBezTo>
                  <a:lnTo>
                    <a:pt x="250" y="993"/>
                  </a:lnTo>
                  <a:lnTo>
                    <a:pt x="677" y="993"/>
                  </a:lnTo>
                  <a:lnTo>
                    <a:pt x="745" y="1242"/>
                  </a:lnTo>
                  <a:cubicBezTo>
                    <a:pt x="755" y="1274"/>
                    <a:pt x="777" y="1274"/>
                    <a:pt x="812" y="1274"/>
                  </a:cubicBezTo>
                  <a:cubicBezTo>
                    <a:pt x="869" y="1274"/>
                    <a:pt x="926" y="1252"/>
                    <a:pt x="926" y="1206"/>
                  </a:cubicBezTo>
                  <a:lnTo>
                    <a:pt x="926" y="1185"/>
                  </a:lnTo>
                  <a:lnTo>
                    <a:pt x="574" y="57"/>
                  </a:lnTo>
                  <a:cubicBezTo>
                    <a:pt x="563" y="25"/>
                    <a:pt x="520" y="1"/>
                    <a:pt x="463"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9"/>
            <p:cNvSpPr/>
            <p:nvPr/>
          </p:nvSpPr>
          <p:spPr>
            <a:xfrm>
              <a:off x="6538482" y="4104845"/>
              <a:ext cx="24943" cy="34353"/>
            </a:xfrm>
            <a:custGeom>
              <a:avLst/>
              <a:gdLst/>
              <a:ahLst/>
              <a:cxnLst/>
              <a:rect l="l" t="t" r="r" b="b"/>
              <a:pathLst>
                <a:path w="925" h="1274" extrusionOk="0">
                  <a:moveTo>
                    <a:pt x="114" y="0"/>
                  </a:moveTo>
                  <a:cubicBezTo>
                    <a:pt x="68" y="0"/>
                    <a:pt x="0" y="36"/>
                    <a:pt x="0" y="81"/>
                  </a:cubicBezTo>
                  <a:cubicBezTo>
                    <a:pt x="0" y="92"/>
                    <a:pt x="0" y="92"/>
                    <a:pt x="11" y="103"/>
                  </a:cubicBezTo>
                  <a:lnTo>
                    <a:pt x="371" y="757"/>
                  </a:lnTo>
                  <a:lnTo>
                    <a:pt x="371" y="779"/>
                  </a:lnTo>
                  <a:lnTo>
                    <a:pt x="371" y="1217"/>
                  </a:lnTo>
                  <a:cubicBezTo>
                    <a:pt x="371" y="1252"/>
                    <a:pt x="417" y="1274"/>
                    <a:pt x="463" y="1274"/>
                  </a:cubicBezTo>
                  <a:cubicBezTo>
                    <a:pt x="506" y="1274"/>
                    <a:pt x="552" y="1252"/>
                    <a:pt x="552" y="1217"/>
                  </a:cubicBezTo>
                  <a:lnTo>
                    <a:pt x="552" y="779"/>
                  </a:lnTo>
                  <a:cubicBezTo>
                    <a:pt x="552" y="768"/>
                    <a:pt x="552" y="757"/>
                    <a:pt x="563" y="757"/>
                  </a:cubicBezTo>
                  <a:lnTo>
                    <a:pt x="911" y="103"/>
                  </a:lnTo>
                  <a:cubicBezTo>
                    <a:pt x="925" y="92"/>
                    <a:pt x="925" y="92"/>
                    <a:pt x="925" y="81"/>
                  </a:cubicBezTo>
                  <a:cubicBezTo>
                    <a:pt x="925" y="36"/>
                    <a:pt x="857" y="0"/>
                    <a:pt x="811" y="0"/>
                  </a:cubicBezTo>
                  <a:cubicBezTo>
                    <a:pt x="776" y="0"/>
                    <a:pt x="765" y="25"/>
                    <a:pt x="744" y="46"/>
                  </a:cubicBezTo>
                  <a:lnTo>
                    <a:pt x="463" y="598"/>
                  </a:lnTo>
                  <a:lnTo>
                    <a:pt x="181" y="46"/>
                  </a:lnTo>
                  <a:cubicBezTo>
                    <a:pt x="157" y="25"/>
                    <a:pt x="146" y="0"/>
                    <a:pt x="114"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49"/>
            <p:cNvSpPr/>
            <p:nvPr/>
          </p:nvSpPr>
          <p:spPr>
            <a:xfrm>
              <a:off x="6567632" y="4104548"/>
              <a:ext cx="20952" cy="34650"/>
            </a:xfrm>
            <a:custGeom>
              <a:avLst/>
              <a:gdLst/>
              <a:ahLst/>
              <a:cxnLst/>
              <a:rect l="l" t="t" r="r" b="b"/>
              <a:pathLst>
                <a:path w="777" h="1285" extrusionOk="0">
                  <a:moveTo>
                    <a:pt x="428" y="1"/>
                  </a:moveTo>
                  <a:cubicBezTo>
                    <a:pt x="236" y="1"/>
                    <a:pt x="22" y="68"/>
                    <a:pt x="22" y="328"/>
                  </a:cubicBezTo>
                  <a:cubicBezTo>
                    <a:pt x="22" y="744"/>
                    <a:pt x="588" y="633"/>
                    <a:pt x="588" y="936"/>
                  </a:cubicBezTo>
                  <a:cubicBezTo>
                    <a:pt x="588" y="1060"/>
                    <a:pt x="496" y="1117"/>
                    <a:pt x="371" y="1117"/>
                  </a:cubicBezTo>
                  <a:cubicBezTo>
                    <a:pt x="182" y="1117"/>
                    <a:pt x="136" y="982"/>
                    <a:pt x="79" y="982"/>
                  </a:cubicBezTo>
                  <a:cubicBezTo>
                    <a:pt x="33" y="982"/>
                    <a:pt x="1" y="1039"/>
                    <a:pt x="1" y="1082"/>
                  </a:cubicBezTo>
                  <a:cubicBezTo>
                    <a:pt x="1" y="1174"/>
                    <a:pt x="158" y="1285"/>
                    <a:pt x="385" y="1285"/>
                  </a:cubicBezTo>
                  <a:cubicBezTo>
                    <a:pt x="609" y="1285"/>
                    <a:pt x="777" y="1160"/>
                    <a:pt x="777" y="914"/>
                  </a:cubicBezTo>
                  <a:cubicBezTo>
                    <a:pt x="777" y="452"/>
                    <a:pt x="214" y="576"/>
                    <a:pt x="214" y="317"/>
                  </a:cubicBezTo>
                  <a:cubicBezTo>
                    <a:pt x="214" y="203"/>
                    <a:pt x="304" y="160"/>
                    <a:pt x="428" y="160"/>
                  </a:cubicBezTo>
                  <a:cubicBezTo>
                    <a:pt x="574" y="160"/>
                    <a:pt x="620" y="228"/>
                    <a:pt x="666" y="228"/>
                  </a:cubicBezTo>
                  <a:cubicBezTo>
                    <a:pt x="723" y="228"/>
                    <a:pt x="744" y="160"/>
                    <a:pt x="744" y="125"/>
                  </a:cubicBezTo>
                  <a:cubicBezTo>
                    <a:pt x="744" y="25"/>
                    <a:pt x="542" y="1"/>
                    <a:pt x="428"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49"/>
            <p:cNvSpPr/>
            <p:nvPr/>
          </p:nvSpPr>
          <p:spPr>
            <a:xfrm>
              <a:off x="6402363" y="3888316"/>
              <a:ext cx="260077" cy="125792"/>
            </a:xfrm>
            <a:custGeom>
              <a:avLst/>
              <a:gdLst/>
              <a:ahLst/>
              <a:cxnLst/>
              <a:rect l="l" t="t" r="r" b="b"/>
              <a:pathLst>
                <a:path w="9645" h="4665" extrusionOk="0">
                  <a:moveTo>
                    <a:pt x="4817" y="433"/>
                  </a:moveTo>
                  <a:cubicBezTo>
                    <a:pt x="4831" y="433"/>
                    <a:pt x="4846" y="438"/>
                    <a:pt x="4856" y="449"/>
                  </a:cubicBezTo>
                  <a:lnTo>
                    <a:pt x="5600" y="1001"/>
                  </a:lnTo>
                  <a:cubicBezTo>
                    <a:pt x="5635" y="1025"/>
                    <a:pt x="5635" y="1082"/>
                    <a:pt x="5600" y="1103"/>
                  </a:cubicBezTo>
                  <a:lnTo>
                    <a:pt x="4856" y="1633"/>
                  </a:lnTo>
                  <a:cubicBezTo>
                    <a:pt x="4846" y="1644"/>
                    <a:pt x="4831" y="1650"/>
                    <a:pt x="4817" y="1650"/>
                  </a:cubicBezTo>
                  <a:cubicBezTo>
                    <a:pt x="4803" y="1650"/>
                    <a:pt x="4789" y="1644"/>
                    <a:pt x="4778" y="1633"/>
                  </a:cubicBezTo>
                  <a:lnTo>
                    <a:pt x="4034" y="1103"/>
                  </a:lnTo>
                  <a:cubicBezTo>
                    <a:pt x="3999" y="1082"/>
                    <a:pt x="3999" y="1025"/>
                    <a:pt x="4034" y="1001"/>
                  </a:cubicBezTo>
                  <a:lnTo>
                    <a:pt x="4778" y="449"/>
                  </a:lnTo>
                  <a:cubicBezTo>
                    <a:pt x="4789" y="438"/>
                    <a:pt x="4803" y="433"/>
                    <a:pt x="4817" y="433"/>
                  </a:cubicBezTo>
                  <a:close/>
                  <a:moveTo>
                    <a:pt x="4643" y="0"/>
                  </a:moveTo>
                  <a:cubicBezTo>
                    <a:pt x="4597" y="0"/>
                    <a:pt x="4554" y="44"/>
                    <a:pt x="4554" y="90"/>
                  </a:cubicBezTo>
                  <a:lnTo>
                    <a:pt x="4554" y="349"/>
                  </a:lnTo>
                  <a:lnTo>
                    <a:pt x="3742" y="990"/>
                  </a:lnTo>
                  <a:cubicBezTo>
                    <a:pt x="3707" y="1025"/>
                    <a:pt x="3707" y="1082"/>
                    <a:pt x="3742" y="1103"/>
                  </a:cubicBezTo>
                  <a:lnTo>
                    <a:pt x="4518" y="1655"/>
                  </a:lnTo>
                  <a:lnTo>
                    <a:pt x="3899" y="1655"/>
                  </a:lnTo>
                  <a:cubicBezTo>
                    <a:pt x="3878" y="1655"/>
                    <a:pt x="3853" y="1655"/>
                    <a:pt x="3842" y="1666"/>
                  </a:cubicBezTo>
                  <a:lnTo>
                    <a:pt x="3696" y="1769"/>
                  </a:lnTo>
                  <a:cubicBezTo>
                    <a:pt x="3686" y="1779"/>
                    <a:pt x="3661" y="1779"/>
                    <a:pt x="3640" y="1779"/>
                  </a:cubicBezTo>
                  <a:lnTo>
                    <a:pt x="417" y="1779"/>
                  </a:lnTo>
                  <a:cubicBezTo>
                    <a:pt x="384" y="1779"/>
                    <a:pt x="338" y="1812"/>
                    <a:pt x="328" y="1847"/>
                  </a:cubicBezTo>
                  <a:lnTo>
                    <a:pt x="0" y="3028"/>
                  </a:lnTo>
                  <a:lnTo>
                    <a:pt x="0" y="3064"/>
                  </a:lnTo>
                  <a:lnTo>
                    <a:pt x="0" y="4394"/>
                  </a:lnTo>
                  <a:cubicBezTo>
                    <a:pt x="0" y="4437"/>
                    <a:pt x="36" y="4483"/>
                    <a:pt x="92" y="4483"/>
                  </a:cubicBezTo>
                  <a:lnTo>
                    <a:pt x="744" y="4483"/>
                  </a:lnTo>
                  <a:cubicBezTo>
                    <a:pt x="801" y="4483"/>
                    <a:pt x="836" y="4516"/>
                    <a:pt x="836" y="4572"/>
                  </a:cubicBezTo>
                  <a:cubicBezTo>
                    <a:pt x="836" y="4618"/>
                    <a:pt x="879" y="4664"/>
                    <a:pt x="936" y="4664"/>
                  </a:cubicBezTo>
                  <a:lnTo>
                    <a:pt x="8709" y="4664"/>
                  </a:lnTo>
                  <a:cubicBezTo>
                    <a:pt x="8755" y="4664"/>
                    <a:pt x="8798" y="4618"/>
                    <a:pt x="8798" y="4572"/>
                  </a:cubicBezTo>
                  <a:lnTo>
                    <a:pt x="8798" y="4551"/>
                  </a:lnTo>
                  <a:cubicBezTo>
                    <a:pt x="8798" y="4494"/>
                    <a:pt x="8844" y="4448"/>
                    <a:pt x="8890" y="4448"/>
                  </a:cubicBezTo>
                  <a:lnTo>
                    <a:pt x="9542" y="4448"/>
                  </a:lnTo>
                  <a:cubicBezTo>
                    <a:pt x="9599" y="4448"/>
                    <a:pt x="9645" y="4416"/>
                    <a:pt x="9645" y="4359"/>
                  </a:cubicBezTo>
                  <a:lnTo>
                    <a:pt x="9645" y="3028"/>
                  </a:lnTo>
                  <a:cubicBezTo>
                    <a:pt x="9634" y="3018"/>
                    <a:pt x="9634" y="3007"/>
                    <a:pt x="9634" y="3007"/>
                  </a:cubicBezTo>
                  <a:lnTo>
                    <a:pt x="9307" y="1847"/>
                  </a:lnTo>
                  <a:cubicBezTo>
                    <a:pt x="9296" y="1812"/>
                    <a:pt x="9261" y="1779"/>
                    <a:pt x="9217" y="1779"/>
                  </a:cubicBezTo>
                  <a:lnTo>
                    <a:pt x="5927" y="1779"/>
                  </a:lnTo>
                  <a:lnTo>
                    <a:pt x="5781" y="1677"/>
                  </a:lnTo>
                  <a:cubicBezTo>
                    <a:pt x="5777" y="1673"/>
                    <a:pt x="5771" y="1672"/>
                    <a:pt x="5764" y="1672"/>
                  </a:cubicBezTo>
                  <a:cubicBezTo>
                    <a:pt x="5751" y="1672"/>
                    <a:pt x="5735" y="1677"/>
                    <a:pt x="5735" y="1677"/>
                  </a:cubicBezTo>
                  <a:lnTo>
                    <a:pt x="5081" y="1677"/>
                  </a:lnTo>
                  <a:lnTo>
                    <a:pt x="5859" y="1136"/>
                  </a:lnTo>
                  <a:cubicBezTo>
                    <a:pt x="5892" y="1114"/>
                    <a:pt x="5892" y="1057"/>
                    <a:pt x="5859" y="1036"/>
                  </a:cubicBezTo>
                  <a:lnTo>
                    <a:pt x="5048" y="406"/>
                  </a:lnTo>
                  <a:lnTo>
                    <a:pt x="5048" y="90"/>
                  </a:lnTo>
                  <a:cubicBezTo>
                    <a:pt x="5048" y="44"/>
                    <a:pt x="5013" y="0"/>
                    <a:pt x="4970"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9"/>
            <p:cNvSpPr/>
            <p:nvPr/>
          </p:nvSpPr>
          <p:spPr>
            <a:xfrm>
              <a:off x="6412421" y="3947504"/>
              <a:ext cx="20359" cy="21896"/>
            </a:xfrm>
            <a:custGeom>
              <a:avLst/>
              <a:gdLst/>
              <a:ahLst/>
              <a:cxnLst/>
              <a:rect l="l" t="t" r="r" b="b"/>
              <a:pathLst>
                <a:path w="755" h="812" extrusionOk="0">
                  <a:moveTo>
                    <a:pt x="293" y="1"/>
                  </a:moveTo>
                  <a:cubicBezTo>
                    <a:pt x="247" y="1"/>
                    <a:pt x="203" y="36"/>
                    <a:pt x="192" y="79"/>
                  </a:cubicBezTo>
                  <a:lnTo>
                    <a:pt x="22" y="698"/>
                  </a:lnTo>
                  <a:cubicBezTo>
                    <a:pt x="1" y="755"/>
                    <a:pt x="44" y="812"/>
                    <a:pt x="111" y="812"/>
                  </a:cubicBezTo>
                  <a:lnTo>
                    <a:pt x="652" y="812"/>
                  </a:lnTo>
                  <a:cubicBezTo>
                    <a:pt x="709" y="812"/>
                    <a:pt x="755" y="779"/>
                    <a:pt x="755" y="723"/>
                  </a:cubicBezTo>
                  <a:lnTo>
                    <a:pt x="755" y="103"/>
                  </a:lnTo>
                  <a:cubicBezTo>
                    <a:pt x="755" y="47"/>
                    <a:pt x="709" y="1"/>
                    <a:pt x="652"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9"/>
            <p:cNvSpPr/>
            <p:nvPr/>
          </p:nvSpPr>
          <p:spPr>
            <a:xfrm>
              <a:off x="6631727" y="3947504"/>
              <a:ext cx="20359" cy="21896"/>
            </a:xfrm>
            <a:custGeom>
              <a:avLst/>
              <a:gdLst/>
              <a:ahLst/>
              <a:cxnLst/>
              <a:rect l="l" t="t" r="r" b="b"/>
              <a:pathLst>
                <a:path w="755" h="812" extrusionOk="0">
                  <a:moveTo>
                    <a:pt x="103" y="1"/>
                  </a:moveTo>
                  <a:cubicBezTo>
                    <a:pt x="46" y="1"/>
                    <a:pt x="0" y="47"/>
                    <a:pt x="0" y="103"/>
                  </a:cubicBezTo>
                  <a:lnTo>
                    <a:pt x="0" y="723"/>
                  </a:lnTo>
                  <a:cubicBezTo>
                    <a:pt x="0" y="779"/>
                    <a:pt x="46" y="812"/>
                    <a:pt x="103" y="812"/>
                  </a:cubicBezTo>
                  <a:lnTo>
                    <a:pt x="644" y="812"/>
                  </a:lnTo>
                  <a:cubicBezTo>
                    <a:pt x="711" y="812"/>
                    <a:pt x="755" y="755"/>
                    <a:pt x="733" y="698"/>
                  </a:cubicBezTo>
                  <a:lnTo>
                    <a:pt x="563" y="79"/>
                  </a:lnTo>
                  <a:cubicBezTo>
                    <a:pt x="552" y="36"/>
                    <a:pt x="509" y="1"/>
                    <a:pt x="463"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9"/>
            <p:cNvSpPr/>
            <p:nvPr/>
          </p:nvSpPr>
          <p:spPr>
            <a:xfrm>
              <a:off x="6439763" y="3947504"/>
              <a:ext cx="15478" cy="52609"/>
            </a:xfrm>
            <a:custGeom>
              <a:avLst/>
              <a:gdLst/>
              <a:ahLst/>
              <a:cxnLst/>
              <a:rect l="l" t="t" r="r" b="b"/>
              <a:pathLst>
                <a:path w="574" h="1951" extrusionOk="0">
                  <a:moveTo>
                    <a:pt x="90" y="1"/>
                  </a:moveTo>
                  <a:cubicBezTo>
                    <a:pt x="44" y="1"/>
                    <a:pt x="0" y="47"/>
                    <a:pt x="0" y="103"/>
                  </a:cubicBezTo>
                  <a:lnTo>
                    <a:pt x="0" y="1847"/>
                  </a:lnTo>
                  <a:cubicBezTo>
                    <a:pt x="0" y="1904"/>
                    <a:pt x="44" y="1950"/>
                    <a:pt x="90" y="1950"/>
                  </a:cubicBezTo>
                  <a:lnTo>
                    <a:pt x="474" y="1950"/>
                  </a:lnTo>
                  <a:cubicBezTo>
                    <a:pt x="530" y="1950"/>
                    <a:pt x="574" y="1904"/>
                    <a:pt x="574" y="1847"/>
                  </a:cubicBezTo>
                  <a:lnTo>
                    <a:pt x="574" y="103"/>
                  </a:lnTo>
                  <a:cubicBezTo>
                    <a:pt x="574" y="47"/>
                    <a:pt x="530" y="1"/>
                    <a:pt x="474"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9"/>
            <p:cNvSpPr/>
            <p:nvPr/>
          </p:nvSpPr>
          <p:spPr>
            <a:xfrm>
              <a:off x="6458855" y="3947504"/>
              <a:ext cx="15559" cy="52609"/>
            </a:xfrm>
            <a:custGeom>
              <a:avLst/>
              <a:gdLst/>
              <a:ahLst/>
              <a:cxnLst/>
              <a:rect l="l" t="t" r="r" b="b"/>
              <a:pathLst>
                <a:path w="577" h="1951" extrusionOk="0">
                  <a:moveTo>
                    <a:pt x="93" y="1"/>
                  </a:moveTo>
                  <a:cubicBezTo>
                    <a:pt x="36" y="1"/>
                    <a:pt x="1" y="47"/>
                    <a:pt x="1" y="103"/>
                  </a:cubicBezTo>
                  <a:lnTo>
                    <a:pt x="1" y="1847"/>
                  </a:lnTo>
                  <a:cubicBezTo>
                    <a:pt x="1" y="1904"/>
                    <a:pt x="36" y="1950"/>
                    <a:pt x="93" y="1950"/>
                  </a:cubicBezTo>
                  <a:lnTo>
                    <a:pt x="474" y="1950"/>
                  </a:lnTo>
                  <a:cubicBezTo>
                    <a:pt x="531" y="1950"/>
                    <a:pt x="577" y="1904"/>
                    <a:pt x="577" y="1847"/>
                  </a:cubicBezTo>
                  <a:lnTo>
                    <a:pt x="577" y="103"/>
                  </a:lnTo>
                  <a:cubicBezTo>
                    <a:pt x="577" y="47"/>
                    <a:pt x="531" y="1"/>
                    <a:pt x="474"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9"/>
            <p:cNvSpPr/>
            <p:nvPr/>
          </p:nvSpPr>
          <p:spPr>
            <a:xfrm>
              <a:off x="6590093" y="3947504"/>
              <a:ext cx="15559" cy="52609"/>
            </a:xfrm>
            <a:custGeom>
              <a:avLst/>
              <a:gdLst/>
              <a:ahLst/>
              <a:cxnLst/>
              <a:rect l="l" t="t" r="r" b="b"/>
              <a:pathLst>
                <a:path w="577" h="1951" extrusionOk="0">
                  <a:moveTo>
                    <a:pt x="103" y="1"/>
                  </a:moveTo>
                  <a:cubicBezTo>
                    <a:pt x="47" y="1"/>
                    <a:pt x="1" y="47"/>
                    <a:pt x="1" y="103"/>
                  </a:cubicBezTo>
                  <a:lnTo>
                    <a:pt x="1" y="1847"/>
                  </a:lnTo>
                  <a:cubicBezTo>
                    <a:pt x="1" y="1904"/>
                    <a:pt x="47" y="1950"/>
                    <a:pt x="103" y="1950"/>
                  </a:cubicBezTo>
                  <a:lnTo>
                    <a:pt x="485" y="1950"/>
                  </a:lnTo>
                  <a:cubicBezTo>
                    <a:pt x="541" y="1950"/>
                    <a:pt x="576" y="1904"/>
                    <a:pt x="576" y="1847"/>
                  </a:cubicBezTo>
                  <a:lnTo>
                    <a:pt x="576" y="103"/>
                  </a:lnTo>
                  <a:cubicBezTo>
                    <a:pt x="576" y="47"/>
                    <a:pt x="541" y="1"/>
                    <a:pt x="485"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9"/>
            <p:cNvSpPr/>
            <p:nvPr/>
          </p:nvSpPr>
          <p:spPr>
            <a:xfrm>
              <a:off x="6609265" y="3947504"/>
              <a:ext cx="15478" cy="52609"/>
            </a:xfrm>
            <a:custGeom>
              <a:avLst/>
              <a:gdLst/>
              <a:ahLst/>
              <a:cxnLst/>
              <a:rect l="l" t="t" r="r" b="b"/>
              <a:pathLst>
                <a:path w="574" h="1951" extrusionOk="0">
                  <a:moveTo>
                    <a:pt x="101" y="1"/>
                  </a:moveTo>
                  <a:cubicBezTo>
                    <a:pt x="44" y="1"/>
                    <a:pt x="1" y="47"/>
                    <a:pt x="1" y="103"/>
                  </a:cubicBezTo>
                  <a:lnTo>
                    <a:pt x="1" y="1847"/>
                  </a:lnTo>
                  <a:cubicBezTo>
                    <a:pt x="1" y="1904"/>
                    <a:pt x="44" y="1950"/>
                    <a:pt x="101" y="1950"/>
                  </a:cubicBezTo>
                  <a:lnTo>
                    <a:pt x="485" y="1950"/>
                  </a:lnTo>
                  <a:cubicBezTo>
                    <a:pt x="531" y="1950"/>
                    <a:pt x="574" y="1904"/>
                    <a:pt x="574" y="1847"/>
                  </a:cubicBezTo>
                  <a:lnTo>
                    <a:pt x="574" y="103"/>
                  </a:lnTo>
                  <a:cubicBezTo>
                    <a:pt x="574" y="47"/>
                    <a:pt x="531" y="1"/>
                    <a:pt x="485"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49"/>
            <p:cNvSpPr/>
            <p:nvPr/>
          </p:nvSpPr>
          <p:spPr>
            <a:xfrm>
              <a:off x="6494745" y="3947504"/>
              <a:ext cx="21896" cy="21896"/>
            </a:xfrm>
            <a:custGeom>
              <a:avLst/>
              <a:gdLst/>
              <a:ahLst/>
              <a:cxnLst/>
              <a:rect l="l" t="t" r="r" b="b"/>
              <a:pathLst>
                <a:path w="812" h="812" extrusionOk="0">
                  <a:moveTo>
                    <a:pt x="157" y="1"/>
                  </a:moveTo>
                  <a:cubicBezTo>
                    <a:pt x="78" y="1"/>
                    <a:pt x="0" y="79"/>
                    <a:pt x="0" y="171"/>
                  </a:cubicBezTo>
                  <a:lnTo>
                    <a:pt x="0" y="655"/>
                  </a:lnTo>
                  <a:cubicBezTo>
                    <a:pt x="0" y="744"/>
                    <a:pt x="78" y="812"/>
                    <a:pt x="157" y="812"/>
                  </a:cubicBezTo>
                  <a:lnTo>
                    <a:pt x="654" y="812"/>
                  </a:lnTo>
                  <a:cubicBezTo>
                    <a:pt x="744" y="812"/>
                    <a:pt x="811" y="744"/>
                    <a:pt x="811" y="655"/>
                  </a:cubicBezTo>
                  <a:lnTo>
                    <a:pt x="811" y="171"/>
                  </a:lnTo>
                  <a:cubicBezTo>
                    <a:pt x="811" y="79"/>
                    <a:pt x="744" y="1"/>
                    <a:pt x="654"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9"/>
            <p:cNvSpPr/>
            <p:nvPr/>
          </p:nvSpPr>
          <p:spPr>
            <a:xfrm>
              <a:off x="6520820" y="3947504"/>
              <a:ext cx="21923" cy="21896"/>
            </a:xfrm>
            <a:custGeom>
              <a:avLst/>
              <a:gdLst/>
              <a:ahLst/>
              <a:cxnLst/>
              <a:rect l="l" t="t" r="r" b="b"/>
              <a:pathLst>
                <a:path w="813" h="812" extrusionOk="0">
                  <a:moveTo>
                    <a:pt x="161" y="1"/>
                  </a:moveTo>
                  <a:cubicBezTo>
                    <a:pt x="79" y="1"/>
                    <a:pt x="1" y="79"/>
                    <a:pt x="1" y="171"/>
                  </a:cubicBezTo>
                  <a:lnTo>
                    <a:pt x="1" y="655"/>
                  </a:lnTo>
                  <a:cubicBezTo>
                    <a:pt x="1" y="744"/>
                    <a:pt x="79" y="812"/>
                    <a:pt x="161" y="812"/>
                  </a:cubicBezTo>
                  <a:lnTo>
                    <a:pt x="655" y="812"/>
                  </a:lnTo>
                  <a:cubicBezTo>
                    <a:pt x="745" y="812"/>
                    <a:pt x="812" y="744"/>
                    <a:pt x="812" y="655"/>
                  </a:cubicBezTo>
                  <a:lnTo>
                    <a:pt x="812" y="171"/>
                  </a:lnTo>
                  <a:cubicBezTo>
                    <a:pt x="812" y="79"/>
                    <a:pt x="745" y="1"/>
                    <a:pt x="655"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49"/>
            <p:cNvSpPr/>
            <p:nvPr/>
          </p:nvSpPr>
          <p:spPr>
            <a:xfrm>
              <a:off x="6547893" y="3947504"/>
              <a:ext cx="21896" cy="21896"/>
            </a:xfrm>
            <a:custGeom>
              <a:avLst/>
              <a:gdLst/>
              <a:ahLst/>
              <a:cxnLst/>
              <a:rect l="l" t="t" r="r" b="b"/>
              <a:pathLst>
                <a:path w="812" h="812" extrusionOk="0">
                  <a:moveTo>
                    <a:pt x="157" y="1"/>
                  </a:moveTo>
                  <a:cubicBezTo>
                    <a:pt x="68" y="1"/>
                    <a:pt x="0" y="79"/>
                    <a:pt x="0" y="171"/>
                  </a:cubicBezTo>
                  <a:lnTo>
                    <a:pt x="0" y="655"/>
                  </a:lnTo>
                  <a:cubicBezTo>
                    <a:pt x="0" y="744"/>
                    <a:pt x="68" y="812"/>
                    <a:pt x="157" y="812"/>
                  </a:cubicBezTo>
                  <a:lnTo>
                    <a:pt x="654" y="812"/>
                  </a:lnTo>
                  <a:cubicBezTo>
                    <a:pt x="733" y="812"/>
                    <a:pt x="811" y="744"/>
                    <a:pt x="811" y="655"/>
                  </a:cubicBezTo>
                  <a:lnTo>
                    <a:pt x="811" y="171"/>
                  </a:lnTo>
                  <a:cubicBezTo>
                    <a:pt x="811" y="79"/>
                    <a:pt x="733" y="1"/>
                    <a:pt x="654" y="1"/>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9"/>
            <p:cNvSpPr/>
            <p:nvPr/>
          </p:nvSpPr>
          <p:spPr>
            <a:xfrm>
              <a:off x="6433642" y="4002189"/>
              <a:ext cx="22246" cy="22489"/>
            </a:xfrm>
            <a:custGeom>
              <a:avLst/>
              <a:gdLst/>
              <a:ahLst/>
              <a:cxnLst/>
              <a:rect l="l" t="t" r="r" b="b"/>
              <a:pathLst>
                <a:path w="825" h="834" extrusionOk="0">
                  <a:moveTo>
                    <a:pt x="406" y="1"/>
                  </a:moveTo>
                  <a:cubicBezTo>
                    <a:pt x="181" y="1"/>
                    <a:pt x="0" y="193"/>
                    <a:pt x="0" y="417"/>
                  </a:cubicBezTo>
                  <a:cubicBezTo>
                    <a:pt x="0" y="644"/>
                    <a:pt x="181" y="833"/>
                    <a:pt x="406" y="833"/>
                  </a:cubicBezTo>
                  <a:cubicBezTo>
                    <a:pt x="644" y="833"/>
                    <a:pt x="825" y="644"/>
                    <a:pt x="825" y="417"/>
                  </a:cubicBezTo>
                  <a:cubicBezTo>
                    <a:pt x="825" y="193"/>
                    <a:pt x="644" y="1"/>
                    <a:pt x="406"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9"/>
            <p:cNvSpPr/>
            <p:nvPr/>
          </p:nvSpPr>
          <p:spPr>
            <a:xfrm>
              <a:off x="6440626" y="4009200"/>
              <a:ext cx="8278" cy="8548"/>
            </a:xfrm>
            <a:custGeom>
              <a:avLst/>
              <a:gdLst/>
              <a:ahLst/>
              <a:cxnLst/>
              <a:rect l="l" t="t" r="r" b="b"/>
              <a:pathLst>
                <a:path w="307" h="317" extrusionOk="0">
                  <a:moveTo>
                    <a:pt x="147" y="0"/>
                  </a:moveTo>
                  <a:cubicBezTo>
                    <a:pt x="68" y="0"/>
                    <a:pt x="1" y="79"/>
                    <a:pt x="1" y="157"/>
                  </a:cubicBezTo>
                  <a:cubicBezTo>
                    <a:pt x="1" y="249"/>
                    <a:pt x="68" y="316"/>
                    <a:pt x="147" y="316"/>
                  </a:cubicBezTo>
                  <a:cubicBezTo>
                    <a:pt x="239" y="316"/>
                    <a:pt x="306" y="249"/>
                    <a:pt x="306" y="157"/>
                  </a:cubicBezTo>
                  <a:cubicBezTo>
                    <a:pt x="306" y="79"/>
                    <a:pt x="239" y="0"/>
                    <a:pt x="147"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49"/>
            <p:cNvSpPr/>
            <p:nvPr/>
          </p:nvSpPr>
          <p:spPr>
            <a:xfrm>
              <a:off x="6464329" y="4002189"/>
              <a:ext cx="22570" cy="22489"/>
            </a:xfrm>
            <a:custGeom>
              <a:avLst/>
              <a:gdLst/>
              <a:ahLst/>
              <a:cxnLst/>
              <a:rect l="l" t="t" r="r" b="b"/>
              <a:pathLst>
                <a:path w="837" h="834" extrusionOk="0">
                  <a:moveTo>
                    <a:pt x="417" y="1"/>
                  </a:moveTo>
                  <a:cubicBezTo>
                    <a:pt x="193" y="1"/>
                    <a:pt x="1" y="193"/>
                    <a:pt x="1" y="417"/>
                  </a:cubicBezTo>
                  <a:cubicBezTo>
                    <a:pt x="1" y="644"/>
                    <a:pt x="193" y="833"/>
                    <a:pt x="417" y="833"/>
                  </a:cubicBezTo>
                  <a:cubicBezTo>
                    <a:pt x="644" y="833"/>
                    <a:pt x="836" y="644"/>
                    <a:pt x="836" y="417"/>
                  </a:cubicBezTo>
                  <a:cubicBezTo>
                    <a:pt x="836" y="193"/>
                    <a:pt x="644" y="1"/>
                    <a:pt x="417"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49"/>
            <p:cNvSpPr/>
            <p:nvPr/>
          </p:nvSpPr>
          <p:spPr>
            <a:xfrm>
              <a:off x="6577636" y="4002189"/>
              <a:ext cx="22543" cy="22489"/>
            </a:xfrm>
            <a:custGeom>
              <a:avLst/>
              <a:gdLst/>
              <a:ahLst/>
              <a:cxnLst/>
              <a:rect l="l" t="t" r="r" b="b"/>
              <a:pathLst>
                <a:path w="836" h="834" extrusionOk="0">
                  <a:moveTo>
                    <a:pt x="419" y="1"/>
                  </a:moveTo>
                  <a:cubicBezTo>
                    <a:pt x="192" y="1"/>
                    <a:pt x="0" y="193"/>
                    <a:pt x="0" y="417"/>
                  </a:cubicBezTo>
                  <a:cubicBezTo>
                    <a:pt x="0" y="644"/>
                    <a:pt x="192" y="833"/>
                    <a:pt x="419" y="833"/>
                  </a:cubicBezTo>
                  <a:cubicBezTo>
                    <a:pt x="644" y="833"/>
                    <a:pt x="836" y="644"/>
                    <a:pt x="836" y="417"/>
                  </a:cubicBezTo>
                  <a:cubicBezTo>
                    <a:pt x="836" y="193"/>
                    <a:pt x="644" y="1"/>
                    <a:pt x="419"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49"/>
            <p:cNvSpPr/>
            <p:nvPr/>
          </p:nvSpPr>
          <p:spPr>
            <a:xfrm>
              <a:off x="6608618" y="4002189"/>
              <a:ext cx="22246" cy="22489"/>
            </a:xfrm>
            <a:custGeom>
              <a:avLst/>
              <a:gdLst/>
              <a:ahLst/>
              <a:cxnLst/>
              <a:rect l="l" t="t" r="r" b="b"/>
              <a:pathLst>
                <a:path w="825" h="834" extrusionOk="0">
                  <a:moveTo>
                    <a:pt x="419" y="1"/>
                  </a:moveTo>
                  <a:cubicBezTo>
                    <a:pt x="181" y="1"/>
                    <a:pt x="0" y="193"/>
                    <a:pt x="0" y="417"/>
                  </a:cubicBezTo>
                  <a:cubicBezTo>
                    <a:pt x="0" y="644"/>
                    <a:pt x="181" y="833"/>
                    <a:pt x="419" y="833"/>
                  </a:cubicBezTo>
                  <a:cubicBezTo>
                    <a:pt x="644" y="833"/>
                    <a:pt x="825" y="644"/>
                    <a:pt x="825" y="417"/>
                  </a:cubicBezTo>
                  <a:cubicBezTo>
                    <a:pt x="825" y="193"/>
                    <a:pt x="644" y="1"/>
                    <a:pt x="419"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9"/>
            <p:cNvSpPr/>
            <p:nvPr/>
          </p:nvSpPr>
          <p:spPr>
            <a:xfrm>
              <a:off x="6471340" y="4009200"/>
              <a:ext cx="8548" cy="8548"/>
            </a:xfrm>
            <a:custGeom>
              <a:avLst/>
              <a:gdLst/>
              <a:ahLst/>
              <a:cxnLst/>
              <a:rect l="l" t="t" r="r" b="b"/>
              <a:pathLst>
                <a:path w="317" h="317" extrusionOk="0">
                  <a:moveTo>
                    <a:pt x="157" y="0"/>
                  </a:moveTo>
                  <a:cubicBezTo>
                    <a:pt x="68" y="0"/>
                    <a:pt x="0" y="79"/>
                    <a:pt x="0" y="157"/>
                  </a:cubicBezTo>
                  <a:cubicBezTo>
                    <a:pt x="0" y="249"/>
                    <a:pt x="68" y="316"/>
                    <a:pt x="157" y="316"/>
                  </a:cubicBezTo>
                  <a:cubicBezTo>
                    <a:pt x="249" y="316"/>
                    <a:pt x="316" y="249"/>
                    <a:pt x="316" y="157"/>
                  </a:cubicBezTo>
                  <a:cubicBezTo>
                    <a:pt x="316" y="79"/>
                    <a:pt x="249" y="0"/>
                    <a:pt x="157"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49"/>
            <p:cNvSpPr/>
            <p:nvPr/>
          </p:nvSpPr>
          <p:spPr>
            <a:xfrm>
              <a:off x="6584619" y="4009200"/>
              <a:ext cx="8575" cy="8548"/>
            </a:xfrm>
            <a:custGeom>
              <a:avLst/>
              <a:gdLst/>
              <a:ahLst/>
              <a:cxnLst/>
              <a:rect l="l" t="t" r="r" b="b"/>
              <a:pathLst>
                <a:path w="318" h="317" extrusionOk="0">
                  <a:moveTo>
                    <a:pt x="160" y="0"/>
                  </a:moveTo>
                  <a:cubicBezTo>
                    <a:pt x="68" y="0"/>
                    <a:pt x="1" y="79"/>
                    <a:pt x="1" y="157"/>
                  </a:cubicBezTo>
                  <a:cubicBezTo>
                    <a:pt x="1" y="249"/>
                    <a:pt x="68" y="316"/>
                    <a:pt x="160" y="316"/>
                  </a:cubicBezTo>
                  <a:cubicBezTo>
                    <a:pt x="250" y="316"/>
                    <a:pt x="317" y="249"/>
                    <a:pt x="317" y="157"/>
                  </a:cubicBezTo>
                  <a:cubicBezTo>
                    <a:pt x="317" y="79"/>
                    <a:pt x="250" y="0"/>
                    <a:pt x="160"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49"/>
            <p:cNvSpPr/>
            <p:nvPr/>
          </p:nvSpPr>
          <p:spPr>
            <a:xfrm>
              <a:off x="6615602" y="4009200"/>
              <a:ext cx="8278" cy="8548"/>
            </a:xfrm>
            <a:custGeom>
              <a:avLst/>
              <a:gdLst/>
              <a:ahLst/>
              <a:cxnLst/>
              <a:rect l="l" t="t" r="r" b="b"/>
              <a:pathLst>
                <a:path w="307" h="317" extrusionOk="0">
                  <a:moveTo>
                    <a:pt x="160" y="0"/>
                  </a:moveTo>
                  <a:cubicBezTo>
                    <a:pt x="68" y="0"/>
                    <a:pt x="1" y="79"/>
                    <a:pt x="1" y="157"/>
                  </a:cubicBezTo>
                  <a:cubicBezTo>
                    <a:pt x="1" y="249"/>
                    <a:pt x="68" y="316"/>
                    <a:pt x="160" y="316"/>
                  </a:cubicBezTo>
                  <a:cubicBezTo>
                    <a:pt x="239" y="316"/>
                    <a:pt x="306" y="249"/>
                    <a:pt x="306" y="157"/>
                  </a:cubicBezTo>
                  <a:cubicBezTo>
                    <a:pt x="306" y="79"/>
                    <a:pt x="239" y="0"/>
                    <a:pt x="160"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 name="Google Shape;822;p49"/>
          <p:cNvGrpSpPr/>
          <p:nvPr/>
        </p:nvGrpSpPr>
        <p:grpSpPr>
          <a:xfrm>
            <a:off x="5603309" y="3810589"/>
            <a:ext cx="246649" cy="361789"/>
            <a:chOff x="5597997" y="3810522"/>
            <a:chExt cx="246649" cy="361789"/>
          </a:xfrm>
        </p:grpSpPr>
        <p:sp>
          <p:nvSpPr>
            <p:cNvPr id="823" name="Google Shape;823;p49"/>
            <p:cNvSpPr/>
            <p:nvPr/>
          </p:nvSpPr>
          <p:spPr>
            <a:xfrm>
              <a:off x="5692752" y="4046492"/>
              <a:ext cx="10678" cy="58190"/>
            </a:xfrm>
            <a:custGeom>
              <a:avLst/>
              <a:gdLst/>
              <a:ahLst/>
              <a:cxnLst/>
              <a:rect l="l" t="t" r="r" b="b"/>
              <a:pathLst>
                <a:path w="396" h="2158" extrusionOk="0">
                  <a:moveTo>
                    <a:pt x="188" y="1"/>
                  </a:moveTo>
                  <a:cubicBezTo>
                    <a:pt x="182" y="1"/>
                    <a:pt x="175" y="1"/>
                    <a:pt x="169" y="1"/>
                  </a:cubicBezTo>
                  <a:cubicBezTo>
                    <a:pt x="69" y="15"/>
                    <a:pt x="1" y="104"/>
                    <a:pt x="1" y="204"/>
                  </a:cubicBezTo>
                  <a:lnTo>
                    <a:pt x="1" y="1951"/>
                  </a:lnTo>
                  <a:cubicBezTo>
                    <a:pt x="1" y="2054"/>
                    <a:pt x="69" y="2143"/>
                    <a:pt x="169" y="2154"/>
                  </a:cubicBezTo>
                  <a:cubicBezTo>
                    <a:pt x="181" y="2156"/>
                    <a:pt x="193" y="2157"/>
                    <a:pt x="205" y="2157"/>
                  </a:cubicBezTo>
                  <a:cubicBezTo>
                    <a:pt x="313" y="2157"/>
                    <a:pt x="396" y="2064"/>
                    <a:pt x="396" y="1962"/>
                  </a:cubicBezTo>
                  <a:lnTo>
                    <a:pt x="396" y="193"/>
                  </a:lnTo>
                  <a:cubicBezTo>
                    <a:pt x="396" y="88"/>
                    <a:pt x="304" y="1"/>
                    <a:pt x="18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49"/>
            <p:cNvSpPr/>
            <p:nvPr/>
          </p:nvSpPr>
          <p:spPr>
            <a:xfrm>
              <a:off x="5738620" y="4046492"/>
              <a:ext cx="10678" cy="58190"/>
            </a:xfrm>
            <a:custGeom>
              <a:avLst/>
              <a:gdLst/>
              <a:ahLst/>
              <a:cxnLst/>
              <a:rect l="l" t="t" r="r" b="b"/>
              <a:pathLst>
                <a:path w="396" h="2158" extrusionOk="0">
                  <a:moveTo>
                    <a:pt x="190" y="1"/>
                  </a:moveTo>
                  <a:cubicBezTo>
                    <a:pt x="184" y="1"/>
                    <a:pt x="177" y="1"/>
                    <a:pt x="171" y="1"/>
                  </a:cubicBezTo>
                  <a:cubicBezTo>
                    <a:pt x="68" y="15"/>
                    <a:pt x="1" y="104"/>
                    <a:pt x="1" y="204"/>
                  </a:cubicBezTo>
                  <a:lnTo>
                    <a:pt x="1" y="1951"/>
                  </a:lnTo>
                  <a:cubicBezTo>
                    <a:pt x="1" y="2054"/>
                    <a:pt x="68" y="2143"/>
                    <a:pt x="171" y="2154"/>
                  </a:cubicBezTo>
                  <a:cubicBezTo>
                    <a:pt x="183" y="2156"/>
                    <a:pt x="195" y="2157"/>
                    <a:pt x="207" y="2157"/>
                  </a:cubicBezTo>
                  <a:cubicBezTo>
                    <a:pt x="312" y="2157"/>
                    <a:pt x="395" y="2064"/>
                    <a:pt x="395" y="1962"/>
                  </a:cubicBezTo>
                  <a:lnTo>
                    <a:pt x="395" y="193"/>
                  </a:lnTo>
                  <a:cubicBezTo>
                    <a:pt x="395" y="88"/>
                    <a:pt x="303" y="1"/>
                    <a:pt x="1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49"/>
            <p:cNvSpPr/>
            <p:nvPr/>
          </p:nvSpPr>
          <p:spPr>
            <a:xfrm>
              <a:off x="5656592" y="4094571"/>
              <a:ext cx="129432" cy="77740"/>
            </a:xfrm>
            <a:custGeom>
              <a:avLst/>
              <a:gdLst/>
              <a:ahLst/>
              <a:cxnLst/>
              <a:rect l="l" t="t" r="r" b="b"/>
              <a:pathLst>
                <a:path w="4800" h="2883" extrusionOk="0">
                  <a:moveTo>
                    <a:pt x="171" y="0"/>
                  </a:moveTo>
                  <a:cubicBezTo>
                    <a:pt x="79" y="0"/>
                    <a:pt x="1" y="79"/>
                    <a:pt x="1" y="168"/>
                  </a:cubicBezTo>
                  <a:lnTo>
                    <a:pt x="1" y="2725"/>
                  </a:lnTo>
                  <a:cubicBezTo>
                    <a:pt x="1" y="2815"/>
                    <a:pt x="79" y="2882"/>
                    <a:pt x="171" y="2882"/>
                  </a:cubicBezTo>
                  <a:lnTo>
                    <a:pt x="4632" y="2882"/>
                  </a:lnTo>
                  <a:cubicBezTo>
                    <a:pt x="4722" y="2882"/>
                    <a:pt x="4800" y="2815"/>
                    <a:pt x="4800" y="2725"/>
                  </a:cubicBezTo>
                  <a:lnTo>
                    <a:pt x="4800" y="168"/>
                  </a:lnTo>
                  <a:cubicBezTo>
                    <a:pt x="4800" y="79"/>
                    <a:pt x="4722" y="0"/>
                    <a:pt x="4632"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9"/>
            <p:cNvSpPr/>
            <p:nvPr/>
          </p:nvSpPr>
          <p:spPr>
            <a:xfrm>
              <a:off x="5679431" y="4112503"/>
              <a:ext cx="22462" cy="37050"/>
            </a:xfrm>
            <a:custGeom>
              <a:avLst/>
              <a:gdLst/>
              <a:ahLst/>
              <a:cxnLst/>
              <a:rect l="l" t="t" r="r" b="b"/>
              <a:pathLst>
                <a:path w="833" h="1374" extrusionOk="0">
                  <a:moveTo>
                    <a:pt x="427" y="168"/>
                  </a:moveTo>
                  <a:cubicBezTo>
                    <a:pt x="563" y="168"/>
                    <a:pt x="652" y="246"/>
                    <a:pt x="652" y="417"/>
                  </a:cubicBezTo>
                  <a:lnTo>
                    <a:pt x="652" y="957"/>
                  </a:lnTo>
                  <a:cubicBezTo>
                    <a:pt x="652" y="1125"/>
                    <a:pt x="563" y="1203"/>
                    <a:pt x="427" y="1203"/>
                  </a:cubicBezTo>
                  <a:cubicBezTo>
                    <a:pt x="281" y="1203"/>
                    <a:pt x="203" y="1125"/>
                    <a:pt x="203" y="957"/>
                  </a:cubicBezTo>
                  <a:lnTo>
                    <a:pt x="203" y="417"/>
                  </a:lnTo>
                  <a:cubicBezTo>
                    <a:pt x="203" y="246"/>
                    <a:pt x="281" y="168"/>
                    <a:pt x="427" y="168"/>
                  </a:cubicBezTo>
                  <a:close/>
                  <a:moveTo>
                    <a:pt x="417" y="0"/>
                  </a:moveTo>
                  <a:cubicBezTo>
                    <a:pt x="179" y="0"/>
                    <a:pt x="0" y="111"/>
                    <a:pt x="0" y="417"/>
                  </a:cubicBezTo>
                  <a:lnTo>
                    <a:pt x="0" y="957"/>
                  </a:lnTo>
                  <a:cubicBezTo>
                    <a:pt x="0" y="1260"/>
                    <a:pt x="179" y="1374"/>
                    <a:pt x="417" y="1374"/>
                  </a:cubicBezTo>
                  <a:cubicBezTo>
                    <a:pt x="652" y="1374"/>
                    <a:pt x="833" y="1260"/>
                    <a:pt x="833" y="957"/>
                  </a:cubicBezTo>
                  <a:lnTo>
                    <a:pt x="833" y="417"/>
                  </a:lnTo>
                  <a:cubicBezTo>
                    <a:pt x="833" y="111"/>
                    <a:pt x="652" y="0"/>
                    <a:pt x="41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9"/>
            <p:cNvSpPr/>
            <p:nvPr/>
          </p:nvSpPr>
          <p:spPr>
            <a:xfrm>
              <a:off x="5707637" y="4124880"/>
              <a:ext cx="21033" cy="24673"/>
            </a:xfrm>
            <a:custGeom>
              <a:avLst/>
              <a:gdLst/>
              <a:ahLst/>
              <a:cxnLst/>
              <a:rect l="l" t="t" r="r" b="b"/>
              <a:pathLst>
                <a:path w="780" h="915" extrusionOk="0">
                  <a:moveTo>
                    <a:pt x="441" y="1"/>
                  </a:moveTo>
                  <a:cubicBezTo>
                    <a:pt x="317" y="1"/>
                    <a:pt x="214" y="68"/>
                    <a:pt x="182" y="150"/>
                  </a:cubicBezTo>
                  <a:lnTo>
                    <a:pt x="182" y="82"/>
                  </a:lnTo>
                  <a:cubicBezTo>
                    <a:pt x="182" y="47"/>
                    <a:pt x="146" y="25"/>
                    <a:pt x="90" y="25"/>
                  </a:cubicBezTo>
                  <a:cubicBezTo>
                    <a:pt x="36" y="25"/>
                    <a:pt x="0" y="47"/>
                    <a:pt x="0" y="82"/>
                  </a:cubicBezTo>
                  <a:lnTo>
                    <a:pt x="0" y="847"/>
                  </a:lnTo>
                  <a:cubicBezTo>
                    <a:pt x="0" y="880"/>
                    <a:pt x="36" y="915"/>
                    <a:pt x="103" y="915"/>
                  </a:cubicBezTo>
                  <a:cubicBezTo>
                    <a:pt x="157" y="915"/>
                    <a:pt x="203" y="880"/>
                    <a:pt x="203" y="847"/>
                  </a:cubicBezTo>
                  <a:lnTo>
                    <a:pt x="203" y="374"/>
                  </a:lnTo>
                  <a:cubicBezTo>
                    <a:pt x="203" y="260"/>
                    <a:pt x="292" y="182"/>
                    <a:pt x="384" y="182"/>
                  </a:cubicBezTo>
                  <a:cubicBezTo>
                    <a:pt x="484" y="182"/>
                    <a:pt x="576" y="285"/>
                    <a:pt x="576" y="374"/>
                  </a:cubicBezTo>
                  <a:lnTo>
                    <a:pt x="576" y="847"/>
                  </a:lnTo>
                  <a:cubicBezTo>
                    <a:pt x="576" y="893"/>
                    <a:pt x="630" y="915"/>
                    <a:pt x="676" y="915"/>
                  </a:cubicBezTo>
                  <a:cubicBezTo>
                    <a:pt x="733" y="915"/>
                    <a:pt x="779" y="893"/>
                    <a:pt x="779" y="847"/>
                  </a:cubicBezTo>
                  <a:lnTo>
                    <a:pt x="779" y="385"/>
                  </a:lnTo>
                  <a:cubicBezTo>
                    <a:pt x="779" y="171"/>
                    <a:pt x="630" y="1"/>
                    <a:pt x="44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9"/>
            <p:cNvSpPr/>
            <p:nvPr/>
          </p:nvSpPr>
          <p:spPr>
            <a:xfrm>
              <a:off x="5733739" y="4110966"/>
              <a:ext cx="5501" cy="38587"/>
            </a:xfrm>
            <a:custGeom>
              <a:avLst/>
              <a:gdLst/>
              <a:ahLst/>
              <a:cxnLst/>
              <a:rect l="l" t="t" r="r" b="b"/>
              <a:pathLst>
                <a:path w="204" h="1431" extrusionOk="0">
                  <a:moveTo>
                    <a:pt x="103" y="0"/>
                  </a:moveTo>
                  <a:cubicBezTo>
                    <a:pt x="36" y="0"/>
                    <a:pt x="0" y="33"/>
                    <a:pt x="0" y="68"/>
                  </a:cubicBezTo>
                  <a:lnTo>
                    <a:pt x="0" y="1363"/>
                  </a:lnTo>
                  <a:cubicBezTo>
                    <a:pt x="0" y="1396"/>
                    <a:pt x="36" y="1431"/>
                    <a:pt x="103" y="1431"/>
                  </a:cubicBezTo>
                  <a:cubicBezTo>
                    <a:pt x="160" y="1431"/>
                    <a:pt x="203" y="1396"/>
                    <a:pt x="203" y="1363"/>
                  </a:cubicBezTo>
                  <a:lnTo>
                    <a:pt x="203" y="68"/>
                  </a:lnTo>
                  <a:cubicBezTo>
                    <a:pt x="203" y="33"/>
                    <a:pt x="160" y="0"/>
                    <a:pt x="10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49"/>
            <p:cNvSpPr/>
            <p:nvPr/>
          </p:nvSpPr>
          <p:spPr>
            <a:xfrm>
              <a:off x="5743204" y="4124880"/>
              <a:ext cx="22192" cy="35917"/>
            </a:xfrm>
            <a:custGeom>
              <a:avLst/>
              <a:gdLst/>
              <a:ahLst/>
              <a:cxnLst/>
              <a:rect l="l" t="t" r="r" b="b"/>
              <a:pathLst>
                <a:path w="823" h="1332" extrusionOk="0">
                  <a:moveTo>
                    <a:pt x="136" y="1"/>
                  </a:moveTo>
                  <a:cubicBezTo>
                    <a:pt x="79" y="1"/>
                    <a:pt x="1" y="47"/>
                    <a:pt x="1" y="104"/>
                  </a:cubicBezTo>
                  <a:cubicBezTo>
                    <a:pt x="1" y="114"/>
                    <a:pt x="1" y="114"/>
                    <a:pt x="12" y="125"/>
                  </a:cubicBezTo>
                  <a:lnTo>
                    <a:pt x="325" y="858"/>
                  </a:lnTo>
                  <a:cubicBezTo>
                    <a:pt x="304" y="1072"/>
                    <a:pt x="158" y="1163"/>
                    <a:pt x="55" y="1163"/>
                  </a:cubicBezTo>
                  <a:cubicBezTo>
                    <a:pt x="23" y="1163"/>
                    <a:pt x="1" y="1207"/>
                    <a:pt x="1" y="1253"/>
                  </a:cubicBezTo>
                  <a:cubicBezTo>
                    <a:pt x="1" y="1320"/>
                    <a:pt x="44" y="1331"/>
                    <a:pt x="90" y="1331"/>
                  </a:cubicBezTo>
                  <a:cubicBezTo>
                    <a:pt x="361" y="1331"/>
                    <a:pt x="450" y="1082"/>
                    <a:pt x="542" y="858"/>
                  </a:cubicBezTo>
                  <a:lnTo>
                    <a:pt x="823" y="125"/>
                  </a:lnTo>
                  <a:lnTo>
                    <a:pt x="823" y="104"/>
                  </a:lnTo>
                  <a:cubicBezTo>
                    <a:pt x="823" y="47"/>
                    <a:pt x="731" y="1"/>
                    <a:pt x="688" y="1"/>
                  </a:cubicBezTo>
                  <a:cubicBezTo>
                    <a:pt x="663" y="1"/>
                    <a:pt x="642" y="14"/>
                    <a:pt x="631" y="36"/>
                  </a:cubicBezTo>
                  <a:lnTo>
                    <a:pt x="428" y="655"/>
                  </a:lnTo>
                  <a:lnTo>
                    <a:pt x="190" y="36"/>
                  </a:lnTo>
                  <a:cubicBezTo>
                    <a:pt x="179" y="14"/>
                    <a:pt x="158" y="1"/>
                    <a:pt x="13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49"/>
            <p:cNvSpPr/>
            <p:nvPr/>
          </p:nvSpPr>
          <p:spPr>
            <a:xfrm>
              <a:off x="5597997" y="3810522"/>
              <a:ext cx="246649" cy="246676"/>
            </a:xfrm>
            <a:custGeom>
              <a:avLst/>
              <a:gdLst/>
              <a:ahLst/>
              <a:cxnLst/>
              <a:rect l="l" t="t" r="r" b="b"/>
              <a:pathLst>
                <a:path w="9147" h="9148" extrusionOk="0">
                  <a:moveTo>
                    <a:pt x="4575" y="0"/>
                  </a:moveTo>
                  <a:cubicBezTo>
                    <a:pt x="2039" y="0"/>
                    <a:pt x="0" y="2050"/>
                    <a:pt x="0" y="4575"/>
                  </a:cubicBezTo>
                  <a:cubicBezTo>
                    <a:pt x="0" y="7098"/>
                    <a:pt x="2039" y="9147"/>
                    <a:pt x="4575" y="9147"/>
                  </a:cubicBezTo>
                  <a:cubicBezTo>
                    <a:pt x="7097" y="9147"/>
                    <a:pt x="9147" y="7098"/>
                    <a:pt x="9147" y="4575"/>
                  </a:cubicBezTo>
                  <a:cubicBezTo>
                    <a:pt x="9147" y="2050"/>
                    <a:pt x="7097" y="0"/>
                    <a:pt x="4575"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9"/>
            <p:cNvSpPr/>
            <p:nvPr/>
          </p:nvSpPr>
          <p:spPr>
            <a:xfrm>
              <a:off x="5625609" y="3883435"/>
              <a:ext cx="191425" cy="92382"/>
            </a:xfrm>
            <a:custGeom>
              <a:avLst/>
              <a:gdLst/>
              <a:ahLst/>
              <a:cxnLst/>
              <a:rect l="l" t="t" r="r" b="b"/>
              <a:pathLst>
                <a:path w="7099" h="3426" extrusionOk="0">
                  <a:moveTo>
                    <a:pt x="3548" y="330"/>
                  </a:moveTo>
                  <a:cubicBezTo>
                    <a:pt x="3558" y="330"/>
                    <a:pt x="3567" y="333"/>
                    <a:pt x="3572" y="338"/>
                  </a:cubicBezTo>
                  <a:lnTo>
                    <a:pt x="4124" y="755"/>
                  </a:lnTo>
                  <a:cubicBezTo>
                    <a:pt x="4146" y="776"/>
                    <a:pt x="4146" y="811"/>
                    <a:pt x="4124" y="833"/>
                  </a:cubicBezTo>
                  <a:lnTo>
                    <a:pt x="3572" y="1217"/>
                  </a:lnTo>
                  <a:cubicBezTo>
                    <a:pt x="3567" y="1222"/>
                    <a:pt x="3558" y="1225"/>
                    <a:pt x="3548" y="1225"/>
                  </a:cubicBezTo>
                  <a:cubicBezTo>
                    <a:pt x="3538" y="1225"/>
                    <a:pt x="3526" y="1222"/>
                    <a:pt x="3516" y="1217"/>
                  </a:cubicBezTo>
                  <a:lnTo>
                    <a:pt x="2975" y="833"/>
                  </a:lnTo>
                  <a:cubicBezTo>
                    <a:pt x="2942" y="811"/>
                    <a:pt x="2942" y="776"/>
                    <a:pt x="2964" y="755"/>
                  </a:cubicBezTo>
                  <a:lnTo>
                    <a:pt x="3516" y="338"/>
                  </a:lnTo>
                  <a:cubicBezTo>
                    <a:pt x="3526" y="333"/>
                    <a:pt x="3538" y="330"/>
                    <a:pt x="3548" y="330"/>
                  </a:cubicBezTo>
                  <a:close/>
                  <a:moveTo>
                    <a:pt x="3416" y="0"/>
                  </a:moveTo>
                  <a:cubicBezTo>
                    <a:pt x="3380" y="0"/>
                    <a:pt x="3359" y="22"/>
                    <a:pt x="3359" y="68"/>
                  </a:cubicBezTo>
                  <a:lnTo>
                    <a:pt x="3359" y="303"/>
                  </a:lnTo>
                  <a:lnTo>
                    <a:pt x="2761" y="765"/>
                  </a:lnTo>
                  <a:cubicBezTo>
                    <a:pt x="2740" y="790"/>
                    <a:pt x="2740" y="822"/>
                    <a:pt x="2761" y="844"/>
                  </a:cubicBezTo>
                  <a:lnTo>
                    <a:pt x="3334" y="1228"/>
                  </a:lnTo>
                  <a:lnTo>
                    <a:pt x="2875" y="1228"/>
                  </a:lnTo>
                  <a:cubicBezTo>
                    <a:pt x="2861" y="1238"/>
                    <a:pt x="2840" y="1238"/>
                    <a:pt x="2829" y="1249"/>
                  </a:cubicBezTo>
                  <a:lnTo>
                    <a:pt x="2726" y="1317"/>
                  </a:lnTo>
                  <a:cubicBezTo>
                    <a:pt x="2715" y="1330"/>
                    <a:pt x="2705" y="1330"/>
                    <a:pt x="2694" y="1330"/>
                  </a:cubicBezTo>
                  <a:lnTo>
                    <a:pt x="317" y="1330"/>
                  </a:lnTo>
                  <a:cubicBezTo>
                    <a:pt x="282" y="1330"/>
                    <a:pt x="260" y="1352"/>
                    <a:pt x="250" y="1374"/>
                  </a:cubicBezTo>
                  <a:lnTo>
                    <a:pt x="1" y="2231"/>
                  </a:lnTo>
                  <a:lnTo>
                    <a:pt x="1" y="2242"/>
                  </a:lnTo>
                  <a:lnTo>
                    <a:pt x="1" y="3234"/>
                  </a:lnTo>
                  <a:cubicBezTo>
                    <a:pt x="1" y="3266"/>
                    <a:pt x="36" y="3301"/>
                    <a:pt x="68" y="3301"/>
                  </a:cubicBezTo>
                  <a:lnTo>
                    <a:pt x="552" y="3301"/>
                  </a:lnTo>
                  <a:cubicBezTo>
                    <a:pt x="588" y="3301"/>
                    <a:pt x="620" y="3323"/>
                    <a:pt x="620" y="3369"/>
                  </a:cubicBezTo>
                  <a:cubicBezTo>
                    <a:pt x="620" y="3401"/>
                    <a:pt x="655" y="3426"/>
                    <a:pt x="688" y="3426"/>
                  </a:cubicBezTo>
                  <a:lnTo>
                    <a:pt x="6401" y="3426"/>
                  </a:lnTo>
                  <a:cubicBezTo>
                    <a:pt x="6444" y="3426"/>
                    <a:pt x="6468" y="3401"/>
                    <a:pt x="6468" y="3358"/>
                  </a:cubicBezTo>
                  <a:lnTo>
                    <a:pt x="6468" y="3369"/>
                  </a:lnTo>
                  <a:cubicBezTo>
                    <a:pt x="6468" y="3334"/>
                    <a:pt x="6501" y="3301"/>
                    <a:pt x="6536" y="3301"/>
                  </a:cubicBezTo>
                  <a:lnTo>
                    <a:pt x="7031" y="3301"/>
                  </a:lnTo>
                  <a:cubicBezTo>
                    <a:pt x="7076" y="3301"/>
                    <a:pt x="7098" y="3266"/>
                    <a:pt x="7098" y="3234"/>
                  </a:cubicBezTo>
                  <a:lnTo>
                    <a:pt x="7098" y="2252"/>
                  </a:lnTo>
                  <a:lnTo>
                    <a:pt x="7098" y="2231"/>
                  </a:lnTo>
                  <a:lnTo>
                    <a:pt x="6849" y="1384"/>
                  </a:lnTo>
                  <a:cubicBezTo>
                    <a:pt x="6839" y="1352"/>
                    <a:pt x="6817" y="1330"/>
                    <a:pt x="6782" y="1330"/>
                  </a:cubicBezTo>
                  <a:lnTo>
                    <a:pt x="4394" y="1330"/>
                  </a:lnTo>
                  <a:cubicBezTo>
                    <a:pt x="4394" y="1330"/>
                    <a:pt x="4373" y="1330"/>
                    <a:pt x="4362" y="1317"/>
                  </a:cubicBezTo>
                  <a:lnTo>
                    <a:pt x="4259" y="1249"/>
                  </a:lnTo>
                  <a:cubicBezTo>
                    <a:pt x="4248" y="1238"/>
                    <a:pt x="4213" y="1228"/>
                    <a:pt x="4213" y="1228"/>
                  </a:cubicBezTo>
                  <a:lnTo>
                    <a:pt x="3740" y="1228"/>
                  </a:lnTo>
                  <a:lnTo>
                    <a:pt x="4316" y="833"/>
                  </a:lnTo>
                  <a:cubicBezTo>
                    <a:pt x="4338" y="811"/>
                    <a:pt x="4338" y="776"/>
                    <a:pt x="4316" y="755"/>
                  </a:cubicBezTo>
                  <a:lnTo>
                    <a:pt x="3718" y="292"/>
                  </a:lnTo>
                  <a:lnTo>
                    <a:pt x="3718" y="68"/>
                  </a:lnTo>
                  <a:cubicBezTo>
                    <a:pt x="3718" y="22"/>
                    <a:pt x="3697" y="0"/>
                    <a:pt x="3651"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9"/>
            <p:cNvSpPr/>
            <p:nvPr/>
          </p:nvSpPr>
          <p:spPr>
            <a:xfrm>
              <a:off x="5632620" y="3927172"/>
              <a:ext cx="14885" cy="16125"/>
            </a:xfrm>
            <a:custGeom>
              <a:avLst/>
              <a:gdLst/>
              <a:ahLst/>
              <a:cxnLst/>
              <a:rect l="l" t="t" r="r" b="b"/>
              <a:pathLst>
                <a:path w="552" h="598" extrusionOk="0">
                  <a:moveTo>
                    <a:pt x="214" y="0"/>
                  </a:moveTo>
                  <a:cubicBezTo>
                    <a:pt x="181" y="0"/>
                    <a:pt x="146" y="22"/>
                    <a:pt x="146" y="46"/>
                  </a:cubicBezTo>
                  <a:lnTo>
                    <a:pt x="11" y="506"/>
                  </a:lnTo>
                  <a:cubicBezTo>
                    <a:pt x="0" y="552"/>
                    <a:pt x="33" y="598"/>
                    <a:pt x="79" y="598"/>
                  </a:cubicBezTo>
                  <a:lnTo>
                    <a:pt x="484" y="598"/>
                  </a:lnTo>
                  <a:cubicBezTo>
                    <a:pt x="519" y="598"/>
                    <a:pt x="552" y="574"/>
                    <a:pt x="552" y="530"/>
                  </a:cubicBezTo>
                  <a:lnTo>
                    <a:pt x="552" y="68"/>
                  </a:lnTo>
                  <a:cubicBezTo>
                    <a:pt x="552" y="33"/>
                    <a:pt x="519" y="0"/>
                    <a:pt x="484"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9"/>
            <p:cNvSpPr/>
            <p:nvPr/>
          </p:nvSpPr>
          <p:spPr>
            <a:xfrm>
              <a:off x="5794545" y="3927172"/>
              <a:ext cx="14885" cy="16125"/>
            </a:xfrm>
            <a:custGeom>
              <a:avLst/>
              <a:gdLst/>
              <a:ahLst/>
              <a:cxnLst/>
              <a:rect l="l" t="t" r="r" b="b"/>
              <a:pathLst>
                <a:path w="552" h="598" extrusionOk="0">
                  <a:moveTo>
                    <a:pt x="68" y="0"/>
                  </a:moveTo>
                  <a:cubicBezTo>
                    <a:pt x="33" y="0"/>
                    <a:pt x="0" y="33"/>
                    <a:pt x="0" y="68"/>
                  </a:cubicBezTo>
                  <a:lnTo>
                    <a:pt x="0" y="530"/>
                  </a:lnTo>
                  <a:cubicBezTo>
                    <a:pt x="0" y="574"/>
                    <a:pt x="33" y="598"/>
                    <a:pt x="68" y="598"/>
                  </a:cubicBezTo>
                  <a:lnTo>
                    <a:pt x="474" y="598"/>
                  </a:lnTo>
                  <a:cubicBezTo>
                    <a:pt x="517" y="598"/>
                    <a:pt x="552" y="552"/>
                    <a:pt x="541" y="506"/>
                  </a:cubicBezTo>
                  <a:lnTo>
                    <a:pt x="406" y="46"/>
                  </a:lnTo>
                  <a:cubicBezTo>
                    <a:pt x="395" y="22"/>
                    <a:pt x="371" y="0"/>
                    <a:pt x="338"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9"/>
            <p:cNvSpPr/>
            <p:nvPr/>
          </p:nvSpPr>
          <p:spPr>
            <a:xfrm>
              <a:off x="5653248" y="3927172"/>
              <a:ext cx="11244" cy="38290"/>
            </a:xfrm>
            <a:custGeom>
              <a:avLst/>
              <a:gdLst/>
              <a:ahLst/>
              <a:cxnLst/>
              <a:rect l="l" t="t" r="r" b="b"/>
              <a:pathLst>
                <a:path w="417" h="1420" extrusionOk="0">
                  <a:moveTo>
                    <a:pt x="68" y="0"/>
                  </a:moveTo>
                  <a:cubicBezTo>
                    <a:pt x="25" y="0"/>
                    <a:pt x="1" y="33"/>
                    <a:pt x="1" y="68"/>
                  </a:cubicBezTo>
                  <a:lnTo>
                    <a:pt x="1" y="1341"/>
                  </a:lnTo>
                  <a:cubicBezTo>
                    <a:pt x="1" y="1385"/>
                    <a:pt x="25" y="1420"/>
                    <a:pt x="68" y="1420"/>
                  </a:cubicBezTo>
                  <a:lnTo>
                    <a:pt x="349" y="1420"/>
                  </a:lnTo>
                  <a:cubicBezTo>
                    <a:pt x="384" y="1420"/>
                    <a:pt x="417" y="1385"/>
                    <a:pt x="417" y="1341"/>
                  </a:cubicBezTo>
                  <a:lnTo>
                    <a:pt x="417" y="68"/>
                  </a:lnTo>
                  <a:cubicBezTo>
                    <a:pt x="417" y="33"/>
                    <a:pt x="384" y="0"/>
                    <a:pt x="349"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9"/>
            <p:cNvSpPr/>
            <p:nvPr/>
          </p:nvSpPr>
          <p:spPr>
            <a:xfrm>
              <a:off x="5667243" y="3927172"/>
              <a:ext cx="11244" cy="38290"/>
            </a:xfrm>
            <a:custGeom>
              <a:avLst/>
              <a:gdLst/>
              <a:ahLst/>
              <a:cxnLst/>
              <a:rect l="l" t="t" r="r" b="b"/>
              <a:pathLst>
                <a:path w="417" h="1420" extrusionOk="0">
                  <a:moveTo>
                    <a:pt x="68" y="0"/>
                  </a:moveTo>
                  <a:cubicBezTo>
                    <a:pt x="33" y="0"/>
                    <a:pt x="1" y="33"/>
                    <a:pt x="1" y="68"/>
                  </a:cubicBezTo>
                  <a:lnTo>
                    <a:pt x="1" y="1341"/>
                  </a:lnTo>
                  <a:cubicBezTo>
                    <a:pt x="1" y="1385"/>
                    <a:pt x="33" y="1420"/>
                    <a:pt x="68" y="1420"/>
                  </a:cubicBezTo>
                  <a:lnTo>
                    <a:pt x="349" y="1420"/>
                  </a:lnTo>
                  <a:cubicBezTo>
                    <a:pt x="395" y="1420"/>
                    <a:pt x="417" y="1385"/>
                    <a:pt x="417" y="1341"/>
                  </a:cubicBezTo>
                  <a:lnTo>
                    <a:pt x="417" y="68"/>
                  </a:lnTo>
                  <a:cubicBezTo>
                    <a:pt x="417" y="33"/>
                    <a:pt x="395" y="0"/>
                    <a:pt x="349"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9"/>
            <p:cNvSpPr/>
            <p:nvPr/>
          </p:nvSpPr>
          <p:spPr>
            <a:xfrm>
              <a:off x="5763266" y="3927172"/>
              <a:ext cx="11541" cy="38290"/>
            </a:xfrm>
            <a:custGeom>
              <a:avLst/>
              <a:gdLst/>
              <a:ahLst/>
              <a:cxnLst/>
              <a:rect l="l" t="t" r="r" b="b"/>
              <a:pathLst>
                <a:path w="428" h="1420" extrusionOk="0">
                  <a:moveTo>
                    <a:pt x="79" y="0"/>
                  </a:moveTo>
                  <a:cubicBezTo>
                    <a:pt x="33" y="0"/>
                    <a:pt x="0" y="33"/>
                    <a:pt x="0" y="68"/>
                  </a:cubicBezTo>
                  <a:lnTo>
                    <a:pt x="0" y="1341"/>
                  </a:lnTo>
                  <a:cubicBezTo>
                    <a:pt x="0" y="1385"/>
                    <a:pt x="33" y="1420"/>
                    <a:pt x="79" y="1420"/>
                  </a:cubicBezTo>
                  <a:lnTo>
                    <a:pt x="349" y="1420"/>
                  </a:lnTo>
                  <a:cubicBezTo>
                    <a:pt x="392" y="1420"/>
                    <a:pt x="428" y="1385"/>
                    <a:pt x="428" y="1341"/>
                  </a:cubicBezTo>
                  <a:lnTo>
                    <a:pt x="428" y="68"/>
                  </a:lnTo>
                  <a:cubicBezTo>
                    <a:pt x="428" y="33"/>
                    <a:pt x="392" y="0"/>
                    <a:pt x="349"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9"/>
            <p:cNvSpPr/>
            <p:nvPr/>
          </p:nvSpPr>
          <p:spPr>
            <a:xfrm>
              <a:off x="5778150" y="3927172"/>
              <a:ext cx="11244" cy="38290"/>
            </a:xfrm>
            <a:custGeom>
              <a:avLst/>
              <a:gdLst/>
              <a:ahLst/>
              <a:cxnLst/>
              <a:rect l="l" t="t" r="r" b="b"/>
              <a:pathLst>
                <a:path w="417" h="1420" extrusionOk="0">
                  <a:moveTo>
                    <a:pt x="78" y="0"/>
                  </a:moveTo>
                  <a:cubicBezTo>
                    <a:pt x="32" y="0"/>
                    <a:pt x="0" y="33"/>
                    <a:pt x="0" y="68"/>
                  </a:cubicBezTo>
                  <a:lnTo>
                    <a:pt x="0" y="1341"/>
                  </a:lnTo>
                  <a:cubicBezTo>
                    <a:pt x="0" y="1385"/>
                    <a:pt x="32" y="1420"/>
                    <a:pt x="78" y="1420"/>
                  </a:cubicBezTo>
                  <a:lnTo>
                    <a:pt x="349" y="1420"/>
                  </a:lnTo>
                  <a:cubicBezTo>
                    <a:pt x="395" y="1420"/>
                    <a:pt x="416" y="1385"/>
                    <a:pt x="416" y="1341"/>
                  </a:cubicBezTo>
                  <a:lnTo>
                    <a:pt x="416" y="68"/>
                  </a:lnTo>
                  <a:cubicBezTo>
                    <a:pt x="416" y="33"/>
                    <a:pt x="395" y="0"/>
                    <a:pt x="349"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49"/>
            <p:cNvSpPr/>
            <p:nvPr/>
          </p:nvSpPr>
          <p:spPr>
            <a:xfrm>
              <a:off x="5693345" y="3927172"/>
              <a:ext cx="16422" cy="16125"/>
            </a:xfrm>
            <a:custGeom>
              <a:avLst/>
              <a:gdLst/>
              <a:ahLst/>
              <a:cxnLst/>
              <a:rect l="l" t="t" r="r" b="b"/>
              <a:pathLst>
                <a:path w="609" h="598" extrusionOk="0">
                  <a:moveTo>
                    <a:pt x="125" y="0"/>
                  </a:moveTo>
                  <a:cubicBezTo>
                    <a:pt x="57" y="0"/>
                    <a:pt x="1" y="57"/>
                    <a:pt x="1" y="114"/>
                  </a:cubicBezTo>
                  <a:lnTo>
                    <a:pt x="1" y="484"/>
                  </a:lnTo>
                  <a:cubicBezTo>
                    <a:pt x="1" y="552"/>
                    <a:pt x="57" y="598"/>
                    <a:pt x="125" y="598"/>
                  </a:cubicBezTo>
                  <a:lnTo>
                    <a:pt x="485" y="598"/>
                  </a:lnTo>
                  <a:cubicBezTo>
                    <a:pt x="552" y="598"/>
                    <a:pt x="609" y="552"/>
                    <a:pt x="609" y="484"/>
                  </a:cubicBezTo>
                  <a:lnTo>
                    <a:pt x="609" y="114"/>
                  </a:lnTo>
                  <a:cubicBezTo>
                    <a:pt x="609" y="57"/>
                    <a:pt x="552" y="0"/>
                    <a:pt x="485"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49"/>
            <p:cNvSpPr/>
            <p:nvPr/>
          </p:nvSpPr>
          <p:spPr>
            <a:xfrm>
              <a:off x="5713111" y="3927172"/>
              <a:ext cx="16422" cy="16125"/>
            </a:xfrm>
            <a:custGeom>
              <a:avLst/>
              <a:gdLst/>
              <a:ahLst/>
              <a:cxnLst/>
              <a:rect l="l" t="t" r="r" b="b"/>
              <a:pathLst>
                <a:path w="609" h="598" extrusionOk="0">
                  <a:moveTo>
                    <a:pt x="125" y="0"/>
                  </a:moveTo>
                  <a:cubicBezTo>
                    <a:pt x="57" y="0"/>
                    <a:pt x="0" y="57"/>
                    <a:pt x="0" y="114"/>
                  </a:cubicBezTo>
                  <a:lnTo>
                    <a:pt x="0" y="484"/>
                  </a:lnTo>
                  <a:cubicBezTo>
                    <a:pt x="0" y="552"/>
                    <a:pt x="57" y="598"/>
                    <a:pt x="125" y="598"/>
                  </a:cubicBezTo>
                  <a:lnTo>
                    <a:pt x="484" y="598"/>
                  </a:lnTo>
                  <a:cubicBezTo>
                    <a:pt x="552" y="598"/>
                    <a:pt x="609" y="552"/>
                    <a:pt x="609" y="484"/>
                  </a:cubicBezTo>
                  <a:lnTo>
                    <a:pt x="609" y="114"/>
                  </a:lnTo>
                  <a:cubicBezTo>
                    <a:pt x="609" y="57"/>
                    <a:pt x="552" y="0"/>
                    <a:pt x="484"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49"/>
            <p:cNvSpPr/>
            <p:nvPr/>
          </p:nvSpPr>
          <p:spPr>
            <a:xfrm>
              <a:off x="5732283" y="3927172"/>
              <a:ext cx="16422" cy="16125"/>
            </a:xfrm>
            <a:custGeom>
              <a:avLst/>
              <a:gdLst/>
              <a:ahLst/>
              <a:cxnLst/>
              <a:rect l="l" t="t" r="r" b="b"/>
              <a:pathLst>
                <a:path w="609" h="598" extrusionOk="0">
                  <a:moveTo>
                    <a:pt x="111" y="0"/>
                  </a:moveTo>
                  <a:cubicBezTo>
                    <a:pt x="54" y="0"/>
                    <a:pt x="0" y="57"/>
                    <a:pt x="0" y="114"/>
                  </a:cubicBezTo>
                  <a:lnTo>
                    <a:pt x="0" y="484"/>
                  </a:lnTo>
                  <a:cubicBezTo>
                    <a:pt x="0" y="552"/>
                    <a:pt x="54" y="598"/>
                    <a:pt x="111" y="598"/>
                  </a:cubicBezTo>
                  <a:lnTo>
                    <a:pt x="484" y="598"/>
                  </a:lnTo>
                  <a:cubicBezTo>
                    <a:pt x="552" y="598"/>
                    <a:pt x="609" y="552"/>
                    <a:pt x="609" y="484"/>
                  </a:cubicBezTo>
                  <a:lnTo>
                    <a:pt x="609" y="114"/>
                  </a:lnTo>
                  <a:cubicBezTo>
                    <a:pt x="609" y="57"/>
                    <a:pt x="552" y="0"/>
                    <a:pt x="484"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49"/>
            <p:cNvSpPr/>
            <p:nvPr/>
          </p:nvSpPr>
          <p:spPr>
            <a:xfrm>
              <a:off x="5648718" y="3967566"/>
              <a:ext cx="16449" cy="16422"/>
            </a:xfrm>
            <a:custGeom>
              <a:avLst/>
              <a:gdLst/>
              <a:ahLst/>
              <a:cxnLst/>
              <a:rect l="l" t="t" r="r" b="b"/>
              <a:pathLst>
                <a:path w="610" h="609" extrusionOk="0">
                  <a:moveTo>
                    <a:pt x="304" y="0"/>
                  </a:moveTo>
                  <a:cubicBezTo>
                    <a:pt x="136" y="0"/>
                    <a:pt x="1" y="135"/>
                    <a:pt x="1" y="306"/>
                  </a:cubicBezTo>
                  <a:cubicBezTo>
                    <a:pt x="1" y="473"/>
                    <a:pt x="136" y="609"/>
                    <a:pt x="304" y="609"/>
                  </a:cubicBezTo>
                  <a:cubicBezTo>
                    <a:pt x="474" y="609"/>
                    <a:pt x="609" y="473"/>
                    <a:pt x="609" y="306"/>
                  </a:cubicBezTo>
                  <a:cubicBezTo>
                    <a:pt x="609" y="135"/>
                    <a:pt x="474" y="0"/>
                    <a:pt x="304"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49"/>
            <p:cNvSpPr/>
            <p:nvPr/>
          </p:nvSpPr>
          <p:spPr>
            <a:xfrm>
              <a:off x="5653896" y="3972743"/>
              <a:ext cx="6094" cy="6067"/>
            </a:xfrm>
            <a:custGeom>
              <a:avLst/>
              <a:gdLst/>
              <a:ahLst/>
              <a:cxnLst/>
              <a:rect l="l" t="t" r="r" b="b"/>
              <a:pathLst>
                <a:path w="226" h="225" extrusionOk="0">
                  <a:moveTo>
                    <a:pt x="112" y="0"/>
                  </a:moveTo>
                  <a:cubicBezTo>
                    <a:pt x="44" y="0"/>
                    <a:pt x="1" y="57"/>
                    <a:pt x="1" y="114"/>
                  </a:cubicBezTo>
                  <a:cubicBezTo>
                    <a:pt x="1" y="181"/>
                    <a:pt x="44" y="225"/>
                    <a:pt x="112" y="225"/>
                  </a:cubicBezTo>
                  <a:cubicBezTo>
                    <a:pt x="168" y="225"/>
                    <a:pt x="225" y="181"/>
                    <a:pt x="225" y="114"/>
                  </a:cubicBezTo>
                  <a:cubicBezTo>
                    <a:pt x="225" y="57"/>
                    <a:pt x="168" y="0"/>
                    <a:pt x="112"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49"/>
            <p:cNvSpPr/>
            <p:nvPr/>
          </p:nvSpPr>
          <p:spPr>
            <a:xfrm>
              <a:off x="5671477" y="3967566"/>
              <a:ext cx="16422" cy="16422"/>
            </a:xfrm>
            <a:custGeom>
              <a:avLst/>
              <a:gdLst/>
              <a:ahLst/>
              <a:cxnLst/>
              <a:rect l="l" t="t" r="r" b="b"/>
              <a:pathLst>
                <a:path w="609" h="609" extrusionOk="0">
                  <a:moveTo>
                    <a:pt x="306" y="0"/>
                  </a:moveTo>
                  <a:cubicBezTo>
                    <a:pt x="136" y="0"/>
                    <a:pt x="0" y="135"/>
                    <a:pt x="0" y="306"/>
                  </a:cubicBezTo>
                  <a:cubicBezTo>
                    <a:pt x="0" y="473"/>
                    <a:pt x="136" y="609"/>
                    <a:pt x="306" y="609"/>
                  </a:cubicBezTo>
                  <a:cubicBezTo>
                    <a:pt x="463" y="609"/>
                    <a:pt x="609" y="473"/>
                    <a:pt x="609" y="306"/>
                  </a:cubicBezTo>
                  <a:cubicBezTo>
                    <a:pt x="609" y="135"/>
                    <a:pt x="463" y="0"/>
                    <a:pt x="306"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49"/>
            <p:cNvSpPr/>
            <p:nvPr/>
          </p:nvSpPr>
          <p:spPr>
            <a:xfrm>
              <a:off x="5754745" y="3967566"/>
              <a:ext cx="16422" cy="16422"/>
            </a:xfrm>
            <a:custGeom>
              <a:avLst/>
              <a:gdLst/>
              <a:ahLst/>
              <a:cxnLst/>
              <a:rect l="l" t="t" r="r" b="b"/>
              <a:pathLst>
                <a:path w="609" h="609" extrusionOk="0">
                  <a:moveTo>
                    <a:pt x="303" y="0"/>
                  </a:moveTo>
                  <a:cubicBezTo>
                    <a:pt x="135" y="0"/>
                    <a:pt x="0" y="135"/>
                    <a:pt x="0" y="306"/>
                  </a:cubicBezTo>
                  <a:cubicBezTo>
                    <a:pt x="0" y="473"/>
                    <a:pt x="135" y="609"/>
                    <a:pt x="303" y="609"/>
                  </a:cubicBezTo>
                  <a:cubicBezTo>
                    <a:pt x="462" y="609"/>
                    <a:pt x="608" y="473"/>
                    <a:pt x="608" y="306"/>
                  </a:cubicBezTo>
                  <a:cubicBezTo>
                    <a:pt x="608" y="135"/>
                    <a:pt x="462" y="0"/>
                    <a:pt x="303"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49"/>
            <p:cNvSpPr/>
            <p:nvPr/>
          </p:nvSpPr>
          <p:spPr>
            <a:xfrm>
              <a:off x="5777180" y="3967566"/>
              <a:ext cx="16449" cy="16422"/>
            </a:xfrm>
            <a:custGeom>
              <a:avLst/>
              <a:gdLst/>
              <a:ahLst/>
              <a:cxnLst/>
              <a:rect l="l" t="t" r="r" b="b"/>
              <a:pathLst>
                <a:path w="610" h="609" extrusionOk="0">
                  <a:moveTo>
                    <a:pt x="306" y="0"/>
                  </a:moveTo>
                  <a:cubicBezTo>
                    <a:pt x="136" y="0"/>
                    <a:pt x="1" y="135"/>
                    <a:pt x="1" y="306"/>
                  </a:cubicBezTo>
                  <a:cubicBezTo>
                    <a:pt x="1" y="473"/>
                    <a:pt x="136" y="609"/>
                    <a:pt x="306" y="609"/>
                  </a:cubicBezTo>
                  <a:cubicBezTo>
                    <a:pt x="474" y="609"/>
                    <a:pt x="609" y="473"/>
                    <a:pt x="609" y="306"/>
                  </a:cubicBezTo>
                  <a:cubicBezTo>
                    <a:pt x="609" y="135"/>
                    <a:pt x="474" y="0"/>
                    <a:pt x="306"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9"/>
            <p:cNvSpPr/>
            <p:nvPr/>
          </p:nvSpPr>
          <p:spPr>
            <a:xfrm>
              <a:off x="5676357" y="3972743"/>
              <a:ext cx="6364" cy="6067"/>
            </a:xfrm>
            <a:custGeom>
              <a:avLst/>
              <a:gdLst/>
              <a:ahLst/>
              <a:cxnLst/>
              <a:rect l="l" t="t" r="r" b="b"/>
              <a:pathLst>
                <a:path w="236" h="225" extrusionOk="0">
                  <a:moveTo>
                    <a:pt x="125" y="0"/>
                  </a:moveTo>
                  <a:cubicBezTo>
                    <a:pt x="57" y="0"/>
                    <a:pt x="1" y="57"/>
                    <a:pt x="1" y="114"/>
                  </a:cubicBezTo>
                  <a:cubicBezTo>
                    <a:pt x="1" y="181"/>
                    <a:pt x="57" y="225"/>
                    <a:pt x="125" y="225"/>
                  </a:cubicBezTo>
                  <a:cubicBezTo>
                    <a:pt x="182" y="225"/>
                    <a:pt x="236" y="181"/>
                    <a:pt x="236" y="114"/>
                  </a:cubicBezTo>
                  <a:cubicBezTo>
                    <a:pt x="236" y="57"/>
                    <a:pt x="182" y="0"/>
                    <a:pt x="125"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9"/>
            <p:cNvSpPr/>
            <p:nvPr/>
          </p:nvSpPr>
          <p:spPr>
            <a:xfrm>
              <a:off x="5759625" y="3972743"/>
              <a:ext cx="6364" cy="6067"/>
            </a:xfrm>
            <a:custGeom>
              <a:avLst/>
              <a:gdLst/>
              <a:ahLst/>
              <a:cxnLst/>
              <a:rect l="l" t="t" r="r" b="b"/>
              <a:pathLst>
                <a:path w="236" h="225" extrusionOk="0">
                  <a:moveTo>
                    <a:pt x="122" y="0"/>
                  </a:moveTo>
                  <a:cubicBezTo>
                    <a:pt x="54" y="0"/>
                    <a:pt x="0" y="57"/>
                    <a:pt x="0" y="114"/>
                  </a:cubicBezTo>
                  <a:cubicBezTo>
                    <a:pt x="0" y="181"/>
                    <a:pt x="54" y="225"/>
                    <a:pt x="122" y="225"/>
                  </a:cubicBezTo>
                  <a:cubicBezTo>
                    <a:pt x="179" y="225"/>
                    <a:pt x="235" y="181"/>
                    <a:pt x="235" y="114"/>
                  </a:cubicBezTo>
                  <a:cubicBezTo>
                    <a:pt x="235" y="57"/>
                    <a:pt x="179" y="0"/>
                    <a:pt x="122"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9"/>
            <p:cNvSpPr/>
            <p:nvPr/>
          </p:nvSpPr>
          <p:spPr>
            <a:xfrm>
              <a:off x="5782357" y="3972743"/>
              <a:ext cx="6094" cy="6067"/>
            </a:xfrm>
            <a:custGeom>
              <a:avLst/>
              <a:gdLst/>
              <a:ahLst/>
              <a:cxnLst/>
              <a:rect l="l" t="t" r="r" b="b"/>
              <a:pathLst>
                <a:path w="226" h="225" extrusionOk="0">
                  <a:moveTo>
                    <a:pt x="114" y="0"/>
                  </a:moveTo>
                  <a:cubicBezTo>
                    <a:pt x="58" y="0"/>
                    <a:pt x="1" y="57"/>
                    <a:pt x="1" y="114"/>
                  </a:cubicBezTo>
                  <a:cubicBezTo>
                    <a:pt x="1" y="181"/>
                    <a:pt x="58" y="225"/>
                    <a:pt x="114" y="225"/>
                  </a:cubicBezTo>
                  <a:cubicBezTo>
                    <a:pt x="182" y="225"/>
                    <a:pt x="225" y="181"/>
                    <a:pt x="225" y="114"/>
                  </a:cubicBezTo>
                  <a:cubicBezTo>
                    <a:pt x="225" y="57"/>
                    <a:pt x="182" y="0"/>
                    <a:pt x="114"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 name="Google Shape;849;p49"/>
          <p:cNvGrpSpPr/>
          <p:nvPr/>
        </p:nvGrpSpPr>
        <p:grpSpPr>
          <a:xfrm>
            <a:off x="4765938" y="3810589"/>
            <a:ext cx="361789" cy="361789"/>
            <a:chOff x="4708530" y="3810522"/>
            <a:chExt cx="361789" cy="361789"/>
          </a:xfrm>
        </p:grpSpPr>
        <p:sp>
          <p:nvSpPr>
            <p:cNvPr id="850" name="Google Shape;850;p49"/>
            <p:cNvSpPr/>
            <p:nvPr/>
          </p:nvSpPr>
          <p:spPr>
            <a:xfrm>
              <a:off x="4708530" y="3810522"/>
              <a:ext cx="361789" cy="361789"/>
            </a:xfrm>
            <a:custGeom>
              <a:avLst/>
              <a:gdLst/>
              <a:ahLst/>
              <a:cxnLst/>
              <a:rect l="l" t="t" r="r" b="b"/>
              <a:pathLst>
                <a:path w="13417" h="13417" extrusionOk="0">
                  <a:moveTo>
                    <a:pt x="6703" y="0"/>
                  </a:moveTo>
                  <a:cubicBezTo>
                    <a:pt x="2996" y="0"/>
                    <a:pt x="0" y="3007"/>
                    <a:pt x="0" y="6714"/>
                  </a:cubicBezTo>
                  <a:cubicBezTo>
                    <a:pt x="0" y="10410"/>
                    <a:pt x="2996" y="13416"/>
                    <a:pt x="6703" y="13416"/>
                  </a:cubicBezTo>
                  <a:cubicBezTo>
                    <a:pt x="10410" y="13416"/>
                    <a:pt x="13416" y="10410"/>
                    <a:pt x="13416" y="6714"/>
                  </a:cubicBezTo>
                  <a:cubicBezTo>
                    <a:pt x="13416" y="3007"/>
                    <a:pt x="10410" y="0"/>
                    <a:pt x="6703" y="0"/>
                  </a:cubicBezTo>
                  <a:close/>
                </a:path>
              </a:pathLst>
            </a:custGeom>
            <a:solidFill>
              <a:srgbClr val="649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49"/>
            <p:cNvSpPr/>
            <p:nvPr/>
          </p:nvSpPr>
          <p:spPr>
            <a:xfrm>
              <a:off x="4753157" y="3907380"/>
              <a:ext cx="273425" cy="168046"/>
            </a:xfrm>
            <a:custGeom>
              <a:avLst/>
              <a:gdLst/>
              <a:ahLst/>
              <a:cxnLst/>
              <a:rect l="l" t="t" r="r" b="b"/>
              <a:pathLst>
                <a:path w="10140" h="6232" extrusionOk="0">
                  <a:moveTo>
                    <a:pt x="2885" y="1997"/>
                  </a:moveTo>
                  <a:lnTo>
                    <a:pt x="6378" y="2200"/>
                  </a:lnTo>
                  <a:lnTo>
                    <a:pt x="5894" y="3957"/>
                  </a:lnTo>
                  <a:cubicBezTo>
                    <a:pt x="5713" y="3957"/>
                    <a:pt x="5556" y="4025"/>
                    <a:pt x="5432" y="4136"/>
                  </a:cubicBezTo>
                  <a:lnTo>
                    <a:pt x="2785" y="2367"/>
                  </a:lnTo>
                  <a:lnTo>
                    <a:pt x="2885" y="1997"/>
                  </a:lnTo>
                  <a:close/>
                  <a:moveTo>
                    <a:pt x="6716" y="2492"/>
                  </a:moveTo>
                  <a:lnTo>
                    <a:pt x="7460" y="3573"/>
                  </a:lnTo>
                  <a:cubicBezTo>
                    <a:pt x="7200" y="3809"/>
                    <a:pt x="7019" y="4136"/>
                    <a:pt x="6976" y="4498"/>
                  </a:cubicBezTo>
                  <a:lnTo>
                    <a:pt x="6603" y="4498"/>
                  </a:lnTo>
                  <a:cubicBezTo>
                    <a:pt x="6546" y="4328"/>
                    <a:pt x="6435" y="4171"/>
                    <a:pt x="6286" y="4079"/>
                  </a:cubicBezTo>
                  <a:lnTo>
                    <a:pt x="6716" y="2492"/>
                  </a:lnTo>
                  <a:close/>
                  <a:moveTo>
                    <a:pt x="7695" y="3911"/>
                  </a:moveTo>
                  <a:lnTo>
                    <a:pt x="8101" y="4498"/>
                  </a:lnTo>
                  <a:lnTo>
                    <a:pt x="7381" y="4498"/>
                  </a:lnTo>
                  <a:cubicBezTo>
                    <a:pt x="7425" y="4271"/>
                    <a:pt x="7538" y="4068"/>
                    <a:pt x="7695" y="3911"/>
                  </a:cubicBezTo>
                  <a:close/>
                  <a:moveTo>
                    <a:pt x="5894" y="4363"/>
                  </a:moveTo>
                  <a:cubicBezTo>
                    <a:pt x="6073" y="4363"/>
                    <a:pt x="6219" y="4509"/>
                    <a:pt x="6219" y="4687"/>
                  </a:cubicBezTo>
                  <a:cubicBezTo>
                    <a:pt x="6219" y="4836"/>
                    <a:pt x="6130" y="4958"/>
                    <a:pt x="6005" y="5004"/>
                  </a:cubicBezTo>
                  <a:lnTo>
                    <a:pt x="5948" y="5004"/>
                  </a:lnTo>
                  <a:cubicBezTo>
                    <a:pt x="5938" y="5014"/>
                    <a:pt x="5927" y="5014"/>
                    <a:pt x="5916" y="5014"/>
                  </a:cubicBezTo>
                  <a:lnTo>
                    <a:pt x="5894" y="5014"/>
                  </a:lnTo>
                  <a:cubicBezTo>
                    <a:pt x="5713" y="5014"/>
                    <a:pt x="5567" y="4868"/>
                    <a:pt x="5567" y="4687"/>
                  </a:cubicBezTo>
                  <a:cubicBezTo>
                    <a:pt x="5567" y="4509"/>
                    <a:pt x="5713" y="4363"/>
                    <a:pt x="5894" y="4363"/>
                  </a:cubicBezTo>
                  <a:close/>
                  <a:moveTo>
                    <a:pt x="1590" y="3552"/>
                  </a:moveTo>
                  <a:cubicBezTo>
                    <a:pt x="1747" y="3552"/>
                    <a:pt x="1882" y="3584"/>
                    <a:pt x="2017" y="3630"/>
                  </a:cubicBezTo>
                  <a:lnTo>
                    <a:pt x="1839" y="4282"/>
                  </a:lnTo>
                  <a:lnTo>
                    <a:pt x="1398" y="4509"/>
                  </a:lnTo>
                  <a:cubicBezTo>
                    <a:pt x="1298" y="4566"/>
                    <a:pt x="1263" y="4687"/>
                    <a:pt x="1309" y="4779"/>
                  </a:cubicBezTo>
                  <a:cubicBezTo>
                    <a:pt x="1341" y="4858"/>
                    <a:pt x="1420" y="4890"/>
                    <a:pt x="1487" y="4890"/>
                  </a:cubicBezTo>
                  <a:cubicBezTo>
                    <a:pt x="1522" y="4890"/>
                    <a:pt x="1555" y="4879"/>
                    <a:pt x="1579" y="4868"/>
                  </a:cubicBezTo>
                  <a:lnTo>
                    <a:pt x="2109" y="4598"/>
                  </a:lnTo>
                  <a:cubicBezTo>
                    <a:pt x="2152" y="4576"/>
                    <a:pt x="2198" y="4530"/>
                    <a:pt x="2209" y="4474"/>
                  </a:cubicBezTo>
                  <a:lnTo>
                    <a:pt x="2379" y="3865"/>
                  </a:lnTo>
                  <a:cubicBezTo>
                    <a:pt x="2593" y="4068"/>
                    <a:pt x="2728" y="4363"/>
                    <a:pt x="2728" y="4687"/>
                  </a:cubicBezTo>
                  <a:cubicBezTo>
                    <a:pt x="2728" y="5320"/>
                    <a:pt x="2220" y="5826"/>
                    <a:pt x="1590" y="5826"/>
                  </a:cubicBezTo>
                  <a:cubicBezTo>
                    <a:pt x="971" y="5826"/>
                    <a:pt x="452" y="5320"/>
                    <a:pt x="452" y="4687"/>
                  </a:cubicBezTo>
                  <a:cubicBezTo>
                    <a:pt x="452" y="4057"/>
                    <a:pt x="971" y="3552"/>
                    <a:pt x="1590" y="3552"/>
                  </a:cubicBezTo>
                  <a:close/>
                  <a:moveTo>
                    <a:pt x="8506" y="3552"/>
                  </a:moveTo>
                  <a:cubicBezTo>
                    <a:pt x="9139" y="3552"/>
                    <a:pt x="9644" y="4057"/>
                    <a:pt x="9644" y="4687"/>
                  </a:cubicBezTo>
                  <a:cubicBezTo>
                    <a:pt x="9644" y="5320"/>
                    <a:pt x="9139" y="5826"/>
                    <a:pt x="8506" y="5826"/>
                  </a:cubicBezTo>
                  <a:cubicBezTo>
                    <a:pt x="7944" y="5826"/>
                    <a:pt x="7481" y="5420"/>
                    <a:pt x="7381" y="4890"/>
                  </a:cubicBezTo>
                  <a:lnTo>
                    <a:pt x="8474" y="4890"/>
                  </a:lnTo>
                  <a:cubicBezTo>
                    <a:pt x="8530" y="4890"/>
                    <a:pt x="8585" y="4868"/>
                    <a:pt x="8620" y="4836"/>
                  </a:cubicBezTo>
                  <a:cubicBezTo>
                    <a:pt x="8698" y="4768"/>
                    <a:pt x="8709" y="4655"/>
                    <a:pt x="8652" y="4576"/>
                  </a:cubicBezTo>
                  <a:lnTo>
                    <a:pt x="8022" y="3663"/>
                  </a:lnTo>
                  <a:cubicBezTo>
                    <a:pt x="8168" y="3584"/>
                    <a:pt x="8328" y="3552"/>
                    <a:pt x="8506" y="3552"/>
                  </a:cubicBezTo>
                  <a:close/>
                  <a:moveTo>
                    <a:pt x="2341" y="1"/>
                  </a:moveTo>
                  <a:cubicBezTo>
                    <a:pt x="2197" y="1"/>
                    <a:pt x="2064" y="23"/>
                    <a:pt x="1960" y="80"/>
                  </a:cubicBezTo>
                  <a:cubicBezTo>
                    <a:pt x="1839" y="148"/>
                    <a:pt x="1771" y="250"/>
                    <a:pt x="1747" y="386"/>
                  </a:cubicBezTo>
                  <a:cubicBezTo>
                    <a:pt x="1668" y="802"/>
                    <a:pt x="1939" y="1037"/>
                    <a:pt x="2625" y="1410"/>
                  </a:cubicBezTo>
                  <a:lnTo>
                    <a:pt x="2131" y="3235"/>
                  </a:lnTo>
                  <a:cubicBezTo>
                    <a:pt x="1971" y="3173"/>
                    <a:pt x="1804" y="3139"/>
                    <a:pt x="1629" y="3139"/>
                  </a:cubicBezTo>
                  <a:cubicBezTo>
                    <a:pt x="1582" y="3139"/>
                    <a:pt x="1535" y="3141"/>
                    <a:pt x="1487" y="3146"/>
                  </a:cubicBezTo>
                  <a:cubicBezTo>
                    <a:pt x="722" y="3189"/>
                    <a:pt x="103" y="3809"/>
                    <a:pt x="57" y="4576"/>
                  </a:cubicBezTo>
                  <a:cubicBezTo>
                    <a:pt x="0" y="5477"/>
                    <a:pt x="711" y="6220"/>
                    <a:pt x="1601" y="6220"/>
                  </a:cubicBezTo>
                  <a:cubicBezTo>
                    <a:pt x="2423" y="6220"/>
                    <a:pt x="3109" y="5544"/>
                    <a:pt x="3134" y="4722"/>
                  </a:cubicBezTo>
                  <a:cubicBezTo>
                    <a:pt x="3155" y="4192"/>
                    <a:pt x="2896" y="3719"/>
                    <a:pt x="2490" y="3427"/>
                  </a:cubicBezTo>
                  <a:lnTo>
                    <a:pt x="2671" y="2773"/>
                  </a:lnTo>
                  <a:lnTo>
                    <a:pt x="5194" y="4452"/>
                  </a:lnTo>
                  <a:cubicBezTo>
                    <a:pt x="5172" y="4530"/>
                    <a:pt x="5162" y="4598"/>
                    <a:pt x="5162" y="4676"/>
                  </a:cubicBezTo>
                  <a:cubicBezTo>
                    <a:pt x="5162" y="5060"/>
                    <a:pt x="5464" y="5377"/>
                    <a:pt x="5848" y="5409"/>
                  </a:cubicBezTo>
                  <a:lnTo>
                    <a:pt x="5948" y="5782"/>
                  </a:lnTo>
                  <a:lnTo>
                    <a:pt x="5870" y="5782"/>
                  </a:lnTo>
                  <a:cubicBezTo>
                    <a:pt x="5781" y="5782"/>
                    <a:pt x="5702" y="5836"/>
                    <a:pt x="5667" y="5928"/>
                  </a:cubicBezTo>
                  <a:cubicBezTo>
                    <a:pt x="5624" y="6063"/>
                    <a:pt x="5735" y="6199"/>
                    <a:pt x="5870" y="6199"/>
                  </a:cubicBezTo>
                  <a:lnTo>
                    <a:pt x="6457" y="6199"/>
                  </a:lnTo>
                  <a:cubicBezTo>
                    <a:pt x="6546" y="6199"/>
                    <a:pt x="6624" y="6142"/>
                    <a:pt x="6659" y="6063"/>
                  </a:cubicBezTo>
                  <a:cubicBezTo>
                    <a:pt x="6705" y="5917"/>
                    <a:pt x="6592" y="5782"/>
                    <a:pt x="6457" y="5782"/>
                  </a:cubicBezTo>
                  <a:lnTo>
                    <a:pt x="6367" y="5782"/>
                  </a:lnTo>
                  <a:cubicBezTo>
                    <a:pt x="6367" y="5769"/>
                    <a:pt x="6367" y="5758"/>
                    <a:pt x="6354" y="5736"/>
                  </a:cubicBezTo>
                  <a:lnTo>
                    <a:pt x="6243" y="5331"/>
                  </a:lnTo>
                  <a:cubicBezTo>
                    <a:pt x="6411" y="5242"/>
                    <a:pt x="6546" y="5082"/>
                    <a:pt x="6603" y="4890"/>
                  </a:cubicBezTo>
                  <a:lnTo>
                    <a:pt x="6976" y="4890"/>
                  </a:lnTo>
                  <a:cubicBezTo>
                    <a:pt x="7069" y="5642"/>
                    <a:pt x="7714" y="6231"/>
                    <a:pt x="8500" y="6231"/>
                  </a:cubicBezTo>
                  <a:cubicBezTo>
                    <a:pt x="8561" y="6231"/>
                    <a:pt x="8624" y="6228"/>
                    <a:pt x="8687" y="6220"/>
                  </a:cubicBezTo>
                  <a:cubicBezTo>
                    <a:pt x="9396" y="6142"/>
                    <a:pt x="9961" y="5579"/>
                    <a:pt x="10039" y="4868"/>
                  </a:cubicBezTo>
                  <a:cubicBezTo>
                    <a:pt x="10139" y="3933"/>
                    <a:pt x="9420" y="3146"/>
                    <a:pt x="8506" y="3146"/>
                  </a:cubicBezTo>
                  <a:cubicBezTo>
                    <a:pt x="8247" y="3146"/>
                    <a:pt x="8001" y="3214"/>
                    <a:pt x="7787" y="3325"/>
                  </a:cubicBezTo>
                  <a:lnTo>
                    <a:pt x="6851" y="1962"/>
                  </a:lnTo>
                  <a:lnTo>
                    <a:pt x="6976" y="1375"/>
                  </a:lnTo>
                  <a:cubicBezTo>
                    <a:pt x="6987" y="1364"/>
                    <a:pt x="6987" y="1364"/>
                    <a:pt x="6987" y="1354"/>
                  </a:cubicBezTo>
                  <a:lnTo>
                    <a:pt x="7019" y="1354"/>
                  </a:lnTo>
                  <a:cubicBezTo>
                    <a:pt x="7246" y="1343"/>
                    <a:pt x="7449" y="1186"/>
                    <a:pt x="7503" y="959"/>
                  </a:cubicBezTo>
                  <a:cubicBezTo>
                    <a:pt x="7549" y="767"/>
                    <a:pt x="7481" y="542"/>
                    <a:pt x="6951" y="542"/>
                  </a:cubicBezTo>
                  <a:lnTo>
                    <a:pt x="5994" y="542"/>
                  </a:lnTo>
                  <a:cubicBezTo>
                    <a:pt x="5994" y="542"/>
                    <a:pt x="5567" y="542"/>
                    <a:pt x="5859" y="834"/>
                  </a:cubicBezTo>
                  <a:cubicBezTo>
                    <a:pt x="5859" y="834"/>
                    <a:pt x="6197" y="1129"/>
                    <a:pt x="6581" y="1275"/>
                  </a:cubicBezTo>
                  <a:lnTo>
                    <a:pt x="6581" y="1286"/>
                  </a:lnTo>
                  <a:lnTo>
                    <a:pt x="6467" y="1794"/>
                  </a:lnTo>
                  <a:lnTo>
                    <a:pt x="2999" y="1591"/>
                  </a:lnTo>
                  <a:lnTo>
                    <a:pt x="3055" y="1364"/>
                  </a:lnTo>
                  <a:cubicBezTo>
                    <a:pt x="3088" y="1275"/>
                    <a:pt x="3042" y="1172"/>
                    <a:pt x="2953" y="1129"/>
                  </a:cubicBezTo>
                  <a:cubicBezTo>
                    <a:pt x="2163" y="713"/>
                    <a:pt x="2120" y="588"/>
                    <a:pt x="2142" y="464"/>
                  </a:cubicBezTo>
                  <a:cubicBezTo>
                    <a:pt x="2142" y="442"/>
                    <a:pt x="2142" y="442"/>
                    <a:pt x="2163" y="429"/>
                  </a:cubicBezTo>
                  <a:cubicBezTo>
                    <a:pt x="2202" y="407"/>
                    <a:pt x="2263" y="397"/>
                    <a:pt x="2338" y="397"/>
                  </a:cubicBezTo>
                  <a:cubicBezTo>
                    <a:pt x="2572" y="397"/>
                    <a:pt x="2948" y="491"/>
                    <a:pt x="3245" y="610"/>
                  </a:cubicBezTo>
                  <a:cubicBezTo>
                    <a:pt x="3272" y="621"/>
                    <a:pt x="3299" y="626"/>
                    <a:pt x="3325" y="626"/>
                  </a:cubicBezTo>
                  <a:cubicBezTo>
                    <a:pt x="3409" y="626"/>
                    <a:pt x="3482" y="575"/>
                    <a:pt x="3515" y="496"/>
                  </a:cubicBezTo>
                  <a:cubicBezTo>
                    <a:pt x="3550" y="396"/>
                    <a:pt x="3504" y="272"/>
                    <a:pt x="3393" y="240"/>
                  </a:cubicBezTo>
                  <a:cubicBezTo>
                    <a:pt x="3274" y="189"/>
                    <a:pt x="2762" y="1"/>
                    <a:pt x="2341"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49"/>
          <p:cNvGrpSpPr/>
          <p:nvPr/>
        </p:nvGrpSpPr>
        <p:grpSpPr>
          <a:xfrm>
            <a:off x="3990249" y="3810603"/>
            <a:ext cx="363030" cy="361762"/>
            <a:chOff x="3959118" y="3810683"/>
            <a:chExt cx="363030" cy="361762"/>
          </a:xfrm>
        </p:grpSpPr>
        <p:sp>
          <p:nvSpPr>
            <p:cNvPr id="853" name="Google Shape;853;p49"/>
            <p:cNvSpPr/>
            <p:nvPr/>
          </p:nvSpPr>
          <p:spPr>
            <a:xfrm>
              <a:off x="3959118" y="3810683"/>
              <a:ext cx="363030" cy="361762"/>
            </a:xfrm>
            <a:custGeom>
              <a:avLst/>
              <a:gdLst/>
              <a:ahLst/>
              <a:cxnLst/>
              <a:rect l="l" t="t" r="r" b="b"/>
              <a:pathLst>
                <a:path w="13463" h="13416" extrusionOk="0">
                  <a:moveTo>
                    <a:pt x="6730" y="1"/>
                  </a:moveTo>
                  <a:cubicBezTo>
                    <a:pt x="6682" y="1"/>
                    <a:pt x="6634" y="17"/>
                    <a:pt x="6601" y="51"/>
                  </a:cubicBezTo>
                  <a:lnTo>
                    <a:pt x="79" y="6573"/>
                  </a:lnTo>
                  <a:cubicBezTo>
                    <a:pt x="1" y="6640"/>
                    <a:pt x="1" y="6765"/>
                    <a:pt x="79" y="6832"/>
                  </a:cubicBezTo>
                  <a:lnTo>
                    <a:pt x="6601" y="13356"/>
                  </a:lnTo>
                  <a:cubicBezTo>
                    <a:pt x="6634" y="13395"/>
                    <a:pt x="6682" y="13415"/>
                    <a:pt x="6730" y="13415"/>
                  </a:cubicBezTo>
                  <a:cubicBezTo>
                    <a:pt x="6778" y="13415"/>
                    <a:pt x="6826" y="13395"/>
                    <a:pt x="6860" y="13356"/>
                  </a:cubicBezTo>
                  <a:lnTo>
                    <a:pt x="13384" y="6832"/>
                  </a:lnTo>
                  <a:cubicBezTo>
                    <a:pt x="13463" y="6765"/>
                    <a:pt x="13463" y="6640"/>
                    <a:pt x="13384" y="6573"/>
                  </a:cubicBezTo>
                  <a:lnTo>
                    <a:pt x="6860" y="51"/>
                  </a:lnTo>
                  <a:cubicBezTo>
                    <a:pt x="6826" y="17"/>
                    <a:pt x="6778" y="1"/>
                    <a:pt x="6730" y="1"/>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49"/>
            <p:cNvSpPr/>
            <p:nvPr/>
          </p:nvSpPr>
          <p:spPr>
            <a:xfrm>
              <a:off x="4064551" y="3905708"/>
              <a:ext cx="68329" cy="172980"/>
            </a:xfrm>
            <a:custGeom>
              <a:avLst/>
              <a:gdLst/>
              <a:ahLst/>
              <a:cxnLst/>
              <a:rect l="l" t="t" r="r" b="b"/>
              <a:pathLst>
                <a:path w="2534" h="6415" extrusionOk="0">
                  <a:moveTo>
                    <a:pt x="1103" y="0"/>
                  </a:moveTo>
                  <a:cubicBezTo>
                    <a:pt x="1002" y="0"/>
                    <a:pt x="901" y="37"/>
                    <a:pt x="822" y="110"/>
                  </a:cubicBezTo>
                  <a:lnTo>
                    <a:pt x="44" y="886"/>
                  </a:lnTo>
                  <a:cubicBezTo>
                    <a:pt x="0" y="942"/>
                    <a:pt x="0" y="1021"/>
                    <a:pt x="44" y="1078"/>
                  </a:cubicBezTo>
                  <a:lnTo>
                    <a:pt x="866" y="1900"/>
                  </a:lnTo>
                  <a:cubicBezTo>
                    <a:pt x="890" y="1924"/>
                    <a:pt x="912" y="1956"/>
                    <a:pt x="912" y="1991"/>
                  </a:cubicBezTo>
                  <a:lnTo>
                    <a:pt x="912" y="4311"/>
                  </a:lnTo>
                  <a:cubicBezTo>
                    <a:pt x="912" y="4344"/>
                    <a:pt x="890" y="4379"/>
                    <a:pt x="866" y="4400"/>
                  </a:cubicBezTo>
                  <a:lnTo>
                    <a:pt x="44" y="5222"/>
                  </a:lnTo>
                  <a:cubicBezTo>
                    <a:pt x="0" y="5279"/>
                    <a:pt x="0" y="5358"/>
                    <a:pt x="44" y="5414"/>
                  </a:cubicBezTo>
                  <a:lnTo>
                    <a:pt x="1001" y="6371"/>
                  </a:lnTo>
                  <a:cubicBezTo>
                    <a:pt x="1029" y="6400"/>
                    <a:pt x="1066" y="6414"/>
                    <a:pt x="1102" y="6414"/>
                  </a:cubicBezTo>
                  <a:cubicBezTo>
                    <a:pt x="1137" y="6414"/>
                    <a:pt x="1171" y="6400"/>
                    <a:pt x="1193" y="6371"/>
                  </a:cubicBezTo>
                  <a:lnTo>
                    <a:pt x="2488" y="5076"/>
                  </a:lnTo>
                  <a:cubicBezTo>
                    <a:pt x="2512" y="5055"/>
                    <a:pt x="2534" y="5020"/>
                    <a:pt x="2534" y="4987"/>
                  </a:cubicBezTo>
                  <a:lnTo>
                    <a:pt x="2534" y="1316"/>
                  </a:lnTo>
                  <a:cubicBezTo>
                    <a:pt x="2534" y="1280"/>
                    <a:pt x="2523" y="1248"/>
                    <a:pt x="2488" y="1213"/>
                  </a:cubicBezTo>
                  <a:lnTo>
                    <a:pt x="1385" y="110"/>
                  </a:lnTo>
                  <a:cubicBezTo>
                    <a:pt x="1306" y="37"/>
                    <a:pt x="1205" y="0"/>
                    <a:pt x="1103"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49"/>
            <p:cNvSpPr/>
            <p:nvPr/>
          </p:nvSpPr>
          <p:spPr>
            <a:xfrm>
              <a:off x="4148386" y="3905708"/>
              <a:ext cx="68356" cy="172980"/>
            </a:xfrm>
            <a:custGeom>
              <a:avLst/>
              <a:gdLst/>
              <a:ahLst/>
              <a:cxnLst/>
              <a:rect l="l" t="t" r="r" b="b"/>
              <a:pathLst>
                <a:path w="2535" h="6415" extrusionOk="0">
                  <a:moveTo>
                    <a:pt x="1431" y="0"/>
                  </a:moveTo>
                  <a:cubicBezTo>
                    <a:pt x="1330" y="0"/>
                    <a:pt x="1228" y="37"/>
                    <a:pt x="1150" y="110"/>
                  </a:cubicBezTo>
                  <a:lnTo>
                    <a:pt x="33" y="1213"/>
                  </a:lnTo>
                  <a:cubicBezTo>
                    <a:pt x="11" y="1248"/>
                    <a:pt x="1" y="1280"/>
                    <a:pt x="1" y="1316"/>
                  </a:cubicBezTo>
                  <a:lnTo>
                    <a:pt x="1" y="4987"/>
                  </a:lnTo>
                  <a:cubicBezTo>
                    <a:pt x="1" y="5020"/>
                    <a:pt x="11" y="5055"/>
                    <a:pt x="33" y="5076"/>
                  </a:cubicBezTo>
                  <a:lnTo>
                    <a:pt x="1328" y="6371"/>
                  </a:lnTo>
                  <a:cubicBezTo>
                    <a:pt x="1357" y="6400"/>
                    <a:pt x="1393" y="6414"/>
                    <a:pt x="1428" y="6414"/>
                  </a:cubicBezTo>
                  <a:cubicBezTo>
                    <a:pt x="1463" y="6414"/>
                    <a:pt x="1497" y="6400"/>
                    <a:pt x="1520" y="6371"/>
                  </a:cubicBezTo>
                  <a:lnTo>
                    <a:pt x="2477" y="5414"/>
                  </a:lnTo>
                  <a:cubicBezTo>
                    <a:pt x="2534" y="5358"/>
                    <a:pt x="2534" y="5279"/>
                    <a:pt x="2477" y="5222"/>
                  </a:cubicBezTo>
                  <a:lnTo>
                    <a:pt x="1666" y="4400"/>
                  </a:lnTo>
                  <a:cubicBezTo>
                    <a:pt x="1634" y="4379"/>
                    <a:pt x="1623" y="4344"/>
                    <a:pt x="1623" y="4311"/>
                  </a:cubicBezTo>
                  <a:lnTo>
                    <a:pt x="1623" y="1991"/>
                  </a:lnTo>
                  <a:cubicBezTo>
                    <a:pt x="1623" y="1956"/>
                    <a:pt x="1634" y="1924"/>
                    <a:pt x="1666" y="1900"/>
                  </a:cubicBezTo>
                  <a:lnTo>
                    <a:pt x="2477" y="1078"/>
                  </a:lnTo>
                  <a:cubicBezTo>
                    <a:pt x="2534" y="1021"/>
                    <a:pt x="2534" y="942"/>
                    <a:pt x="2477" y="886"/>
                  </a:cubicBezTo>
                  <a:lnTo>
                    <a:pt x="1712" y="110"/>
                  </a:lnTo>
                  <a:cubicBezTo>
                    <a:pt x="1634" y="37"/>
                    <a:pt x="1532" y="0"/>
                    <a:pt x="1431"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49"/>
            <p:cNvSpPr/>
            <p:nvPr/>
          </p:nvSpPr>
          <p:spPr>
            <a:xfrm>
              <a:off x="4172385" y="3904818"/>
              <a:ext cx="44627" cy="174598"/>
            </a:xfrm>
            <a:custGeom>
              <a:avLst/>
              <a:gdLst/>
              <a:ahLst/>
              <a:cxnLst/>
              <a:rect l="l" t="t" r="r" b="b"/>
              <a:pathLst>
                <a:path w="1655" h="6475" extrusionOk="0">
                  <a:moveTo>
                    <a:pt x="537" y="1"/>
                  </a:moveTo>
                  <a:cubicBezTo>
                    <a:pt x="434" y="1"/>
                    <a:pt x="333" y="40"/>
                    <a:pt x="260" y="118"/>
                  </a:cubicBezTo>
                  <a:lnTo>
                    <a:pt x="168" y="210"/>
                  </a:lnTo>
                  <a:lnTo>
                    <a:pt x="868" y="897"/>
                  </a:lnTo>
                  <a:cubicBezTo>
                    <a:pt x="922" y="954"/>
                    <a:pt x="922" y="1043"/>
                    <a:pt x="868" y="1089"/>
                  </a:cubicBezTo>
                  <a:lnTo>
                    <a:pt x="43" y="1922"/>
                  </a:lnTo>
                  <a:cubicBezTo>
                    <a:pt x="11" y="1943"/>
                    <a:pt x="0" y="1978"/>
                    <a:pt x="0" y="2011"/>
                  </a:cubicBezTo>
                  <a:lnTo>
                    <a:pt x="0" y="4355"/>
                  </a:lnTo>
                  <a:cubicBezTo>
                    <a:pt x="0" y="4390"/>
                    <a:pt x="11" y="4423"/>
                    <a:pt x="43" y="4444"/>
                  </a:cubicBezTo>
                  <a:lnTo>
                    <a:pt x="868" y="5280"/>
                  </a:lnTo>
                  <a:cubicBezTo>
                    <a:pt x="922" y="5323"/>
                    <a:pt x="922" y="5415"/>
                    <a:pt x="868" y="5472"/>
                  </a:cubicBezTo>
                  <a:lnTo>
                    <a:pt x="168" y="6169"/>
                  </a:lnTo>
                  <a:lnTo>
                    <a:pt x="438" y="6440"/>
                  </a:lnTo>
                  <a:cubicBezTo>
                    <a:pt x="467" y="6463"/>
                    <a:pt x="500" y="6474"/>
                    <a:pt x="534" y="6474"/>
                  </a:cubicBezTo>
                  <a:cubicBezTo>
                    <a:pt x="568" y="6474"/>
                    <a:pt x="602" y="6463"/>
                    <a:pt x="630" y="6440"/>
                  </a:cubicBezTo>
                  <a:lnTo>
                    <a:pt x="1598" y="5472"/>
                  </a:lnTo>
                  <a:cubicBezTo>
                    <a:pt x="1655" y="5415"/>
                    <a:pt x="1655" y="5323"/>
                    <a:pt x="1598" y="5280"/>
                  </a:cubicBezTo>
                  <a:lnTo>
                    <a:pt x="776" y="4444"/>
                  </a:lnTo>
                  <a:cubicBezTo>
                    <a:pt x="744" y="4423"/>
                    <a:pt x="733" y="4390"/>
                    <a:pt x="733" y="4355"/>
                  </a:cubicBezTo>
                  <a:lnTo>
                    <a:pt x="733" y="2011"/>
                  </a:lnTo>
                  <a:cubicBezTo>
                    <a:pt x="733" y="1978"/>
                    <a:pt x="744" y="1943"/>
                    <a:pt x="776" y="1922"/>
                  </a:cubicBezTo>
                  <a:lnTo>
                    <a:pt x="1598" y="1089"/>
                  </a:lnTo>
                  <a:cubicBezTo>
                    <a:pt x="1655" y="1043"/>
                    <a:pt x="1655" y="954"/>
                    <a:pt x="1598" y="897"/>
                  </a:cubicBezTo>
                  <a:lnTo>
                    <a:pt x="822" y="118"/>
                  </a:lnTo>
                  <a:cubicBezTo>
                    <a:pt x="744" y="40"/>
                    <a:pt x="640" y="1"/>
                    <a:pt x="537"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49"/>
            <p:cNvSpPr/>
            <p:nvPr/>
          </p:nvSpPr>
          <p:spPr>
            <a:xfrm>
              <a:off x="4083939" y="3904818"/>
              <a:ext cx="48941" cy="174814"/>
            </a:xfrm>
            <a:custGeom>
              <a:avLst/>
              <a:gdLst/>
              <a:ahLst/>
              <a:cxnLst/>
              <a:rect l="l" t="t" r="r" b="b"/>
              <a:pathLst>
                <a:path w="1815" h="6483" extrusionOk="0">
                  <a:moveTo>
                    <a:pt x="370" y="1"/>
                  </a:moveTo>
                  <a:cubicBezTo>
                    <a:pt x="267" y="1"/>
                    <a:pt x="165" y="40"/>
                    <a:pt x="92" y="118"/>
                  </a:cubicBezTo>
                  <a:lnTo>
                    <a:pt x="1" y="199"/>
                  </a:lnTo>
                  <a:lnTo>
                    <a:pt x="1039" y="1235"/>
                  </a:lnTo>
                  <a:cubicBezTo>
                    <a:pt x="1060" y="1257"/>
                    <a:pt x="1082" y="1292"/>
                    <a:pt x="1082" y="1324"/>
                  </a:cubicBezTo>
                  <a:lnTo>
                    <a:pt x="1082" y="5031"/>
                  </a:lnTo>
                  <a:cubicBezTo>
                    <a:pt x="1082" y="5077"/>
                    <a:pt x="1060" y="5109"/>
                    <a:pt x="1039" y="5134"/>
                  </a:cubicBezTo>
                  <a:lnTo>
                    <a:pt x="1" y="6169"/>
                  </a:lnTo>
                  <a:lnTo>
                    <a:pt x="271" y="6440"/>
                  </a:lnTo>
                  <a:cubicBezTo>
                    <a:pt x="299" y="6468"/>
                    <a:pt x="333" y="6482"/>
                    <a:pt x="367" y="6482"/>
                  </a:cubicBezTo>
                  <a:cubicBezTo>
                    <a:pt x="401" y="6482"/>
                    <a:pt x="434" y="6468"/>
                    <a:pt x="463" y="6440"/>
                  </a:cubicBezTo>
                  <a:lnTo>
                    <a:pt x="1736" y="5166"/>
                  </a:lnTo>
                  <a:lnTo>
                    <a:pt x="1769" y="5134"/>
                  </a:lnTo>
                  <a:cubicBezTo>
                    <a:pt x="1793" y="5109"/>
                    <a:pt x="1815" y="5077"/>
                    <a:pt x="1815" y="5031"/>
                  </a:cubicBezTo>
                  <a:lnTo>
                    <a:pt x="1815" y="1324"/>
                  </a:lnTo>
                  <a:cubicBezTo>
                    <a:pt x="1815" y="1292"/>
                    <a:pt x="1804" y="1257"/>
                    <a:pt x="1769" y="1235"/>
                  </a:cubicBezTo>
                  <a:lnTo>
                    <a:pt x="1736" y="1189"/>
                  </a:lnTo>
                  <a:lnTo>
                    <a:pt x="655" y="118"/>
                  </a:lnTo>
                  <a:cubicBezTo>
                    <a:pt x="576" y="40"/>
                    <a:pt x="472" y="1"/>
                    <a:pt x="370"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 name="Google Shape;858;p49"/>
          <p:cNvGrpSpPr/>
          <p:nvPr/>
        </p:nvGrpSpPr>
        <p:grpSpPr>
          <a:xfrm>
            <a:off x="3205568" y="3810603"/>
            <a:ext cx="362733" cy="361762"/>
            <a:chOff x="3272859" y="3810683"/>
            <a:chExt cx="362733" cy="361762"/>
          </a:xfrm>
        </p:grpSpPr>
        <p:sp>
          <p:nvSpPr>
            <p:cNvPr id="859" name="Google Shape;859;p49"/>
            <p:cNvSpPr/>
            <p:nvPr/>
          </p:nvSpPr>
          <p:spPr>
            <a:xfrm>
              <a:off x="3272859" y="3810683"/>
              <a:ext cx="362733" cy="361762"/>
            </a:xfrm>
            <a:custGeom>
              <a:avLst/>
              <a:gdLst/>
              <a:ahLst/>
              <a:cxnLst/>
              <a:rect l="l" t="t" r="r" b="b"/>
              <a:pathLst>
                <a:path w="13452" h="13416" extrusionOk="0">
                  <a:moveTo>
                    <a:pt x="6733" y="1"/>
                  </a:moveTo>
                  <a:cubicBezTo>
                    <a:pt x="6685" y="1"/>
                    <a:pt x="6637" y="17"/>
                    <a:pt x="6603" y="51"/>
                  </a:cubicBezTo>
                  <a:lnTo>
                    <a:pt x="79" y="6573"/>
                  </a:lnTo>
                  <a:cubicBezTo>
                    <a:pt x="0" y="6640"/>
                    <a:pt x="0" y="6765"/>
                    <a:pt x="79" y="6832"/>
                  </a:cubicBezTo>
                  <a:lnTo>
                    <a:pt x="6603" y="13356"/>
                  </a:lnTo>
                  <a:cubicBezTo>
                    <a:pt x="6637" y="13395"/>
                    <a:pt x="6685" y="13415"/>
                    <a:pt x="6733" y="13415"/>
                  </a:cubicBezTo>
                  <a:cubicBezTo>
                    <a:pt x="6781" y="13415"/>
                    <a:pt x="6829" y="13395"/>
                    <a:pt x="6863" y="13356"/>
                  </a:cubicBezTo>
                  <a:lnTo>
                    <a:pt x="13384" y="6832"/>
                  </a:lnTo>
                  <a:cubicBezTo>
                    <a:pt x="13452" y="6765"/>
                    <a:pt x="13452" y="6640"/>
                    <a:pt x="13384" y="6573"/>
                  </a:cubicBezTo>
                  <a:lnTo>
                    <a:pt x="6863" y="51"/>
                  </a:lnTo>
                  <a:cubicBezTo>
                    <a:pt x="6829" y="17"/>
                    <a:pt x="6781" y="1"/>
                    <a:pt x="6733" y="1"/>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9"/>
            <p:cNvSpPr/>
            <p:nvPr/>
          </p:nvSpPr>
          <p:spPr>
            <a:xfrm>
              <a:off x="3386166" y="3895893"/>
              <a:ext cx="120668" cy="190157"/>
            </a:xfrm>
            <a:custGeom>
              <a:avLst/>
              <a:gdLst/>
              <a:ahLst/>
              <a:cxnLst/>
              <a:rect l="l" t="t" r="r" b="b"/>
              <a:pathLst>
                <a:path w="4475" h="7052" extrusionOk="0">
                  <a:moveTo>
                    <a:pt x="2988" y="1"/>
                  </a:moveTo>
                  <a:cubicBezTo>
                    <a:pt x="2907" y="1"/>
                    <a:pt x="2852" y="57"/>
                    <a:pt x="2852" y="136"/>
                  </a:cubicBezTo>
                  <a:lnTo>
                    <a:pt x="2852" y="1644"/>
                  </a:lnTo>
                  <a:cubicBezTo>
                    <a:pt x="2852" y="1730"/>
                    <a:pt x="2783" y="1783"/>
                    <a:pt x="2713" y="1783"/>
                  </a:cubicBezTo>
                  <a:cubicBezTo>
                    <a:pt x="2682" y="1783"/>
                    <a:pt x="2650" y="1772"/>
                    <a:pt x="2625" y="1747"/>
                  </a:cubicBezTo>
                  <a:lnTo>
                    <a:pt x="1206" y="328"/>
                  </a:lnTo>
                  <a:cubicBezTo>
                    <a:pt x="1178" y="299"/>
                    <a:pt x="1144" y="285"/>
                    <a:pt x="1110" y="285"/>
                  </a:cubicBezTo>
                  <a:cubicBezTo>
                    <a:pt x="1076" y="285"/>
                    <a:pt x="1042" y="299"/>
                    <a:pt x="1014" y="328"/>
                  </a:cubicBezTo>
                  <a:lnTo>
                    <a:pt x="57" y="1285"/>
                  </a:lnTo>
                  <a:cubicBezTo>
                    <a:pt x="0" y="1342"/>
                    <a:pt x="0" y="1420"/>
                    <a:pt x="57" y="1477"/>
                  </a:cubicBezTo>
                  <a:lnTo>
                    <a:pt x="2728" y="4156"/>
                  </a:lnTo>
                  <a:cubicBezTo>
                    <a:pt x="2750" y="4180"/>
                    <a:pt x="2771" y="4191"/>
                    <a:pt x="2785" y="4213"/>
                  </a:cubicBezTo>
                  <a:cubicBezTo>
                    <a:pt x="2828" y="4235"/>
                    <a:pt x="2852" y="4281"/>
                    <a:pt x="2852" y="4326"/>
                  </a:cubicBezTo>
                  <a:lnTo>
                    <a:pt x="2852" y="6917"/>
                  </a:lnTo>
                  <a:cubicBezTo>
                    <a:pt x="2852" y="6984"/>
                    <a:pt x="2907" y="7052"/>
                    <a:pt x="2988" y="7052"/>
                  </a:cubicBezTo>
                  <a:lnTo>
                    <a:pt x="4340" y="7052"/>
                  </a:lnTo>
                  <a:cubicBezTo>
                    <a:pt x="4418" y="7052"/>
                    <a:pt x="4475" y="6984"/>
                    <a:pt x="4475" y="6917"/>
                  </a:cubicBezTo>
                  <a:lnTo>
                    <a:pt x="4475" y="136"/>
                  </a:lnTo>
                  <a:cubicBezTo>
                    <a:pt x="4475" y="57"/>
                    <a:pt x="4418" y="1"/>
                    <a:pt x="4340"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49"/>
            <p:cNvSpPr/>
            <p:nvPr/>
          </p:nvSpPr>
          <p:spPr>
            <a:xfrm>
              <a:off x="3463070" y="3895893"/>
              <a:ext cx="43764" cy="190157"/>
            </a:xfrm>
            <a:custGeom>
              <a:avLst/>
              <a:gdLst/>
              <a:ahLst/>
              <a:cxnLst/>
              <a:rect l="l" t="t" r="r" b="b"/>
              <a:pathLst>
                <a:path w="1623" h="7052" extrusionOk="0">
                  <a:moveTo>
                    <a:pt x="136" y="1"/>
                  </a:moveTo>
                  <a:cubicBezTo>
                    <a:pt x="55" y="1"/>
                    <a:pt x="0" y="57"/>
                    <a:pt x="0" y="136"/>
                  </a:cubicBezTo>
                  <a:lnTo>
                    <a:pt x="0" y="652"/>
                  </a:lnTo>
                  <a:lnTo>
                    <a:pt x="866" y="652"/>
                  </a:lnTo>
                  <a:cubicBezTo>
                    <a:pt x="933" y="652"/>
                    <a:pt x="1001" y="720"/>
                    <a:pt x="1001" y="787"/>
                  </a:cubicBezTo>
                  <a:lnTo>
                    <a:pt x="1001" y="7052"/>
                  </a:lnTo>
                  <a:lnTo>
                    <a:pt x="1488" y="7052"/>
                  </a:lnTo>
                  <a:cubicBezTo>
                    <a:pt x="1566" y="7052"/>
                    <a:pt x="1623" y="6984"/>
                    <a:pt x="1623" y="6917"/>
                  </a:cubicBezTo>
                  <a:lnTo>
                    <a:pt x="1623" y="136"/>
                  </a:lnTo>
                  <a:cubicBezTo>
                    <a:pt x="1623" y="57"/>
                    <a:pt x="1566" y="1"/>
                    <a:pt x="1488"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 name="Google Shape;862;p49"/>
          <p:cNvGrpSpPr/>
          <p:nvPr/>
        </p:nvGrpSpPr>
        <p:grpSpPr>
          <a:xfrm>
            <a:off x="715094" y="3810603"/>
            <a:ext cx="362733" cy="361762"/>
            <a:chOff x="715094" y="3810683"/>
            <a:chExt cx="362733" cy="361762"/>
          </a:xfrm>
        </p:grpSpPr>
        <p:sp>
          <p:nvSpPr>
            <p:cNvPr id="863" name="Google Shape;863;p49"/>
            <p:cNvSpPr/>
            <p:nvPr/>
          </p:nvSpPr>
          <p:spPr>
            <a:xfrm>
              <a:off x="715094" y="3810683"/>
              <a:ext cx="362733" cy="361762"/>
            </a:xfrm>
            <a:custGeom>
              <a:avLst/>
              <a:gdLst/>
              <a:ahLst/>
              <a:cxnLst/>
              <a:rect l="l" t="t" r="r" b="b"/>
              <a:pathLst>
                <a:path w="13452" h="13416" extrusionOk="0">
                  <a:moveTo>
                    <a:pt x="6724" y="1"/>
                  </a:moveTo>
                  <a:cubicBezTo>
                    <a:pt x="6678" y="1"/>
                    <a:pt x="6630" y="17"/>
                    <a:pt x="6589" y="51"/>
                  </a:cubicBezTo>
                  <a:lnTo>
                    <a:pt x="68" y="6573"/>
                  </a:lnTo>
                  <a:cubicBezTo>
                    <a:pt x="0" y="6640"/>
                    <a:pt x="0" y="6765"/>
                    <a:pt x="68" y="6832"/>
                  </a:cubicBezTo>
                  <a:lnTo>
                    <a:pt x="6589" y="13356"/>
                  </a:lnTo>
                  <a:cubicBezTo>
                    <a:pt x="6630" y="13395"/>
                    <a:pt x="6678" y="13415"/>
                    <a:pt x="6724" y="13415"/>
                  </a:cubicBezTo>
                  <a:cubicBezTo>
                    <a:pt x="6770" y="13415"/>
                    <a:pt x="6815" y="13395"/>
                    <a:pt x="6849" y="13356"/>
                  </a:cubicBezTo>
                  <a:lnTo>
                    <a:pt x="13373" y="6832"/>
                  </a:lnTo>
                  <a:cubicBezTo>
                    <a:pt x="13451" y="6765"/>
                    <a:pt x="13451" y="6640"/>
                    <a:pt x="13373" y="6573"/>
                  </a:cubicBezTo>
                  <a:lnTo>
                    <a:pt x="6849" y="51"/>
                  </a:lnTo>
                  <a:cubicBezTo>
                    <a:pt x="6815" y="17"/>
                    <a:pt x="6770" y="1"/>
                    <a:pt x="6724" y="1"/>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49"/>
            <p:cNvSpPr/>
            <p:nvPr/>
          </p:nvSpPr>
          <p:spPr>
            <a:xfrm>
              <a:off x="844202" y="3895893"/>
              <a:ext cx="120614" cy="190157"/>
            </a:xfrm>
            <a:custGeom>
              <a:avLst/>
              <a:gdLst/>
              <a:ahLst/>
              <a:cxnLst/>
              <a:rect l="l" t="t" r="r" b="b"/>
              <a:pathLst>
                <a:path w="4473" h="7052" extrusionOk="0">
                  <a:moveTo>
                    <a:pt x="136" y="1"/>
                  </a:moveTo>
                  <a:cubicBezTo>
                    <a:pt x="57" y="1"/>
                    <a:pt x="1" y="68"/>
                    <a:pt x="1" y="136"/>
                  </a:cubicBezTo>
                  <a:lnTo>
                    <a:pt x="1" y="6917"/>
                  </a:lnTo>
                  <a:cubicBezTo>
                    <a:pt x="1" y="6995"/>
                    <a:pt x="57" y="7052"/>
                    <a:pt x="136" y="7052"/>
                  </a:cubicBezTo>
                  <a:lnTo>
                    <a:pt x="1488" y="7052"/>
                  </a:lnTo>
                  <a:cubicBezTo>
                    <a:pt x="1566" y="7052"/>
                    <a:pt x="1623" y="6995"/>
                    <a:pt x="1623" y="6917"/>
                  </a:cubicBezTo>
                  <a:lnTo>
                    <a:pt x="1623" y="4326"/>
                  </a:lnTo>
                  <a:cubicBezTo>
                    <a:pt x="1623" y="4281"/>
                    <a:pt x="1644" y="4235"/>
                    <a:pt x="1690" y="4213"/>
                  </a:cubicBezTo>
                  <a:cubicBezTo>
                    <a:pt x="1712" y="4202"/>
                    <a:pt x="1734" y="4180"/>
                    <a:pt x="1747" y="4156"/>
                  </a:cubicBezTo>
                  <a:lnTo>
                    <a:pt x="4427" y="1477"/>
                  </a:lnTo>
                  <a:cubicBezTo>
                    <a:pt x="4472" y="1420"/>
                    <a:pt x="4472" y="1342"/>
                    <a:pt x="4427" y="1285"/>
                  </a:cubicBezTo>
                  <a:lnTo>
                    <a:pt x="3459" y="328"/>
                  </a:lnTo>
                  <a:cubicBezTo>
                    <a:pt x="3436" y="299"/>
                    <a:pt x="3402" y="285"/>
                    <a:pt x="3368" y="285"/>
                  </a:cubicBezTo>
                  <a:cubicBezTo>
                    <a:pt x="3334" y="285"/>
                    <a:pt x="3300" y="299"/>
                    <a:pt x="3277" y="328"/>
                  </a:cubicBezTo>
                  <a:lnTo>
                    <a:pt x="1858" y="1747"/>
                  </a:lnTo>
                  <a:cubicBezTo>
                    <a:pt x="1829" y="1776"/>
                    <a:pt x="1795" y="1788"/>
                    <a:pt x="1761" y="1788"/>
                  </a:cubicBezTo>
                  <a:cubicBezTo>
                    <a:pt x="1690" y="1788"/>
                    <a:pt x="1623" y="1732"/>
                    <a:pt x="1623" y="1655"/>
                  </a:cubicBezTo>
                  <a:lnTo>
                    <a:pt x="1623" y="136"/>
                  </a:lnTo>
                  <a:cubicBezTo>
                    <a:pt x="1623" y="68"/>
                    <a:pt x="1566" y="1"/>
                    <a:pt x="1488"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49"/>
            <p:cNvSpPr/>
            <p:nvPr/>
          </p:nvSpPr>
          <p:spPr>
            <a:xfrm>
              <a:off x="844202" y="3895893"/>
              <a:ext cx="120614" cy="190157"/>
            </a:xfrm>
            <a:custGeom>
              <a:avLst/>
              <a:gdLst/>
              <a:ahLst/>
              <a:cxnLst/>
              <a:rect l="l" t="t" r="r" b="b"/>
              <a:pathLst>
                <a:path w="4473" h="7052" extrusionOk="0">
                  <a:moveTo>
                    <a:pt x="136" y="1"/>
                  </a:moveTo>
                  <a:cubicBezTo>
                    <a:pt x="57" y="1"/>
                    <a:pt x="1" y="68"/>
                    <a:pt x="1" y="136"/>
                  </a:cubicBezTo>
                  <a:lnTo>
                    <a:pt x="1" y="6917"/>
                  </a:lnTo>
                  <a:cubicBezTo>
                    <a:pt x="1" y="6995"/>
                    <a:pt x="57" y="7052"/>
                    <a:pt x="136" y="7052"/>
                  </a:cubicBezTo>
                  <a:lnTo>
                    <a:pt x="1488" y="7052"/>
                  </a:lnTo>
                  <a:cubicBezTo>
                    <a:pt x="1566" y="7052"/>
                    <a:pt x="1623" y="6995"/>
                    <a:pt x="1623" y="6917"/>
                  </a:cubicBezTo>
                  <a:lnTo>
                    <a:pt x="1623" y="4326"/>
                  </a:lnTo>
                  <a:cubicBezTo>
                    <a:pt x="1623" y="4281"/>
                    <a:pt x="1644" y="4235"/>
                    <a:pt x="1690" y="4213"/>
                  </a:cubicBezTo>
                  <a:cubicBezTo>
                    <a:pt x="1712" y="4202"/>
                    <a:pt x="1734" y="4180"/>
                    <a:pt x="1747" y="4156"/>
                  </a:cubicBezTo>
                  <a:lnTo>
                    <a:pt x="4427" y="1477"/>
                  </a:lnTo>
                  <a:cubicBezTo>
                    <a:pt x="4472" y="1420"/>
                    <a:pt x="4472" y="1342"/>
                    <a:pt x="4427" y="1285"/>
                  </a:cubicBezTo>
                  <a:lnTo>
                    <a:pt x="3459" y="328"/>
                  </a:lnTo>
                  <a:cubicBezTo>
                    <a:pt x="3436" y="299"/>
                    <a:pt x="3402" y="285"/>
                    <a:pt x="3368" y="285"/>
                  </a:cubicBezTo>
                  <a:cubicBezTo>
                    <a:pt x="3334" y="285"/>
                    <a:pt x="3300" y="299"/>
                    <a:pt x="3277" y="328"/>
                  </a:cubicBezTo>
                  <a:lnTo>
                    <a:pt x="1858" y="1747"/>
                  </a:lnTo>
                  <a:cubicBezTo>
                    <a:pt x="1829" y="1776"/>
                    <a:pt x="1795" y="1788"/>
                    <a:pt x="1761" y="1788"/>
                  </a:cubicBezTo>
                  <a:cubicBezTo>
                    <a:pt x="1690" y="1788"/>
                    <a:pt x="1623" y="1732"/>
                    <a:pt x="1623" y="1655"/>
                  </a:cubicBezTo>
                  <a:lnTo>
                    <a:pt x="1623" y="136"/>
                  </a:lnTo>
                  <a:cubicBezTo>
                    <a:pt x="1623" y="68"/>
                    <a:pt x="1566" y="1"/>
                    <a:pt x="1488"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49"/>
            <p:cNvSpPr/>
            <p:nvPr/>
          </p:nvSpPr>
          <p:spPr>
            <a:xfrm>
              <a:off x="844202" y="3903578"/>
              <a:ext cx="119671" cy="182472"/>
            </a:xfrm>
            <a:custGeom>
              <a:avLst/>
              <a:gdLst/>
              <a:ahLst/>
              <a:cxnLst/>
              <a:rect l="l" t="t" r="r" b="b"/>
              <a:pathLst>
                <a:path w="4438" h="6767" extrusionOk="0">
                  <a:moveTo>
                    <a:pt x="3352" y="0"/>
                  </a:moveTo>
                  <a:cubicBezTo>
                    <a:pt x="3318" y="0"/>
                    <a:pt x="3284" y="14"/>
                    <a:pt x="3256" y="43"/>
                  </a:cubicBezTo>
                  <a:lnTo>
                    <a:pt x="3099" y="199"/>
                  </a:lnTo>
                  <a:lnTo>
                    <a:pt x="3626" y="751"/>
                  </a:lnTo>
                  <a:cubicBezTo>
                    <a:pt x="3683" y="797"/>
                    <a:pt x="3683" y="886"/>
                    <a:pt x="3626" y="943"/>
                  </a:cubicBezTo>
                  <a:lnTo>
                    <a:pt x="990" y="3625"/>
                  </a:lnTo>
                  <a:cubicBezTo>
                    <a:pt x="968" y="3636"/>
                    <a:pt x="947" y="3658"/>
                    <a:pt x="922" y="3668"/>
                  </a:cubicBezTo>
                  <a:cubicBezTo>
                    <a:pt x="890" y="3693"/>
                    <a:pt x="868" y="3736"/>
                    <a:pt x="868" y="3782"/>
                  </a:cubicBezTo>
                  <a:lnTo>
                    <a:pt x="868" y="6372"/>
                  </a:lnTo>
                  <a:cubicBezTo>
                    <a:pt x="868" y="6440"/>
                    <a:pt x="801" y="6507"/>
                    <a:pt x="733" y="6507"/>
                  </a:cubicBezTo>
                  <a:lnTo>
                    <a:pt x="1" y="6507"/>
                  </a:lnTo>
                  <a:lnTo>
                    <a:pt x="1" y="6632"/>
                  </a:lnTo>
                  <a:cubicBezTo>
                    <a:pt x="1" y="6710"/>
                    <a:pt x="57" y="6767"/>
                    <a:pt x="136" y="6767"/>
                  </a:cubicBezTo>
                  <a:lnTo>
                    <a:pt x="1488" y="6767"/>
                  </a:lnTo>
                  <a:cubicBezTo>
                    <a:pt x="1566" y="6767"/>
                    <a:pt x="1623" y="6710"/>
                    <a:pt x="1623" y="6632"/>
                  </a:cubicBezTo>
                  <a:lnTo>
                    <a:pt x="1623" y="4031"/>
                  </a:lnTo>
                  <a:cubicBezTo>
                    <a:pt x="1623" y="3985"/>
                    <a:pt x="1644" y="3939"/>
                    <a:pt x="1690" y="3917"/>
                  </a:cubicBezTo>
                  <a:cubicBezTo>
                    <a:pt x="1712" y="3906"/>
                    <a:pt x="1734" y="3882"/>
                    <a:pt x="1747" y="3871"/>
                  </a:cubicBezTo>
                  <a:lnTo>
                    <a:pt x="4394" y="1192"/>
                  </a:lnTo>
                  <a:cubicBezTo>
                    <a:pt x="4437" y="1135"/>
                    <a:pt x="4437" y="1057"/>
                    <a:pt x="4394" y="1000"/>
                  </a:cubicBezTo>
                  <a:lnTo>
                    <a:pt x="3448" y="43"/>
                  </a:lnTo>
                  <a:cubicBezTo>
                    <a:pt x="3419" y="14"/>
                    <a:pt x="3386" y="0"/>
                    <a:pt x="3352"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49"/>
          <p:cNvGrpSpPr/>
          <p:nvPr/>
        </p:nvGrpSpPr>
        <p:grpSpPr>
          <a:xfrm>
            <a:off x="2342432" y="3810603"/>
            <a:ext cx="362733" cy="361762"/>
            <a:chOff x="2378888" y="3810683"/>
            <a:chExt cx="362733" cy="361762"/>
          </a:xfrm>
        </p:grpSpPr>
        <p:sp>
          <p:nvSpPr>
            <p:cNvPr id="868" name="Google Shape;868;p49"/>
            <p:cNvSpPr/>
            <p:nvPr/>
          </p:nvSpPr>
          <p:spPr>
            <a:xfrm>
              <a:off x="2378888" y="3810683"/>
              <a:ext cx="362733" cy="361762"/>
            </a:xfrm>
            <a:custGeom>
              <a:avLst/>
              <a:gdLst/>
              <a:ahLst/>
              <a:cxnLst/>
              <a:rect l="l" t="t" r="r" b="b"/>
              <a:pathLst>
                <a:path w="13452" h="13416" extrusionOk="0">
                  <a:moveTo>
                    <a:pt x="6719" y="1"/>
                  </a:moveTo>
                  <a:cubicBezTo>
                    <a:pt x="6671" y="1"/>
                    <a:pt x="6623" y="17"/>
                    <a:pt x="6589" y="51"/>
                  </a:cubicBezTo>
                  <a:lnTo>
                    <a:pt x="68" y="6573"/>
                  </a:lnTo>
                  <a:cubicBezTo>
                    <a:pt x="0" y="6640"/>
                    <a:pt x="0" y="6765"/>
                    <a:pt x="68" y="6832"/>
                  </a:cubicBezTo>
                  <a:lnTo>
                    <a:pt x="6589" y="13356"/>
                  </a:lnTo>
                  <a:cubicBezTo>
                    <a:pt x="6623" y="13395"/>
                    <a:pt x="6671" y="13415"/>
                    <a:pt x="6719" y="13415"/>
                  </a:cubicBezTo>
                  <a:cubicBezTo>
                    <a:pt x="6767" y="13415"/>
                    <a:pt x="6815" y="13395"/>
                    <a:pt x="6849" y="13356"/>
                  </a:cubicBezTo>
                  <a:lnTo>
                    <a:pt x="13373" y="6832"/>
                  </a:lnTo>
                  <a:cubicBezTo>
                    <a:pt x="13451" y="6765"/>
                    <a:pt x="13451" y="6640"/>
                    <a:pt x="13373" y="6573"/>
                  </a:cubicBezTo>
                  <a:lnTo>
                    <a:pt x="6849" y="51"/>
                  </a:lnTo>
                  <a:cubicBezTo>
                    <a:pt x="6815" y="17"/>
                    <a:pt x="6767" y="1"/>
                    <a:pt x="6719" y="1"/>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49"/>
            <p:cNvSpPr/>
            <p:nvPr/>
          </p:nvSpPr>
          <p:spPr>
            <a:xfrm>
              <a:off x="2485184" y="3895893"/>
              <a:ext cx="149764" cy="189294"/>
            </a:xfrm>
            <a:custGeom>
              <a:avLst/>
              <a:gdLst/>
              <a:ahLst/>
              <a:cxnLst/>
              <a:rect l="l" t="t" r="r" b="b"/>
              <a:pathLst>
                <a:path w="5554" h="7020" extrusionOk="0">
                  <a:moveTo>
                    <a:pt x="2106" y="1"/>
                  </a:moveTo>
                  <a:cubicBezTo>
                    <a:pt x="2028" y="1"/>
                    <a:pt x="1971" y="57"/>
                    <a:pt x="1971" y="136"/>
                  </a:cubicBezTo>
                  <a:lnTo>
                    <a:pt x="1971" y="879"/>
                  </a:lnTo>
                  <a:cubicBezTo>
                    <a:pt x="1971" y="958"/>
                    <a:pt x="1904" y="1014"/>
                    <a:pt x="1836" y="1014"/>
                  </a:cubicBezTo>
                  <a:lnTo>
                    <a:pt x="135" y="1014"/>
                  </a:lnTo>
                  <a:cubicBezTo>
                    <a:pt x="68" y="1014"/>
                    <a:pt x="0" y="1082"/>
                    <a:pt x="0" y="1150"/>
                  </a:cubicBezTo>
                  <a:lnTo>
                    <a:pt x="0" y="2512"/>
                  </a:lnTo>
                  <a:cubicBezTo>
                    <a:pt x="0" y="2580"/>
                    <a:pt x="68" y="2647"/>
                    <a:pt x="135" y="2647"/>
                  </a:cubicBezTo>
                  <a:lnTo>
                    <a:pt x="1836" y="2647"/>
                  </a:lnTo>
                  <a:cubicBezTo>
                    <a:pt x="1904" y="2647"/>
                    <a:pt x="1971" y="2704"/>
                    <a:pt x="1971" y="2783"/>
                  </a:cubicBezTo>
                  <a:lnTo>
                    <a:pt x="1971" y="6884"/>
                  </a:lnTo>
                  <a:cubicBezTo>
                    <a:pt x="1971" y="6963"/>
                    <a:pt x="2028" y="7019"/>
                    <a:pt x="2106" y="7019"/>
                  </a:cubicBezTo>
                  <a:lnTo>
                    <a:pt x="3458" y="7019"/>
                  </a:lnTo>
                  <a:cubicBezTo>
                    <a:pt x="3537" y="7019"/>
                    <a:pt x="3594" y="6963"/>
                    <a:pt x="3594" y="6884"/>
                  </a:cubicBezTo>
                  <a:lnTo>
                    <a:pt x="3594" y="6127"/>
                  </a:lnTo>
                  <a:cubicBezTo>
                    <a:pt x="3594" y="6060"/>
                    <a:pt x="3650" y="5992"/>
                    <a:pt x="3729" y="5992"/>
                  </a:cubicBezTo>
                  <a:lnTo>
                    <a:pt x="5429" y="5992"/>
                  </a:lnTo>
                  <a:cubicBezTo>
                    <a:pt x="5497" y="5992"/>
                    <a:pt x="5554" y="5938"/>
                    <a:pt x="5554" y="5857"/>
                  </a:cubicBezTo>
                  <a:lnTo>
                    <a:pt x="5554" y="4505"/>
                  </a:lnTo>
                  <a:cubicBezTo>
                    <a:pt x="5554" y="4437"/>
                    <a:pt x="5497" y="4370"/>
                    <a:pt x="5419" y="4370"/>
                  </a:cubicBezTo>
                  <a:lnTo>
                    <a:pt x="3729" y="4370"/>
                  </a:lnTo>
                  <a:cubicBezTo>
                    <a:pt x="3650" y="4370"/>
                    <a:pt x="3594" y="4316"/>
                    <a:pt x="3594" y="4235"/>
                  </a:cubicBezTo>
                  <a:lnTo>
                    <a:pt x="3594" y="136"/>
                  </a:lnTo>
                  <a:cubicBezTo>
                    <a:pt x="3594" y="57"/>
                    <a:pt x="3537" y="1"/>
                    <a:pt x="3458"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49"/>
            <p:cNvSpPr/>
            <p:nvPr/>
          </p:nvSpPr>
          <p:spPr>
            <a:xfrm>
              <a:off x="2538332" y="4014647"/>
              <a:ext cx="96616" cy="71107"/>
            </a:xfrm>
            <a:custGeom>
              <a:avLst/>
              <a:gdLst/>
              <a:ahLst/>
              <a:cxnLst/>
              <a:rect l="l" t="t" r="r" b="b"/>
              <a:pathLst>
                <a:path w="3583" h="2637" extrusionOk="0">
                  <a:moveTo>
                    <a:pt x="3042" y="1"/>
                  </a:moveTo>
                  <a:lnTo>
                    <a:pt x="3042" y="439"/>
                  </a:lnTo>
                  <a:cubicBezTo>
                    <a:pt x="3042" y="506"/>
                    <a:pt x="2974" y="574"/>
                    <a:pt x="2907" y="574"/>
                  </a:cubicBezTo>
                  <a:lnTo>
                    <a:pt x="1206" y="574"/>
                  </a:lnTo>
                  <a:cubicBezTo>
                    <a:pt x="1139" y="574"/>
                    <a:pt x="1071" y="631"/>
                    <a:pt x="1071" y="709"/>
                  </a:cubicBezTo>
                  <a:lnTo>
                    <a:pt x="1071" y="1453"/>
                  </a:lnTo>
                  <a:cubicBezTo>
                    <a:pt x="1071" y="1534"/>
                    <a:pt x="1014" y="1588"/>
                    <a:pt x="936" y="1588"/>
                  </a:cubicBezTo>
                  <a:lnTo>
                    <a:pt x="0" y="1588"/>
                  </a:lnTo>
                  <a:lnTo>
                    <a:pt x="0" y="2502"/>
                  </a:lnTo>
                  <a:cubicBezTo>
                    <a:pt x="0" y="2580"/>
                    <a:pt x="57" y="2637"/>
                    <a:pt x="135" y="2637"/>
                  </a:cubicBezTo>
                  <a:lnTo>
                    <a:pt x="1487" y="2637"/>
                  </a:lnTo>
                  <a:cubicBezTo>
                    <a:pt x="1566" y="2637"/>
                    <a:pt x="1623" y="2580"/>
                    <a:pt x="1623" y="2502"/>
                  </a:cubicBezTo>
                  <a:lnTo>
                    <a:pt x="1623" y="1758"/>
                  </a:lnTo>
                  <a:cubicBezTo>
                    <a:pt x="1623" y="1680"/>
                    <a:pt x="1679" y="1623"/>
                    <a:pt x="1758" y="1623"/>
                  </a:cubicBezTo>
                  <a:lnTo>
                    <a:pt x="3458" y="1623"/>
                  </a:lnTo>
                  <a:cubicBezTo>
                    <a:pt x="3526" y="1623"/>
                    <a:pt x="3583" y="1556"/>
                    <a:pt x="3583" y="1488"/>
                  </a:cubicBezTo>
                  <a:lnTo>
                    <a:pt x="3583" y="125"/>
                  </a:lnTo>
                  <a:cubicBezTo>
                    <a:pt x="3583" y="58"/>
                    <a:pt x="3526" y="1"/>
                    <a:pt x="3448"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 name="Google Shape;871;p49"/>
          <p:cNvGrpSpPr/>
          <p:nvPr/>
        </p:nvGrpSpPr>
        <p:grpSpPr>
          <a:xfrm>
            <a:off x="1510535" y="3810603"/>
            <a:ext cx="363030" cy="361762"/>
            <a:chOff x="1515523" y="3810683"/>
            <a:chExt cx="363030" cy="361762"/>
          </a:xfrm>
        </p:grpSpPr>
        <p:sp>
          <p:nvSpPr>
            <p:cNvPr id="872" name="Google Shape;872;p49"/>
            <p:cNvSpPr/>
            <p:nvPr/>
          </p:nvSpPr>
          <p:spPr>
            <a:xfrm>
              <a:off x="1515523" y="3810683"/>
              <a:ext cx="363030" cy="361762"/>
            </a:xfrm>
            <a:custGeom>
              <a:avLst/>
              <a:gdLst/>
              <a:ahLst/>
              <a:cxnLst/>
              <a:rect l="l" t="t" r="r" b="b"/>
              <a:pathLst>
                <a:path w="13463" h="13416" extrusionOk="0">
                  <a:moveTo>
                    <a:pt x="6733" y="1"/>
                  </a:moveTo>
                  <a:cubicBezTo>
                    <a:pt x="6685" y="1"/>
                    <a:pt x="6637" y="17"/>
                    <a:pt x="6603" y="51"/>
                  </a:cubicBezTo>
                  <a:lnTo>
                    <a:pt x="79" y="6573"/>
                  </a:lnTo>
                  <a:cubicBezTo>
                    <a:pt x="1" y="6640"/>
                    <a:pt x="1" y="6765"/>
                    <a:pt x="79" y="6832"/>
                  </a:cubicBezTo>
                  <a:lnTo>
                    <a:pt x="6603" y="13356"/>
                  </a:lnTo>
                  <a:cubicBezTo>
                    <a:pt x="6637" y="13395"/>
                    <a:pt x="6685" y="13415"/>
                    <a:pt x="6733" y="13415"/>
                  </a:cubicBezTo>
                  <a:cubicBezTo>
                    <a:pt x="6781" y="13415"/>
                    <a:pt x="6829" y="13395"/>
                    <a:pt x="6863" y="13356"/>
                  </a:cubicBezTo>
                  <a:lnTo>
                    <a:pt x="13384" y="6832"/>
                  </a:lnTo>
                  <a:cubicBezTo>
                    <a:pt x="13462" y="6765"/>
                    <a:pt x="13462" y="6640"/>
                    <a:pt x="13384" y="6573"/>
                  </a:cubicBezTo>
                  <a:lnTo>
                    <a:pt x="6863" y="51"/>
                  </a:lnTo>
                  <a:cubicBezTo>
                    <a:pt x="6829" y="17"/>
                    <a:pt x="6781" y="1"/>
                    <a:pt x="6733" y="1"/>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49"/>
            <p:cNvSpPr/>
            <p:nvPr/>
          </p:nvSpPr>
          <p:spPr>
            <a:xfrm>
              <a:off x="1622197" y="3895893"/>
              <a:ext cx="149764" cy="189591"/>
            </a:xfrm>
            <a:custGeom>
              <a:avLst/>
              <a:gdLst/>
              <a:ahLst/>
              <a:cxnLst/>
              <a:rect l="l" t="t" r="r" b="b"/>
              <a:pathLst>
                <a:path w="5554" h="7031" extrusionOk="0">
                  <a:moveTo>
                    <a:pt x="2095" y="1"/>
                  </a:moveTo>
                  <a:cubicBezTo>
                    <a:pt x="2028" y="1"/>
                    <a:pt x="1960" y="68"/>
                    <a:pt x="1960" y="136"/>
                  </a:cubicBezTo>
                  <a:lnTo>
                    <a:pt x="1960" y="4248"/>
                  </a:lnTo>
                  <a:cubicBezTo>
                    <a:pt x="1960" y="4316"/>
                    <a:pt x="1904" y="4383"/>
                    <a:pt x="1825" y="4383"/>
                  </a:cubicBezTo>
                  <a:lnTo>
                    <a:pt x="135" y="4383"/>
                  </a:lnTo>
                  <a:cubicBezTo>
                    <a:pt x="54" y="4383"/>
                    <a:pt x="0" y="4437"/>
                    <a:pt x="0" y="4518"/>
                  </a:cubicBezTo>
                  <a:lnTo>
                    <a:pt x="0" y="5870"/>
                  </a:lnTo>
                  <a:cubicBezTo>
                    <a:pt x="0" y="5949"/>
                    <a:pt x="54" y="6005"/>
                    <a:pt x="135" y="6005"/>
                  </a:cubicBezTo>
                  <a:lnTo>
                    <a:pt x="1825" y="6005"/>
                  </a:lnTo>
                  <a:cubicBezTo>
                    <a:pt x="1904" y="6005"/>
                    <a:pt x="1960" y="6060"/>
                    <a:pt x="1960" y="6141"/>
                  </a:cubicBezTo>
                  <a:lnTo>
                    <a:pt x="1960" y="6895"/>
                  </a:lnTo>
                  <a:cubicBezTo>
                    <a:pt x="1960" y="6963"/>
                    <a:pt x="2028" y="7030"/>
                    <a:pt x="2095" y="7030"/>
                  </a:cubicBezTo>
                  <a:lnTo>
                    <a:pt x="3447" y="7030"/>
                  </a:lnTo>
                  <a:cubicBezTo>
                    <a:pt x="3526" y="7030"/>
                    <a:pt x="3583" y="6963"/>
                    <a:pt x="3583" y="6895"/>
                  </a:cubicBezTo>
                  <a:lnTo>
                    <a:pt x="3583" y="2783"/>
                  </a:lnTo>
                  <a:cubicBezTo>
                    <a:pt x="3583" y="2715"/>
                    <a:pt x="3650" y="2647"/>
                    <a:pt x="3718" y="2647"/>
                  </a:cubicBezTo>
                  <a:lnTo>
                    <a:pt x="5418" y="2647"/>
                  </a:lnTo>
                  <a:cubicBezTo>
                    <a:pt x="5497" y="2647"/>
                    <a:pt x="5554" y="2591"/>
                    <a:pt x="5554" y="2512"/>
                  </a:cubicBezTo>
                  <a:lnTo>
                    <a:pt x="5554" y="1160"/>
                  </a:lnTo>
                  <a:cubicBezTo>
                    <a:pt x="5554" y="1082"/>
                    <a:pt x="5497" y="1025"/>
                    <a:pt x="5418" y="1025"/>
                  </a:cubicBezTo>
                  <a:lnTo>
                    <a:pt x="3718" y="1025"/>
                  </a:lnTo>
                  <a:cubicBezTo>
                    <a:pt x="3650" y="1025"/>
                    <a:pt x="3583" y="968"/>
                    <a:pt x="3583" y="890"/>
                  </a:cubicBezTo>
                  <a:lnTo>
                    <a:pt x="3583" y="136"/>
                  </a:lnTo>
                  <a:cubicBezTo>
                    <a:pt x="3583" y="68"/>
                    <a:pt x="3526" y="1"/>
                    <a:pt x="3447"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49"/>
            <p:cNvSpPr/>
            <p:nvPr/>
          </p:nvSpPr>
          <p:spPr>
            <a:xfrm>
              <a:off x="1675048" y="3923532"/>
              <a:ext cx="96912" cy="161952"/>
            </a:xfrm>
            <a:custGeom>
              <a:avLst/>
              <a:gdLst/>
              <a:ahLst/>
              <a:cxnLst/>
              <a:rect l="l" t="t" r="r" b="b"/>
              <a:pathLst>
                <a:path w="3594" h="6006" extrusionOk="0">
                  <a:moveTo>
                    <a:pt x="2939" y="0"/>
                  </a:moveTo>
                  <a:lnTo>
                    <a:pt x="2939" y="857"/>
                  </a:lnTo>
                  <a:cubicBezTo>
                    <a:pt x="2939" y="936"/>
                    <a:pt x="2872" y="992"/>
                    <a:pt x="2804" y="992"/>
                  </a:cubicBezTo>
                  <a:lnTo>
                    <a:pt x="1103" y="992"/>
                  </a:lnTo>
                  <a:cubicBezTo>
                    <a:pt x="1036" y="992"/>
                    <a:pt x="968" y="1060"/>
                    <a:pt x="968" y="1128"/>
                  </a:cubicBezTo>
                  <a:lnTo>
                    <a:pt x="968" y="5237"/>
                  </a:lnTo>
                  <a:cubicBezTo>
                    <a:pt x="968" y="5318"/>
                    <a:pt x="911" y="5373"/>
                    <a:pt x="833" y="5373"/>
                  </a:cubicBezTo>
                  <a:lnTo>
                    <a:pt x="0" y="5373"/>
                  </a:lnTo>
                  <a:lnTo>
                    <a:pt x="0" y="5870"/>
                  </a:lnTo>
                  <a:cubicBezTo>
                    <a:pt x="0" y="5938"/>
                    <a:pt x="68" y="6005"/>
                    <a:pt x="135" y="6005"/>
                  </a:cubicBezTo>
                  <a:lnTo>
                    <a:pt x="1487" y="6005"/>
                  </a:lnTo>
                  <a:cubicBezTo>
                    <a:pt x="1566" y="6005"/>
                    <a:pt x="1623" y="5938"/>
                    <a:pt x="1623" y="5870"/>
                  </a:cubicBezTo>
                  <a:lnTo>
                    <a:pt x="1623" y="1758"/>
                  </a:lnTo>
                  <a:cubicBezTo>
                    <a:pt x="1623" y="1690"/>
                    <a:pt x="1690" y="1622"/>
                    <a:pt x="1758" y="1622"/>
                  </a:cubicBezTo>
                  <a:lnTo>
                    <a:pt x="3458" y="1622"/>
                  </a:lnTo>
                  <a:cubicBezTo>
                    <a:pt x="3537" y="1622"/>
                    <a:pt x="3594" y="1566"/>
                    <a:pt x="3594" y="1487"/>
                  </a:cubicBezTo>
                  <a:lnTo>
                    <a:pt x="3594" y="135"/>
                  </a:lnTo>
                  <a:cubicBezTo>
                    <a:pt x="3594" y="57"/>
                    <a:pt x="3537" y="0"/>
                    <a:pt x="345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 name="Google Shape;875;p49"/>
          <p:cNvGrpSpPr/>
          <p:nvPr/>
        </p:nvGrpSpPr>
        <p:grpSpPr>
          <a:xfrm>
            <a:off x="715094" y="3228320"/>
            <a:ext cx="362733" cy="361735"/>
            <a:chOff x="715094" y="3228320"/>
            <a:chExt cx="362733" cy="361735"/>
          </a:xfrm>
        </p:grpSpPr>
        <p:sp>
          <p:nvSpPr>
            <p:cNvPr id="876" name="Google Shape;876;p49"/>
            <p:cNvSpPr/>
            <p:nvPr/>
          </p:nvSpPr>
          <p:spPr>
            <a:xfrm>
              <a:off x="715094" y="3228320"/>
              <a:ext cx="362733" cy="361735"/>
            </a:xfrm>
            <a:custGeom>
              <a:avLst/>
              <a:gdLst/>
              <a:ahLst/>
              <a:cxnLst/>
              <a:rect l="l" t="t" r="r" b="b"/>
              <a:pathLst>
                <a:path w="13452" h="13415" extrusionOk="0">
                  <a:moveTo>
                    <a:pt x="6724" y="0"/>
                  </a:moveTo>
                  <a:cubicBezTo>
                    <a:pt x="6678" y="0"/>
                    <a:pt x="6630" y="17"/>
                    <a:pt x="6589" y="51"/>
                  </a:cubicBezTo>
                  <a:lnTo>
                    <a:pt x="68" y="6575"/>
                  </a:lnTo>
                  <a:cubicBezTo>
                    <a:pt x="0" y="6653"/>
                    <a:pt x="0" y="6767"/>
                    <a:pt x="68" y="6835"/>
                  </a:cubicBezTo>
                  <a:lnTo>
                    <a:pt x="6589" y="13356"/>
                  </a:lnTo>
                  <a:cubicBezTo>
                    <a:pt x="6630" y="13395"/>
                    <a:pt x="6678" y="13415"/>
                    <a:pt x="6724" y="13415"/>
                  </a:cubicBezTo>
                  <a:cubicBezTo>
                    <a:pt x="6770" y="13415"/>
                    <a:pt x="6815" y="13395"/>
                    <a:pt x="6849" y="13356"/>
                  </a:cubicBezTo>
                  <a:lnTo>
                    <a:pt x="13373" y="6835"/>
                  </a:lnTo>
                  <a:cubicBezTo>
                    <a:pt x="13451" y="6767"/>
                    <a:pt x="13451" y="6653"/>
                    <a:pt x="13373" y="6575"/>
                  </a:cubicBezTo>
                  <a:lnTo>
                    <a:pt x="6849" y="51"/>
                  </a:lnTo>
                  <a:cubicBezTo>
                    <a:pt x="6815" y="17"/>
                    <a:pt x="6770" y="0"/>
                    <a:pt x="6724"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9"/>
            <p:cNvSpPr/>
            <p:nvPr/>
          </p:nvSpPr>
          <p:spPr>
            <a:xfrm>
              <a:off x="826864" y="3305953"/>
              <a:ext cx="167695" cy="193797"/>
            </a:xfrm>
            <a:custGeom>
              <a:avLst/>
              <a:gdLst/>
              <a:ahLst/>
              <a:cxnLst/>
              <a:rect l="l" t="t" r="r" b="b"/>
              <a:pathLst>
                <a:path w="6219" h="7187" extrusionOk="0">
                  <a:moveTo>
                    <a:pt x="2569" y="0"/>
                  </a:moveTo>
                  <a:cubicBezTo>
                    <a:pt x="1149" y="0"/>
                    <a:pt x="0" y="1149"/>
                    <a:pt x="0" y="2569"/>
                  </a:cubicBezTo>
                  <a:lnTo>
                    <a:pt x="0" y="6849"/>
                  </a:lnTo>
                  <a:cubicBezTo>
                    <a:pt x="0" y="7030"/>
                    <a:pt x="146" y="7187"/>
                    <a:pt x="338" y="7187"/>
                  </a:cubicBezTo>
                  <a:lnTo>
                    <a:pt x="1295" y="7187"/>
                  </a:lnTo>
                  <a:cubicBezTo>
                    <a:pt x="1476" y="7187"/>
                    <a:pt x="1622" y="7030"/>
                    <a:pt x="1622" y="6849"/>
                  </a:cubicBezTo>
                  <a:lnTo>
                    <a:pt x="1622" y="2569"/>
                  </a:lnTo>
                  <a:cubicBezTo>
                    <a:pt x="1622" y="2049"/>
                    <a:pt x="2052" y="1633"/>
                    <a:pt x="2569" y="1633"/>
                  </a:cubicBezTo>
                  <a:cubicBezTo>
                    <a:pt x="3088" y="1633"/>
                    <a:pt x="3515" y="2049"/>
                    <a:pt x="3515" y="2569"/>
                  </a:cubicBezTo>
                  <a:lnTo>
                    <a:pt x="3515" y="3458"/>
                  </a:lnTo>
                  <a:lnTo>
                    <a:pt x="2704" y="3458"/>
                  </a:lnTo>
                  <a:cubicBezTo>
                    <a:pt x="2547" y="3458"/>
                    <a:pt x="2444" y="3650"/>
                    <a:pt x="2547" y="3774"/>
                  </a:cubicBezTo>
                  <a:lnTo>
                    <a:pt x="4169" y="6094"/>
                  </a:lnTo>
                  <a:cubicBezTo>
                    <a:pt x="4208" y="6151"/>
                    <a:pt x="4271" y="6179"/>
                    <a:pt x="4333" y="6179"/>
                  </a:cubicBezTo>
                  <a:cubicBezTo>
                    <a:pt x="4395" y="6179"/>
                    <a:pt x="4457" y="6151"/>
                    <a:pt x="4496" y="6094"/>
                  </a:cubicBezTo>
                  <a:lnTo>
                    <a:pt x="6129" y="3774"/>
                  </a:lnTo>
                  <a:cubicBezTo>
                    <a:pt x="6219" y="3639"/>
                    <a:pt x="6129" y="3458"/>
                    <a:pt x="5959" y="3458"/>
                  </a:cubicBezTo>
                  <a:lnTo>
                    <a:pt x="5137" y="3458"/>
                  </a:lnTo>
                  <a:lnTo>
                    <a:pt x="5137" y="2569"/>
                  </a:lnTo>
                  <a:cubicBezTo>
                    <a:pt x="5137" y="1149"/>
                    <a:pt x="3988" y="0"/>
                    <a:pt x="2569"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49"/>
            <p:cNvSpPr/>
            <p:nvPr/>
          </p:nvSpPr>
          <p:spPr>
            <a:xfrm>
              <a:off x="880362" y="3304416"/>
              <a:ext cx="113900" cy="130376"/>
            </a:xfrm>
            <a:custGeom>
              <a:avLst/>
              <a:gdLst/>
              <a:ahLst/>
              <a:cxnLst/>
              <a:rect l="l" t="t" r="r" b="b"/>
              <a:pathLst>
                <a:path w="4224" h="4835" extrusionOk="0">
                  <a:moveTo>
                    <a:pt x="574" y="0"/>
                  </a:moveTo>
                  <a:cubicBezTo>
                    <a:pt x="371" y="0"/>
                    <a:pt x="179" y="25"/>
                    <a:pt x="1" y="57"/>
                  </a:cubicBezTo>
                  <a:cubicBezTo>
                    <a:pt x="1261" y="530"/>
                    <a:pt x="2164" y="1758"/>
                    <a:pt x="2164" y="3188"/>
                  </a:cubicBezTo>
                  <a:lnTo>
                    <a:pt x="2164" y="4091"/>
                  </a:lnTo>
                  <a:cubicBezTo>
                    <a:pt x="2164" y="4237"/>
                    <a:pt x="2274" y="4361"/>
                    <a:pt x="2434" y="4361"/>
                  </a:cubicBezTo>
                  <a:lnTo>
                    <a:pt x="3199" y="4361"/>
                  </a:lnTo>
                  <a:cubicBezTo>
                    <a:pt x="3413" y="4361"/>
                    <a:pt x="3569" y="4653"/>
                    <a:pt x="3448" y="4835"/>
                  </a:cubicBezTo>
                  <a:lnTo>
                    <a:pt x="4135" y="3842"/>
                  </a:lnTo>
                  <a:cubicBezTo>
                    <a:pt x="4224" y="3707"/>
                    <a:pt x="4135" y="3515"/>
                    <a:pt x="3964" y="3515"/>
                  </a:cubicBezTo>
                  <a:lnTo>
                    <a:pt x="3153" y="3515"/>
                  </a:lnTo>
                  <a:lnTo>
                    <a:pt x="3153" y="2636"/>
                  </a:lnTo>
                  <a:cubicBezTo>
                    <a:pt x="3153" y="1195"/>
                    <a:pt x="2004" y="11"/>
                    <a:pt x="574"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 name="Google Shape;879;p49"/>
          <p:cNvGrpSpPr/>
          <p:nvPr/>
        </p:nvGrpSpPr>
        <p:grpSpPr>
          <a:xfrm>
            <a:off x="8009693" y="3238675"/>
            <a:ext cx="362733" cy="361816"/>
            <a:chOff x="8056180" y="3238675"/>
            <a:chExt cx="362733" cy="361816"/>
          </a:xfrm>
        </p:grpSpPr>
        <p:sp>
          <p:nvSpPr>
            <p:cNvPr id="880" name="Google Shape;880;p49"/>
            <p:cNvSpPr/>
            <p:nvPr/>
          </p:nvSpPr>
          <p:spPr>
            <a:xfrm>
              <a:off x="8056180" y="3238675"/>
              <a:ext cx="362733" cy="361816"/>
            </a:xfrm>
            <a:custGeom>
              <a:avLst/>
              <a:gdLst/>
              <a:ahLst/>
              <a:cxnLst/>
              <a:rect l="l" t="t" r="r" b="b"/>
              <a:pathLst>
                <a:path w="13452" h="13418" extrusionOk="0">
                  <a:moveTo>
                    <a:pt x="6726" y="0"/>
                  </a:moveTo>
                  <a:cubicBezTo>
                    <a:pt x="6679" y="0"/>
                    <a:pt x="6634" y="17"/>
                    <a:pt x="6600" y="51"/>
                  </a:cubicBezTo>
                  <a:lnTo>
                    <a:pt x="78" y="6572"/>
                  </a:lnTo>
                  <a:cubicBezTo>
                    <a:pt x="0" y="6653"/>
                    <a:pt x="0" y="6764"/>
                    <a:pt x="78" y="6843"/>
                  </a:cubicBezTo>
                  <a:lnTo>
                    <a:pt x="6600" y="13367"/>
                  </a:lnTo>
                  <a:cubicBezTo>
                    <a:pt x="6634" y="13401"/>
                    <a:pt x="6679" y="13417"/>
                    <a:pt x="6726" y="13417"/>
                  </a:cubicBezTo>
                  <a:cubicBezTo>
                    <a:pt x="6772" y="13417"/>
                    <a:pt x="6820" y="13401"/>
                    <a:pt x="6859" y="13367"/>
                  </a:cubicBezTo>
                  <a:lnTo>
                    <a:pt x="13384" y="6843"/>
                  </a:lnTo>
                  <a:cubicBezTo>
                    <a:pt x="13451" y="6764"/>
                    <a:pt x="13451" y="6653"/>
                    <a:pt x="13384" y="6572"/>
                  </a:cubicBezTo>
                  <a:lnTo>
                    <a:pt x="6859" y="51"/>
                  </a:lnTo>
                  <a:cubicBezTo>
                    <a:pt x="6820" y="17"/>
                    <a:pt x="6772" y="0"/>
                    <a:pt x="6726"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49"/>
            <p:cNvSpPr/>
            <p:nvPr/>
          </p:nvSpPr>
          <p:spPr>
            <a:xfrm>
              <a:off x="8143655" y="3342814"/>
              <a:ext cx="188054" cy="185816"/>
            </a:xfrm>
            <a:custGeom>
              <a:avLst/>
              <a:gdLst/>
              <a:ahLst/>
              <a:cxnLst/>
              <a:rect l="l" t="t" r="r" b="b"/>
              <a:pathLst>
                <a:path w="6974" h="6891" extrusionOk="0">
                  <a:moveTo>
                    <a:pt x="1085" y="1"/>
                  </a:moveTo>
                  <a:cubicBezTo>
                    <a:pt x="1007" y="1"/>
                    <a:pt x="929" y="29"/>
                    <a:pt x="866" y="88"/>
                  </a:cubicBezTo>
                  <a:lnTo>
                    <a:pt x="147" y="728"/>
                  </a:lnTo>
                  <a:cubicBezTo>
                    <a:pt x="11" y="853"/>
                    <a:pt x="1" y="1056"/>
                    <a:pt x="122" y="1191"/>
                  </a:cubicBezTo>
                  <a:lnTo>
                    <a:pt x="2647" y="3984"/>
                  </a:lnTo>
                  <a:cubicBezTo>
                    <a:pt x="2669" y="4008"/>
                    <a:pt x="2680" y="4041"/>
                    <a:pt x="2680" y="4076"/>
                  </a:cubicBezTo>
                  <a:lnTo>
                    <a:pt x="2680" y="6755"/>
                  </a:lnTo>
                  <a:cubicBezTo>
                    <a:pt x="2680" y="6833"/>
                    <a:pt x="2737" y="6890"/>
                    <a:pt x="2815" y="6890"/>
                  </a:cubicBezTo>
                  <a:lnTo>
                    <a:pt x="4167" y="6890"/>
                  </a:lnTo>
                  <a:cubicBezTo>
                    <a:pt x="4245" y="6890"/>
                    <a:pt x="4302" y="6833"/>
                    <a:pt x="4302" y="6755"/>
                  </a:cubicBezTo>
                  <a:lnTo>
                    <a:pt x="4302" y="4076"/>
                  </a:lnTo>
                  <a:cubicBezTo>
                    <a:pt x="4302" y="4041"/>
                    <a:pt x="4313" y="4008"/>
                    <a:pt x="4337" y="3984"/>
                  </a:cubicBezTo>
                  <a:lnTo>
                    <a:pt x="6849" y="1191"/>
                  </a:lnTo>
                  <a:cubicBezTo>
                    <a:pt x="6973" y="1056"/>
                    <a:pt x="6963" y="853"/>
                    <a:pt x="6827" y="728"/>
                  </a:cubicBezTo>
                  <a:lnTo>
                    <a:pt x="6116" y="88"/>
                  </a:lnTo>
                  <a:cubicBezTo>
                    <a:pt x="6053" y="29"/>
                    <a:pt x="5972" y="1"/>
                    <a:pt x="5892" y="1"/>
                  </a:cubicBezTo>
                  <a:cubicBezTo>
                    <a:pt x="5801" y="1"/>
                    <a:pt x="5709" y="37"/>
                    <a:pt x="5643" y="109"/>
                  </a:cubicBezTo>
                  <a:lnTo>
                    <a:pt x="3594" y="2386"/>
                  </a:lnTo>
                  <a:cubicBezTo>
                    <a:pt x="3565" y="2413"/>
                    <a:pt x="3529" y="2426"/>
                    <a:pt x="3492" y="2426"/>
                  </a:cubicBezTo>
                  <a:cubicBezTo>
                    <a:pt x="3456" y="2426"/>
                    <a:pt x="3419" y="2413"/>
                    <a:pt x="3391" y="2386"/>
                  </a:cubicBezTo>
                  <a:lnTo>
                    <a:pt x="1328" y="109"/>
                  </a:lnTo>
                  <a:cubicBezTo>
                    <a:pt x="1262" y="37"/>
                    <a:pt x="1174" y="1"/>
                    <a:pt x="1085"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49"/>
            <p:cNvSpPr/>
            <p:nvPr/>
          </p:nvSpPr>
          <p:spPr>
            <a:xfrm>
              <a:off x="8215894" y="3342490"/>
              <a:ext cx="114871" cy="186139"/>
            </a:xfrm>
            <a:custGeom>
              <a:avLst/>
              <a:gdLst/>
              <a:ahLst/>
              <a:cxnLst/>
              <a:rect l="l" t="t" r="r" b="b"/>
              <a:pathLst>
                <a:path w="4260" h="6903" extrusionOk="0">
                  <a:moveTo>
                    <a:pt x="3188" y="0"/>
                  </a:moveTo>
                  <a:cubicBezTo>
                    <a:pt x="3116" y="0"/>
                    <a:pt x="3045" y="22"/>
                    <a:pt x="2986" y="65"/>
                  </a:cubicBezTo>
                  <a:lnTo>
                    <a:pt x="3405" y="448"/>
                  </a:lnTo>
                  <a:cubicBezTo>
                    <a:pt x="3540" y="573"/>
                    <a:pt x="3551" y="786"/>
                    <a:pt x="3427" y="922"/>
                  </a:cubicBezTo>
                  <a:lnTo>
                    <a:pt x="947" y="3704"/>
                  </a:lnTo>
                  <a:cubicBezTo>
                    <a:pt x="926" y="3725"/>
                    <a:pt x="915" y="3761"/>
                    <a:pt x="915" y="3793"/>
                  </a:cubicBezTo>
                  <a:lnTo>
                    <a:pt x="915" y="6486"/>
                  </a:lnTo>
                  <a:cubicBezTo>
                    <a:pt x="915" y="6553"/>
                    <a:pt x="858" y="6621"/>
                    <a:pt x="780" y="6621"/>
                  </a:cubicBezTo>
                  <a:lnTo>
                    <a:pt x="1" y="6621"/>
                  </a:lnTo>
                  <a:lnTo>
                    <a:pt x="1" y="6767"/>
                  </a:lnTo>
                  <a:cubicBezTo>
                    <a:pt x="1" y="6845"/>
                    <a:pt x="58" y="6902"/>
                    <a:pt x="136" y="6902"/>
                  </a:cubicBezTo>
                  <a:lnTo>
                    <a:pt x="1488" y="6902"/>
                  </a:lnTo>
                  <a:cubicBezTo>
                    <a:pt x="1566" y="6902"/>
                    <a:pt x="1623" y="6845"/>
                    <a:pt x="1623" y="6767"/>
                  </a:cubicBezTo>
                  <a:lnTo>
                    <a:pt x="1623" y="4074"/>
                  </a:lnTo>
                  <a:cubicBezTo>
                    <a:pt x="1623" y="4042"/>
                    <a:pt x="1634" y="4007"/>
                    <a:pt x="1658" y="3985"/>
                  </a:cubicBezTo>
                  <a:lnTo>
                    <a:pt x="4135" y="1192"/>
                  </a:lnTo>
                  <a:cubicBezTo>
                    <a:pt x="4259" y="1057"/>
                    <a:pt x="4248" y="854"/>
                    <a:pt x="4113" y="730"/>
                  </a:cubicBezTo>
                  <a:lnTo>
                    <a:pt x="3416" y="86"/>
                  </a:lnTo>
                  <a:cubicBezTo>
                    <a:pt x="3350" y="28"/>
                    <a:pt x="3269" y="0"/>
                    <a:pt x="318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 name="Google Shape;883;p49"/>
          <p:cNvGrpSpPr/>
          <p:nvPr/>
        </p:nvGrpSpPr>
        <p:grpSpPr>
          <a:xfrm>
            <a:off x="7192963" y="3238675"/>
            <a:ext cx="363030" cy="361816"/>
            <a:chOff x="7161832" y="3238675"/>
            <a:chExt cx="363030" cy="361816"/>
          </a:xfrm>
        </p:grpSpPr>
        <p:sp>
          <p:nvSpPr>
            <p:cNvPr id="884" name="Google Shape;884;p49"/>
            <p:cNvSpPr/>
            <p:nvPr/>
          </p:nvSpPr>
          <p:spPr>
            <a:xfrm>
              <a:off x="7161832" y="3238675"/>
              <a:ext cx="363030" cy="361816"/>
            </a:xfrm>
            <a:custGeom>
              <a:avLst/>
              <a:gdLst/>
              <a:ahLst/>
              <a:cxnLst/>
              <a:rect l="l" t="t" r="r" b="b"/>
              <a:pathLst>
                <a:path w="13463" h="13418" extrusionOk="0">
                  <a:moveTo>
                    <a:pt x="6731" y="0"/>
                  </a:moveTo>
                  <a:cubicBezTo>
                    <a:pt x="6684" y="0"/>
                    <a:pt x="6637" y="17"/>
                    <a:pt x="6603" y="51"/>
                  </a:cubicBezTo>
                  <a:lnTo>
                    <a:pt x="79" y="6572"/>
                  </a:lnTo>
                  <a:cubicBezTo>
                    <a:pt x="0" y="6653"/>
                    <a:pt x="0" y="6764"/>
                    <a:pt x="79" y="6843"/>
                  </a:cubicBezTo>
                  <a:lnTo>
                    <a:pt x="6603" y="13367"/>
                  </a:lnTo>
                  <a:cubicBezTo>
                    <a:pt x="6637" y="13401"/>
                    <a:pt x="6684" y="13417"/>
                    <a:pt x="6731" y="13417"/>
                  </a:cubicBezTo>
                  <a:cubicBezTo>
                    <a:pt x="6779" y="13417"/>
                    <a:pt x="6826" y="13401"/>
                    <a:pt x="6860" y="13367"/>
                  </a:cubicBezTo>
                  <a:lnTo>
                    <a:pt x="13384" y="6843"/>
                  </a:lnTo>
                  <a:cubicBezTo>
                    <a:pt x="13462" y="6764"/>
                    <a:pt x="13462" y="6653"/>
                    <a:pt x="13384" y="6572"/>
                  </a:cubicBezTo>
                  <a:lnTo>
                    <a:pt x="6860" y="51"/>
                  </a:lnTo>
                  <a:cubicBezTo>
                    <a:pt x="6826" y="17"/>
                    <a:pt x="6779" y="0"/>
                    <a:pt x="6731"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49"/>
            <p:cNvSpPr/>
            <p:nvPr/>
          </p:nvSpPr>
          <p:spPr>
            <a:xfrm>
              <a:off x="7350803" y="3329062"/>
              <a:ext cx="79843" cy="168855"/>
            </a:xfrm>
            <a:custGeom>
              <a:avLst/>
              <a:gdLst/>
              <a:ahLst/>
              <a:cxnLst/>
              <a:rect l="l" t="t" r="r" b="b"/>
              <a:pathLst>
                <a:path w="2961" h="6262" extrusionOk="0">
                  <a:moveTo>
                    <a:pt x="122" y="0"/>
                  </a:moveTo>
                  <a:cubicBezTo>
                    <a:pt x="54" y="0"/>
                    <a:pt x="0" y="57"/>
                    <a:pt x="0" y="135"/>
                  </a:cubicBezTo>
                  <a:lnTo>
                    <a:pt x="0" y="1679"/>
                  </a:lnTo>
                  <a:cubicBezTo>
                    <a:pt x="0" y="1701"/>
                    <a:pt x="0" y="1722"/>
                    <a:pt x="11" y="1747"/>
                  </a:cubicBezTo>
                  <a:lnTo>
                    <a:pt x="1452" y="4878"/>
                  </a:lnTo>
                  <a:cubicBezTo>
                    <a:pt x="1463" y="4899"/>
                    <a:pt x="1463" y="4924"/>
                    <a:pt x="1463" y="4945"/>
                  </a:cubicBezTo>
                  <a:lnTo>
                    <a:pt x="1463" y="6127"/>
                  </a:lnTo>
                  <a:cubicBezTo>
                    <a:pt x="1463" y="6208"/>
                    <a:pt x="1520" y="6262"/>
                    <a:pt x="1587" y="6262"/>
                  </a:cubicBezTo>
                  <a:lnTo>
                    <a:pt x="2591" y="6262"/>
                  </a:lnTo>
                  <a:cubicBezTo>
                    <a:pt x="2793" y="6262"/>
                    <a:pt x="2961" y="6084"/>
                    <a:pt x="2961" y="5870"/>
                  </a:cubicBezTo>
                  <a:lnTo>
                    <a:pt x="2961" y="4618"/>
                  </a:lnTo>
                  <a:cubicBezTo>
                    <a:pt x="2961" y="4561"/>
                    <a:pt x="2939" y="4494"/>
                    <a:pt x="2918" y="4450"/>
                  </a:cubicBezTo>
                  <a:lnTo>
                    <a:pt x="1509" y="1363"/>
                  </a:lnTo>
                  <a:cubicBezTo>
                    <a:pt x="1498" y="1341"/>
                    <a:pt x="1487" y="1317"/>
                    <a:pt x="1487" y="1295"/>
                  </a:cubicBezTo>
                  <a:lnTo>
                    <a:pt x="1487" y="135"/>
                  </a:lnTo>
                  <a:cubicBezTo>
                    <a:pt x="1487" y="57"/>
                    <a:pt x="1431" y="0"/>
                    <a:pt x="1363"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49"/>
            <p:cNvSpPr/>
            <p:nvPr/>
          </p:nvSpPr>
          <p:spPr>
            <a:xfrm>
              <a:off x="7370487" y="3329062"/>
              <a:ext cx="60159" cy="168855"/>
            </a:xfrm>
            <a:custGeom>
              <a:avLst/>
              <a:gdLst/>
              <a:ahLst/>
              <a:cxnLst/>
              <a:rect l="l" t="t" r="r" b="b"/>
              <a:pathLst>
                <a:path w="2231" h="6262" extrusionOk="0">
                  <a:moveTo>
                    <a:pt x="0" y="0"/>
                  </a:moveTo>
                  <a:lnTo>
                    <a:pt x="0" y="1295"/>
                  </a:lnTo>
                  <a:cubicBezTo>
                    <a:pt x="0" y="1317"/>
                    <a:pt x="0" y="1341"/>
                    <a:pt x="14" y="1363"/>
                  </a:cubicBezTo>
                  <a:lnTo>
                    <a:pt x="1398" y="4450"/>
                  </a:lnTo>
                  <a:cubicBezTo>
                    <a:pt x="1433" y="4505"/>
                    <a:pt x="1444" y="4561"/>
                    <a:pt x="1444" y="4618"/>
                  </a:cubicBezTo>
                  <a:lnTo>
                    <a:pt x="1444" y="5667"/>
                  </a:lnTo>
                  <a:lnTo>
                    <a:pt x="1466" y="5856"/>
                  </a:lnTo>
                  <a:lnTo>
                    <a:pt x="1444" y="5856"/>
                  </a:lnTo>
                  <a:lnTo>
                    <a:pt x="1444" y="6262"/>
                  </a:lnTo>
                  <a:lnTo>
                    <a:pt x="1861" y="6262"/>
                  </a:lnTo>
                  <a:cubicBezTo>
                    <a:pt x="2063" y="6262"/>
                    <a:pt x="2231" y="6084"/>
                    <a:pt x="2231" y="5870"/>
                  </a:cubicBezTo>
                  <a:lnTo>
                    <a:pt x="2231" y="4618"/>
                  </a:lnTo>
                  <a:cubicBezTo>
                    <a:pt x="2231" y="4561"/>
                    <a:pt x="2209" y="4494"/>
                    <a:pt x="2188" y="4450"/>
                  </a:cubicBezTo>
                  <a:lnTo>
                    <a:pt x="768" y="1363"/>
                  </a:lnTo>
                  <a:cubicBezTo>
                    <a:pt x="768" y="1341"/>
                    <a:pt x="757" y="1317"/>
                    <a:pt x="757" y="1295"/>
                  </a:cubicBezTo>
                  <a:lnTo>
                    <a:pt x="757" y="135"/>
                  </a:lnTo>
                  <a:cubicBezTo>
                    <a:pt x="757" y="57"/>
                    <a:pt x="701" y="0"/>
                    <a:pt x="633"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9"/>
            <p:cNvSpPr/>
            <p:nvPr/>
          </p:nvSpPr>
          <p:spPr>
            <a:xfrm>
              <a:off x="7256021" y="3329062"/>
              <a:ext cx="79870" cy="168855"/>
            </a:xfrm>
            <a:custGeom>
              <a:avLst/>
              <a:gdLst/>
              <a:ahLst/>
              <a:cxnLst/>
              <a:rect l="l" t="t" r="r" b="b"/>
              <a:pathLst>
                <a:path w="2962" h="6262" extrusionOk="0">
                  <a:moveTo>
                    <a:pt x="1588" y="0"/>
                  </a:moveTo>
                  <a:cubicBezTo>
                    <a:pt x="1520" y="0"/>
                    <a:pt x="1463" y="57"/>
                    <a:pt x="1463" y="135"/>
                  </a:cubicBezTo>
                  <a:lnTo>
                    <a:pt x="1463" y="1295"/>
                  </a:lnTo>
                  <a:cubicBezTo>
                    <a:pt x="1463" y="1317"/>
                    <a:pt x="1463" y="1341"/>
                    <a:pt x="1452" y="1363"/>
                  </a:cubicBezTo>
                  <a:lnTo>
                    <a:pt x="33" y="4450"/>
                  </a:lnTo>
                  <a:cubicBezTo>
                    <a:pt x="11" y="4494"/>
                    <a:pt x="0" y="4561"/>
                    <a:pt x="0" y="4618"/>
                  </a:cubicBezTo>
                  <a:lnTo>
                    <a:pt x="0" y="5870"/>
                  </a:lnTo>
                  <a:cubicBezTo>
                    <a:pt x="0" y="6084"/>
                    <a:pt x="168" y="6262"/>
                    <a:pt x="360" y="6262"/>
                  </a:cubicBezTo>
                  <a:lnTo>
                    <a:pt x="1374" y="6262"/>
                  </a:lnTo>
                  <a:cubicBezTo>
                    <a:pt x="1442" y="6262"/>
                    <a:pt x="1498" y="6208"/>
                    <a:pt x="1498" y="6127"/>
                  </a:cubicBezTo>
                  <a:lnTo>
                    <a:pt x="1498" y="4945"/>
                  </a:lnTo>
                  <a:cubicBezTo>
                    <a:pt x="1498" y="4924"/>
                    <a:pt x="1498" y="4899"/>
                    <a:pt x="1509" y="4878"/>
                  </a:cubicBezTo>
                  <a:lnTo>
                    <a:pt x="2950" y="1747"/>
                  </a:lnTo>
                  <a:cubicBezTo>
                    <a:pt x="2961" y="1722"/>
                    <a:pt x="2961" y="1701"/>
                    <a:pt x="2961" y="1679"/>
                  </a:cubicBezTo>
                  <a:lnTo>
                    <a:pt x="2961" y="135"/>
                  </a:lnTo>
                  <a:cubicBezTo>
                    <a:pt x="2961" y="57"/>
                    <a:pt x="2907" y="0"/>
                    <a:pt x="2839"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9"/>
            <p:cNvSpPr/>
            <p:nvPr/>
          </p:nvSpPr>
          <p:spPr>
            <a:xfrm>
              <a:off x="7256021" y="3329062"/>
              <a:ext cx="60186" cy="168855"/>
            </a:xfrm>
            <a:custGeom>
              <a:avLst/>
              <a:gdLst/>
              <a:ahLst/>
              <a:cxnLst/>
              <a:rect l="l" t="t" r="r" b="b"/>
              <a:pathLst>
                <a:path w="2232" h="6262" extrusionOk="0">
                  <a:moveTo>
                    <a:pt x="1588" y="0"/>
                  </a:moveTo>
                  <a:cubicBezTo>
                    <a:pt x="1520" y="0"/>
                    <a:pt x="1463" y="57"/>
                    <a:pt x="1463" y="135"/>
                  </a:cubicBezTo>
                  <a:lnTo>
                    <a:pt x="1463" y="1295"/>
                  </a:lnTo>
                  <a:cubicBezTo>
                    <a:pt x="1463" y="1317"/>
                    <a:pt x="1463" y="1341"/>
                    <a:pt x="1452" y="1363"/>
                  </a:cubicBezTo>
                  <a:lnTo>
                    <a:pt x="33" y="4450"/>
                  </a:lnTo>
                  <a:cubicBezTo>
                    <a:pt x="11" y="4494"/>
                    <a:pt x="0" y="4561"/>
                    <a:pt x="0" y="4618"/>
                  </a:cubicBezTo>
                  <a:lnTo>
                    <a:pt x="0" y="5870"/>
                  </a:lnTo>
                  <a:cubicBezTo>
                    <a:pt x="0" y="6084"/>
                    <a:pt x="168" y="6262"/>
                    <a:pt x="360" y="6262"/>
                  </a:cubicBezTo>
                  <a:lnTo>
                    <a:pt x="766" y="6262"/>
                  </a:lnTo>
                  <a:lnTo>
                    <a:pt x="766" y="5856"/>
                  </a:lnTo>
                  <a:lnTo>
                    <a:pt x="787" y="5856"/>
                  </a:lnTo>
                  <a:lnTo>
                    <a:pt x="766" y="5667"/>
                  </a:lnTo>
                  <a:lnTo>
                    <a:pt x="766" y="4618"/>
                  </a:lnTo>
                  <a:cubicBezTo>
                    <a:pt x="766" y="4561"/>
                    <a:pt x="776" y="4505"/>
                    <a:pt x="798" y="4450"/>
                  </a:cubicBezTo>
                  <a:lnTo>
                    <a:pt x="2218" y="1363"/>
                  </a:lnTo>
                  <a:cubicBezTo>
                    <a:pt x="2218" y="1341"/>
                    <a:pt x="2231" y="1317"/>
                    <a:pt x="2231" y="1295"/>
                  </a:cubicBezTo>
                  <a:lnTo>
                    <a:pt x="2231" y="0"/>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 name="Google Shape;889;p49"/>
          <p:cNvGrpSpPr/>
          <p:nvPr/>
        </p:nvGrpSpPr>
        <p:grpSpPr>
          <a:xfrm>
            <a:off x="6371272" y="3238675"/>
            <a:ext cx="363030" cy="361816"/>
            <a:chOff x="6350752" y="3238675"/>
            <a:chExt cx="363030" cy="361816"/>
          </a:xfrm>
        </p:grpSpPr>
        <p:sp>
          <p:nvSpPr>
            <p:cNvPr id="890" name="Google Shape;890;p49"/>
            <p:cNvSpPr/>
            <p:nvPr/>
          </p:nvSpPr>
          <p:spPr>
            <a:xfrm>
              <a:off x="6350752" y="3238675"/>
              <a:ext cx="363030" cy="361816"/>
            </a:xfrm>
            <a:custGeom>
              <a:avLst/>
              <a:gdLst/>
              <a:ahLst/>
              <a:cxnLst/>
              <a:rect l="l" t="t" r="r" b="b"/>
              <a:pathLst>
                <a:path w="13463" h="13418" extrusionOk="0">
                  <a:moveTo>
                    <a:pt x="6731" y="0"/>
                  </a:moveTo>
                  <a:cubicBezTo>
                    <a:pt x="6684" y="0"/>
                    <a:pt x="6636" y="17"/>
                    <a:pt x="6603" y="51"/>
                  </a:cubicBezTo>
                  <a:lnTo>
                    <a:pt x="79" y="6572"/>
                  </a:lnTo>
                  <a:cubicBezTo>
                    <a:pt x="0" y="6653"/>
                    <a:pt x="0" y="6764"/>
                    <a:pt x="79" y="6843"/>
                  </a:cubicBezTo>
                  <a:lnTo>
                    <a:pt x="6603" y="13367"/>
                  </a:lnTo>
                  <a:cubicBezTo>
                    <a:pt x="6636" y="13401"/>
                    <a:pt x="6684" y="13417"/>
                    <a:pt x="6731" y="13417"/>
                  </a:cubicBezTo>
                  <a:cubicBezTo>
                    <a:pt x="6778" y="13417"/>
                    <a:pt x="6826" y="13401"/>
                    <a:pt x="6860" y="13367"/>
                  </a:cubicBezTo>
                  <a:lnTo>
                    <a:pt x="13384" y="6843"/>
                  </a:lnTo>
                  <a:cubicBezTo>
                    <a:pt x="13462" y="6764"/>
                    <a:pt x="13462" y="6653"/>
                    <a:pt x="13384" y="6572"/>
                  </a:cubicBezTo>
                  <a:lnTo>
                    <a:pt x="6860" y="51"/>
                  </a:lnTo>
                  <a:cubicBezTo>
                    <a:pt x="6826" y="17"/>
                    <a:pt x="6778" y="0"/>
                    <a:pt x="6731"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9"/>
            <p:cNvSpPr/>
            <p:nvPr/>
          </p:nvSpPr>
          <p:spPr>
            <a:xfrm>
              <a:off x="6460095" y="3335398"/>
              <a:ext cx="43791" cy="168936"/>
            </a:xfrm>
            <a:custGeom>
              <a:avLst/>
              <a:gdLst/>
              <a:ahLst/>
              <a:cxnLst/>
              <a:rect l="l" t="t" r="r" b="b"/>
              <a:pathLst>
                <a:path w="1624" h="6265" extrusionOk="0">
                  <a:moveTo>
                    <a:pt x="136" y="0"/>
                  </a:moveTo>
                  <a:cubicBezTo>
                    <a:pt x="68" y="0"/>
                    <a:pt x="1" y="57"/>
                    <a:pt x="1" y="136"/>
                  </a:cubicBezTo>
                  <a:lnTo>
                    <a:pt x="1" y="6130"/>
                  </a:lnTo>
                  <a:cubicBezTo>
                    <a:pt x="1" y="6197"/>
                    <a:pt x="68" y="6265"/>
                    <a:pt x="136" y="6265"/>
                  </a:cubicBezTo>
                  <a:lnTo>
                    <a:pt x="1488" y="6265"/>
                  </a:lnTo>
                  <a:cubicBezTo>
                    <a:pt x="1566" y="6265"/>
                    <a:pt x="1623" y="6197"/>
                    <a:pt x="1623" y="6130"/>
                  </a:cubicBezTo>
                  <a:lnTo>
                    <a:pt x="1623" y="136"/>
                  </a:lnTo>
                  <a:cubicBezTo>
                    <a:pt x="1623" y="57"/>
                    <a:pt x="1566" y="0"/>
                    <a:pt x="148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9"/>
            <p:cNvSpPr/>
            <p:nvPr/>
          </p:nvSpPr>
          <p:spPr>
            <a:xfrm>
              <a:off x="6485038" y="3335398"/>
              <a:ext cx="18849" cy="168936"/>
            </a:xfrm>
            <a:custGeom>
              <a:avLst/>
              <a:gdLst/>
              <a:ahLst/>
              <a:cxnLst/>
              <a:rect l="l" t="t" r="r" b="b"/>
              <a:pathLst>
                <a:path w="699" h="6265" extrusionOk="0">
                  <a:moveTo>
                    <a:pt x="0" y="0"/>
                  </a:moveTo>
                  <a:lnTo>
                    <a:pt x="0" y="6265"/>
                  </a:lnTo>
                  <a:lnTo>
                    <a:pt x="563" y="6265"/>
                  </a:lnTo>
                  <a:cubicBezTo>
                    <a:pt x="641" y="6265"/>
                    <a:pt x="698" y="6197"/>
                    <a:pt x="698" y="6130"/>
                  </a:cubicBezTo>
                  <a:lnTo>
                    <a:pt x="698" y="136"/>
                  </a:lnTo>
                  <a:cubicBezTo>
                    <a:pt x="698" y="57"/>
                    <a:pt x="641" y="0"/>
                    <a:pt x="563"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9"/>
            <p:cNvSpPr/>
            <p:nvPr/>
          </p:nvSpPr>
          <p:spPr>
            <a:xfrm>
              <a:off x="6517477" y="3335398"/>
              <a:ext cx="86935" cy="168936"/>
            </a:xfrm>
            <a:custGeom>
              <a:avLst/>
              <a:gdLst/>
              <a:ahLst/>
              <a:cxnLst/>
              <a:rect l="l" t="t" r="r" b="b"/>
              <a:pathLst>
                <a:path w="3224" h="6265" extrusionOk="0">
                  <a:moveTo>
                    <a:pt x="136" y="0"/>
                  </a:moveTo>
                  <a:cubicBezTo>
                    <a:pt x="57" y="0"/>
                    <a:pt x="1" y="57"/>
                    <a:pt x="1" y="136"/>
                  </a:cubicBezTo>
                  <a:lnTo>
                    <a:pt x="1" y="1679"/>
                  </a:lnTo>
                  <a:cubicBezTo>
                    <a:pt x="1" y="1701"/>
                    <a:pt x="1" y="1725"/>
                    <a:pt x="14" y="1736"/>
                  </a:cubicBezTo>
                  <a:lnTo>
                    <a:pt x="1580" y="4878"/>
                  </a:lnTo>
                  <a:cubicBezTo>
                    <a:pt x="1590" y="4902"/>
                    <a:pt x="1601" y="4924"/>
                    <a:pt x="1601" y="4935"/>
                  </a:cubicBezTo>
                  <a:lnTo>
                    <a:pt x="1601" y="6130"/>
                  </a:lnTo>
                  <a:cubicBezTo>
                    <a:pt x="1601" y="6197"/>
                    <a:pt x="1658" y="6265"/>
                    <a:pt x="1736" y="6265"/>
                  </a:cubicBezTo>
                  <a:lnTo>
                    <a:pt x="2829" y="6265"/>
                  </a:lnTo>
                  <a:cubicBezTo>
                    <a:pt x="3042" y="6265"/>
                    <a:pt x="3223" y="6084"/>
                    <a:pt x="3223" y="5859"/>
                  </a:cubicBezTo>
                  <a:lnTo>
                    <a:pt x="3223" y="4621"/>
                  </a:lnTo>
                  <a:cubicBezTo>
                    <a:pt x="3223" y="4553"/>
                    <a:pt x="3202" y="4497"/>
                    <a:pt x="3178" y="4440"/>
                  </a:cubicBezTo>
                  <a:lnTo>
                    <a:pt x="1636" y="1352"/>
                  </a:lnTo>
                  <a:cubicBezTo>
                    <a:pt x="1623" y="1341"/>
                    <a:pt x="1623" y="1320"/>
                    <a:pt x="1623" y="1295"/>
                  </a:cubicBezTo>
                  <a:lnTo>
                    <a:pt x="1623" y="136"/>
                  </a:lnTo>
                  <a:cubicBezTo>
                    <a:pt x="1623" y="57"/>
                    <a:pt x="1555" y="0"/>
                    <a:pt x="148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9"/>
            <p:cNvSpPr/>
            <p:nvPr/>
          </p:nvSpPr>
          <p:spPr>
            <a:xfrm>
              <a:off x="6538482" y="3335398"/>
              <a:ext cx="65929" cy="168936"/>
            </a:xfrm>
            <a:custGeom>
              <a:avLst/>
              <a:gdLst/>
              <a:ahLst/>
              <a:cxnLst/>
              <a:rect l="l" t="t" r="r" b="b"/>
              <a:pathLst>
                <a:path w="2445" h="6265" extrusionOk="0">
                  <a:moveTo>
                    <a:pt x="0" y="0"/>
                  </a:moveTo>
                  <a:lnTo>
                    <a:pt x="0" y="1295"/>
                  </a:lnTo>
                  <a:cubicBezTo>
                    <a:pt x="0" y="1320"/>
                    <a:pt x="11" y="1341"/>
                    <a:pt x="22" y="1352"/>
                  </a:cubicBezTo>
                  <a:lnTo>
                    <a:pt x="1533" y="4440"/>
                  </a:lnTo>
                  <a:cubicBezTo>
                    <a:pt x="1566" y="4497"/>
                    <a:pt x="1577" y="4564"/>
                    <a:pt x="1577" y="4621"/>
                  </a:cubicBezTo>
                  <a:lnTo>
                    <a:pt x="1577" y="5667"/>
                  </a:lnTo>
                  <a:lnTo>
                    <a:pt x="1601" y="5859"/>
                  </a:lnTo>
                  <a:lnTo>
                    <a:pt x="1577" y="5859"/>
                  </a:lnTo>
                  <a:lnTo>
                    <a:pt x="1577" y="6265"/>
                  </a:lnTo>
                  <a:lnTo>
                    <a:pt x="2050" y="6265"/>
                  </a:lnTo>
                  <a:cubicBezTo>
                    <a:pt x="2263" y="6265"/>
                    <a:pt x="2444" y="6084"/>
                    <a:pt x="2444" y="5859"/>
                  </a:cubicBezTo>
                  <a:lnTo>
                    <a:pt x="2444" y="4621"/>
                  </a:lnTo>
                  <a:cubicBezTo>
                    <a:pt x="2444" y="4553"/>
                    <a:pt x="2423" y="4497"/>
                    <a:pt x="2399" y="4440"/>
                  </a:cubicBezTo>
                  <a:lnTo>
                    <a:pt x="857" y="1352"/>
                  </a:lnTo>
                  <a:cubicBezTo>
                    <a:pt x="844" y="1341"/>
                    <a:pt x="844" y="1320"/>
                    <a:pt x="844" y="1295"/>
                  </a:cubicBezTo>
                  <a:lnTo>
                    <a:pt x="844" y="136"/>
                  </a:lnTo>
                  <a:cubicBezTo>
                    <a:pt x="844" y="57"/>
                    <a:pt x="790" y="0"/>
                    <a:pt x="709"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 name="Google Shape;895;p49"/>
          <p:cNvGrpSpPr/>
          <p:nvPr/>
        </p:nvGrpSpPr>
        <p:grpSpPr>
          <a:xfrm>
            <a:off x="5545119" y="3238675"/>
            <a:ext cx="363030" cy="361816"/>
            <a:chOff x="5581279" y="3238675"/>
            <a:chExt cx="363030" cy="361816"/>
          </a:xfrm>
        </p:grpSpPr>
        <p:sp>
          <p:nvSpPr>
            <p:cNvPr id="896" name="Google Shape;896;p49"/>
            <p:cNvSpPr/>
            <p:nvPr/>
          </p:nvSpPr>
          <p:spPr>
            <a:xfrm>
              <a:off x="5581279" y="3238675"/>
              <a:ext cx="363030" cy="361816"/>
            </a:xfrm>
            <a:custGeom>
              <a:avLst/>
              <a:gdLst/>
              <a:ahLst/>
              <a:cxnLst/>
              <a:rect l="l" t="t" r="r" b="b"/>
              <a:pathLst>
                <a:path w="13463" h="13418" extrusionOk="0">
                  <a:moveTo>
                    <a:pt x="6731" y="0"/>
                  </a:moveTo>
                  <a:cubicBezTo>
                    <a:pt x="6683" y="0"/>
                    <a:pt x="6635" y="17"/>
                    <a:pt x="6601" y="51"/>
                  </a:cubicBezTo>
                  <a:lnTo>
                    <a:pt x="79" y="6572"/>
                  </a:lnTo>
                  <a:cubicBezTo>
                    <a:pt x="1" y="6653"/>
                    <a:pt x="1" y="6764"/>
                    <a:pt x="79" y="6843"/>
                  </a:cubicBezTo>
                  <a:lnTo>
                    <a:pt x="6601" y="13367"/>
                  </a:lnTo>
                  <a:cubicBezTo>
                    <a:pt x="6635" y="13401"/>
                    <a:pt x="6683" y="13417"/>
                    <a:pt x="6731" y="13417"/>
                  </a:cubicBezTo>
                  <a:cubicBezTo>
                    <a:pt x="6779" y="13417"/>
                    <a:pt x="6827" y="13401"/>
                    <a:pt x="6860" y="13367"/>
                  </a:cubicBezTo>
                  <a:lnTo>
                    <a:pt x="13384" y="6843"/>
                  </a:lnTo>
                  <a:cubicBezTo>
                    <a:pt x="13463" y="6764"/>
                    <a:pt x="13463" y="6653"/>
                    <a:pt x="13384" y="6572"/>
                  </a:cubicBezTo>
                  <a:lnTo>
                    <a:pt x="6860" y="51"/>
                  </a:lnTo>
                  <a:cubicBezTo>
                    <a:pt x="6827" y="17"/>
                    <a:pt x="6779" y="0"/>
                    <a:pt x="6731"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9"/>
            <p:cNvSpPr/>
            <p:nvPr/>
          </p:nvSpPr>
          <p:spPr>
            <a:xfrm>
              <a:off x="5683638" y="3334805"/>
              <a:ext cx="86935" cy="168963"/>
            </a:xfrm>
            <a:custGeom>
              <a:avLst/>
              <a:gdLst/>
              <a:ahLst/>
              <a:cxnLst/>
              <a:rect l="l" t="t" r="r" b="b"/>
              <a:pathLst>
                <a:path w="3224" h="6266" extrusionOk="0">
                  <a:moveTo>
                    <a:pt x="1737" y="1"/>
                  </a:moveTo>
                  <a:cubicBezTo>
                    <a:pt x="1656" y="1"/>
                    <a:pt x="1602" y="58"/>
                    <a:pt x="1602" y="136"/>
                  </a:cubicBezTo>
                  <a:lnTo>
                    <a:pt x="1602" y="1296"/>
                  </a:lnTo>
                  <a:cubicBezTo>
                    <a:pt x="1602" y="1317"/>
                    <a:pt x="1588" y="1342"/>
                    <a:pt x="1588" y="1363"/>
                  </a:cubicBezTo>
                  <a:lnTo>
                    <a:pt x="47" y="4440"/>
                  </a:lnTo>
                  <a:cubicBezTo>
                    <a:pt x="12" y="4494"/>
                    <a:pt x="1" y="4562"/>
                    <a:pt x="1" y="4619"/>
                  </a:cubicBezTo>
                  <a:lnTo>
                    <a:pt x="1" y="5871"/>
                  </a:lnTo>
                  <a:cubicBezTo>
                    <a:pt x="1" y="6084"/>
                    <a:pt x="182" y="6265"/>
                    <a:pt x="396" y="6265"/>
                  </a:cubicBezTo>
                  <a:lnTo>
                    <a:pt x="1488" y="6265"/>
                  </a:lnTo>
                  <a:cubicBezTo>
                    <a:pt x="1566" y="6265"/>
                    <a:pt x="1623" y="6198"/>
                    <a:pt x="1623" y="6130"/>
                  </a:cubicBezTo>
                  <a:lnTo>
                    <a:pt x="1623" y="4946"/>
                  </a:lnTo>
                  <a:cubicBezTo>
                    <a:pt x="1623" y="4924"/>
                    <a:pt x="1634" y="4900"/>
                    <a:pt x="1634" y="4878"/>
                  </a:cubicBezTo>
                  <a:lnTo>
                    <a:pt x="3210" y="1747"/>
                  </a:lnTo>
                  <a:cubicBezTo>
                    <a:pt x="3224" y="1723"/>
                    <a:pt x="3224" y="1701"/>
                    <a:pt x="3224" y="1680"/>
                  </a:cubicBezTo>
                  <a:lnTo>
                    <a:pt x="3224" y="136"/>
                  </a:lnTo>
                  <a:cubicBezTo>
                    <a:pt x="3224" y="58"/>
                    <a:pt x="3167" y="1"/>
                    <a:pt x="3089"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9"/>
            <p:cNvSpPr/>
            <p:nvPr/>
          </p:nvSpPr>
          <p:spPr>
            <a:xfrm>
              <a:off x="5703403" y="3334805"/>
              <a:ext cx="67170" cy="168963"/>
            </a:xfrm>
            <a:custGeom>
              <a:avLst/>
              <a:gdLst/>
              <a:ahLst/>
              <a:cxnLst/>
              <a:rect l="l" t="t" r="r" b="b"/>
              <a:pathLst>
                <a:path w="2491" h="6266" extrusionOk="0">
                  <a:moveTo>
                    <a:pt x="1599" y="1"/>
                  </a:moveTo>
                  <a:cubicBezTo>
                    <a:pt x="1666" y="1"/>
                    <a:pt x="1734" y="58"/>
                    <a:pt x="1734" y="136"/>
                  </a:cubicBezTo>
                  <a:lnTo>
                    <a:pt x="1734" y="1680"/>
                  </a:lnTo>
                  <a:cubicBezTo>
                    <a:pt x="1734" y="1701"/>
                    <a:pt x="1723" y="1723"/>
                    <a:pt x="1712" y="1747"/>
                  </a:cubicBezTo>
                  <a:lnTo>
                    <a:pt x="147" y="4878"/>
                  </a:lnTo>
                  <a:cubicBezTo>
                    <a:pt x="136" y="4900"/>
                    <a:pt x="136" y="4924"/>
                    <a:pt x="136" y="4946"/>
                  </a:cubicBezTo>
                  <a:lnTo>
                    <a:pt x="136" y="6130"/>
                  </a:lnTo>
                  <a:cubicBezTo>
                    <a:pt x="136" y="6198"/>
                    <a:pt x="68" y="6265"/>
                    <a:pt x="1" y="6265"/>
                  </a:cubicBezTo>
                  <a:lnTo>
                    <a:pt x="755" y="6265"/>
                  </a:lnTo>
                  <a:cubicBezTo>
                    <a:pt x="833" y="6265"/>
                    <a:pt x="890" y="6198"/>
                    <a:pt x="890" y="6130"/>
                  </a:cubicBezTo>
                  <a:lnTo>
                    <a:pt x="890" y="4946"/>
                  </a:lnTo>
                  <a:cubicBezTo>
                    <a:pt x="890" y="4924"/>
                    <a:pt x="901" y="4900"/>
                    <a:pt x="901" y="4878"/>
                  </a:cubicBezTo>
                  <a:lnTo>
                    <a:pt x="2477" y="1747"/>
                  </a:lnTo>
                  <a:cubicBezTo>
                    <a:pt x="2491" y="1723"/>
                    <a:pt x="2491" y="1701"/>
                    <a:pt x="2491" y="1680"/>
                  </a:cubicBezTo>
                  <a:lnTo>
                    <a:pt x="2491" y="136"/>
                  </a:lnTo>
                  <a:cubicBezTo>
                    <a:pt x="2491" y="58"/>
                    <a:pt x="2434" y="1"/>
                    <a:pt x="2356"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9"/>
            <p:cNvSpPr/>
            <p:nvPr/>
          </p:nvSpPr>
          <p:spPr>
            <a:xfrm>
              <a:off x="5783894" y="3334805"/>
              <a:ext cx="43764" cy="168963"/>
            </a:xfrm>
            <a:custGeom>
              <a:avLst/>
              <a:gdLst/>
              <a:ahLst/>
              <a:cxnLst/>
              <a:rect l="l" t="t" r="r" b="b"/>
              <a:pathLst>
                <a:path w="1623" h="6266" extrusionOk="0">
                  <a:moveTo>
                    <a:pt x="136" y="1"/>
                  </a:moveTo>
                  <a:cubicBezTo>
                    <a:pt x="68" y="1"/>
                    <a:pt x="1" y="58"/>
                    <a:pt x="1" y="136"/>
                  </a:cubicBezTo>
                  <a:lnTo>
                    <a:pt x="1" y="6130"/>
                  </a:lnTo>
                  <a:cubicBezTo>
                    <a:pt x="1" y="6198"/>
                    <a:pt x="68" y="6265"/>
                    <a:pt x="136" y="6265"/>
                  </a:cubicBezTo>
                  <a:lnTo>
                    <a:pt x="1498" y="6265"/>
                  </a:lnTo>
                  <a:cubicBezTo>
                    <a:pt x="1566" y="6265"/>
                    <a:pt x="1623" y="6198"/>
                    <a:pt x="1623" y="6130"/>
                  </a:cubicBezTo>
                  <a:lnTo>
                    <a:pt x="1623" y="136"/>
                  </a:lnTo>
                  <a:cubicBezTo>
                    <a:pt x="1623" y="58"/>
                    <a:pt x="1566" y="1"/>
                    <a:pt x="1488"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9"/>
            <p:cNvSpPr/>
            <p:nvPr/>
          </p:nvSpPr>
          <p:spPr>
            <a:xfrm>
              <a:off x="5808836" y="3334805"/>
              <a:ext cx="18822" cy="168963"/>
            </a:xfrm>
            <a:custGeom>
              <a:avLst/>
              <a:gdLst/>
              <a:ahLst/>
              <a:cxnLst/>
              <a:rect l="l" t="t" r="r" b="b"/>
              <a:pathLst>
                <a:path w="698" h="6266" extrusionOk="0">
                  <a:moveTo>
                    <a:pt x="0" y="1"/>
                  </a:moveTo>
                  <a:lnTo>
                    <a:pt x="0" y="6265"/>
                  </a:lnTo>
                  <a:lnTo>
                    <a:pt x="563" y="6265"/>
                  </a:lnTo>
                  <a:cubicBezTo>
                    <a:pt x="641" y="6265"/>
                    <a:pt x="698" y="6198"/>
                    <a:pt x="698" y="6130"/>
                  </a:cubicBezTo>
                  <a:lnTo>
                    <a:pt x="698" y="136"/>
                  </a:lnTo>
                  <a:cubicBezTo>
                    <a:pt x="698" y="58"/>
                    <a:pt x="641" y="1"/>
                    <a:pt x="563"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 name="Google Shape;901;p49"/>
          <p:cNvGrpSpPr/>
          <p:nvPr/>
        </p:nvGrpSpPr>
        <p:grpSpPr>
          <a:xfrm>
            <a:off x="4765466" y="3238675"/>
            <a:ext cx="362733" cy="361816"/>
            <a:chOff x="4822403" y="3238675"/>
            <a:chExt cx="362733" cy="361816"/>
          </a:xfrm>
        </p:grpSpPr>
        <p:sp>
          <p:nvSpPr>
            <p:cNvPr id="902" name="Google Shape;902;p49"/>
            <p:cNvSpPr/>
            <p:nvPr/>
          </p:nvSpPr>
          <p:spPr>
            <a:xfrm>
              <a:off x="4822403" y="3238675"/>
              <a:ext cx="362733" cy="361816"/>
            </a:xfrm>
            <a:custGeom>
              <a:avLst/>
              <a:gdLst/>
              <a:ahLst/>
              <a:cxnLst/>
              <a:rect l="l" t="t" r="r" b="b"/>
              <a:pathLst>
                <a:path w="13452" h="13418" extrusionOk="0">
                  <a:moveTo>
                    <a:pt x="6722" y="0"/>
                  </a:moveTo>
                  <a:cubicBezTo>
                    <a:pt x="6674" y="0"/>
                    <a:pt x="6626" y="17"/>
                    <a:pt x="6592" y="51"/>
                  </a:cubicBezTo>
                  <a:lnTo>
                    <a:pt x="68" y="6572"/>
                  </a:lnTo>
                  <a:cubicBezTo>
                    <a:pt x="1" y="6653"/>
                    <a:pt x="1" y="6764"/>
                    <a:pt x="68" y="6843"/>
                  </a:cubicBezTo>
                  <a:lnTo>
                    <a:pt x="6592" y="13367"/>
                  </a:lnTo>
                  <a:cubicBezTo>
                    <a:pt x="6626" y="13401"/>
                    <a:pt x="6674" y="13417"/>
                    <a:pt x="6722" y="13417"/>
                  </a:cubicBezTo>
                  <a:cubicBezTo>
                    <a:pt x="6770" y="13417"/>
                    <a:pt x="6818" y="13401"/>
                    <a:pt x="6852" y="13367"/>
                  </a:cubicBezTo>
                  <a:lnTo>
                    <a:pt x="13373" y="6843"/>
                  </a:lnTo>
                  <a:cubicBezTo>
                    <a:pt x="13452" y="6764"/>
                    <a:pt x="13452" y="6653"/>
                    <a:pt x="13373" y="6572"/>
                  </a:cubicBezTo>
                  <a:lnTo>
                    <a:pt x="6852" y="51"/>
                  </a:lnTo>
                  <a:cubicBezTo>
                    <a:pt x="6818" y="17"/>
                    <a:pt x="6770" y="0"/>
                    <a:pt x="6722"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9"/>
            <p:cNvSpPr/>
            <p:nvPr/>
          </p:nvSpPr>
          <p:spPr>
            <a:xfrm>
              <a:off x="4910848" y="3345591"/>
              <a:ext cx="157637" cy="146878"/>
            </a:xfrm>
            <a:custGeom>
              <a:avLst/>
              <a:gdLst/>
              <a:ahLst/>
              <a:cxnLst/>
              <a:rect l="l" t="t" r="r" b="b"/>
              <a:pathLst>
                <a:path w="5846" h="5447" extrusionOk="0">
                  <a:moveTo>
                    <a:pt x="2570" y="1"/>
                  </a:moveTo>
                  <a:cubicBezTo>
                    <a:pt x="2543" y="1"/>
                    <a:pt x="2515" y="9"/>
                    <a:pt x="2490" y="28"/>
                  </a:cubicBezTo>
                  <a:lnTo>
                    <a:pt x="79" y="1696"/>
                  </a:lnTo>
                  <a:cubicBezTo>
                    <a:pt x="0" y="1753"/>
                    <a:pt x="0" y="1864"/>
                    <a:pt x="79" y="1921"/>
                  </a:cubicBezTo>
                  <a:lnTo>
                    <a:pt x="2490" y="3589"/>
                  </a:lnTo>
                  <a:cubicBezTo>
                    <a:pt x="2515" y="3607"/>
                    <a:pt x="2542" y="3616"/>
                    <a:pt x="2569" y="3616"/>
                  </a:cubicBezTo>
                  <a:cubicBezTo>
                    <a:pt x="2639" y="3616"/>
                    <a:pt x="2704" y="3558"/>
                    <a:pt x="2704" y="3475"/>
                  </a:cubicBezTo>
                  <a:lnTo>
                    <a:pt x="2704" y="2732"/>
                  </a:lnTo>
                  <a:cubicBezTo>
                    <a:pt x="2704" y="2653"/>
                    <a:pt x="2761" y="2596"/>
                    <a:pt x="2839" y="2596"/>
                  </a:cubicBezTo>
                  <a:lnTo>
                    <a:pt x="4113" y="2596"/>
                  </a:lnTo>
                  <a:cubicBezTo>
                    <a:pt x="4191" y="2596"/>
                    <a:pt x="4248" y="2653"/>
                    <a:pt x="4248" y="2732"/>
                  </a:cubicBezTo>
                  <a:lnTo>
                    <a:pt x="4248" y="5311"/>
                  </a:lnTo>
                  <a:cubicBezTo>
                    <a:pt x="4248" y="5392"/>
                    <a:pt x="4305" y="5446"/>
                    <a:pt x="4383" y="5446"/>
                  </a:cubicBezTo>
                  <a:lnTo>
                    <a:pt x="5711" y="5446"/>
                  </a:lnTo>
                  <a:cubicBezTo>
                    <a:pt x="5792" y="5446"/>
                    <a:pt x="5846" y="5392"/>
                    <a:pt x="5846" y="5311"/>
                  </a:cubicBezTo>
                  <a:lnTo>
                    <a:pt x="5846" y="1134"/>
                  </a:lnTo>
                  <a:cubicBezTo>
                    <a:pt x="5846" y="1053"/>
                    <a:pt x="5792" y="999"/>
                    <a:pt x="5711" y="999"/>
                  </a:cubicBezTo>
                  <a:lnTo>
                    <a:pt x="5283" y="999"/>
                  </a:lnTo>
                  <a:lnTo>
                    <a:pt x="5283" y="1020"/>
                  </a:lnTo>
                  <a:lnTo>
                    <a:pt x="2839" y="1020"/>
                  </a:lnTo>
                  <a:cubicBezTo>
                    <a:pt x="2761" y="1020"/>
                    <a:pt x="2704" y="963"/>
                    <a:pt x="2704" y="885"/>
                  </a:cubicBezTo>
                  <a:lnTo>
                    <a:pt x="2704" y="131"/>
                  </a:lnTo>
                  <a:cubicBezTo>
                    <a:pt x="2704" y="57"/>
                    <a:pt x="2639" y="1"/>
                    <a:pt x="2570"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9"/>
            <p:cNvSpPr/>
            <p:nvPr/>
          </p:nvSpPr>
          <p:spPr>
            <a:xfrm>
              <a:off x="4910551" y="3380673"/>
              <a:ext cx="73237" cy="62882"/>
            </a:xfrm>
            <a:custGeom>
              <a:avLst/>
              <a:gdLst/>
              <a:ahLst/>
              <a:cxnLst/>
              <a:rect l="l" t="t" r="r" b="b"/>
              <a:pathLst>
                <a:path w="2716" h="2332" extrusionOk="0">
                  <a:moveTo>
                    <a:pt x="641" y="0"/>
                  </a:moveTo>
                  <a:lnTo>
                    <a:pt x="79" y="395"/>
                  </a:lnTo>
                  <a:cubicBezTo>
                    <a:pt x="1" y="452"/>
                    <a:pt x="1" y="563"/>
                    <a:pt x="79" y="620"/>
                  </a:cubicBezTo>
                  <a:lnTo>
                    <a:pt x="2501" y="2309"/>
                  </a:lnTo>
                  <a:cubicBezTo>
                    <a:pt x="2525" y="2325"/>
                    <a:pt x="2552" y="2332"/>
                    <a:pt x="2578" y="2332"/>
                  </a:cubicBezTo>
                  <a:cubicBezTo>
                    <a:pt x="2649" y="2332"/>
                    <a:pt x="2715" y="2280"/>
                    <a:pt x="2715" y="2199"/>
                  </a:cubicBezTo>
                  <a:lnTo>
                    <a:pt x="2715" y="1441"/>
                  </a:lnTo>
                  <a:lnTo>
                    <a:pt x="641" y="0"/>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 name="Google Shape;905;p49"/>
          <p:cNvGrpSpPr/>
          <p:nvPr/>
        </p:nvGrpSpPr>
        <p:grpSpPr>
          <a:xfrm>
            <a:off x="3990398" y="3238675"/>
            <a:ext cx="362733" cy="361816"/>
            <a:chOff x="4021677" y="3238675"/>
            <a:chExt cx="362733" cy="361816"/>
          </a:xfrm>
        </p:grpSpPr>
        <p:sp>
          <p:nvSpPr>
            <p:cNvPr id="906" name="Google Shape;906;p49"/>
            <p:cNvSpPr/>
            <p:nvPr/>
          </p:nvSpPr>
          <p:spPr>
            <a:xfrm>
              <a:off x="4021677" y="3238675"/>
              <a:ext cx="362733" cy="361816"/>
            </a:xfrm>
            <a:custGeom>
              <a:avLst/>
              <a:gdLst/>
              <a:ahLst/>
              <a:cxnLst/>
              <a:rect l="l" t="t" r="r" b="b"/>
              <a:pathLst>
                <a:path w="13452" h="13418" extrusionOk="0">
                  <a:moveTo>
                    <a:pt x="6726" y="0"/>
                  </a:moveTo>
                  <a:cubicBezTo>
                    <a:pt x="6679" y="0"/>
                    <a:pt x="6631" y="17"/>
                    <a:pt x="6592" y="51"/>
                  </a:cubicBezTo>
                  <a:lnTo>
                    <a:pt x="68" y="6572"/>
                  </a:lnTo>
                  <a:cubicBezTo>
                    <a:pt x="1" y="6653"/>
                    <a:pt x="1" y="6764"/>
                    <a:pt x="68" y="6843"/>
                  </a:cubicBezTo>
                  <a:lnTo>
                    <a:pt x="6592" y="13367"/>
                  </a:lnTo>
                  <a:cubicBezTo>
                    <a:pt x="6631" y="13401"/>
                    <a:pt x="6679" y="13417"/>
                    <a:pt x="6726" y="13417"/>
                  </a:cubicBezTo>
                  <a:cubicBezTo>
                    <a:pt x="6774" y="13417"/>
                    <a:pt x="6822" y="13401"/>
                    <a:pt x="6863" y="13367"/>
                  </a:cubicBezTo>
                  <a:lnTo>
                    <a:pt x="13384" y="6843"/>
                  </a:lnTo>
                  <a:cubicBezTo>
                    <a:pt x="13452" y="6764"/>
                    <a:pt x="13452" y="6653"/>
                    <a:pt x="13384" y="6572"/>
                  </a:cubicBezTo>
                  <a:lnTo>
                    <a:pt x="6863" y="51"/>
                  </a:lnTo>
                  <a:cubicBezTo>
                    <a:pt x="6822" y="17"/>
                    <a:pt x="6774" y="0"/>
                    <a:pt x="6726"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9"/>
            <p:cNvSpPr/>
            <p:nvPr/>
          </p:nvSpPr>
          <p:spPr>
            <a:xfrm>
              <a:off x="4141105" y="3345025"/>
              <a:ext cx="157637" cy="147795"/>
            </a:xfrm>
            <a:custGeom>
              <a:avLst/>
              <a:gdLst/>
              <a:ahLst/>
              <a:cxnLst/>
              <a:rect l="l" t="t" r="r" b="b"/>
              <a:pathLst>
                <a:path w="5846" h="5481" extrusionOk="0">
                  <a:moveTo>
                    <a:pt x="3277" y="0"/>
                  </a:moveTo>
                  <a:cubicBezTo>
                    <a:pt x="3207" y="0"/>
                    <a:pt x="3142" y="59"/>
                    <a:pt x="3142" y="141"/>
                  </a:cubicBezTo>
                  <a:lnTo>
                    <a:pt x="3142" y="895"/>
                  </a:lnTo>
                  <a:cubicBezTo>
                    <a:pt x="3142" y="895"/>
                    <a:pt x="3074" y="1030"/>
                    <a:pt x="3007" y="1030"/>
                  </a:cubicBezTo>
                  <a:lnTo>
                    <a:pt x="552" y="1030"/>
                  </a:lnTo>
                  <a:lnTo>
                    <a:pt x="552" y="1052"/>
                  </a:lnTo>
                  <a:lnTo>
                    <a:pt x="135" y="1052"/>
                  </a:lnTo>
                  <a:cubicBezTo>
                    <a:pt x="54" y="1052"/>
                    <a:pt x="0" y="1109"/>
                    <a:pt x="0" y="1187"/>
                  </a:cubicBezTo>
                  <a:lnTo>
                    <a:pt x="0" y="5346"/>
                  </a:lnTo>
                  <a:cubicBezTo>
                    <a:pt x="0" y="5424"/>
                    <a:pt x="54" y="5481"/>
                    <a:pt x="135" y="5481"/>
                  </a:cubicBezTo>
                  <a:lnTo>
                    <a:pt x="1463" y="5481"/>
                  </a:lnTo>
                  <a:cubicBezTo>
                    <a:pt x="1541" y="5481"/>
                    <a:pt x="1598" y="5424"/>
                    <a:pt x="1598" y="5346"/>
                  </a:cubicBezTo>
                  <a:lnTo>
                    <a:pt x="1598" y="2763"/>
                  </a:lnTo>
                  <a:cubicBezTo>
                    <a:pt x="1598" y="2685"/>
                    <a:pt x="1655" y="2628"/>
                    <a:pt x="1733" y="2628"/>
                  </a:cubicBezTo>
                  <a:lnTo>
                    <a:pt x="3007" y="2628"/>
                  </a:lnTo>
                  <a:cubicBezTo>
                    <a:pt x="3085" y="2628"/>
                    <a:pt x="3142" y="2685"/>
                    <a:pt x="3142" y="2763"/>
                  </a:cubicBezTo>
                  <a:lnTo>
                    <a:pt x="3142" y="3521"/>
                  </a:lnTo>
                  <a:cubicBezTo>
                    <a:pt x="3142" y="3601"/>
                    <a:pt x="3207" y="3658"/>
                    <a:pt x="3277" y="3658"/>
                  </a:cubicBezTo>
                  <a:cubicBezTo>
                    <a:pt x="3304" y="3658"/>
                    <a:pt x="3331" y="3650"/>
                    <a:pt x="3356" y="3631"/>
                  </a:cubicBezTo>
                  <a:lnTo>
                    <a:pt x="5767" y="1942"/>
                  </a:lnTo>
                  <a:cubicBezTo>
                    <a:pt x="5846" y="1885"/>
                    <a:pt x="5846" y="1774"/>
                    <a:pt x="5767" y="1717"/>
                  </a:cubicBezTo>
                  <a:lnTo>
                    <a:pt x="3356" y="27"/>
                  </a:lnTo>
                  <a:cubicBezTo>
                    <a:pt x="3331" y="9"/>
                    <a:pt x="3304" y="0"/>
                    <a:pt x="3277"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9"/>
            <p:cNvSpPr/>
            <p:nvPr/>
          </p:nvSpPr>
          <p:spPr>
            <a:xfrm>
              <a:off x="4225829" y="3380673"/>
              <a:ext cx="73210" cy="62882"/>
            </a:xfrm>
            <a:custGeom>
              <a:avLst/>
              <a:gdLst/>
              <a:ahLst/>
              <a:cxnLst/>
              <a:rect l="l" t="t" r="r" b="b"/>
              <a:pathLst>
                <a:path w="2715" h="2332" extrusionOk="0">
                  <a:moveTo>
                    <a:pt x="2074" y="0"/>
                  </a:moveTo>
                  <a:lnTo>
                    <a:pt x="0" y="1441"/>
                  </a:lnTo>
                  <a:lnTo>
                    <a:pt x="0" y="2199"/>
                  </a:lnTo>
                  <a:cubicBezTo>
                    <a:pt x="0" y="2280"/>
                    <a:pt x="66" y="2332"/>
                    <a:pt x="137" y="2332"/>
                  </a:cubicBezTo>
                  <a:cubicBezTo>
                    <a:pt x="163" y="2332"/>
                    <a:pt x="190" y="2325"/>
                    <a:pt x="214" y="2309"/>
                  </a:cubicBezTo>
                  <a:lnTo>
                    <a:pt x="2636" y="620"/>
                  </a:lnTo>
                  <a:cubicBezTo>
                    <a:pt x="2715" y="563"/>
                    <a:pt x="2715" y="452"/>
                    <a:pt x="2636" y="395"/>
                  </a:cubicBezTo>
                  <a:lnTo>
                    <a:pt x="2074" y="0"/>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 name="Google Shape;909;p49"/>
          <p:cNvGrpSpPr/>
          <p:nvPr/>
        </p:nvGrpSpPr>
        <p:grpSpPr>
          <a:xfrm>
            <a:off x="3205568" y="3238675"/>
            <a:ext cx="362733" cy="361816"/>
            <a:chOff x="3179317" y="3238675"/>
            <a:chExt cx="362733" cy="361816"/>
          </a:xfrm>
        </p:grpSpPr>
        <p:sp>
          <p:nvSpPr>
            <p:cNvPr id="910" name="Google Shape;910;p49"/>
            <p:cNvSpPr/>
            <p:nvPr/>
          </p:nvSpPr>
          <p:spPr>
            <a:xfrm>
              <a:off x="3179317" y="3238675"/>
              <a:ext cx="362733" cy="361816"/>
            </a:xfrm>
            <a:custGeom>
              <a:avLst/>
              <a:gdLst/>
              <a:ahLst/>
              <a:cxnLst/>
              <a:rect l="l" t="t" r="r" b="b"/>
              <a:pathLst>
                <a:path w="13452" h="13418" extrusionOk="0">
                  <a:moveTo>
                    <a:pt x="6727" y="0"/>
                  </a:moveTo>
                  <a:cubicBezTo>
                    <a:pt x="6681" y="0"/>
                    <a:pt x="6637" y="17"/>
                    <a:pt x="6603" y="51"/>
                  </a:cubicBezTo>
                  <a:lnTo>
                    <a:pt x="79" y="6572"/>
                  </a:lnTo>
                  <a:cubicBezTo>
                    <a:pt x="1" y="6653"/>
                    <a:pt x="1" y="6764"/>
                    <a:pt x="79" y="6843"/>
                  </a:cubicBezTo>
                  <a:lnTo>
                    <a:pt x="6603" y="13367"/>
                  </a:lnTo>
                  <a:cubicBezTo>
                    <a:pt x="6637" y="13401"/>
                    <a:pt x="6681" y="13417"/>
                    <a:pt x="6727" y="13417"/>
                  </a:cubicBezTo>
                  <a:cubicBezTo>
                    <a:pt x="6773" y="13417"/>
                    <a:pt x="6821" y="13401"/>
                    <a:pt x="6860" y="13367"/>
                  </a:cubicBezTo>
                  <a:lnTo>
                    <a:pt x="13384" y="6843"/>
                  </a:lnTo>
                  <a:cubicBezTo>
                    <a:pt x="13452" y="6764"/>
                    <a:pt x="13452" y="6653"/>
                    <a:pt x="13384" y="6572"/>
                  </a:cubicBezTo>
                  <a:lnTo>
                    <a:pt x="6860" y="51"/>
                  </a:lnTo>
                  <a:cubicBezTo>
                    <a:pt x="6821" y="17"/>
                    <a:pt x="6773" y="0"/>
                    <a:pt x="6727"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9"/>
            <p:cNvSpPr/>
            <p:nvPr/>
          </p:nvSpPr>
          <p:spPr>
            <a:xfrm>
              <a:off x="3291735" y="3332405"/>
              <a:ext cx="113900" cy="174356"/>
            </a:xfrm>
            <a:custGeom>
              <a:avLst/>
              <a:gdLst/>
              <a:ahLst/>
              <a:cxnLst/>
              <a:rect l="l" t="t" r="r" b="b"/>
              <a:pathLst>
                <a:path w="4224" h="6466" extrusionOk="0">
                  <a:moveTo>
                    <a:pt x="2726" y="1"/>
                  </a:moveTo>
                  <a:cubicBezTo>
                    <a:pt x="2658" y="1"/>
                    <a:pt x="2591" y="55"/>
                    <a:pt x="2591" y="136"/>
                  </a:cubicBezTo>
                  <a:lnTo>
                    <a:pt x="2591" y="2274"/>
                  </a:lnTo>
                  <a:cubicBezTo>
                    <a:pt x="2591" y="2342"/>
                    <a:pt x="2534" y="2410"/>
                    <a:pt x="2456" y="2410"/>
                  </a:cubicBezTo>
                  <a:lnTo>
                    <a:pt x="136" y="2410"/>
                  </a:lnTo>
                  <a:cubicBezTo>
                    <a:pt x="68" y="2410"/>
                    <a:pt x="1" y="2466"/>
                    <a:pt x="1" y="2545"/>
                  </a:cubicBezTo>
                  <a:lnTo>
                    <a:pt x="1" y="3897"/>
                  </a:lnTo>
                  <a:cubicBezTo>
                    <a:pt x="1" y="3975"/>
                    <a:pt x="68" y="4032"/>
                    <a:pt x="136" y="4032"/>
                  </a:cubicBezTo>
                  <a:lnTo>
                    <a:pt x="2456" y="4032"/>
                  </a:lnTo>
                  <a:cubicBezTo>
                    <a:pt x="2534" y="4032"/>
                    <a:pt x="2591" y="4089"/>
                    <a:pt x="2591" y="4167"/>
                  </a:cubicBezTo>
                  <a:lnTo>
                    <a:pt x="2591" y="6330"/>
                  </a:lnTo>
                  <a:cubicBezTo>
                    <a:pt x="2591" y="6408"/>
                    <a:pt x="2658" y="6465"/>
                    <a:pt x="2726" y="6465"/>
                  </a:cubicBezTo>
                  <a:lnTo>
                    <a:pt x="4089" y="6465"/>
                  </a:lnTo>
                  <a:cubicBezTo>
                    <a:pt x="4156" y="6465"/>
                    <a:pt x="4224" y="6408"/>
                    <a:pt x="4224" y="6330"/>
                  </a:cubicBezTo>
                  <a:lnTo>
                    <a:pt x="4224" y="136"/>
                  </a:lnTo>
                  <a:cubicBezTo>
                    <a:pt x="4224" y="55"/>
                    <a:pt x="4156" y="1"/>
                    <a:pt x="4089"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9"/>
            <p:cNvSpPr/>
            <p:nvPr/>
          </p:nvSpPr>
          <p:spPr>
            <a:xfrm>
              <a:off x="3291735" y="3397364"/>
              <a:ext cx="113900" cy="109397"/>
            </a:xfrm>
            <a:custGeom>
              <a:avLst/>
              <a:gdLst/>
              <a:ahLst/>
              <a:cxnLst/>
              <a:rect l="l" t="t" r="r" b="b"/>
              <a:pathLst>
                <a:path w="4224" h="4057" extrusionOk="0">
                  <a:moveTo>
                    <a:pt x="136" y="1"/>
                  </a:moveTo>
                  <a:cubicBezTo>
                    <a:pt x="55" y="1"/>
                    <a:pt x="1" y="57"/>
                    <a:pt x="1" y="136"/>
                  </a:cubicBezTo>
                  <a:lnTo>
                    <a:pt x="1" y="1512"/>
                  </a:lnTo>
                  <a:cubicBezTo>
                    <a:pt x="1" y="1590"/>
                    <a:pt x="68" y="1647"/>
                    <a:pt x="136" y="1647"/>
                  </a:cubicBezTo>
                  <a:lnTo>
                    <a:pt x="2456" y="1647"/>
                  </a:lnTo>
                  <a:cubicBezTo>
                    <a:pt x="2534" y="1647"/>
                    <a:pt x="2591" y="1715"/>
                    <a:pt x="2591" y="1782"/>
                  </a:cubicBezTo>
                  <a:lnTo>
                    <a:pt x="2591" y="3921"/>
                  </a:lnTo>
                  <a:cubicBezTo>
                    <a:pt x="2591" y="3999"/>
                    <a:pt x="2658" y="4056"/>
                    <a:pt x="2726" y="4056"/>
                  </a:cubicBezTo>
                  <a:lnTo>
                    <a:pt x="4089" y="4056"/>
                  </a:lnTo>
                  <a:cubicBezTo>
                    <a:pt x="4156" y="4056"/>
                    <a:pt x="4224" y="3999"/>
                    <a:pt x="4224" y="3921"/>
                  </a:cubicBezTo>
                  <a:lnTo>
                    <a:pt x="4224" y="3245"/>
                  </a:lnTo>
                  <a:lnTo>
                    <a:pt x="3178" y="3245"/>
                  </a:lnTo>
                  <a:cubicBezTo>
                    <a:pt x="3096" y="3245"/>
                    <a:pt x="3042" y="3188"/>
                    <a:pt x="3042" y="3110"/>
                  </a:cubicBezTo>
                  <a:lnTo>
                    <a:pt x="3042" y="1106"/>
                  </a:lnTo>
                  <a:cubicBezTo>
                    <a:pt x="3042" y="958"/>
                    <a:pt x="2918" y="836"/>
                    <a:pt x="2772" y="836"/>
                  </a:cubicBezTo>
                  <a:lnTo>
                    <a:pt x="585" y="836"/>
                  </a:lnTo>
                  <a:cubicBezTo>
                    <a:pt x="506" y="836"/>
                    <a:pt x="450" y="779"/>
                    <a:pt x="450" y="701"/>
                  </a:cubicBezTo>
                  <a:lnTo>
                    <a:pt x="450" y="1"/>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 name="Google Shape;913;p49"/>
          <p:cNvGrpSpPr/>
          <p:nvPr/>
        </p:nvGrpSpPr>
        <p:grpSpPr>
          <a:xfrm>
            <a:off x="2342432" y="3238675"/>
            <a:ext cx="362733" cy="361816"/>
            <a:chOff x="2305975" y="3238675"/>
            <a:chExt cx="362733" cy="361816"/>
          </a:xfrm>
        </p:grpSpPr>
        <p:sp>
          <p:nvSpPr>
            <p:cNvPr id="914" name="Google Shape;914;p49"/>
            <p:cNvSpPr/>
            <p:nvPr/>
          </p:nvSpPr>
          <p:spPr>
            <a:xfrm>
              <a:off x="2305975" y="3238675"/>
              <a:ext cx="362733" cy="361816"/>
            </a:xfrm>
            <a:custGeom>
              <a:avLst/>
              <a:gdLst/>
              <a:ahLst/>
              <a:cxnLst/>
              <a:rect l="l" t="t" r="r" b="b"/>
              <a:pathLst>
                <a:path w="13452" h="13418" extrusionOk="0">
                  <a:moveTo>
                    <a:pt x="6725" y="0"/>
                  </a:moveTo>
                  <a:cubicBezTo>
                    <a:pt x="6677" y="0"/>
                    <a:pt x="6629" y="17"/>
                    <a:pt x="6589" y="51"/>
                  </a:cubicBezTo>
                  <a:lnTo>
                    <a:pt x="68" y="6572"/>
                  </a:lnTo>
                  <a:cubicBezTo>
                    <a:pt x="0" y="6653"/>
                    <a:pt x="0" y="6764"/>
                    <a:pt x="68" y="6843"/>
                  </a:cubicBezTo>
                  <a:lnTo>
                    <a:pt x="6589" y="13367"/>
                  </a:lnTo>
                  <a:cubicBezTo>
                    <a:pt x="6629" y="13401"/>
                    <a:pt x="6677" y="13417"/>
                    <a:pt x="6725" y="13417"/>
                  </a:cubicBezTo>
                  <a:cubicBezTo>
                    <a:pt x="6773" y="13417"/>
                    <a:pt x="6821" y="13401"/>
                    <a:pt x="6860" y="13367"/>
                  </a:cubicBezTo>
                  <a:lnTo>
                    <a:pt x="13384" y="6843"/>
                  </a:lnTo>
                  <a:cubicBezTo>
                    <a:pt x="13452" y="6764"/>
                    <a:pt x="13452" y="6653"/>
                    <a:pt x="13384" y="6572"/>
                  </a:cubicBezTo>
                  <a:lnTo>
                    <a:pt x="6860" y="51"/>
                  </a:lnTo>
                  <a:cubicBezTo>
                    <a:pt x="6821" y="17"/>
                    <a:pt x="6773" y="0"/>
                    <a:pt x="6725"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9"/>
            <p:cNvSpPr/>
            <p:nvPr/>
          </p:nvSpPr>
          <p:spPr>
            <a:xfrm>
              <a:off x="2444791" y="3332405"/>
              <a:ext cx="113037" cy="174356"/>
            </a:xfrm>
            <a:custGeom>
              <a:avLst/>
              <a:gdLst/>
              <a:ahLst/>
              <a:cxnLst/>
              <a:rect l="l" t="t" r="r" b="b"/>
              <a:pathLst>
                <a:path w="4192" h="6466" extrusionOk="0">
                  <a:moveTo>
                    <a:pt x="136" y="1"/>
                  </a:moveTo>
                  <a:cubicBezTo>
                    <a:pt x="57" y="1"/>
                    <a:pt x="0" y="55"/>
                    <a:pt x="0" y="136"/>
                  </a:cubicBezTo>
                  <a:lnTo>
                    <a:pt x="0" y="6330"/>
                  </a:lnTo>
                  <a:cubicBezTo>
                    <a:pt x="0" y="6408"/>
                    <a:pt x="57" y="6465"/>
                    <a:pt x="136" y="6465"/>
                  </a:cubicBezTo>
                  <a:lnTo>
                    <a:pt x="1487" y="6465"/>
                  </a:lnTo>
                  <a:cubicBezTo>
                    <a:pt x="1566" y="6465"/>
                    <a:pt x="1623" y="6408"/>
                    <a:pt x="1623" y="6330"/>
                  </a:cubicBezTo>
                  <a:lnTo>
                    <a:pt x="1623" y="4191"/>
                  </a:lnTo>
                  <a:cubicBezTo>
                    <a:pt x="1623" y="4110"/>
                    <a:pt x="1690" y="4056"/>
                    <a:pt x="1758" y="4056"/>
                  </a:cubicBezTo>
                  <a:lnTo>
                    <a:pt x="4056" y="4056"/>
                  </a:lnTo>
                  <a:cubicBezTo>
                    <a:pt x="4134" y="4056"/>
                    <a:pt x="4191" y="3999"/>
                    <a:pt x="4191" y="3921"/>
                  </a:cubicBezTo>
                  <a:lnTo>
                    <a:pt x="4191" y="2569"/>
                  </a:lnTo>
                  <a:cubicBezTo>
                    <a:pt x="4191" y="2488"/>
                    <a:pt x="4134" y="2434"/>
                    <a:pt x="4056" y="2434"/>
                  </a:cubicBezTo>
                  <a:lnTo>
                    <a:pt x="1758" y="2434"/>
                  </a:lnTo>
                  <a:cubicBezTo>
                    <a:pt x="1690" y="2434"/>
                    <a:pt x="1623" y="2366"/>
                    <a:pt x="1623" y="2299"/>
                  </a:cubicBezTo>
                  <a:lnTo>
                    <a:pt x="1623" y="136"/>
                  </a:lnTo>
                  <a:cubicBezTo>
                    <a:pt x="1623" y="55"/>
                    <a:pt x="1566" y="1"/>
                    <a:pt x="1487"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9"/>
            <p:cNvSpPr/>
            <p:nvPr/>
          </p:nvSpPr>
          <p:spPr>
            <a:xfrm>
              <a:off x="2444791" y="3398011"/>
              <a:ext cx="113037" cy="108750"/>
            </a:xfrm>
            <a:custGeom>
              <a:avLst/>
              <a:gdLst/>
              <a:ahLst/>
              <a:cxnLst/>
              <a:rect l="l" t="t" r="r" b="b"/>
              <a:pathLst>
                <a:path w="4192" h="4033" extrusionOk="0">
                  <a:moveTo>
                    <a:pt x="3672" y="1"/>
                  </a:moveTo>
                  <a:lnTo>
                    <a:pt x="3672" y="698"/>
                  </a:lnTo>
                  <a:cubicBezTo>
                    <a:pt x="3672" y="777"/>
                    <a:pt x="3604" y="834"/>
                    <a:pt x="3537" y="834"/>
                  </a:cubicBezTo>
                  <a:lnTo>
                    <a:pt x="1374" y="834"/>
                  </a:lnTo>
                  <a:cubicBezTo>
                    <a:pt x="1217" y="834"/>
                    <a:pt x="1104" y="958"/>
                    <a:pt x="1104" y="1104"/>
                  </a:cubicBezTo>
                  <a:lnTo>
                    <a:pt x="1104" y="3110"/>
                  </a:lnTo>
                  <a:cubicBezTo>
                    <a:pt x="1104" y="3189"/>
                    <a:pt x="1036" y="3245"/>
                    <a:pt x="968" y="3245"/>
                  </a:cubicBezTo>
                  <a:lnTo>
                    <a:pt x="0" y="3245"/>
                  </a:lnTo>
                  <a:lnTo>
                    <a:pt x="0" y="3897"/>
                  </a:lnTo>
                  <a:cubicBezTo>
                    <a:pt x="0" y="3975"/>
                    <a:pt x="57" y="4032"/>
                    <a:pt x="136" y="4032"/>
                  </a:cubicBezTo>
                  <a:lnTo>
                    <a:pt x="1487" y="4032"/>
                  </a:lnTo>
                  <a:cubicBezTo>
                    <a:pt x="1566" y="4032"/>
                    <a:pt x="1623" y="3975"/>
                    <a:pt x="1623" y="3897"/>
                  </a:cubicBezTo>
                  <a:lnTo>
                    <a:pt x="1623" y="1758"/>
                  </a:lnTo>
                  <a:cubicBezTo>
                    <a:pt x="1623" y="1677"/>
                    <a:pt x="1690" y="1623"/>
                    <a:pt x="1758" y="1623"/>
                  </a:cubicBezTo>
                  <a:lnTo>
                    <a:pt x="4056" y="1623"/>
                  </a:lnTo>
                  <a:cubicBezTo>
                    <a:pt x="4134" y="1623"/>
                    <a:pt x="4191" y="1566"/>
                    <a:pt x="4191" y="1488"/>
                  </a:cubicBezTo>
                  <a:lnTo>
                    <a:pt x="4191" y="136"/>
                  </a:lnTo>
                  <a:cubicBezTo>
                    <a:pt x="4191" y="55"/>
                    <a:pt x="4134" y="1"/>
                    <a:pt x="4056"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 name="Google Shape;917;p49"/>
          <p:cNvGrpSpPr/>
          <p:nvPr/>
        </p:nvGrpSpPr>
        <p:grpSpPr>
          <a:xfrm>
            <a:off x="1510683" y="3238675"/>
            <a:ext cx="362733" cy="361816"/>
            <a:chOff x="1536529" y="3238675"/>
            <a:chExt cx="362733" cy="361816"/>
          </a:xfrm>
        </p:grpSpPr>
        <p:sp>
          <p:nvSpPr>
            <p:cNvPr id="918" name="Google Shape;918;p49"/>
            <p:cNvSpPr/>
            <p:nvPr/>
          </p:nvSpPr>
          <p:spPr>
            <a:xfrm>
              <a:off x="1536529" y="3238675"/>
              <a:ext cx="362733" cy="361816"/>
            </a:xfrm>
            <a:custGeom>
              <a:avLst/>
              <a:gdLst/>
              <a:ahLst/>
              <a:cxnLst/>
              <a:rect l="l" t="t" r="r" b="b"/>
              <a:pathLst>
                <a:path w="13452" h="13418" extrusionOk="0">
                  <a:moveTo>
                    <a:pt x="6724" y="0"/>
                  </a:moveTo>
                  <a:cubicBezTo>
                    <a:pt x="6676" y="0"/>
                    <a:pt x="6628" y="17"/>
                    <a:pt x="6589" y="51"/>
                  </a:cubicBezTo>
                  <a:lnTo>
                    <a:pt x="68" y="6572"/>
                  </a:lnTo>
                  <a:cubicBezTo>
                    <a:pt x="0" y="6653"/>
                    <a:pt x="0" y="6764"/>
                    <a:pt x="68" y="6843"/>
                  </a:cubicBezTo>
                  <a:lnTo>
                    <a:pt x="6589" y="13367"/>
                  </a:lnTo>
                  <a:cubicBezTo>
                    <a:pt x="6628" y="13401"/>
                    <a:pt x="6676" y="13417"/>
                    <a:pt x="6724" y="13417"/>
                  </a:cubicBezTo>
                  <a:cubicBezTo>
                    <a:pt x="6772" y="13417"/>
                    <a:pt x="6820" y="13401"/>
                    <a:pt x="6860" y="13367"/>
                  </a:cubicBezTo>
                  <a:lnTo>
                    <a:pt x="13384" y="6843"/>
                  </a:lnTo>
                  <a:cubicBezTo>
                    <a:pt x="13451" y="6764"/>
                    <a:pt x="13451" y="6653"/>
                    <a:pt x="13384" y="6572"/>
                  </a:cubicBezTo>
                  <a:lnTo>
                    <a:pt x="6860" y="51"/>
                  </a:lnTo>
                  <a:cubicBezTo>
                    <a:pt x="6820" y="17"/>
                    <a:pt x="6772" y="0"/>
                    <a:pt x="6724" y="0"/>
                  </a:cubicBezTo>
                  <a:close/>
                </a:path>
              </a:pathLst>
            </a:custGeom>
            <a:solidFill>
              <a:srgbClr val="FFC8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9"/>
            <p:cNvSpPr/>
            <p:nvPr/>
          </p:nvSpPr>
          <p:spPr>
            <a:xfrm>
              <a:off x="1630637" y="3332702"/>
              <a:ext cx="174706" cy="173762"/>
            </a:xfrm>
            <a:custGeom>
              <a:avLst/>
              <a:gdLst/>
              <a:ahLst/>
              <a:cxnLst/>
              <a:rect l="l" t="t" r="r" b="b"/>
              <a:pathLst>
                <a:path w="6479" h="6444" extrusionOk="0">
                  <a:moveTo>
                    <a:pt x="2750" y="0"/>
                  </a:moveTo>
                  <a:cubicBezTo>
                    <a:pt x="2569" y="0"/>
                    <a:pt x="2412" y="146"/>
                    <a:pt x="2412" y="327"/>
                  </a:cubicBezTo>
                  <a:lnTo>
                    <a:pt x="2412" y="2274"/>
                  </a:lnTo>
                  <a:cubicBezTo>
                    <a:pt x="2412" y="2342"/>
                    <a:pt x="2356" y="2409"/>
                    <a:pt x="2277" y="2409"/>
                  </a:cubicBezTo>
                  <a:lnTo>
                    <a:pt x="339" y="2409"/>
                  </a:lnTo>
                  <a:cubicBezTo>
                    <a:pt x="160" y="2409"/>
                    <a:pt x="1" y="2558"/>
                    <a:pt x="1" y="2736"/>
                  </a:cubicBezTo>
                  <a:lnTo>
                    <a:pt x="1" y="3694"/>
                  </a:lnTo>
                  <a:cubicBezTo>
                    <a:pt x="1" y="3886"/>
                    <a:pt x="160" y="4032"/>
                    <a:pt x="339" y="4032"/>
                  </a:cubicBezTo>
                  <a:lnTo>
                    <a:pt x="2277" y="4032"/>
                  </a:lnTo>
                  <a:cubicBezTo>
                    <a:pt x="2356" y="4032"/>
                    <a:pt x="2412" y="4088"/>
                    <a:pt x="2412" y="4167"/>
                  </a:cubicBezTo>
                  <a:lnTo>
                    <a:pt x="2412" y="6105"/>
                  </a:lnTo>
                  <a:cubicBezTo>
                    <a:pt x="2412" y="6297"/>
                    <a:pt x="2569" y="6443"/>
                    <a:pt x="2750" y="6443"/>
                  </a:cubicBezTo>
                  <a:lnTo>
                    <a:pt x="3729" y="6443"/>
                  </a:lnTo>
                  <a:cubicBezTo>
                    <a:pt x="3921" y="6443"/>
                    <a:pt x="4067" y="6297"/>
                    <a:pt x="4067" y="6105"/>
                  </a:cubicBezTo>
                  <a:lnTo>
                    <a:pt x="4067" y="4167"/>
                  </a:lnTo>
                  <a:cubicBezTo>
                    <a:pt x="4067" y="4088"/>
                    <a:pt x="4124" y="4032"/>
                    <a:pt x="4202" y="4032"/>
                  </a:cubicBezTo>
                  <a:lnTo>
                    <a:pt x="6141" y="4032"/>
                  </a:lnTo>
                  <a:cubicBezTo>
                    <a:pt x="6333" y="4032"/>
                    <a:pt x="6479" y="3886"/>
                    <a:pt x="6479" y="3694"/>
                  </a:cubicBezTo>
                  <a:lnTo>
                    <a:pt x="6479" y="2736"/>
                  </a:lnTo>
                  <a:cubicBezTo>
                    <a:pt x="6479" y="2558"/>
                    <a:pt x="6333" y="2409"/>
                    <a:pt x="6141" y="2409"/>
                  </a:cubicBezTo>
                  <a:lnTo>
                    <a:pt x="4181" y="2409"/>
                  </a:lnTo>
                  <a:cubicBezTo>
                    <a:pt x="4102" y="2409"/>
                    <a:pt x="4046" y="2342"/>
                    <a:pt x="4046" y="2274"/>
                  </a:cubicBezTo>
                  <a:lnTo>
                    <a:pt x="4046" y="327"/>
                  </a:lnTo>
                  <a:cubicBezTo>
                    <a:pt x="4046" y="146"/>
                    <a:pt x="3889" y="0"/>
                    <a:pt x="370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9"/>
            <p:cNvSpPr/>
            <p:nvPr/>
          </p:nvSpPr>
          <p:spPr>
            <a:xfrm>
              <a:off x="1695676" y="3332702"/>
              <a:ext cx="109667" cy="108723"/>
            </a:xfrm>
            <a:custGeom>
              <a:avLst/>
              <a:gdLst/>
              <a:ahLst/>
              <a:cxnLst/>
              <a:rect l="l" t="t" r="r" b="b"/>
              <a:pathLst>
                <a:path w="4067" h="4032" extrusionOk="0">
                  <a:moveTo>
                    <a:pt x="338" y="0"/>
                  </a:moveTo>
                  <a:cubicBezTo>
                    <a:pt x="157" y="0"/>
                    <a:pt x="0" y="146"/>
                    <a:pt x="0" y="327"/>
                  </a:cubicBezTo>
                  <a:lnTo>
                    <a:pt x="0" y="676"/>
                  </a:lnTo>
                  <a:lnTo>
                    <a:pt x="766" y="676"/>
                  </a:lnTo>
                  <a:cubicBezTo>
                    <a:pt x="958" y="676"/>
                    <a:pt x="1104" y="833"/>
                    <a:pt x="1104" y="1014"/>
                  </a:cubicBezTo>
                  <a:lnTo>
                    <a:pt x="1104" y="2850"/>
                  </a:lnTo>
                  <a:cubicBezTo>
                    <a:pt x="1104" y="2996"/>
                    <a:pt x="1228" y="3120"/>
                    <a:pt x="1374" y="3120"/>
                  </a:cubicBezTo>
                  <a:lnTo>
                    <a:pt x="3177" y="3120"/>
                  </a:lnTo>
                  <a:cubicBezTo>
                    <a:pt x="3369" y="3120"/>
                    <a:pt x="3515" y="3266"/>
                    <a:pt x="3515" y="3448"/>
                  </a:cubicBezTo>
                  <a:lnTo>
                    <a:pt x="3515" y="4032"/>
                  </a:lnTo>
                  <a:lnTo>
                    <a:pt x="3729" y="4032"/>
                  </a:lnTo>
                  <a:cubicBezTo>
                    <a:pt x="3921" y="4032"/>
                    <a:pt x="4067" y="3886"/>
                    <a:pt x="4067" y="3694"/>
                  </a:cubicBezTo>
                  <a:lnTo>
                    <a:pt x="4067" y="2736"/>
                  </a:lnTo>
                  <a:cubicBezTo>
                    <a:pt x="4067" y="2558"/>
                    <a:pt x="3921" y="2409"/>
                    <a:pt x="3729" y="2409"/>
                  </a:cubicBezTo>
                  <a:lnTo>
                    <a:pt x="1790" y="2409"/>
                  </a:lnTo>
                  <a:cubicBezTo>
                    <a:pt x="1712" y="2409"/>
                    <a:pt x="1655" y="2342"/>
                    <a:pt x="1655" y="2274"/>
                  </a:cubicBezTo>
                  <a:lnTo>
                    <a:pt x="1655" y="327"/>
                  </a:lnTo>
                  <a:cubicBezTo>
                    <a:pt x="1655" y="146"/>
                    <a:pt x="1509" y="0"/>
                    <a:pt x="1317"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 name="Google Shape;921;p49"/>
          <p:cNvGrpSpPr/>
          <p:nvPr/>
        </p:nvGrpSpPr>
        <p:grpSpPr>
          <a:xfrm>
            <a:off x="738648" y="2615163"/>
            <a:ext cx="315625" cy="361843"/>
            <a:chOff x="738203" y="2615163"/>
            <a:chExt cx="315625" cy="361843"/>
          </a:xfrm>
        </p:grpSpPr>
        <p:sp>
          <p:nvSpPr>
            <p:cNvPr id="922" name="Google Shape;922;p49"/>
            <p:cNvSpPr/>
            <p:nvPr/>
          </p:nvSpPr>
          <p:spPr>
            <a:xfrm>
              <a:off x="738203" y="2615163"/>
              <a:ext cx="315625" cy="361843"/>
            </a:xfrm>
            <a:custGeom>
              <a:avLst/>
              <a:gdLst/>
              <a:ahLst/>
              <a:cxnLst/>
              <a:rect l="l" t="t" r="r" b="b"/>
              <a:pathLst>
                <a:path w="11705" h="13419" extrusionOk="0">
                  <a:moveTo>
                    <a:pt x="122" y="0"/>
                  </a:moveTo>
                  <a:cubicBezTo>
                    <a:pt x="54" y="0"/>
                    <a:pt x="0" y="57"/>
                    <a:pt x="0" y="136"/>
                  </a:cubicBezTo>
                  <a:lnTo>
                    <a:pt x="0" y="13284"/>
                  </a:lnTo>
                  <a:cubicBezTo>
                    <a:pt x="0" y="13362"/>
                    <a:pt x="54" y="13419"/>
                    <a:pt x="122" y="13419"/>
                  </a:cubicBezTo>
                  <a:lnTo>
                    <a:pt x="11580" y="13419"/>
                  </a:lnTo>
                  <a:cubicBezTo>
                    <a:pt x="11648" y="13419"/>
                    <a:pt x="11705" y="13362"/>
                    <a:pt x="11705" y="13284"/>
                  </a:cubicBezTo>
                  <a:lnTo>
                    <a:pt x="11705" y="136"/>
                  </a:lnTo>
                  <a:cubicBezTo>
                    <a:pt x="11705" y="57"/>
                    <a:pt x="11648" y="0"/>
                    <a:pt x="11580" y="0"/>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9"/>
            <p:cNvSpPr/>
            <p:nvPr/>
          </p:nvSpPr>
          <p:spPr>
            <a:xfrm>
              <a:off x="842099" y="2692013"/>
              <a:ext cx="119374" cy="192341"/>
            </a:xfrm>
            <a:custGeom>
              <a:avLst/>
              <a:gdLst/>
              <a:ahLst/>
              <a:cxnLst/>
              <a:rect l="l" t="t" r="r" b="b"/>
              <a:pathLst>
                <a:path w="4427" h="7133" extrusionOk="0">
                  <a:moveTo>
                    <a:pt x="2231" y="925"/>
                  </a:moveTo>
                  <a:cubicBezTo>
                    <a:pt x="2961" y="925"/>
                    <a:pt x="3401" y="1320"/>
                    <a:pt x="3401" y="2187"/>
                  </a:cubicBezTo>
                  <a:lnTo>
                    <a:pt x="3401" y="2298"/>
                  </a:lnTo>
                  <a:cubicBezTo>
                    <a:pt x="3401" y="3155"/>
                    <a:pt x="2961" y="3572"/>
                    <a:pt x="2231" y="3572"/>
                  </a:cubicBezTo>
                  <a:lnTo>
                    <a:pt x="1014" y="3572"/>
                  </a:lnTo>
                  <a:lnTo>
                    <a:pt x="1014" y="925"/>
                  </a:lnTo>
                  <a:close/>
                  <a:moveTo>
                    <a:pt x="392" y="0"/>
                  </a:moveTo>
                  <a:cubicBezTo>
                    <a:pt x="146" y="0"/>
                    <a:pt x="0" y="160"/>
                    <a:pt x="0" y="338"/>
                  </a:cubicBezTo>
                  <a:lnTo>
                    <a:pt x="0" y="6795"/>
                  </a:lnTo>
                  <a:cubicBezTo>
                    <a:pt x="0" y="7008"/>
                    <a:pt x="257" y="7132"/>
                    <a:pt x="506" y="7132"/>
                  </a:cubicBezTo>
                  <a:cubicBezTo>
                    <a:pt x="765" y="7132"/>
                    <a:pt x="1014" y="7008"/>
                    <a:pt x="1014" y="6795"/>
                  </a:cubicBezTo>
                  <a:lnTo>
                    <a:pt x="1014" y="4383"/>
                  </a:lnTo>
                  <a:lnTo>
                    <a:pt x="2231" y="4383"/>
                  </a:lnTo>
                  <a:cubicBezTo>
                    <a:pt x="3458" y="4383"/>
                    <a:pt x="4426" y="3785"/>
                    <a:pt x="4426" y="2231"/>
                  </a:cubicBezTo>
                  <a:lnTo>
                    <a:pt x="4426" y="2152"/>
                  </a:lnTo>
                  <a:cubicBezTo>
                    <a:pt x="4426" y="576"/>
                    <a:pt x="3491" y="0"/>
                    <a:pt x="2285"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 name="Google Shape;924;p49"/>
          <p:cNvGrpSpPr/>
          <p:nvPr/>
        </p:nvGrpSpPr>
        <p:grpSpPr>
          <a:xfrm>
            <a:off x="8010124" y="2635495"/>
            <a:ext cx="361870" cy="361870"/>
            <a:chOff x="8015113" y="2635495"/>
            <a:chExt cx="361870" cy="361870"/>
          </a:xfrm>
        </p:grpSpPr>
        <p:sp>
          <p:nvSpPr>
            <p:cNvPr id="925" name="Google Shape;925;p49"/>
            <p:cNvSpPr/>
            <p:nvPr/>
          </p:nvSpPr>
          <p:spPr>
            <a:xfrm>
              <a:off x="8015113" y="2635495"/>
              <a:ext cx="361870" cy="361870"/>
            </a:xfrm>
            <a:custGeom>
              <a:avLst/>
              <a:gdLst/>
              <a:ahLst/>
              <a:cxnLst/>
              <a:rect l="l" t="t" r="r" b="b"/>
              <a:pathLst>
                <a:path w="13420" h="13420" extrusionOk="0">
                  <a:moveTo>
                    <a:pt x="6703" y="1"/>
                  </a:moveTo>
                  <a:cubicBezTo>
                    <a:pt x="2997" y="1"/>
                    <a:pt x="1" y="3010"/>
                    <a:pt x="1" y="6717"/>
                  </a:cubicBezTo>
                  <a:cubicBezTo>
                    <a:pt x="1" y="10410"/>
                    <a:pt x="2997" y="13419"/>
                    <a:pt x="6703" y="13419"/>
                  </a:cubicBezTo>
                  <a:cubicBezTo>
                    <a:pt x="10410" y="13419"/>
                    <a:pt x="13419" y="10410"/>
                    <a:pt x="13419" y="6717"/>
                  </a:cubicBezTo>
                  <a:cubicBezTo>
                    <a:pt x="13419" y="3010"/>
                    <a:pt x="10410" y="1"/>
                    <a:pt x="6703"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9"/>
            <p:cNvSpPr/>
            <p:nvPr/>
          </p:nvSpPr>
          <p:spPr>
            <a:xfrm>
              <a:off x="8205620" y="2725099"/>
              <a:ext cx="121612" cy="182661"/>
            </a:xfrm>
            <a:custGeom>
              <a:avLst/>
              <a:gdLst/>
              <a:ahLst/>
              <a:cxnLst/>
              <a:rect l="l" t="t" r="r" b="b"/>
              <a:pathLst>
                <a:path w="4510" h="6774" extrusionOk="0">
                  <a:moveTo>
                    <a:pt x="1482" y="1"/>
                  </a:moveTo>
                  <a:cubicBezTo>
                    <a:pt x="1427" y="1"/>
                    <a:pt x="1371" y="12"/>
                    <a:pt x="1317" y="36"/>
                  </a:cubicBezTo>
                  <a:lnTo>
                    <a:pt x="293" y="509"/>
                  </a:lnTo>
                  <a:cubicBezTo>
                    <a:pt x="90" y="587"/>
                    <a:pt x="1" y="825"/>
                    <a:pt x="90" y="1028"/>
                  </a:cubicBezTo>
                  <a:lnTo>
                    <a:pt x="1488" y="4113"/>
                  </a:lnTo>
                  <a:cubicBezTo>
                    <a:pt x="1520" y="4181"/>
                    <a:pt x="1488" y="4259"/>
                    <a:pt x="1420" y="4294"/>
                  </a:cubicBezTo>
                  <a:lnTo>
                    <a:pt x="687" y="4621"/>
                  </a:lnTo>
                  <a:cubicBezTo>
                    <a:pt x="506" y="4700"/>
                    <a:pt x="495" y="4948"/>
                    <a:pt x="663" y="5038"/>
                  </a:cubicBezTo>
                  <a:lnTo>
                    <a:pt x="3526" y="6738"/>
                  </a:lnTo>
                  <a:cubicBezTo>
                    <a:pt x="3563" y="6763"/>
                    <a:pt x="3603" y="6774"/>
                    <a:pt x="3643" y="6774"/>
                  </a:cubicBezTo>
                  <a:cubicBezTo>
                    <a:pt x="3748" y="6774"/>
                    <a:pt x="3850" y="6695"/>
                    <a:pt x="3875" y="6581"/>
                  </a:cubicBezTo>
                  <a:lnTo>
                    <a:pt x="4483" y="3313"/>
                  </a:lnTo>
                  <a:cubicBezTo>
                    <a:pt x="4510" y="3160"/>
                    <a:pt x="4391" y="3033"/>
                    <a:pt x="4255" y="3033"/>
                  </a:cubicBezTo>
                  <a:cubicBezTo>
                    <a:pt x="4222" y="3033"/>
                    <a:pt x="4189" y="3040"/>
                    <a:pt x="4156" y="3056"/>
                  </a:cubicBezTo>
                  <a:lnTo>
                    <a:pt x="3413" y="3394"/>
                  </a:lnTo>
                  <a:cubicBezTo>
                    <a:pt x="3396" y="3399"/>
                    <a:pt x="3379" y="3402"/>
                    <a:pt x="3361" y="3402"/>
                  </a:cubicBezTo>
                  <a:cubicBezTo>
                    <a:pt x="3309" y="3402"/>
                    <a:pt x="3258" y="3377"/>
                    <a:pt x="3232" y="3326"/>
                  </a:cubicBezTo>
                  <a:lnTo>
                    <a:pt x="1837" y="228"/>
                  </a:lnTo>
                  <a:cubicBezTo>
                    <a:pt x="1779" y="87"/>
                    <a:pt x="1635" y="1"/>
                    <a:pt x="1482"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9"/>
            <p:cNvSpPr/>
            <p:nvPr/>
          </p:nvSpPr>
          <p:spPr>
            <a:xfrm>
              <a:off x="8064809" y="2725099"/>
              <a:ext cx="121369" cy="182661"/>
            </a:xfrm>
            <a:custGeom>
              <a:avLst/>
              <a:gdLst/>
              <a:ahLst/>
              <a:cxnLst/>
              <a:rect l="l" t="t" r="r" b="b"/>
              <a:pathLst>
                <a:path w="4501" h="6774" extrusionOk="0">
                  <a:moveTo>
                    <a:pt x="3024" y="1"/>
                  </a:moveTo>
                  <a:cubicBezTo>
                    <a:pt x="2876" y="1"/>
                    <a:pt x="2731" y="87"/>
                    <a:pt x="2665" y="228"/>
                  </a:cubicBezTo>
                  <a:lnTo>
                    <a:pt x="1267" y="3326"/>
                  </a:lnTo>
                  <a:cubicBezTo>
                    <a:pt x="1243" y="3377"/>
                    <a:pt x="1191" y="3402"/>
                    <a:pt x="1138" y="3402"/>
                  </a:cubicBezTo>
                  <a:cubicBezTo>
                    <a:pt x="1120" y="3402"/>
                    <a:pt x="1103" y="3399"/>
                    <a:pt x="1086" y="3394"/>
                  </a:cubicBezTo>
                  <a:lnTo>
                    <a:pt x="356" y="3056"/>
                  </a:lnTo>
                  <a:cubicBezTo>
                    <a:pt x="321" y="3040"/>
                    <a:pt x="287" y="3033"/>
                    <a:pt x="253" y="3033"/>
                  </a:cubicBezTo>
                  <a:cubicBezTo>
                    <a:pt x="113" y="3033"/>
                    <a:pt x="0" y="3160"/>
                    <a:pt x="29" y="3313"/>
                  </a:cubicBezTo>
                  <a:lnTo>
                    <a:pt x="637" y="6581"/>
                  </a:lnTo>
                  <a:cubicBezTo>
                    <a:pt x="653" y="6695"/>
                    <a:pt x="759" y="6774"/>
                    <a:pt x="867" y="6774"/>
                  </a:cubicBezTo>
                  <a:cubicBezTo>
                    <a:pt x="908" y="6774"/>
                    <a:pt x="949" y="6763"/>
                    <a:pt x="986" y="6738"/>
                  </a:cubicBezTo>
                  <a:lnTo>
                    <a:pt x="3846" y="5038"/>
                  </a:lnTo>
                  <a:cubicBezTo>
                    <a:pt x="4006" y="4948"/>
                    <a:pt x="3992" y="4700"/>
                    <a:pt x="3825" y="4621"/>
                  </a:cubicBezTo>
                  <a:lnTo>
                    <a:pt x="3081" y="4294"/>
                  </a:lnTo>
                  <a:cubicBezTo>
                    <a:pt x="3014" y="4259"/>
                    <a:pt x="2992" y="4181"/>
                    <a:pt x="3014" y="4113"/>
                  </a:cubicBezTo>
                  <a:lnTo>
                    <a:pt x="4412" y="1028"/>
                  </a:lnTo>
                  <a:cubicBezTo>
                    <a:pt x="4501" y="825"/>
                    <a:pt x="4422" y="587"/>
                    <a:pt x="4220" y="509"/>
                  </a:cubicBezTo>
                  <a:lnTo>
                    <a:pt x="3181" y="36"/>
                  </a:lnTo>
                  <a:cubicBezTo>
                    <a:pt x="3131" y="12"/>
                    <a:pt x="3078" y="1"/>
                    <a:pt x="3024"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 name="Google Shape;928;p49"/>
          <p:cNvGrpSpPr/>
          <p:nvPr/>
        </p:nvGrpSpPr>
        <p:grpSpPr>
          <a:xfrm>
            <a:off x="7193543" y="2635495"/>
            <a:ext cx="361870" cy="361870"/>
            <a:chOff x="7266295" y="2635495"/>
            <a:chExt cx="361870" cy="361870"/>
          </a:xfrm>
        </p:grpSpPr>
        <p:sp>
          <p:nvSpPr>
            <p:cNvPr id="929" name="Google Shape;929;p49"/>
            <p:cNvSpPr/>
            <p:nvPr/>
          </p:nvSpPr>
          <p:spPr>
            <a:xfrm>
              <a:off x="7266295" y="2635495"/>
              <a:ext cx="361870" cy="361870"/>
            </a:xfrm>
            <a:custGeom>
              <a:avLst/>
              <a:gdLst/>
              <a:ahLst/>
              <a:cxnLst/>
              <a:rect l="l" t="t" r="r" b="b"/>
              <a:pathLst>
                <a:path w="13420" h="13420" extrusionOk="0">
                  <a:moveTo>
                    <a:pt x="6717" y="1"/>
                  </a:moveTo>
                  <a:cubicBezTo>
                    <a:pt x="3010" y="1"/>
                    <a:pt x="1" y="3010"/>
                    <a:pt x="1" y="6717"/>
                  </a:cubicBezTo>
                  <a:cubicBezTo>
                    <a:pt x="1" y="10410"/>
                    <a:pt x="3010" y="13419"/>
                    <a:pt x="6717" y="13419"/>
                  </a:cubicBezTo>
                  <a:cubicBezTo>
                    <a:pt x="10421" y="13419"/>
                    <a:pt x="13419" y="10410"/>
                    <a:pt x="13419" y="6717"/>
                  </a:cubicBezTo>
                  <a:cubicBezTo>
                    <a:pt x="13419" y="3010"/>
                    <a:pt x="10421" y="1"/>
                    <a:pt x="6717"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9"/>
            <p:cNvSpPr/>
            <p:nvPr/>
          </p:nvSpPr>
          <p:spPr>
            <a:xfrm>
              <a:off x="7351369" y="2758887"/>
              <a:ext cx="192287" cy="115087"/>
            </a:xfrm>
            <a:custGeom>
              <a:avLst/>
              <a:gdLst/>
              <a:ahLst/>
              <a:cxnLst/>
              <a:rect l="l" t="t" r="r" b="b"/>
              <a:pathLst>
                <a:path w="7131" h="4268" extrusionOk="0">
                  <a:moveTo>
                    <a:pt x="4140" y="0"/>
                  </a:moveTo>
                  <a:cubicBezTo>
                    <a:pt x="4023" y="0"/>
                    <a:pt x="3911" y="97"/>
                    <a:pt x="3911" y="235"/>
                  </a:cubicBezTo>
                  <a:lnTo>
                    <a:pt x="3911" y="1046"/>
                  </a:lnTo>
                  <a:cubicBezTo>
                    <a:pt x="3911" y="1113"/>
                    <a:pt x="3843" y="1181"/>
                    <a:pt x="3775" y="1181"/>
                  </a:cubicBezTo>
                  <a:lnTo>
                    <a:pt x="396" y="1181"/>
                  </a:lnTo>
                  <a:cubicBezTo>
                    <a:pt x="182" y="1181"/>
                    <a:pt x="1" y="1351"/>
                    <a:pt x="1" y="1576"/>
                  </a:cubicBezTo>
                  <a:lnTo>
                    <a:pt x="1" y="2703"/>
                  </a:lnTo>
                  <a:cubicBezTo>
                    <a:pt x="1" y="2917"/>
                    <a:pt x="182" y="3098"/>
                    <a:pt x="396" y="3098"/>
                  </a:cubicBezTo>
                  <a:lnTo>
                    <a:pt x="3775" y="3098"/>
                  </a:lnTo>
                  <a:cubicBezTo>
                    <a:pt x="3843" y="3098"/>
                    <a:pt x="3911" y="3155"/>
                    <a:pt x="3911" y="3233"/>
                  </a:cubicBezTo>
                  <a:lnTo>
                    <a:pt x="3911" y="4033"/>
                  </a:lnTo>
                  <a:cubicBezTo>
                    <a:pt x="3911" y="4171"/>
                    <a:pt x="4023" y="4268"/>
                    <a:pt x="4140" y="4268"/>
                  </a:cubicBezTo>
                  <a:cubicBezTo>
                    <a:pt x="4185" y="4268"/>
                    <a:pt x="4230" y="4254"/>
                    <a:pt x="4270" y="4223"/>
                  </a:cubicBezTo>
                  <a:lnTo>
                    <a:pt x="6996" y="2330"/>
                  </a:lnTo>
                  <a:cubicBezTo>
                    <a:pt x="7131" y="2241"/>
                    <a:pt x="7131" y="2038"/>
                    <a:pt x="6996" y="1949"/>
                  </a:cubicBezTo>
                  <a:lnTo>
                    <a:pt x="4270" y="45"/>
                  </a:lnTo>
                  <a:cubicBezTo>
                    <a:pt x="4230" y="14"/>
                    <a:pt x="4185" y="0"/>
                    <a:pt x="4140"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 name="Google Shape;931;p49"/>
          <p:cNvGrpSpPr/>
          <p:nvPr/>
        </p:nvGrpSpPr>
        <p:grpSpPr>
          <a:xfrm>
            <a:off x="6371852" y="2635495"/>
            <a:ext cx="361870" cy="361870"/>
            <a:chOff x="6392952" y="2635495"/>
            <a:chExt cx="361870" cy="361870"/>
          </a:xfrm>
        </p:grpSpPr>
        <p:sp>
          <p:nvSpPr>
            <p:cNvPr id="932" name="Google Shape;932;p49"/>
            <p:cNvSpPr/>
            <p:nvPr/>
          </p:nvSpPr>
          <p:spPr>
            <a:xfrm>
              <a:off x="6392952" y="2635495"/>
              <a:ext cx="361870" cy="361870"/>
            </a:xfrm>
            <a:custGeom>
              <a:avLst/>
              <a:gdLst/>
              <a:ahLst/>
              <a:cxnLst/>
              <a:rect l="l" t="t" r="r" b="b"/>
              <a:pathLst>
                <a:path w="13420" h="13420" extrusionOk="0">
                  <a:moveTo>
                    <a:pt x="6703" y="1"/>
                  </a:moveTo>
                  <a:cubicBezTo>
                    <a:pt x="3010" y="1"/>
                    <a:pt x="1" y="3010"/>
                    <a:pt x="1" y="6717"/>
                  </a:cubicBezTo>
                  <a:cubicBezTo>
                    <a:pt x="1" y="10410"/>
                    <a:pt x="3010" y="13419"/>
                    <a:pt x="6703" y="13419"/>
                  </a:cubicBezTo>
                  <a:cubicBezTo>
                    <a:pt x="10410" y="13419"/>
                    <a:pt x="13419" y="10410"/>
                    <a:pt x="13419" y="6717"/>
                  </a:cubicBezTo>
                  <a:cubicBezTo>
                    <a:pt x="13419" y="3010"/>
                    <a:pt x="10410" y="1"/>
                    <a:pt x="6703"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9"/>
            <p:cNvSpPr/>
            <p:nvPr/>
          </p:nvSpPr>
          <p:spPr>
            <a:xfrm>
              <a:off x="6477083" y="2759291"/>
              <a:ext cx="192368" cy="115033"/>
            </a:xfrm>
            <a:custGeom>
              <a:avLst/>
              <a:gdLst/>
              <a:ahLst/>
              <a:cxnLst/>
              <a:rect l="l" t="t" r="r" b="b"/>
              <a:pathLst>
                <a:path w="7134" h="4266" extrusionOk="0">
                  <a:moveTo>
                    <a:pt x="2997" y="1"/>
                  </a:moveTo>
                  <a:cubicBezTo>
                    <a:pt x="2952" y="1"/>
                    <a:pt x="2906" y="13"/>
                    <a:pt x="2864" y="41"/>
                  </a:cubicBezTo>
                  <a:lnTo>
                    <a:pt x="136" y="1945"/>
                  </a:lnTo>
                  <a:cubicBezTo>
                    <a:pt x="1" y="2034"/>
                    <a:pt x="1" y="2237"/>
                    <a:pt x="136" y="2329"/>
                  </a:cubicBezTo>
                  <a:lnTo>
                    <a:pt x="2864" y="4221"/>
                  </a:lnTo>
                  <a:cubicBezTo>
                    <a:pt x="2907" y="4251"/>
                    <a:pt x="2953" y="4265"/>
                    <a:pt x="2998" y="4265"/>
                  </a:cubicBezTo>
                  <a:cubicBezTo>
                    <a:pt x="3117" y="4265"/>
                    <a:pt x="3224" y="4169"/>
                    <a:pt x="3224" y="4029"/>
                  </a:cubicBezTo>
                  <a:lnTo>
                    <a:pt x="3224" y="3229"/>
                  </a:lnTo>
                  <a:cubicBezTo>
                    <a:pt x="3224" y="3150"/>
                    <a:pt x="3291" y="3094"/>
                    <a:pt x="3359" y="3094"/>
                  </a:cubicBezTo>
                  <a:lnTo>
                    <a:pt x="6738" y="3094"/>
                  </a:lnTo>
                  <a:cubicBezTo>
                    <a:pt x="6952" y="3094"/>
                    <a:pt x="7133" y="2913"/>
                    <a:pt x="7133" y="2699"/>
                  </a:cubicBezTo>
                  <a:lnTo>
                    <a:pt x="7133" y="1571"/>
                  </a:lnTo>
                  <a:cubicBezTo>
                    <a:pt x="7133" y="1347"/>
                    <a:pt x="6952" y="1179"/>
                    <a:pt x="6738" y="1179"/>
                  </a:cubicBezTo>
                  <a:lnTo>
                    <a:pt x="3359" y="1179"/>
                  </a:lnTo>
                  <a:cubicBezTo>
                    <a:pt x="3291" y="1179"/>
                    <a:pt x="3224" y="1112"/>
                    <a:pt x="3224" y="1044"/>
                  </a:cubicBezTo>
                  <a:lnTo>
                    <a:pt x="3224" y="233"/>
                  </a:lnTo>
                  <a:cubicBezTo>
                    <a:pt x="3224" y="93"/>
                    <a:pt x="3116" y="1"/>
                    <a:pt x="2997"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 name="Google Shape;934;p49"/>
          <p:cNvGrpSpPr/>
          <p:nvPr/>
        </p:nvGrpSpPr>
        <p:grpSpPr>
          <a:xfrm>
            <a:off x="5545698" y="2635495"/>
            <a:ext cx="361870" cy="361870"/>
            <a:chOff x="5540238" y="2635495"/>
            <a:chExt cx="361870" cy="361870"/>
          </a:xfrm>
        </p:grpSpPr>
        <p:sp>
          <p:nvSpPr>
            <p:cNvPr id="935" name="Google Shape;935;p49"/>
            <p:cNvSpPr/>
            <p:nvPr/>
          </p:nvSpPr>
          <p:spPr>
            <a:xfrm>
              <a:off x="5540238" y="2635495"/>
              <a:ext cx="361870" cy="361870"/>
            </a:xfrm>
            <a:custGeom>
              <a:avLst/>
              <a:gdLst/>
              <a:ahLst/>
              <a:cxnLst/>
              <a:rect l="l" t="t" r="r" b="b"/>
              <a:pathLst>
                <a:path w="13420" h="13420" extrusionOk="0">
                  <a:moveTo>
                    <a:pt x="6717" y="1"/>
                  </a:moveTo>
                  <a:cubicBezTo>
                    <a:pt x="3010" y="1"/>
                    <a:pt x="1" y="3010"/>
                    <a:pt x="1" y="6717"/>
                  </a:cubicBezTo>
                  <a:cubicBezTo>
                    <a:pt x="1" y="10410"/>
                    <a:pt x="3010" y="13419"/>
                    <a:pt x="6717" y="13419"/>
                  </a:cubicBezTo>
                  <a:cubicBezTo>
                    <a:pt x="10410" y="13419"/>
                    <a:pt x="13419" y="10410"/>
                    <a:pt x="13419" y="6717"/>
                  </a:cubicBezTo>
                  <a:cubicBezTo>
                    <a:pt x="13419" y="3010"/>
                    <a:pt x="10410" y="1"/>
                    <a:pt x="6717"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9"/>
            <p:cNvSpPr/>
            <p:nvPr/>
          </p:nvSpPr>
          <p:spPr>
            <a:xfrm>
              <a:off x="5661500" y="2721190"/>
              <a:ext cx="118781" cy="191371"/>
            </a:xfrm>
            <a:custGeom>
              <a:avLst/>
              <a:gdLst/>
              <a:ahLst/>
              <a:cxnLst/>
              <a:rect l="l" t="t" r="r" b="b"/>
              <a:pathLst>
                <a:path w="4405" h="7097" extrusionOk="0">
                  <a:moveTo>
                    <a:pt x="2202" y="1"/>
                  </a:moveTo>
                  <a:cubicBezTo>
                    <a:pt x="2129" y="1"/>
                    <a:pt x="2055" y="35"/>
                    <a:pt x="2003" y="102"/>
                  </a:cubicBezTo>
                  <a:lnTo>
                    <a:pt x="111" y="2817"/>
                  </a:lnTo>
                  <a:cubicBezTo>
                    <a:pt x="0" y="2974"/>
                    <a:pt x="111" y="3187"/>
                    <a:pt x="303" y="3187"/>
                  </a:cubicBezTo>
                  <a:lnTo>
                    <a:pt x="1114" y="3187"/>
                  </a:lnTo>
                  <a:cubicBezTo>
                    <a:pt x="1182" y="3187"/>
                    <a:pt x="1238" y="3244"/>
                    <a:pt x="1238" y="3322"/>
                  </a:cubicBezTo>
                  <a:lnTo>
                    <a:pt x="1238" y="6702"/>
                  </a:lnTo>
                  <a:cubicBezTo>
                    <a:pt x="1238" y="6918"/>
                    <a:pt x="1419" y="7097"/>
                    <a:pt x="1633" y="7097"/>
                  </a:cubicBezTo>
                  <a:lnTo>
                    <a:pt x="2761" y="7097"/>
                  </a:lnTo>
                  <a:cubicBezTo>
                    <a:pt x="2985" y="7097"/>
                    <a:pt x="3153" y="6918"/>
                    <a:pt x="3153" y="6702"/>
                  </a:cubicBezTo>
                  <a:lnTo>
                    <a:pt x="3153" y="3322"/>
                  </a:lnTo>
                  <a:cubicBezTo>
                    <a:pt x="3153" y="3244"/>
                    <a:pt x="3220" y="3187"/>
                    <a:pt x="3288" y="3187"/>
                  </a:cubicBezTo>
                  <a:lnTo>
                    <a:pt x="4099" y="3187"/>
                  </a:lnTo>
                  <a:cubicBezTo>
                    <a:pt x="4291" y="3187"/>
                    <a:pt x="4404" y="2974"/>
                    <a:pt x="4291" y="2817"/>
                  </a:cubicBezTo>
                  <a:lnTo>
                    <a:pt x="2398" y="102"/>
                  </a:lnTo>
                  <a:cubicBezTo>
                    <a:pt x="2348" y="35"/>
                    <a:pt x="2275" y="1"/>
                    <a:pt x="2202"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 name="Google Shape;937;p49"/>
          <p:cNvGrpSpPr/>
          <p:nvPr/>
        </p:nvGrpSpPr>
        <p:grpSpPr>
          <a:xfrm>
            <a:off x="4765898" y="2635495"/>
            <a:ext cx="361870" cy="361870"/>
            <a:chOff x="4729158" y="2635495"/>
            <a:chExt cx="361870" cy="361870"/>
          </a:xfrm>
        </p:grpSpPr>
        <p:sp>
          <p:nvSpPr>
            <p:cNvPr id="938" name="Google Shape;938;p49"/>
            <p:cNvSpPr/>
            <p:nvPr/>
          </p:nvSpPr>
          <p:spPr>
            <a:xfrm>
              <a:off x="4729158" y="2635495"/>
              <a:ext cx="361870" cy="361870"/>
            </a:xfrm>
            <a:custGeom>
              <a:avLst/>
              <a:gdLst/>
              <a:ahLst/>
              <a:cxnLst/>
              <a:rect l="l" t="t" r="r" b="b"/>
              <a:pathLst>
                <a:path w="13420" h="13420" extrusionOk="0">
                  <a:moveTo>
                    <a:pt x="6717" y="1"/>
                  </a:moveTo>
                  <a:cubicBezTo>
                    <a:pt x="3010" y="1"/>
                    <a:pt x="1" y="3010"/>
                    <a:pt x="1" y="6717"/>
                  </a:cubicBezTo>
                  <a:cubicBezTo>
                    <a:pt x="1" y="10410"/>
                    <a:pt x="3010" y="13419"/>
                    <a:pt x="6717" y="13419"/>
                  </a:cubicBezTo>
                  <a:cubicBezTo>
                    <a:pt x="10410" y="13419"/>
                    <a:pt x="13419" y="10410"/>
                    <a:pt x="13419" y="6717"/>
                  </a:cubicBezTo>
                  <a:cubicBezTo>
                    <a:pt x="13419" y="3010"/>
                    <a:pt x="10410" y="1"/>
                    <a:pt x="6717"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9"/>
            <p:cNvSpPr/>
            <p:nvPr/>
          </p:nvSpPr>
          <p:spPr>
            <a:xfrm>
              <a:off x="4770792" y="2677129"/>
              <a:ext cx="278899" cy="278899"/>
            </a:xfrm>
            <a:custGeom>
              <a:avLst/>
              <a:gdLst/>
              <a:ahLst/>
              <a:cxnLst/>
              <a:rect l="l" t="t" r="r" b="b"/>
              <a:pathLst>
                <a:path w="10343" h="10343" extrusionOk="0">
                  <a:moveTo>
                    <a:pt x="5173" y="1"/>
                  </a:moveTo>
                  <a:cubicBezTo>
                    <a:pt x="2309" y="1"/>
                    <a:pt x="0" y="2310"/>
                    <a:pt x="0" y="5173"/>
                  </a:cubicBezTo>
                  <a:cubicBezTo>
                    <a:pt x="0" y="8022"/>
                    <a:pt x="2309" y="10342"/>
                    <a:pt x="5173" y="10342"/>
                  </a:cubicBezTo>
                  <a:cubicBezTo>
                    <a:pt x="8022" y="10342"/>
                    <a:pt x="10342" y="8022"/>
                    <a:pt x="10342" y="5173"/>
                  </a:cubicBezTo>
                  <a:cubicBezTo>
                    <a:pt x="10342" y="2310"/>
                    <a:pt x="8022" y="1"/>
                    <a:pt x="5173"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49"/>
            <p:cNvSpPr/>
            <p:nvPr/>
          </p:nvSpPr>
          <p:spPr>
            <a:xfrm>
              <a:off x="4847345" y="2720300"/>
              <a:ext cx="51045" cy="192935"/>
            </a:xfrm>
            <a:custGeom>
              <a:avLst/>
              <a:gdLst/>
              <a:ahLst/>
              <a:cxnLst/>
              <a:rect l="l" t="t" r="r" b="b"/>
              <a:pathLst>
                <a:path w="1893" h="7155" extrusionOk="0">
                  <a:moveTo>
                    <a:pt x="136" y="0"/>
                  </a:moveTo>
                  <a:cubicBezTo>
                    <a:pt x="68" y="0"/>
                    <a:pt x="0" y="57"/>
                    <a:pt x="0" y="135"/>
                  </a:cubicBezTo>
                  <a:lnTo>
                    <a:pt x="0" y="7019"/>
                  </a:lnTo>
                  <a:cubicBezTo>
                    <a:pt x="0" y="7087"/>
                    <a:pt x="68" y="7154"/>
                    <a:pt x="136" y="7154"/>
                  </a:cubicBezTo>
                  <a:lnTo>
                    <a:pt x="1758" y="7154"/>
                  </a:lnTo>
                  <a:cubicBezTo>
                    <a:pt x="1825" y="7154"/>
                    <a:pt x="1893" y="7087"/>
                    <a:pt x="1893" y="7019"/>
                  </a:cubicBezTo>
                  <a:lnTo>
                    <a:pt x="1893" y="135"/>
                  </a:lnTo>
                  <a:cubicBezTo>
                    <a:pt x="1893" y="57"/>
                    <a:pt x="1825" y="0"/>
                    <a:pt x="1758"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49"/>
            <p:cNvSpPr/>
            <p:nvPr/>
          </p:nvSpPr>
          <p:spPr>
            <a:xfrm>
              <a:off x="4921499" y="2720300"/>
              <a:ext cx="51045" cy="192935"/>
            </a:xfrm>
            <a:custGeom>
              <a:avLst/>
              <a:gdLst/>
              <a:ahLst/>
              <a:cxnLst/>
              <a:rect l="l" t="t" r="r" b="b"/>
              <a:pathLst>
                <a:path w="1893" h="7155" extrusionOk="0">
                  <a:moveTo>
                    <a:pt x="135" y="0"/>
                  </a:moveTo>
                  <a:cubicBezTo>
                    <a:pt x="68" y="0"/>
                    <a:pt x="0" y="57"/>
                    <a:pt x="0" y="135"/>
                  </a:cubicBezTo>
                  <a:lnTo>
                    <a:pt x="0" y="7019"/>
                  </a:lnTo>
                  <a:cubicBezTo>
                    <a:pt x="0" y="7087"/>
                    <a:pt x="68" y="7154"/>
                    <a:pt x="135" y="7154"/>
                  </a:cubicBezTo>
                  <a:lnTo>
                    <a:pt x="1758" y="7154"/>
                  </a:lnTo>
                  <a:cubicBezTo>
                    <a:pt x="1836" y="7154"/>
                    <a:pt x="1893" y="7087"/>
                    <a:pt x="1893" y="7019"/>
                  </a:cubicBezTo>
                  <a:lnTo>
                    <a:pt x="1893" y="135"/>
                  </a:lnTo>
                  <a:cubicBezTo>
                    <a:pt x="1893" y="57"/>
                    <a:pt x="1836" y="0"/>
                    <a:pt x="1758"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9"/>
            <p:cNvSpPr/>
            <p:nvPr/>
          </p:nvSpPr>
          <p:spPr>
            <a:xfrm>
              <a:off x="4766262" y="2673192"/>
              <a:ext cx="288013" cy="286962"/>
            </a:xfrm>
            <a:custGeom>
              <a:avLst/>
              <a:gdLst/>
              <a:ahLst/>
              <a:cxnLst/>
              <a:rect l="l" t="t" r="r" b="b"/>
              <a:pathLst>
                <a:path w="10681" h="10642" extrusionOk="0">
                  <a:moveTo>
                    <a:pt x="1308" y="1"/>
                  </a:moveTo>
                  <a:cubicBezTo>
                    <a:pt x="1273" y="1"/>
                    <a:pt x="1239" y="11"/>
                    <a:pt x="1218" y="33"/>
                  </a:cubicBezTo>
                  <a:lnTo>
                    <a:pt x="55" y="1206"/>
                  </a:lnTo>
                  <a:cubicBezTo>
                    <a:pt x="1" y="1263"/>
                    <a:pt x="1" y="1352"/>
                    <a:pt x="55" y="1398"/>
                  </a:cubicBezTo>
                  <a:lnTo>
                    <a:pt x="9261" y="10602"/>
                  </a:lnTo>
                  <a:cubicBezTo>
                    <a:pt x="9286" y="10626"/>
                    <a:pt x="9321" y="10641"/>
                    <a:pt x="9358" y="10641"/>
                  </a:cubicBezTo>
                  <a:cubicBezTo>
                    <a:pt x="9386" y="10641"/>
                    <a:pt x="9415" y="10633"/>
                    <a:pt x="9440" y="10613"/>
                  </a:cubicBezTo>
                  <a:cubicBezTo>
                    <a:pt x="9880" y="10275"/>
                    <a:pt x="10286" y="9880"/>
                    <a:pt x="10635" y="9428"/>
                  </a:cubicBezTo>
                  <a:cubicBezTo>
                    <a:pt x="10681" y="9385"/>
                    <a:pt x="10667" y="9307"/>
                    <a:pt x="10624" y="9250"/>
                  </a:cubicBezTo>
                  <a:lnTo>
                    <a:pt x="1407" y="33"/>
                  </a:lnTo>
                  <a:cubicBezTo>
                    <a:pt x="1380" y="11"/>
                    <a:pt x="1343" y="1"/>
                    <a:pt x="1308"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 name="Google Shape;943;p49"/>
          <p:cNvGrpSpPr/>
          <p:nvPr/>
        </p:nvGrpSpPr>
        <p:grpSpPr>
          <a:xfrm>
            <a:off x="3991018" y="2635495"/>
            <a:ext cx="361493" cy="361870"/>
            <a:chOff x="3980717" y="2635495"/>
            <a:chExt cx="361493" cy="361870"/>
          </a:xfrm>
        </p:grpSpPr>
        <p:sp>
          <p:nvSpPr>
            <p:cNvPr id="944" name="Google Shape;944;p49"/>
            <p:cNvSpPr/>
            <p:nvPr/>
          </p:nvSpPr>
          <p:spPr>
            <a:xfrm>
              <a:off x="3980717" y="2635495"/>
              <a:ext cx="361493" cy="361870"/>
            </a:xfrm>
            <a:custGeom>
              <a:avLst/>
              <a:gdLst/>
              <a:ahLst/>
              <a:cxnLst/>
              <a:rect l="l" t="t" r="r" b="b"/>
              <a:pathLst>
                <a:path w="13406" h="13420" extrusionOk="0">
                  <a:moveTo>
                    <a:pt x="6703" y="1"/>
                  </a:moveTo>
                  <a:cubicBezTo>
                    <a:pt x="2996" y="1"/>
                    <a:pt x="0" y="3010"/>
                    <a:pt x="0" y="6717"/>
                  </a:cubicBezTo>
                  <a:cubicBezTo>
                    <a:pt x="0" y="10410"/>
                    <a:pt x="2996" y="13419"/>
                    <a:pt x="6703" y="13419"/>
                  </a:cubicBezTo>
                  <a:cubicBezTo>
                    <a:pt x="10409" y="13419"/>
                    <a:pt x="13405" y="10410"/>
                    <a:pt x="13405" y="6717"/>
                  </a:cubicBezTo>
                  <a:cubicBezTo>
                    <a:pt x="13405" y="3010"/>
                    <a:pt x="10409" y="1"/>
                    <a:pt x="6703"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9"/>
            <p:cNvSpPr/>
            <p:nvPr/>
          </p:nvSpPr>
          <p:spPr>
            <a:xfrm>
              <a:off x="4021974" y="2677129"/>
              <a:ext cx="278899" cy="278899"/>
            </a:xfrm>
            <a:custGeom>
              <a:avLst/>
              <a:gdLst/>
              <a:ahLst/>
              <a:cxnLst/>
              <a:rect l="l" t="t" r="r" b="b"/>
              <a:pathLst>
                <a:path w="10343" h="10343" extrusionOk="0">
                  <a:moveTo>
                    <a:pt x="5173" y="1"/>
                  </a:moveTo>
                  <a:cubicBezTo>
                    <a:pt x="2323" y="1"/>
                    <a:pt x="0" y="2310"/>
                    <a:pt x="0" y="5173"/>
                  </a:cubicBezTo>
                  <a:cubicBezTo>
                    <a:pt x="0" y="8022"/>
                    <a:pt x="2323" y="10342"/>
                    <a:pt x="5173" y="10342"/>
                  </a:cubicBezTo>
                  <a:cubicBezTo>
                    <a:pt x="8033" y="10342"/>
                    <a:pt x="10342" y="8022"/>
                    <a:pt x="10342" y="5173"/>
                  </a:cubicBezTo>
                  <a:cubicBezTo>
                    <a:pt x="10342" y="2310"/>
                    <a:pt x="8033" y="1"/>
                    <a:pt x="5173"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9"/>
            <p:cNvSpPr/>
            <p:nvPr/>
          </p:nvSpPr>
          <p:spPr>
            <a:xfrm>
              <a:off x="4136224" y="2720300"/>
              <a:ext cx="51045" cy="192935"/>
            </a:xfrm>
            <a:custGeom>
              <a:avLst/>
              <a:gdLst/>
              <a:ahLst/>
              <a:cxnLst/>
              <a:rect l="l" t="t" r="r" b="b"/>
              <a:pathLst>
                <a:path w="1893" h="7155" extrusionOk="0">
                  <a:moveTo>
                    <a:pt x="135" y="0"/>
                  </a:moveTo>
                  <a:cubicBezTo>
                    <a:pt x="57" y="0"/>
                    <a:pt x="0" y="68"/>
                    <a:pt x="0" y="135"/>
                  </a:cubicBezTo>
                  <a:lnTo>
                    <a:pt x="0" y="7019"/>
                  </a:lnTo>
                  <a:cubicBezTo>
                    <a:pt x="0" y="7097"/>
                    <a:pt x="57" y="7154"/>
                    <a:pt x="135" y="7154"/>
                  </a:cubicBezTo>
                  <a:lnTo>
                    <a:pt x="1758" y="7154"/>
                  </a:lnTo>
                  <a:cubicBezTo>
                    <a:pt x="1825" y="7154"/>
                    <a:pt x="1893" y="7097"/>
                    <a:pt x="1893" y="7019"/>
                  </a:cubicBezTo>
                  <a:lnTo>
                    <a:pt x="1893" y="135"/>
                  </a:lnTo>
                  <a:cubicBezTo>
                    <a:pt x="1893" y="68"/>
                    <a:pt x="1825" y="0"/>
                    <a:pt x="1758"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49"/>
            <p:cNvSpPr/>
            <p:nvPr/>
          </p:nvSpPr>
          <p:spPr>
            <a:xfrm>
              <a:off x="4017740" y="2673192"/>
              <a:ext cx="287717" cy="286962"/>
            </a:xfrm>
            <a:custGeom>
              <a:avLst/>
              <a:gdLst/>
              <a:ahLst/>
              <a:cxnLst/>
              <a:rect l="l" t="t" r="r" b="b"/>
              <a:pathLst>
                <a:path w="10670" h="10642" extrusionOk="0">
                  <a:moveTo>
                    <a:pt x="1306" y="1"/>
                  </a:moveTo>
                  <a:cubicBezTo>
                    <a:pt x="1271" y="1"/>
                    <a:pt x="1235" y="11"/>
                    <a:pt x="1206" y="33"/>
                  </a:cubicBezTo>
                  <a:lnTo>
                    <a:pt x="47" y="1206"/>
                  </a:lnTo>
                  <a:cubicBezTo>
                    <a:pt x="1" y="1263"/>
                    <a:pt x="1" y="1352"/>
                    <a:pt x="57" y="1398"/>
                  </a:cubicBezTo>
                  <a:lnTo>
                    <a:pt x="9261" y="10602"/>
                  </a:lnTo>
                  <a:cubicBezTo>
                    <a:pt x="9287" y="10626"/>
                    <a:pt x="9323" y="10641"/>
                    <a:pt x="9358" y="10641"/>
                  </a:cubicBezTo>
                  <a:cubicBezTo>
                    <a:pt x="9384" y="10641"/>
                    <a:pt x="9410" y="10633"/>
                    <a:pt x="9428" y="10613"/>
                  </a:cubicBezTo>
                  <a:cubicBezTo>
                    <a:pt x="9880" y="10275"/>
                    <a:pt x="10286" y="9880"/>
                    <a:pt x="10624" y="9428"/>
                  </a:cubicBezTo>
                  <a:cubicBezTo>
                    <a:pt x="10669" y="9385"/>
                    <a:pt x="10669" y="9307"/>
                    <a:pt x="10613" y="9250"/>
                  </a:cubicBezTo>
                  <a:lnTo>
                    <a:pt x="1398" y="33"/>
                  </a:lnTo>
                  <a:cubicBezTo>
                    <a:pt x="1375" y="11"/>
                    <a:pt x="1342" y="1"/>
                    <a:pt x="1306"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 name="Google Shape;948;p49"/>
          <p:cNvGrpSpPr/>
          <p:nvPr/>
        </p:nvGrpSpPr>
        <p:grpSpPr>
          <a:xfrm>
            <a:off x="3206040" y="2635495"/>
            <a:ext cx="361789" cy="361870"/>
            <a:chOff x="3169610" y="2635495"/>
            <a:chExt cx="361789" cy="361870"/>
          </a:xfrm>
        </p:grpSpPr>
        <p:sp>
          <p:nvSpPr>
            <p:cNvPr id="949" name="Google Shape;949;p49"/>
            <p:cNvSpPr/>
            <p:nvPr/>
          </p:nvSpPr>
          <p:spPr>
            <a:xfrm>
              <a:off x="3169610" y="2635495"/>
              <a:ext cx="361789" cy="361870"/>
            </a:xfrm>
            <a:custGeom>
              <a:avLst/>
              <a:gdLst/>
              <a:ahLst/>
              <a:cxnLst/>
              <a:rect l="l" t="t" r="r" b="b"/>
              <a:pathLst>
                <a:path w="13417" h="13420" extrusionOk="0">
                  <a:moveTo>
                    <a:pt x="6704" y="1"/>
                  </a:moveTo>
                  <a:cubicBezTo>
                    <a:pt x="2997" y="1"/>
                    <a:pt x="1" y="3010"/>
                    <a:pt x="1" y="6717"/>
                  </a:cubicBezTo>
                  <a:cubicBezTo>
                    <a:pt x="1" y="10410"/>
                    <a:pt x="2997" y="13419"/>
                    <a:pt x="6704" y="13419"/>
                  </a:cubicBezTo>
                  <a:cubicBezTo>
                    <a:pt x="10410" y="13419"/>
                    <a:pt x="13417" y="10410"/>
                    <a:pt x="13417" y="6717"/>
                  </a:cubicBezTo>
                  <a:cubicBezTo>
                    <a:pt x="13417" y="3010"/>
                    <a:pt x="10410" y="1"/>
                    <a:pt x="6704"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49"/>
            <p:cNvSpPr/>
            <p:nvPr/>
          </p:nvSpPr>
          <p:spPr>
            <a:xfrm>
              <a:off x="3210893" y="2677129"/>
              <a:ext cx="278899" cy="278899"/>
            </a:xfrm>
            <a:custGeom>
              <a:avLst/>
              <a:gdLst/>
              <a:ahLst/>
              <a:cxnLst/>
              <a:rect l="l" t="t" r="r" b="b"/>
              <a:pathLst>
                <a:path w="10343" h="10343" extrusionOk="0">
                  <a:moveTo>
                    <a:pt x="5173" y="1"/>
                  </a:moveTo>
                  <a:cubicBezTo>
                    <a:pt x="2323" y="1"/>
                    <a:pt x="0" y="2310"/>
                    <a:pt x="0" y="5173"/>
                  </a:cubicBezTo>
                  <a:cubicBezTo>
                    <a:pt x="0" y="8022"/>
                    <a:pt x="2323" y="10342"/>
                    <a:pt x="5173" y="10342"/>
                  </a:cubicBezTo>
                  <a:cubicBezTo>
                    <a:pt x="8033" y="10342"/>
                    <a:pt x="10342" y="8022"/>
                    <a:pt x="10342" y="5173"/>
                  </a:cubicBezTo>
                  <a:cubicBezTo>
                    <a:pt x="10342" y="2310"/>
                    <a:pt x="8033" y="1"/>
                    <a:pt x="5173"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9"/>
            <p:cNvSpPr/>
            <p:nvPr/>
          </p:nvSpPr>
          <p:spPr>
            <a:xfrm>
              <a:off x="3206363" y="2672976"/>
              <a:ext cx="288013" cy="287015"/>
            </a:xfrm>
            <a:custGeom>
              <a:avLst/>
              <a:gdLst/>
              <a:ahLst/>
              <a:cxnLst/>
              <a:rect l="l" t="t" r="r" b="b"/>
              <a:pathLst>
                <a:path w="10681" h="10644" extrusionOk="0">
                  <a:moveTo>
                    <a:pt x="1317" y="0"/>
                  </a:moveTo>
                  <a:cubicBezTo>
                    <a:pt x="1282" y="0"/>
                    <a:pt x="1246" y="14"/>
                    <a:pt x="1217" y="41"/>
                  </a:cubicBezTo>
                  <a:lnTo>
                    <a:pt x="68" y="1214"/>
                  </a:lnTo>
                  <a:cubicBezTo>
                    <a:pt x="11" y="1258"/>
                    <a:pt x="11" y="1350"/>
                    <a:pt x="68" y="1406"/>
                  </a:cubicBezTo>
                  <a:lnTo>
                    <a:pt x="3886" y="5224"/>
                  </a:lnTo>
                  <a:cubicBezTo>
                    <a:pt x="3943" y="5281"/>
                    <a:pt x="3943" y="5370"/>
                    <a:pt x="3886" y="5416"/>
                  </a:cubicBezTo>
                  <a:lnTo>
                    <a:pt x="57" y="9258"/>
                  </a:lnTo>
                  <a:cubicBezTo>
                    <a:pt x="1" y="9301"/>
                    <a:pt x="1" y="9382"/>
                    <a:pt x="44" y="9436"/>
                  </a:cubicBezTo>
                  <a:cubicBezTo>
                    <a:pt x="395" y="9877"/>
                    <a:pt x="787" y="10272"/>
                    <a:pt x="1239" y="10621"/>
                  </a:cubicBezTo>
                  <a:cubicBezTo>
                    <a:pt x="1265" y="10636"/>
                    <a:pt x="1294" y="10644"/>
                    <a:pt x="1323" y="10644"/>
                  </a:cubicBezTo>
                  <a:cubicBezTo>
                    <a:pt x="1356" y="10644"/>
                    <a:pt x="1390" y="10633"/>
                    <a:pt x="1420" y="10610"/>
                  </a:cubicBezTo>
                  <a:lnTo>
                    <a:pt x="5249" y="6779"/>
                  </a:lnTo>
                  <a:cubicBezTo>
                    <a:pt x="5272" y="6750"/>
                    <a:pt x="5305" y="6736"/>
                    <a:pt x="5341" y="6736"/>
                  </a:cubicBezTo>
                  <a:cubicBezTo>
                    <a:pt x="5376" y="6736"/>
                    <a:pt x="5412" y="6750"/>
                    <a:pt x="5441" y="6779"/>
                  </a:cubicBezTo>
                  <a:lnTo>
                    <a:pt x="9272" y="10610"/>
                  </a:lnTo>
                  <a:cubicBezTo>
                    <a:pt x="9296" y="10633"/>
                    <a:pt x="9330" y="10644"/>
                    <a:pt x="9363" y="10644"/>
                  </a:cubicBezTo>
                  <a:cubicBezTo>
                    <a:pt x="9392" y="10644"/>
                    <a:pt x="9419" y="10636"/>
                    <a:pt x="9439" y="10621"/>
                  </a:cubicBezTo>
                  <a:cubicBezTo>
                    <a:pt x="9891" y="10272"/>
                    <a:pt x="10296" y="9877"/>
                    <a:pt x="10634" y="9436"/>
                  </a:cubicBezTo>
                  <a:cubicBezTo>
                    <a:pt x="10680" y="9382"/>
                    <a:pt x="10680" y="9301"/>
                    <a:pt x="10634" y="9258"/>
                  </a:cubicBezTo>
                  <a:lnTo>
                    <a:pt x="6792" y="5416"/>
                  </a:lnTo>
                  <a:cubicBezTo>
                    <a:pt x="6736" y="5370"/>
                    <a:pt x="6736" y="5281"/>
                    <a:pt x="6792" y="5224"/>
                  </a:cubicBezTo>
                  <a:lnTo>
                    <a:pt x="10624" y="1406"/>
                  </a:lnTo>
                  <a:cubicBezTo>
                    <a:pt x="10670" y="1350"/>
                    <a:pt x="10670" y="1258"/>
                    <a:pt x="10624" y="1214"/>
                  </a:cubicBezTo>
                  <a:lnTo>
                    <a:pt x="9464" y="41"/>
                  </a:lnTo>
                  <a:cubicBezTo>
                    <a:pt x="9435" y="14"/>
                    <a:pt x="9402" y="0"/>
                    <a:pt x="9368" y="0"/>
                  </a:cubicBezTo>
                  <a:cubicBezTo>
                    <a:pt x="9334" y="0"/>
                    <a:pt x="9300" y="14"/>
                    <a:pt x="9272" y="41"/>
                  </a:cubicBezTo>
                  <a:lnTo>
                    <a:pt x="5441" y="3872"/>
                  </a:lnTo>
                  <a:cubicBezTo>
                    <a:pt x="5412" y="3901"/>
                    <a:pt x="5376" y="3915"/>
                    <a:pt x="5341" y="3915"/>
                  </a:cubicBezTo>
                  <a:cubicBezTo>
                    <a:pt x="5305" y="3915"/>
                    <a:pt x="5272" y="3901"/>
                    <a:pt x="5249" y="3872"/>
                  </a:cubicBezTo>
                  <a:lnTo>
                    <a:pt x="1409" y="41"/>
                  </a:lnTo>
                  <a:cubicBezTo>
                    <a:pt x="1386" y="14"/>
                    <a:pt x="1353" y="0"/>
                    <a:pt x="1317"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49"/>
          <p:cNvGrpSpPr/>
          <p:nvPr/>
        </p:nvGrpSpPr>
        <p:grpSpPr>
          <a:xfrm>
            <a:off x="2342904" y="2635495"/>
            <a:ext cx="361789" cy="361870"/>
            <a:chOff x="2306272" y="2635495"/>
            <a:chExt cx="361789" cy="361870"/>
          </a:xfrm>
        </p:grpSpPr>
        <p:sp>
          <p:nvSpPr>
            <p:cNvPr id="953" name="Google Shape;953;p49"/>
            <p:cNvSpPr/>
            <p:nvPr/>
          </p:nvSpPr>
          <p:spPr>
            <a:xfrm>
              <a:off x="2306272" y="2635495"/>
              <a:ext cx="361789" cy="361870"/>
            </a:xfrm>
            <a:custGeom>
              <a:avLst/>
              <a:gdLst/>
              <a:ahLst/>
              <a:cxnLst/>
              <a:rect l="l" t="t" r="r" b="b"/>
              <a:pathLst>
                <a:path w="13417" h="13420" extrusionOk="0">
                  <a:moveTo>
                    <a:pt x="6714" y="1"/>
                  </a:moveTo>
                  <a:cubicBezTo>
                    <a:pt x="3007" y="1"/>
                    <a:pt x="0" y="3010"/>
                    <a:pt x="0" y="6717"/>
                  </a:cubicBezTo>
                  <a:cubicBezTo>
                    <a:pt x="0" y="10410"/>
                    <a:pt x="3007" y="13419"/>
                    <a:pt x="6714" y="13419"/>
                  </a:cubicBezTo>
                  <a:cubicBezTo>
                    <a:pt x="10420" y="13419"/>
                    <a:pt x="13416" y="10410"/>
                    <a:pt x="13416" y="6717"/>
                  </a:cubicBezTo>
                  <a:cubicBezTo>
                    <a:pt x="13416" y="3010"/>
                    <a:pt x="10420" y="1"/>
                    <a:pt x="6714"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49"/>
            <p:cNvSpPr/>
            <p:nvPr/>
          </p:nvSpPr>
          <p:spPr>
            <a:xfrm>
              <a:off x="2347906" y="2677129"/>
              <a:ext cx="278872" cy="278899"/>
            </a:xfrm>
            <a:custGeom>
              <a:avLst/>
              <a:gdLst/>
              <a:ahLst/>
              <a:cxnLst/>
              <a:rect l="l" t="t" r="r" b="b"/>
              <a:pathLst>
                <a:path w="10342" h="10343" extrusionOk="0">
                  <a:moveTo>
                    <a:pt x="5170" y="1"/>
                  </a:moveTo>
                  <a:cubicBezTo>
                    <a:pt x="2309" y="1"/>
                    <a:pt x="0" y="2310"/>
                    <a:pt x="0" y="5173"/>
                  </a:cubicBezTo>
                  <a:cubicBezTo>
                    <a:pt x="0" y="8022"/>
                    <a:pt x="2309" y="10342"/>
                    <a:pt x="5170" y="10342"/>
                  </a:cubicBezTo>
                  <a:cubicBezTo>
                    <a:pt x="8019" y="10342"/>
                    <a:pt x="10342" y="8022"/>
                    <a:pt x="10342" y="5173"/>
                  </a:cubicBezTo>
                  <a:cubicBezTo>
                    <a:pt x="10342" y="2310"/>
                    <a:pt x="8019" y="1"/>
                    <a:pt x="5170" y="1"/>
                  </a:cubicBezTo>
                  <a:close/>
                </a:path>
              </a:pathLst>
            </a:custGeom>
            <a:solidFill>
              <a:srgbClr val="2E5A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49"/>
            <p:cNvSpPr/>
            <p:nvPr/>
          </p:nvSpPr>
          <p:spPr>
            <a:xfrm>
              <a:off x="2343591" y="2673192"/>
              <a:ext cx="287717" cy="286962"/>
            </a:xfrm>
            <a:custGeom>
              <a:avLst/>
              <a:gdLst/>
              <a:ahLst/>
              <a:cxnLst/>
              <a:rect l="l" t="t" r="r" b="b"/>
              <a:pathLst>
                <a:path w="10670" h="10642" extrusionOk="0">
                  <a:moveTo>
                    <a:pt x="1302" y="1"/>
                  </a:moveTo>
                  <a:cubicBezTo>
                    <a:pt x="1269" y="1"/>
                    <a:pt x="1235" y="11"/>
                    <a:pt x="1206" y="33"/>
                  </a:cubicBezTo>
                  <a:lnTo>
                    <a:pt x="47" y="1206"/>
                  </a:lnTo>
                  <a:cubicBezTo>
                    <a:pt x="1" y="1263"/>
                    <a:pt x="1" y="1352"/>
                    <a:pt x="47" y="1398"/>
                  </a:cubicBezTo>
                  <a:lnTo>
                    <a:pt x="9250" y="10602"/>
                  </a:lnTo>
                  <a:cubicBezTo>
                    <a:pt x="9282" y="10626"/>
                    <a:pt x="9318" y="10641"/>
                    <a:pt x="9353" y="10641"/>
                  </a:cubicBezTo>
                  <a:cubicBezTo>
                    <a:pt x="9380" y="10641"/>
                    <a:pt x="9407" y="10633"/>
                    <a:pt x="9431" y="10613"/>
                  </a:cubicBezTo>
                  <a:cubicBezTo>
                    <a:pt x="9883" y="10275"/>
                    <a:pt x="10275" y="9880"/>
                    <a:pt x="10626" y="9428"/>
                  </a:cubicBezTo>
                  <a:cubicBezTo>
                    <a:pt x="10670" y="9385"/>
                    <a:pt x="10670" y="9307"/>
                    <a:pt x="10613" y="9250"/>
                  </a:cubicBezTo>
                  <a:lnTo>
                    <a:pt x="1398" y="33"/>
                  </a:lnTo>
                  <a:cubicBezTo>
                    <a:pt x="1370" y="11"/>
                    <a:pt x="1336" y="1"/>
                    <a:pt x="1302"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 name="Google Shape;956;p49"/>
          <p:cNvGrpSpPr/>
          <p:nvPr/>
        </p:nvGrpSpPr>
        <p:grpSpPr>
          <a:xfrm>
            <a:off x="1505654" y="2661516"/>
            <a:ext cx="372791" cy="309666"/>
            <a:chOff x="1520997" y="2661516"/>
            <a:chExt cx="372791" cy="309666"/>
          </a:xfrm>
        </p:grpSpPr>
        <p:sp>
          <p:nvSpPr>
            <p:cNvPr id="957" name="Google Shape;957;p49"/>
            <p:cNvSpPr/>
            <p:nvPr/>
          </p:nvSpPr>
          <p:spPr>
            <a:xfrm>
              <a:off x="1520997" y="2661516"/>
              <a:ext cx="372791" cy="309666"/>
            </a:xfrm>
            <a:custGeom>
              <a:avLst/>
              <a:gdLst/>
              <a:ahLst/>
              <a:cxnLst/>
              <a:rect l="l" t="t" r="r" b="b"/>
              <a:pathLst>
                <a:path w="13825" h="11484" extrusionOk="0">
                  <a:moveTo>
                    <a:pt x="6914" y="0"/>
                  </a:moveTo>
                  <a:cubicBezTo>
                    <a:pt x="6647" y="0"/>
                    <a:pt x="6382" y="129"/>
                    <a:pt x="6230" y="388"/>
                  </a:cubicBezTo>
                  <a:lnTo>
                    <a:pt x="317" y="10280"/>
                  </a:lnTo>
                  <a:cubicBezTo>
                    <a:pt x="0" y="10808"/>
                    <a:pt x="384" y="11484"/>
                    <a:pt x="1014" y="11484"/>
                  </a:cubicBezTo>
                  <a:lnTo>
                    <a:pt x="12821" y="11484"/>
                  </a:lnTo>
                  <a:cubicBezTo>
                    <a:pt x="13441" y="11484"/>
                    <a:pt x="13825" y="10808"/>
                    <a:pt x="13508" y="10280"/>
                  </a:cubicBezTo>
                  <a:lnTo>
                    <a:pt x="7606" y="388"/>
                  </a:lnTo>
                  <a:cubicBezTo>
                    <a:pt x="7448" y="129"/>
                    <a:pt x="7180" y="0"/>
                    <a:pt x="6914"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49"/>
            <p:cNvSpPr/>
            <p:nvPr/>
          </p:nvSpPr>
          <p:spPr>
            <a:xfrm>
              <a:off x="1596661" y="2739013"/>
              <a:ext cx="221733" cy="184198"/>
            </a:xfrm>
            <a:custGeom>
              <a:avLst/>
              <a:gdLst/>
              <a:ahLst/>
              <a:cxnLst/>
              <a:rect l="l" t="t" r="r" b="b"/>
              <a:pathLst>
                <a:path w="8223" h="6831" extrusionOk="0">
                  <a:moveTo>
                    <a:pt x="4110" y="1"/>
                  </a:moveTo>
                  <a:cubicBezTo>
                    <a:pt x="3951" y="1"/>
                    <a:pt x="3790" y="77"/>
                    <a:pt x="3694" y="228"/>
                  </a:cubicBezTo>
                  <a:lnTo>
                    <a:pt x="179" y="6109"/>
                  </a:lnTo>
                  <a:cubicBezTo>
                    <a:pt x="1" y="6425"/>
                    <a:pt x="225" y="6831"/>
                    <a:pt x="596" y="6831"/>
                  </a:cubicBezTo>
                  <a:lnTo>
                    <a:pt x="7625" y="6831"/>
                  </a:lnTo>
                  <a:cubicBezTo>
                    <a:pt x="7988" y="6831"/>
                    <a:pt x="8223" y="6425"/>
                    <a:pt x="8031" y="6109"/>
                  </a:cubicBezTo>
                  <a:lnTo>
                    <a:pt x="4516" y="228"/>
                  </a:lnTo>
                  <a:cubicBezTo>
                    <a:pt x="4427" y="77"/>
                    <a:pt x="4269" y="1"/>
                    <a:pt x="4110"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49"/>
            <p:cNvSpPr/>
            <p:nvPr/>
          </p:nvSpPr>
          <p:spPr>
            <a:xfrm>
              <a:off x="1624596" y="2865803"/>
              <a:ext cx="165889" cy="41310"/>
            </a:xfrm>
            <a:custGeom>
              <a:avLst/>
              <a:gdLst/>
              <a:ahLst/>
              <a:cxnLst/>
              <a:rect l="l" t="t" r="r" b="b"/>
              <a:pathLst>
                <a:path w="6152" h="1532" extrusionOk="0">
                  <a:moveTo>
                    <a:pt x="3074" y="1"/>
                  </a:moveTo>
                  <a:cubicBezTo>
                    <a:pt x="2231" y="1"/>
                    <a:pt x="1520" y="393"/>
                    <a:pt x="1317" y="923"/>
                  </a:cubicBezTo>
                  <a:lnTo>
                    <a:pt x="292" y="923"/>
                  </a:lnTo>
                  <a:cubicBezTo>
                    <a:pt x="125" y="923"/>
                    <a:pt x="0" y="1058"/>
                    <a:pt x="0" y="1228"/>
                  </a:cubicBezTo>
                  <a:cubicBezTo>
                    <a:pt x="0" y="1396"/>
                    <a:pt x="125" y="1531"/>
                    <a:pt x="292" y="1531"/>
                  </a:cubicBezTo>
                  <a:lnTo>
                    <a:pt x="5846" y="1531"/>
                  </a:lnTo>
                  <a:cubicBezTo>
                    <a:pt x="6016" y="1531"/>
                    <a:pt x="6151" y="1396"/>
                    <a:pt x="6151" y="1228"/>
                  </a:cubicBezTo>
                  <a:cubicBezTo>
                    <a:pt x="6151" y="1058"/>
                    <a:pt x="6016" y="923"/>
                    <a:pt x="5846" y="923"/>
                  </a:cubicBezTo>
                  <a:lnTo>
                    <a:pt x="4821" y="923"/>
                  </a:lnTo>
                  <a:cubicBezTo>
                    <a:pt x="4618" y="393"/>
                    <a:pt x="3910" y="1"/>
                    <a:pt x="3074"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49"/>
            <p:cNvSpPr/>
            <p:nvPr/>
          </p:nvSpPr>
          <p:spPr>
            <a:xfrm>
              <a:off x="1666797" y="2866396"/>
              <a:ext cx="123688" cy="40717"/>
            </a:xfrm>
            <a:custGeom>
              <a:avLst/>
              <a:gdLst/>
              <a:ahLst/>
              <a:cxnLst/>
              <a:rect l="l" t="t" r="r" b="b"/>
              <a:pathLst>
                <a:path w="4587" h="1510" extrusionOk="0">
                  <a:moveTo>
                    <a:pt x="1509" y="0"/>
                  </a:moveTo>
                  <a:cubicBezTo>
                    <a:pt x="880" y="0"/>
                    <a:pt x="317" y="214"/>
                    <a:pt x="1" y="541"/>
                  </a:cubicBezTo>
                  <a:cubicBezTo>
                    <a:pt x="282" y="417"/>
                    <a:pt x="631" y="338"/>
                    <a:pt x="1004" y="338"/>
                  </a:cubicBezTo>
                  <a:cubicBezTo>
                    <a:pt x="1769" y="338"/>
                    <a:pt x="2423" y="665"/>
                    <a:pt x="2683" y="1114"/>
                  </a:cubicBezTo>
                  <a:cubicBezTo>
                    <a:pt x="2740" y="1195"/>
                    <a:pt x="2829" y="1239"/>
                    <a:pt x="2918" y="1239"/>
                  </a:cubicBezTo>
                  <a:lnTo>
                    <a:pt x="3775" y="1239"/>
                  </a:lnTo>
                  <a:cubicBezTo>
                    <a:pt x="3864" y="1239"/>
                    <a:pt x="3943" y="1285"/>
                    <a:pt x="4000" y="1341"/>
                  </a:cubicBezTo>
                  <a:cubicBezTo>
                    <a:pt x="4046" y="1385"/>
                    <a:pt x="4067" y="1441"/>
                    <a:pt x="4078" y="1509"/>
                  </a:cubicBezTo>
                  <a:lnTo>
                    <a:pt x="4281" y="1509"/>
                  </a:lnTo>
                  <a:cubicBezTo>
                    <a:pt x="4451" y="1509"/>
                    <a:pt x="4586" y="1374"/>
                    <a:pt x="4586" y="1206"/>
                  </a:cubicBezTo>
                  <a:cubicBezTo>
                    <a:pt x="4586" y="1128"/>
                    <a:pt x="4551" y="1047"/>
                    <a:pt x="4497" y="993"/>
                  </a:cubicBezTo>
                  <a:cubicBezTo>
                    <a:pt x="4440" y="936"/>
                    <a:pt x="4373" y="901"/>
                    <a:pt x="4281" y="901"/>
                  </a:cubicBezTo>
                  <a:lnTo>
                    <a:pt x="3256" y="901"/>
                  </a:lnTo>
                  <a:cubicBezTo>
                    <a:pt x="3053" y="384"/>
                    <a:pt x="2345" y="0"/>
                    <a:pt x="1509"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 name="Google Shape;961;p49"/>
          <p:cNvGrpSpPr/>
          <p:nvPr/>
        </p:nvGrpSpPr>
        <p:grpSpPr>
          <a:xfrm>
            <a:off x="715539" y="2032503"/>
            <a:ext cx="361843" cy="361843"/>
            <a:chOff x="715391" y="2032503"/>
            <a:chExt cx="361843" cy="361843"/>
          </a:xfrm>
        </p:grpSpPr>
        <p:sp>
          <p:nvSpPr>
            <p:cNvPr id="962" name="Google Shape;962;p49"/>
            <p:cNvSpPr/>
            <p:nvPr/>
          </p:nvSpPr>
          <p:spPr>
            <a:xfrm>
              <a:off x="715391" y="2032503"/>
              <a:ext cx="361843" cy="361843"/>
            </a:xfrm>
            <a:custGeom>
              <a:avLst/>
              <a:gdLst/>
              <a:ahLst/>
              <a:cxnLst/>
              <a:rect l="l" t="t" r="r" b="b"/>
              <a:pathLst>
                <a:path w="13419" h="13419" extrusionOk="0">
                  <a:moveTo>
                    <a:pt x="6713" y="0"/>
                  </a:moveTo>
                  <a:cubicBezTo>
                    <a:pt x="3009" y="0"/>
                    <a:pt x="0" y="2999"/>
                    <a:pt x="0" y="6706"/>
                  </a:cubicBezTo>
                  <a:cubicBezTo>
                    <a:pt x="0" y="10410"/>
                    <a:pt x="3009" y="13419"/>
                    <a:pt x="6713" y="13419"/>
                  </a:cubicBezTo>
                  <a:cubicBezTo>
                    <a:pt x="10420" y="13419"/>
                    <a:pt x="13419" y="10410"/>
                    <a:pt x="13419" y="6706"/>
                  </a:cubicBezTo>
                  <a:cubicBezTo>
                    <a:pt x="13419" y="2999"/>
                    <a:pt x="10420" y="0"/>
                    <a:pt x="6713"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49"/>
            <p:cNvSpPr/>
            <p:nvPr/>
          </p:nvSpPr>
          <p:spPr>
            <a:xfrm>
              <a:off x="756998" y="2073841"/>
              <a:ext cx="278899" cy="278899"/>
            </a:xfrm>
            <a:custGeom>
              <a:avLst/>
              <a:gdLst/>
              <a:ahLst/>
              <a:cxnLst/>
              <a:rect l="l" t="t" r="r" b="b"/>
              <a:pathLst>
                <a:path w="10343" h="10343" extrusionOk="0">
                  <a:moveTo>
                    <a:pt x="5170" y="0"/>
                  </a:moveTo>
                  <a:cubicBezTo>
                    <a:pt x="2310" y="0"/>
                    <a:pt x="1" y="2320"/>
                    <a:pt x="1" y="5173"/>
                  </a:cubicBezTo>
                  <a:cubicBezTo>
                    <a:pt x="1" y="8033"/>
                    <a:pt x="2310" y="10342"/>
                    <a:pt x="5170" y="10342"/>
                  </a:cubicBezTo>
                  <a:cubicBezTo>
                    <a:pt x="8023" y="10342"/>
                    <a:pt x="10343" y="8033"/>
                    <a:pt x="10343" y="5173"/>
                  </a:cubicBezTo>
                  <a:cubicBezTo>
                    <a:pt x="10343" y="2320"/>
                    <a:pt x="8023" y="0"/>
                    <a:pt x="5170"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49"/>
            <p:cNvSpPr/>
            <p:nvPr/>
          </p:nvSpPr>
          <p:spPr>
            <a:xfrm>
              <a:off x="797984" y="2110001"/>
              <a:ext cx="167695" cy="193797"/>
            </a:xfrm>
            <a:custGeom>
              <a:avLst/>
              <a:gdLst/>
              <a:ahLst/>
              <a:cxnLst/>
              <a:rect l="l" t="t" r="r" b="b"/>
              <a:pathLst>
                <a:path w="6219" h="7187" extrusionOk="0">
                  <a:moveTo>
                    <a:pt x="3650" y="0"/>
                  </a:moveTo>
                  <a:cubicBezTo>
                    <a:pt x="2231" y="0"/>
                    <a:pt x="1082" y="1149"/>
                    <a:pt x="1082" y="2569"/>
                  </a:cubicBezTo>
                  <a:lnTo>
                    <a:pt x="1082" y="3469"/>
                  </a:lnTo>
                  <a:lnTo>
                    <a:pt x="260" y="3469"/>
                  </a:lnTo>
                  <a:cubicBezTo>
                    <a:pt x="92" y="3469"/>
                    <a:pt x="0" y="3650"/>
                    <a:pt x="92" y="3786"/>
                  </a:cubicBezTo>
                  <a:lnTo>
                    <a:pt x="1725" y="6095"/>
                  </a:lnTo>
                  <a:cubicBezTo>
                    <a:pt x="1765" y="6151"/>
                    <a:pt x="1827" y="6180"/>
                    <a:pt x="1889" y="6180"/>
                  </a:cubicBezTo>
                  <a:cubicBezTo>
                    <a:pt x="1951" y="6180"/>
                    <a:pt x="2013" y="6151"/>
                    <a:pt x="2052" y="6095"/>
                  </a:cubicBezTo>
                  <a:lnTo>
                    <a:pt x="3686" y="3786"/>
                  </a:lnTo>
                  <a:cubicBezTo>
                    <a:pt x="3775" y="3650"/>
                    <a:pt x="3675" y="3469"/>
                    <a:pt x="3515" y="3469"/>
                  </a:cubicBezTo>
                  <a:lnTo>
                    <a:pt x="2704" y="3469"/>
                  </a:lnTo>
                  <a:lnTo>
                    <a:pt x="2704" y="2569"/>
                  </a:lnTo>
                  <a:cubicBezTo>
                    <a:pt x="2704" y="2050"/>
                    <a:pt x="3134" y="1633"/>
                    <a:pt x="3650" y="1633"/>
                  </a:cubicBezTo>
                  <a:cubicBezTo>
                    <a:pt x="4170" y="1633"/>
                    <a:pt x="4597" y="2050"/>
                    <a:pt x="4597" y="2569"/>
                  </a:cubicBezTo>
                  <a:lnTo>
                    <a:pt x="4597" y="6849"/>
                  </a:lnTo>
                  <a:cubicBezTo>
                    <a:pt x="4597" y="7041"/>
                    <a:pt x="4745" y="7187"/>
                    <a:pt x="4924" y="7187"/>
                  </a:cubicBezTo>
                  <a:lnTo>
                    <a:pt x="5881" y="7187"/>
                  </a:lnTo>
                  <a:cubicBezTo>
                    <a:pt x="6073" y="7187"/>
                    <a:pt x="6219" y="7041"/>
                    <a:pt x="6219" y="6849"/>
                  </a:cubicBezTo>
                  <a:lnTo>
                    <a:pt x="6219" y="2569"/>
                  </a:lnTo>
                  <a:cubicBezTo>
                    <a:pt x="6219" y="1149"/>
                    <a:pt x="5070" y="0"/>
                    <a:pt x="3650"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49"/>
            <p:cNvSpPr/>
            <p:nvPr/>
          </p:nvSpPr>
          <p:spPr>
            <a:xfrm>
              <a:off x="886133" y="2110001"/>
              <a:ext cx="79547" cy="193797"/>
            </a:xfrm>
            <a:custGeom>
              <a:avLst/>
              <a:gdLst/>
              <a:ahLst/>
              <a:cxnLst/>
              <a:rect l="l" t="t" r="r" b="b"/>
              <a:pathLst>
                <a:path w="2950" h="7187" extrusionOk="0">
                  <a:moveTo>
                    <a:pt x="360" y="0"/>
                  </a:moveTo>
                  <a:cubicBezTo>
                    <a:pt x="235" y="0"/>
                    <a:pt x="125" y="0"/>
                    <a:pt x="0" y="22"/>
                  </a:cubicBezTo>
                  <a:cubicBezTo>
                    <a:pt x="573" y="100"/>
                    <a:pt x="1092" y="360"/>
                    <a:pt x="1487" y="744"/>
                  </a:cubicBezTo>
                  <a:cubicBezTo>
                    <a:pt x="1950" y="1217"/>
                    <a:pt x="2242" y="1858"/>
                    <a:pt x="2242" y="2569"/>
                  </a:cubicBezTo>
                  <a:lnTo>
                    <a:pt x="2242" y="6849"/>
                  </a:lnTo>
                  <a:cubicBezTo>
                    <a:pt x="2242" y="7041"/>
                    <a:pt x="2096" y="7187"/>
                    <a:pt x="1904" y="7187"/>
                  </a:cubicBezTo>
                  <a:lnTo>
                    <a:pt x="2612" y="7187"/>
                  </a:lnTo>
                  <a:cubicBezTo>
                    <a:pt x="2804" y="7187"/>
                    <a:pt x="2950" y="7041"/>
                    <a:pt x="2950" y="6849"/>
                  </a:cubicBezTo>
                  <a:lnTo>
                    <a:pt x="2950" y="2569"/>
                  </a:lnTo>
                  <a:cubicBezTo>
                    <a:pt x="2950" y="1858"/>
                    <a:pt x="2658" y="1217"/>
                    <a:pt x="2196" y="744"/>
                  </a:cubicBezTo>
                  <a:cubicBezTo>
                    <a:pt x="1722" y="282"/>
                    <a:pt x="1071" y="0"/>
                    <a:pt x="360"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9"/>
            <p:cNvSpPr/>
            <p:nvPr/>
          </p:nvSpPr>
          <p:spPr>
            <a:xfrm>
              <a:off x="752791" y="2069985"/>
              <a:ext cx="287636" cy="287069"/>
            </a:xfrm>
            <a:custGeom>
              <a:avLst/>
              <a:gdLst/>
              <a:ahLst/>
              <a:cxnLst/>
              <a:rect l="l" t="t" r="r" b="b"/>
              <a:pathLst>
                <a:path w="10667" h="10646" extrusionOk="0">
                  <a:moveTo>
                    <a:pt x="1299" y="1"/>
                  </a:moveTo>
                  <a:cubicBezTo>
                    <a:pt x="1265" y="1"/>
                    <a:pt x="1232" y="15"/>
                    <a:pt x="1203" y="43"/>
                  </a:cubicBezTo>
                  <a:lnTo>
                    <a:pt x="43" y="1214"/>
                  </a:lnTo>
                  <a:cubicBezTo>
                    <a:pt x="0" y="1271"/>
                    <a:pt x="0" y="1349"/>
                    <a:pt x="43" y="1406"/>
                  </a:cubicBezTo>
                  <a:lnTo>
                    <a:pt x="9247" y="10609"/>
                  </a:lnTo>
                  <a:cubicBezTo>
                    <a:pt x="9277" y="10634"/>
                    <a:pt x="9310" y="10645"/>
                    <a:pt x="9344" y="10645"/>
                  </a:cubicBezTo>
                  <a:cubicBezTo>
                    <a:pt x="9373" y="10645"/>
                    <a:pt x="9401" y="10637"/>
                    <a:pt x="9428" y="10620"/>
                  </a:cubicBezTo>
                  <a:cubicBezTo>
                    <a:pt x="9879" y="10271"/>
                    <a:pt x="10274" y="9877"/>
                    <a:pt x="10623" y="9439"/>
                  </a:cubicBezTo>
                  <a:cubicBezTo>
                    <a:pt x="10666" y="9382"/>
                    <a:pt x="10666" y="9303"/>
                    <a:pt x="10612" y="9258"/>
                  </a:cubicBezTo>
                  <a:lnTo>
                    <a:pt x="1395" y="43"/>
                  </a:lnTo>
                  <a:cubicBezTo>
                    <a:pt x="1367" y="15"/>
                    <a:pt x="1333" y="1"/>
                    <a:pt x="1299"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 name="Google Shape;967;p49"/>
          <p:cNvGrpSpPr/>
          <p:nvPr/>
        </p:nvGrpSpPr>
        <p:grpSpPr>
          <a:xfrm>
            <a:off x="8010165" y="2001224"/>
            <a:ext cx="361789" cy="361843"/>
            <a:chOff x="7963205" y="2001224"/>
            <a:chExt cx="361789" cy="361843"/>
          </a:xfrm>
        </p:grpSpPr>
        <p:sp>
          <p:nvSpPr>
            <p:cNvPr id="968" name="Google Shape;968;p49"/>
            <p:cNvSpPr/>
            <p:nvPr/>
          </p:nvSpPr>
          <p:spPr>
            <a:xfrm>
              <a:off x="7963205" y="2001224"/>
              <a:ext cx="361789" cy="361843"/>
            </a:xfrm>
            <a:custGeom>
              <a:avLst/>
              <a:gdLst/>
              <a:ahLst/>
              <a:cxnLst/>
              <a:rect l="l" t="t" r="r" b="b"/>
              <a:pathLst>
                <a:path w="13417" h="13419" extrusionOk="0">
                  <a:moveTo>
                    <a:pt x="6703" y="0"/>
                  </a:moveTo>
                  <a:cubicBezTo>
                    <a:pt x="2997" y="0"/>
                    <a:pt x="1" y="3010"/>
                    <a:pt x="1" y="6716"/>
                  </a:cubicBezTo>
                  <a:cubicBezTo>
                    <a:pt x="1" y="10410"/>
                    <a:pt x="2997" y="13419"/>
                    <a:pt x="6703" y="13419"/>
                  </a:cubicBezTo>
                  <a:cubicBezTo>
                    <a:pt x="10410" y="13419"/>
                    <a:pt x="13417" y="10410"/>
                    <a:pt x="13417" y="6716"/>
                  </a:cubicBezTo>
                  <a:cubicBezTo>
                    <a:pt x="13417" y="3010"/>
                    <a:pt x="10410" y="0"/>
                    <a:pt x="6703"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49"/>
            <p:cNvSpPr/>
            <p:nvPr/>
          </p:nvSpPr>
          <p:spPr>
            <a:xfrm>
              <a:off x="8004489" y="2042561"/>
              <a:ext cx="278872" cy="279169"/>
            </a:xfrm>
            <a:custGeom>
              <a:avLst/>
              <a:gdLst/>
              <a:ahLst/>
              <a:cxnLst/>
              <a:rect l="l" t="t" r="r" b="b"/>
              <a:pathLst>
                <a:path w="10342" h="10353" extrusionOk="0">
                  <a:moveTo>
                    <a:pt x="5172" y="0"/>
                  </a:moveTo>
                  <a:cubicBezTo>
                    <a:pt x="2323" y="0"/>
                    <a:pt x="0" y="2320"/>
                    <a:pt x="0" y="5183"/>
                  </a:cubicBezTo>
                  <a:cubicBezTo>
                    <a:pt x="0" y="8033"/>
                    <a:pt x="2323" y="10353"/>
                    <a:pt x="5172" y="10353"/>
                  </a:cubicBezTo>
                  <a:cubicBezTo>
                    <a:pt x="8033" y="10353"/>
                    <a:pt x="10342" y="8033"/>
                    <a:pt x="10342" y="5183"/>
                  </a:cubicBezTo>
                  <a:cubicBezTo>
                    <a:pt x="10342" y="2320"/>
                    <a:pt x="8033" y="0"/>
                    <a:pt x="5172"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9"/>
            <p:cNvSpPr/>
            <p:nvPr/>
          </p:nvSpPr>
          <p:spPr>
            <a:xfrm>
              <a:off x="8074678" y="2079315"/>
              <a:ext cx="167722" cy="193797"/>
            </a:xfrm>
            <a:custGeom>
              <a:avLst/>
              <a:gdLst/>
              <a:ahLst/>
              <a:cxnLst/>
              <a:rect l="l" t="t" r="r" b="b"/>
              <a:pathLst>
                <a:path w="6220" h="7187" extrusionOk="0">
                  <a:moveTo>
                    <a:pt x="2569" y="0"/>
                  </a:moveTo>
                  <a:cubicBezTo>
                    <a:pt x="1150" y="0"/>
                    <a:pt x="1" y="1149"/>
                    <a:pt x="1" y="2569"/>
                  </a:cubicBezTo>
                  <a:lnTo>
                    <a:pt x="1" y="6849"/>
                  </a:lnTo>
                  <a:cubicBezTo>
                    <a:pt x="1" y="7030"/>
                    <a:pt x="147" y="7187"/>
                    <a:pt x="339" y="7187"/>
                  </a:cubicBezTo>
                  <a:lnTo>
                    <a:pt x="1296" y="7187"/>
                  </a:lnTo>
                  <a:cubicBezTo>
                    <a:pt x="1477" y="7187"/>
                    <a:pt x="1623" y="7030"/>
                    <a:pt x="1623" y="6849"/>
                  </a:cubicBezTo>
                  <a:lnTo>
                    <a:pt x="1623" y="2569"/>
                  </a:lnTo>
                  <a:cubicBezTo>
                    <a:pt x="1623" y="2050"/>
                    <a:pt x="2050" y="1633"/>
                    <a:pt x="2569" y="1633"/>
                  </a:cubicBezTo>
                  <a:cubicBezTo>
                    <a:pt x="3086" y="1633"/>
                    <a:pt x="3516" y="2050"/>
                    <a:pt x="3516" y="2569"/>
                  </a:cubicBezTo>
                  <a:lnTo>
                    <a:pt x="3516" y="3458"/>
                  </a:lnTo>
                  <a:lnTo>
                    <a:pt x="2705" y="3458"/>
                  </a:lnTo>
                  <a:cubicBezTo>
                    <a:pt x="2545" y="3458"/>
                    <a:pt x="2445" y="3650"/>
                    <a:pt x="2545" y="3774"/>
                  </a:cubicBezTo>
                  <a:lnTo>
                    <a:pt x="4167" y="6094"/>
                  </a:lnTo>
                  <a:cubicBezTo>
                    <a:pt x="4208" y="6151"/>
                    <a:pt x="4270" y="6179"/>
                    <a:pt x="4332" y="6179"/>
                  </a:cubicBezTo>
                  <a:cubicBezTo>
                    <a:pt x="4394" y="6179"/>
                    <a:pt x="4455" y="6151"/>
                    <a:pt x="4494" y="6094"/>
                  </a:cubicBezTo>
                  <a:lnTo>
                    <a:pt x="6127" y="3774"/>
                  </a:lnTo>
                  <a:cubicBezTo>
                    <a:pt x="6219" y="3639"/>
                    <a:pt x="6127" y="3458"/>
                    <a:pt x="5960" y="3458"/>
                  </a:cubicBezTo>
                  <a:lnTo>
                    <a:pt x="5138" y="3458"/>
                  </a:lnTo>
                  <a:lnTo>
                    <a:pt x="5138" y="2569"/>
                  </a:lnTo>
                  <a:cubicBezTo>
                    <a:pt x="5138" y="1149"/>
                    <a:pt x="3989" y="0"/>
                    <a:pt x="2569"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9"/>
            <p:cNvSpPr/>
            <p:nvPr/>
          </p:nvSpPr>
          <p:spPr>
            <a:xfrm>
              <a:off x="8128123" y="2077184"/>
              <a:ext cx="113981" cy="130025"/>
            </a:xfrm>
            <a:custGeom>
              <a:avLst/>
              <a:gdLst/>
              <a:ahLst/>
              <a:cxnLst/>
              <a:rect l="l" t="t" r="r" b="b"/>
              <a:pathLst>
                <a:path w="4227" h="4822" extrusionOk="0">
                  <a:moveTo>
                    <a:pt x="577" y="1"/>
                  </a:moveTo>
                  <a:cubicBezTo>
                    <a:pt x="374" y="1"/>
                    <a:pt x="182" y="11"/>
                    <a:pt x="1" y="57"/>
                  </a:cubicBezTo>
                  <a:cubicBezTo>
                    <a:pt x="1263" y="531"/>
                    <a:pt x="2164" y="1758"/>
                    <a:pt x="2164" y="3188"/>
                  </a:cubicBezTo>
                  <a:lnTo>
                    <a:pt x="2164" y="4089"/>
                  </a:lnTo>
                  <a:cubicBezTo>
                    <a:pt x="2164" y="4237"/>
                    <a:pt x="2277" y="4348"/>
                    <a:pt x="2434" y="4348"/>
                  </a:cubicBezTo>
                  <a:lnTo>
                    <a:pt x="3199" y="4348"/>
                  </a:lnTo>
                  <a:cubicBezTo>
                    <a:pt x="3411" y="4348"/>
                    <a:pt x="3565" y="4641"/>
                    <a:pt x="3456" y="4810"/>
                  </a:cubicBezTo>
                  <a:lnTo>
                    <a:pt x="3456" y="4810"/>
                  </a:lnTo>
                  <a:lnTo>
                    <a:pt x="4135" y="3832"/>
                  </a:lnTo>
                  <a:cubicBezTo>
                    <a:pt x="4227" y="3697"/>
                    <a:pt x="4135" y="3516"/>
                    <a:pt x="3967" y="3516"/>
                  </a:cubicBezTo>
                  <a:lnTo>
                    <a:pt x="3156" y="3516"/>
                  </a:lnTo>
                  <a:lnTo>
                    <a:pt x="3156" y="2637"/>
                  </a:lnTo>
                  <a:cubicBezTo>
                    <a:pt x="3156" y="1196"/>
                    <a:pt x="2007" y="1"/>
                    <a:pt x="577" y="1"/>
                  </a:cubicBezTo>
                  <a:close/>
                  <a:moveTo>
                    <a:pt x="3456" y="4810"/>
                  </a:moveTo>
                  <a:lnTo>
                    <a:pt x="3448" y="4821"/>
                  </a:lnTo>
                  <a:cubicBezTo>
                    <a:pt x="3451" y="4818"/>
                    <a:pt x="3453" y="4814"/>
                    <a:pt x="3456" y="481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9"/>
            <p:cNvSpPr/>
            <p:nvPr/>
          </p:nvSpPr>
          <p:spPr>
            <a:xfrm>
              <a:off x="8000255" y="2038705"/>
              <a:ext cx="287717" cy="287150"/>
            </a:xfrm>
            <a:custGeom>
              <a:avLst/>
              <a:gdLst/>
              <a:ahLst/>
              <a:cxnLst/>
              <a:rect l="l" t="t" r="r" b="b"/>
              <a:pathLst>
                <a:path w="10670" h="10649" extrusionOk="0">
                  <a:moveTo>
                    <a:pt x="1306" y="0"/>
                  </a:moveTo>
                  <a:cubicBezTo>
                    <a:pt x="1271" y="0"/>
                    <a:pt x="1235" y="14"/>
                    <a:pt x="1206" y="41"/>
                  </a:cubicBezTo>
                  <a:lnTo>
                    <a:pt x="57" y="1214"/>
                  </a:lnTo>
                  <a:cubicBezTo>
                    <a:pt x="0" y="1271"/>
                    <a:pt x="0" y="1349"/>
                    <a:pt x="57" y="1406"/>
                  </a:cubicBezTo>
                  <a:lnTo>
                    <a:pt x="9261" y="10609"/>
                  </a:lnTo>
                  <a:cubicBezTo>
                    <a:pt x="9287" y="10634"/>
                    <a:pt x="9323" y="10649"/>
                    <a:pt x="9358" y="10649"/>
                  </a:cubicBezTo>
                  <a:cubicBezTo>
                    <a:pt x="9384" y="10649"/>
                    <a:pt x="9409" y="10640"/>
                    <a:pt x="9428" y="10620"/>
                  </a:cubicBezTo>
                  <a:cubicBezTo>
                    <a:pt x="9880" y="10282"/>
                    <a:pt x="10285" y="9888"/>
                    <a:pt x="10634" y="9436"/>
                  </a:cubicBezTo>
                  <a:cubicBezTo>
                    <a:pt x="10669" y="9393"/>
                    <a:pt x="10669" y="9314"/>
                    <a:pt x="10623" y="9258"/>
                  </a:cubicBezTo>
                  <a:lnTo>
                    <a:pt x="1398" y="41"/>
                  </a:lnTo>
                  <a:cubicBezTo>
                    <a:pt x="1375" y="14"/>
                    <a:pt x="1341" y="0"/>
                    <a:pt x="1306"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 name="Google Shape;973;p49"/>
          <p:cNvGrpSpPr/>
          <p:nvPr/>
        </p:nvGrpSpPr>
        <p:grpSpPr>
          <a:xfrm>
            <a:off x="7193543" y="2001224"/>
            <a:ext cx="361870" cy="361843"/>
            <a:chOff x="7193678" y="2001224"/>
            <a:chExt cx="361870" cy="361843"/>
          </a:xfrm>
        </p:grpSpPr>
        <p:sp>
          <p:nvSpPr>
            <p:cNvPr id="974" name="Google Shape;974;p49"/>
            <p:cNvSpPr/>
            <p:nvPr/>
          </p:nvSpPr>
          <p:spPr>
            <a:xfrm>
              <a:off x="7193678" y="2001224"/>
              <a:ext cx="361870" cy="361843"/>
            </a:xfrm>
            <a:custGeom>
              <a:avLst/>
              <a:gdLst/>
              <a:ahLst/>
              <a:cxnLst/>
              <a:rect l="l" t="t" r="r" b="b"/>
              <a:pathLst>
                <a:path w="13420" h="13419" extrusionOk="0">
                  <a:moveTo>
                    <a:pt x="6706" y="0"/>
                  </a:moveTo>
                  <a:cubicBezTo>
                    <a:pt x="2999" y="0"/>
                    <a:pt x="1" y="3010"/>
                    <a:pt x="1" y="6716"/>
                  </a:cubicBezTo>
                  <a:cubicBezTo>
                    <a:pt x="1" y="10410"/>
                    <a:pt x="2999" y="13419"/>
                    <a:pt x="6706" y="13419"/>
                  </a:cubicBezTo>
                  <a:cubicBezTo>
                    <a:pt x="10410" y="13419"/>
                    <a:pt x="13419" y="10410"/>
                    <a:pt x="13419" y="6716"/>
                  </a:cubicBezTo>
                  <a:cubicBezTo>
                    <a:pt x="13419" y="3010"/>
                    <a:pt x="10410" y="0"/>
                    <a:pt x="6706"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9"/>
            <p:cNvSpPr/>
            <p:nvPr/>
          </p:nvSpPr>
          <p:spPr>
            <a:xfrm>
              <a:off x="7235015" y="2042858"/>
              <a:ext cx="278899" cy="278872"/>
            </a:xfrm>
            <a:custGeom>
              <a:avLst/>
              <a:gdLst/>
              <a:ahLst/>
              <a:cxnLst/>
              <a:rect l="l" t="t" r="r" b="b"/>
              <a:pathLst>
                <a:path w="10343" h="10342" extrusionOk="0">
                  <a:moveTo>
                    <a:pt x="5173" y="0"/>
                  </a:moveTo>
                  <a:cubicBezTo>
                    <a:pt x="2321" y="0"/>
                    <a:pt x="1" y="2309"/>
                    <a:pt x="1" y="5172"/>
                  </a:cubicBezTo>
                  <a:cubicBezTo>
                    <a:pt x="1" y="8022"/>
                    <a:pt x="2321" y="10342"/>
                    <a:pt x="5173" y="10342"/>
                  </a:cubicBezTo>
                  <a:cubicBezTo>
                    <a:pt x="8034" y="10342"/>
                    <a:pt x="10343" y="8022"/>
                    <a:pt x="10343" y="5172"/>
                  </a:cubicBezTo>
                  <a:cubicBezTo>
                    <a:pt x="10343" y="2309"/>
                    <a:pt x="8034" y="0"/>
                    <a:pt x="5173"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49"/>
            <p:cNvSpPr/>
            <p:nvPr/>
          </p:nvSpPr>
          <p:spPr>
            <a:xfrm>
              <a:off x="7382649" y="2111808"/>
              <a:ext cx="65956" cy="99042"/>
            </a:xfrm>
            <a:custGeom>
              <a:avLst/>
              <a:gdLst/>
              <a:ahLst/>
              <a:cxnLst/>
              <a:rect l="l" t="t" r="r" b="b"/>
              <a:pathLst>
                <a:path w="2446" h="3673" extrusionOk="0">
                  <a:moveTo>
                    <a:pt x="182" y="1"/>
                  </a:moveTo>
                  <a:cubicBezTo>
                    <a:pt x="58" y="1"/>
                    <a:pt x="1" y="125"/>
                    <a:pt x="1" y="250"/>
                  </a:cubicBezTo>
                  <a:cubicBezTo>
                    <a:pt x="1" y="385"/>
                    <a:pt x="68" y="496"/>
                    <a:pt x="182" y="496"/>
                  </a:cubicBezTo>
                  <a:lnTo>
                    <a:pt x="958" y="496"/>
                  </a:lnTo>
                  <a:lnTo>
                    <a:pt x="958" y="3494"/>
                  </a:lnTo>
                  <a:cubicBezTo>
                    <a:pt x="958" y="3616"/>
                    <a:pt x="1082" y="3673"/>
                    <a:pt x="1218" y="3673"/>
                  </a:cubicBezTo>
                  <a:cubicBezTo>
                    <a:pt x="1353" y="3673"/>
                    <a:pt x="1477" y="3616"/>
                    <a:pt x="1477" y="3494"/>
                  </a:cubicBezTo>
                  <a:lnTo>
                    <a:pt x="1477" y="496"/>
                  </a:lnTo>
                  <a:lnTo>
                    <a:pt x="2267" y="496"/>
                  </a:lnTo>
                  <a:cubicBezTo>
                    <a:pt x="2388" y="496"/>
                    <a:pt x="2445" y="371"/>
                    <a:pt x="2445" y="236"/>
                  </a:cubicBezTo>
                  <a:cubicBezTo>
                    <a:pt x="2445" y="125"/>
                    <a:pt x="2388" y="1"/>
                    <a:pt x="2267"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49"/>
            <p:cNvSpPr/>
            <p:nvPr/>
          </p:nvSpPr>
          <p:spPr>
            <a:xfrm>
              <a:off x="7302751" y="2097543"/>
              <a:ext cx="69003" cy="114844"/>
            </a:xfrm>
            <a:custGeom>
              <a:avLst/>
              <a:gdLst/>
              <a:ahLst/>
              <a:cxnLst/>
              <a:rect l="l" t="t" r="r" b="b"/>
              <a:pathLst>
                <a:path w="2559" h="4259" extrusionOk="0">
                  <a:moveTo>
                    <a:pt x="474" y="0"/>
                  </a:moveTo>
                  <a:cubicBezTo>
                    <a:pt x="395" y="0"/>
                    <a:pt x="349" y="78"/>
                    <a:pt x="339" y="203"/>
                  </a:cubicBezTo>
                  <a:lnTo>
                    <a:pt x="214" y="1779"/>
                  </a:lnTo>
                  <a:cubicBezTo>
                    <a:pt x="203" y="1814"/>
                    <a:pt x="203" y="1871"/>
                    <a:pt x="203" y="1914"/>
                  </a:cubicBezTo>
                  <a:cubicBezTo>
                    <a:pt x="203" y="2063"/>
                    <a:pt x="260" y="2152"/>
                    <a:pt x="452" y="2152"/>
                  </a:cubicBezTo>
                  <a:lnTo>
                    <a:pt x="1274" y="2152"/>
                  </a:lnTo>
                  <a:cubicBezTo>
                    <a:pt x="1701" y="2152"/>
                    <a:pt x="1950" y="2387"/>
                    <a:pt x="1950" y="2885"/>
                  </a:cubicBezTo>
                  <a:lnTo>
                    <a:pt x="1950" y="2985"/>
                  </a:lnTo>
                  <a:cubicBezTo>
                    <a:pt x="1950" y="3482"/>
                    <a:pt x="1701" y="3718"/>
                    <a:pt x="1274" y="3718"/>
                  </a:cubicBezTo>
                  <a:cubicBezTo>
                    <a:pt x="904" y="3718"/>
                    <a:pt x="609" y="3526"/>
                    <a:pt x="609" y="3199"/>
                  </a:cubicBezTo>
                  <a:cubicBezTo>
                    <a:pt x="609" y="3053"/>
                    <a:pt x="552" y="2952"/>
                    <a:pt x="306" y="2952"/>
                  </a:cubicBezTo>
                  <a:cubicBezTo>
                    <a:pt x="114" y="2952"/>
                    <a:pt x="1" y="3020"/>
                    <a:pt x="1" y="3234"/>
                  </a:cubicBezTo>
                  <a:cubicBezTo>
                    <a:pt x="1" y="3774"/>
                    <a:pt x="463" y="4258"/>
                    <a:pt x="1285" y="4258"/>
                  </a:cubicBezTo>
                  <a:cubicBezTo>
                    <a:pt x="1985" y="4258"/>
                    <a:pt x="2558" y="3910"/>
                    <a:pt x="2558" y="2985"/>
                  </a:cubicBezTo>
                  <a:lnTo>
                    <a:pt x="2558" y="2874"/>
                  </a:lnTo>
                  <a:cubicBezTo>
                    <a:pt x="2558" y="1982"/>
                    <a:pt x="1996" y="1657"/>
                    <a:pt x="1274" y="1657"/>
                  </a:cubicBezTo>
                  <a:lnTo>
                    <a:pt x="768" y="1657"/>
                  </a:lnTo>
                  <a:lnTo>
                    <a:pt x="847" y="530"/>
                  </a:lnTo>
                  <a:lnTo>
                    <a:pt x="2174" y="530"/>
                  </a:lnTo>
                  <a:cubicBezTo>
                    <a:pt x="2288" y="530"/>
                    <a:pt x="2356" y="395"/>
                    <a:pt x="2356" y="270"/>
                  </a:cubicBezTo>
                  <a:cubicBezTo>
                    <a:pt x="2356" y="135"/>
                    <a:pt x="2288" y="0"/>
                    <a:pt x="2174"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9"/>
            <p:cNvSpPr/>
            <p:nvPr/>
          </p:nvSpPr>
          <p:spPr>
            <a:xfrm>
              <a:off x="7302455" y="2245176"/>
              <a:ext cx="144020" cy="10651"/>
            </a:xfrm>
            <a:custGeom>
              <a:avLst/>
              <a:gdLst/>
              <a:ahLst/>
              <a:cxnLst/>
              <a:rect l="l" t="t" r="r" b="b"/>
              <a:pathLst>
                <a:path w="5341" h="395" extrusionOk="0">
                  <a:moveTo>
                    <a:pt x="214" y="0"/>
                  </a:moveTo>
                  <a:cubicBezTo>
                    <a:pt x="104" y="0"/>
                    <a:pt x="1" y="103"/>
                    <a:pt x="22" y="224"/>
                  </a:cubicBezTo>
                  <a:cubicBezTo>
                    <a:pt x="36" y="327"/>
                    <a:pt x="125" y="395"/>
                    <a:pt x="225" y="395"/>
                  </a:cubicBezTo>
                  <a:lnTo>
                    <a:pt x="5127" y="395"/>
                  </a:lnTo>
                  <a:cubicBezTo>
                    <a:pt x="5251" y="395"/>
                    <a:pt x="5341" y="292"/>
                    <a:pt x="5330" y="181"/>
                  </a:cubicBezTo>
                  <a:cubicBezTo>
                    <a:pt x="5319" y="78"/>
                    <a:pt x="5227" y="0"/>
                    <a:pt x="5127"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9"/>
            <p:cNvSpPr/>
            <p:nvPr/>
          </p:nvSpPr>
          <p:spPr>
            <a:xfrm>
              <a:off x="7430997" y="2226948"/>
              <a:ext cx="23352" cy="47404"/>
            </a:xfrm>
            <a:custGeom>
              <a:avLst/>
              <a:gdLst/>
              <a:ahLst/>
              <a:cxnLst/>
              <a:rect l="l" t="t" r="r" b="b"/>
              <a:pathLst>
                <a:path w="866" h="1758" extrusionOk="0">
                  <a:moveTo>
                    <a:pt x="90" y="0"/>
                  </a:moveTo>
                  <a:cubicBezTo>
                    <a:pt x="44" y="0"/>
                    <a:pt x="0" y="46"/>
                    <a:pt x="0" y="89"/>
                  </a:cubicBezTo>
                  <a:lnTo>
                    <a:pt x="0" y="1668"/>
                  </a:lnTo>
                  <a:cubicBezTo>
                    <a:pt x="0" y="1712"/>
                    <a:pt x="44" y="1758"/>
                    <a:pt x="90" y="1758"/>
                  </a:cubicBezTo>
                  <a:lnTo>
                    <a:pt x="776" y="1758"/>
                  </a:lnTo>
                  <a:cubicBezTo>
                    <a:pt x="822" y="1758"/>
                    <a:pt x="866" y="1712"/>
                    <a:pt x="866" y="1668"/>
                  </a:cubicBezTo>
                  <a:lnTo>
                    <a:pt x="866" y="89"/>
                  </a:lnTo>
                  <a:cubicBezTo>
                    <a:pt x="866" y="46"/>
                    <a:pt x="822" y="0"/>
                    <a:pt x="776"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9"/>
            <p:cNvSpPr/>
            <p:nvPr/>
          </p:nvSpPr>
          <p:spPr>
            <a:xfrm>
              <a:off x="7443104" y="2226948"/>
              <a:ext cx="11244" cy="47404"/>
            </a:xfrm>
            <a:custGeom>
              <a:avLst/>
              <a:gdLst/>
              <a:ahLst/>
              <a:cxnLst/>
              <a:rect l="l" t="t" r="r" b="b"/>
              <a:pathLst>
                <a:path w="417" h="1758" extrusionOk="0">
                  <a:moveTo>
                    <a:pt x="0" y="0"/>
                  </a:moveTo>
                  <a:lnTo>
                    <a:pt x="0" y="1758"/>
                  </a:lnTo>
                  <a:lnTo>
                    <a:pt x="327" y="1758"/>
                  </a:lnTo>
                  <a:cubicBezTo>
                    <a:pt x="384" y="1758"/>
                    <a:pt x="417" y="1712"/>
                    <a:pt x="417" y="1668"/>
                  </a:cubicBezTo>
                  <a:lnTo>
                    <a:pt x="417" y="89"/>
                  </a:lnTo>
                  <a:cubicBezTo>
                    <a:pt x="417" y="46"/>
                    <a:pt x="373" y="0"/>
                    <a:pt x="327"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9"/>
            <p:cNvSpPr/>
            <p:nvPr/>
          </p:nvSpPr>
          <p:spPr>
            <a:xfrm>
              <a:off x="7294581" y="2226948"/>
              <a:ext cx="23433" cy="47404"/>
            </a:xfrm>
            <a:custGeom>
              <a:avLst/>
              <a:gdLst/>
              <a:ahLst/>
              <a:cxnLst/>
              <a:rect l="l" t="t" r="r" b="b"/>
              <a:pathLst>
                <a:path w="869" h="1758" extrusionOk="0">
                  <a:moveTo>
                    <a:pt x="101" y="0"/>
                  </a:moveTo>
                  <a:cubicBezTo>
                    <a:pt x="44" y="0"/>
                    <a:pt x="1" y="46"/>
                    <a:pt x="1" y="89"/>
                  </a:cubicBezTo>
                  <a:lnTo>
                    <a:pt x="1" y="1668"/>
                  </a:lnTo>
                  <a:cubicBezTo>
                    <a:pt x="1" y="1712"/>
                    <a:pt x="44" y="1758"/>
                    <a:pt x="101" y="1758"/>
                  </a:cubicBezTo>
                  <a:lnTo>
                    <a:pt x="777" y="1758"/>
                  </a:lnTo>
                  <a:cubicBezTo>
                    <a:pt x="834" y="1758"/>
                    <a:pt x="869" y="1712"/>
                    <a:pt x="869" y="1668"/>
                  </a:cubicBezTo>
                  <a:lnTo>
                    <a:pt x="869" y="89"/>
                  </a:lnTo>
                  <a:cubicBezTo>
                    <a:pt x="869" y="46"/>
                    <a:pt x="834" y="0"/>
                    <a:pt x="777"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9"/>
            <p:cNvSpPr/>
            <p:nvPr/>
          </p:nvSpPr>
          <p:spPr>
            <a:xfrm>
              <a:off x="7306095" y="2226948"/>
              <a:ext cx="11271" cy="47404"/>
            </a:xfrm>
            <a:custGeom>
              <a:avLst/>
              <a:gdLst/>
              <a:ahLst/>
              <a:cxnLst/>
              <a:rect l="l" t="t" r="r" b="b"/>
              <a:pathLst>
                <a:path w="418" h="1758" extrusionOk="0">
                  <a:moveTo>
                    <a:pt x="1" y="0"/>
                  </a:moveTo>
                  <a:lnTo>
                    <a:pt x="1" y="1758"/>
                  </a:lnTo>
                  <a:lnTo>
                    <a:pt x="328" y="1758"/>
                  </a:lnTo>
                  <a:cubicBezTo>
                    <a:pt x="374" y="1758"/>
                    <a:pt x="417" y="1712"/>
                    <a:pt x="417" y="1668"/>
                  </a:cubicBezTo>
                  <a:lnTo>
                    <a:pt x="417" y="89"/>
                  </a:lnTo>
                  <a:cubicBezTo>
                    <a:pt x="417" y="46"/>
                    <a:pt x="374" y="0"/>
                    <a:pt x="32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49"/>
            <p:cNvSpPr/>
            <p:nvPr/>
          </p:nvSpPr>
          <p:spPr>
            <a:xfrm>
              <a:off x="7358973" y="2235766"/>
              <a:ext cx="31010" cy="31010"/>
            </a:xfrm>
            <a:custGeom>
              <a:avLst/>
              <a:gdLst/>
              <a:ahLst/>
              <a:cxnLst/>
              <a:rect l="l" t="t" r="r" b="b"/>
              <a:pathLst>
                <a:path w="1150" h="1150" extrusionOk="0">
                  <a:moveTo>
                    <a:pt x="576" y="0"/>
                  </a:moveTo>
                  <a:cubicBezTo>
                    <a:pt x="260" y="0"/>
                    <a:pt x="0" y="260"/>
                    <a:pt x="0" y="573"/>
                  </a:cubicBezTo>
                  <a:cubicBezTo>
                    <a:pt x="0" y="890"/>
                    <a:pt x="260" y="1149"/>
                    <a:pt x="576" y="1149"/>
                  </a:cubicBezTo>
                  <a:cubicBezTo>
                    <a:pt x="890" y="1149"/>
                    <a:pt x="1149" y="890"/>
                    <a:pt x="1149" y="573"/>
                  </a:cubicBezTo>
                  <a:cubicBezTo>
                    <a:pt x="1149" y="260"/>
                    <a:pt x="890" y="0"/>
                    <a:pt x="576"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49"/>
            <p:cNvSpPr/>
            <p:nvPr/>
          </p:nvSpPr>
          <p:spPr>
            <a:xfrm>
              <a:off x="7359243" y="2237006"/>
              <a:ext cx="30740" cy="29769"/>
            </a:xfrm>
            <a:custGeom>
              <a:avLst/>
              <a:gdLst/>
              <a:ahLst/>
              <a:cxnLst/>
              <a:rect l="l" t="t" r="r" b="b"/>
              <a:pathLst>
                <a:path w="1140" h="1104" extrusionOk="0">
                  <a:moveTo>
                    <a:pt x="812" y="0"/>
                  </a:moveTo>
                  <a:cubicBezTo>
                    <a:pt x="812" y="33"/>
                    <a:pt x="823" y="79"/>
                    <a:pt x="823" y="111"/>
                  </a:cubicBezTo>
                  <a:cubicBezTo>
                    <a:pt x="823" y="427"/>
                    <a:pt x="566" y="687"/>
                    <a:pt x="239" y="687"/>
                  </a:cubicBezTo>
                  <a:cubicBezTo>
                    <a:pt x="161" y="687"/>
                    <a:pt x="69" y="663"/>
                    <a:pt x="1" y="630"/>
                  </a:cubicBezTo>
                  <a:lnTo>
                    <a:pt x="1" y="630"/>
                  </a:lnTo>
                  <a:cubicBezTo>
                    <a:pt x="47" y="901"/>
                    <a:pt x="282" y="1103"/>
                    <a:pt x="566" y="1103"/>
                  </a:cubicBezTo>
                  <a:cubicBezTo>
                    <a:pt x="880" y="1103"/>
                    <a:pt x="1139" y="844"/>
                    <a:pt x="1139" y="527"/>
                  </a:cubicBezTo>
                  <a:cubicBezTo>
                    <a:pt x="1139" y="292"/>
                    <a:pt x="1004" y="100"/>
                    <a:pt x="812"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49"/>
          <p:cNvGrpSpPr/>
          <p:nvPr/>
        </p:nvGrpSpPr>
        <p:grpSpPr>
          <a:xfrm>
            <a:off x="6371893" y="2001224"/>
            <a:ext cx="361789" cy="361843"/>
            <a:chOff x="6361673" y="2001224"/>
            <a:chExt cx="361789" cy="361843"/>
          </a:xfrm>
        </p:grpSpPr>
        <p:sp>
          <p:nvSpPr>
            <p:cNvPr id="986" name="Google Shape;986;p49"/>
            <p:cNvSpPr/>
            <p:nvPr/>
          </p:nvSpPr>
          <p:spPr>
            <a:xfrm>
              <a:off x="6361673" y="2001224"/>
              <a:ext cx="361789" cy="361843"/>
            </a:xfrm>
            <a:custGeom>
              <a:avLst/>
              <a:gdLst/>
              <a:ahLst/>
              <a:cxnLst/>
              <a:rect l="l" t="t" r="r" b="b"/>
              <a:pathLst>
                <a:path w="13417" h="13419" extrusionOk="0">
                  <a:moveTo>
                    <a:pt x="6714" y="0"/>
                  </a:moveTo>
                  <a:cubicBezTo>
                    <a:pt x="3007" y="0"/>
                    <a:pt x="1" y="3010"/>
                    <a:pt x="1" y="6716"/>
                  </a:cubicBezTo>
                  <a:cubicBezTo>
                    <a:pt x="1" y="10410"/>
                    <a:pt x="3007" y="13419"/>
                    <a:pt x="6714" y="13419"/>
                  </a:cubicBezTo>
                  <a:cubicBezTo>
                    <a:pt x="10421" y="13419"/>
                    <a:pt x="13417" y="10410"/>
                    <a:pt x="13417" y="6716"/>
                  </a:cubicBezTo>
                  <a:cubicBezTo>
                    <a:pt x="13417" y="3010"/>
                    <a:pt x="10421" y="0"/>
                    <a:pt x="6714"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49"/>
            <p:cNvSpPr/>
            <p:nvPr/>
          </p:nvSpPr>
          <p:spPr>
            <a:xfrm>
              <a:off x="6403307" y="2042858"/>
              <a:ext cx="278899" cy="278872"/>
            </a:xfrm>
            <a:custGeom>
              <a:avLst/>
              <a:gdLst/>
              <a:ahLst/>
              <a:cxnLst/>
              <a:rect l="l" t="t" r="r" b="b"/>
              <a:pathLst>
                <a:path w="10343" h="10342" extrusionOk="0">
                  <a:moveTo>
                    <a:pt x="5170" y="0"/>
                  </a:moveTo>
                  <a:cubicBezTo>
                    <a:pt x="2310" y="0"/>
                    <a:pt x="1" y="2309"/>
                    <a:pt x="1" y="5172"/>
                  </a:cubicBezTo>
                  <a:cubicBezTo>
                    <a:pt x="1" y="8022"/>
                    <a:pt x="2310" y="10342"/>
                    <a:pt x="5170" y="10342"/>
                  </a:cubicBezTo>
                  <a:cubicBezTo>
                    <a:pt x="8020" y="10342"/>
                    <a:pt x="10342" y="8022"/>
                    <a:pt x="10342" y="5172"/>
                  </a:cubicBezTo>
                  <a:cubicBezTo>
                    <a:pt x="10342" y="2309"/>
                    <a:pt x="8020" y="0"/>
                    <a:pt x="5170"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49"/>
            <p:cNvSpPr/>
            <p:nvPr/>
          </p:nvSpPr>
          <p:spPr>
            <a:xfrm>
              <a:off x="6482854" y="2086002"/>
              <a:ext cx="119725" cy="191991"/>
            </a:xfrm>
            <a:custGeom>
              <a:avLst/>
              <a:gdLst/>
              <a:ahLst/>
              <a:cxnLst/>
              <a:rect l="l" t="t" r="r" b="b"/>
              <a:pathLst>
                <a:path w="4440" h="7120" extrusionOk="0">
                  <a:moveTo>
                    <a:pt x="2244" y="912"/>
                  </a:moveTo>
                  <a:cubicBezTo>
                    <a:pt x="2974" y="912"/>
                    <a:pt x="3415" y="1318"/>
                    <a:pt x="3415" y="2175"/>
                  </a:cubicBezTo>
                  <a:lnTo>
                    <a:pt x="3415" y="2288"/>
                  </a:lnTo>
                  <a:cubicBezTo>
                    <a:pt x="3415" y="3153"/>
                    <a:pt x="2974" y="3559"/>
                    <a:pt x="2244" y="3559"/>
                  </a:cubicBezTo>
                  <a:lnTo>
                    <a:pt x="1028" y="3559"/>
                  </a:lnTo>
                  <a:lnTo>
                    <a:pt x="1028" y="912"/>
                  </a:lnTo>
                  <a:close/>
                  <a:moveTo>
                    <a:pt x="406" y="1"/>
                  </a:moveTo>
                  <a:cubicBezTo>
                    <a:pt x="160" y="1"/>
                    <a:pt x="0" y="158"/>
                    <a:pt x="0" y="328"/>
                  </a:cubicBezTo>
                  <a:lnTo>
                    <a:pt x="0" y="6782"/>
                  </a:lnTo>
                  <a:cubicBezTo>
                    <a:pt x="0" y="7006"/>
                    <a:pt x="271" y="7120"/>
                    <a:pt x="519" y="7120"/>
                  </a:cubicBezTo>
                  <a:cubicBezTo>
                    <a:pt x="779" y="7120"/>
                    <a:pt x="1028" y="7006"/>
                    <a:pt x="1028" y="6782"/>
                  </a:cubicBezTo>
                  <a:lnTo>
                    <a:pt x="1028" y="4370"/>
                  </a:lnTo>
                  <a:lnTo>
                    <a:pt x="2244" y="4370"/>
                  </a:lnTo>
                  <a:cubicBezTo>
                    <a:pt x="3472" y="4370"/>
                    <a:pt x="4440" y="3775"/>
                    <a:pt x="4440" y="2221"/>
                  </a:cubicBezTo>
                  <a:lnTo>
                    <a:pt x="4440" y="2139"/>
                  </a:lnTo>
                  <a:cubicBezTo>
                    <a:pt x="4440" y="574"/>
                    <a:pt x="3504" y="1"/>
                    <a:pt x="2299"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49"/>
            <p:cNvSpPr/>
            <p:nvPr/>
          </p:nvSpPr>
          <p:spPr>
            <a:xfrm>
              <a:off x="6399019" y="2038705"/>
              <a:ext cx="287690" cy="287150"/>
            </a:xfrm>
            <a:custGeom>
              <a:avLst/>
              <a:gdLst/>
              <a:ahLst/>
              <a:cxnLst/>
              <a:rect l="l" t="t" r="r" b="b"/>
              <a:pathLst>
                <a:path w="10669" h="10649" extrusionOk="0">
                  <a:moveTo>
                    <a:pt x="1302" y="0"/>
                  </a:moveTo>
                  <a:cubicBezTo>
                    <a:pt x="1268" y="0"/>
                    <a:pt x="1234" y="14"/>
                    <a:pt x="1206" y="41"/>
                  </a:cubicBezTo>
                  <a:lnTo>
                    <a:pt x="46" y="1214"/>
                  </a:lnTo>
                  <a:cubicBezTo>
                    <a:pt x="0" y="1271"/>
                    <a:pt x="0" y="1349"/>
                    <a:pt x="46" y="1406"/>
                  </a:cubicBezTo>
                  <a:lnTo>
                    <a:pt x="9250" y="10609"/>
                  </a:lnTo>
                  <a:cubicBezTo>
                    <a:pt x="9276" y="10634"/>
                    <a:pt x="9312" y="10649"/>
                    <a:pt x="9349" y="10649"/>
                  </a:cubicBezTo>
                  <a:cubicBezTo>
                    <a:pt x="9377" y="10649"/>
                    <a:pt x="9406" y="10640"/>
                    <a:pt x="9431" y="10620"/>
                  </a:cubicBezTo>
                  <a:cubicBezTo>
                    <a:pt x="9882" y="10282"/>
                    <a:pt x="10274" y="9888"/>
                    <a:pt x="10626" y="9436"/>
                  </a:cubicBezTo>
                  <a:cubicBezTo>
                    <a:pt x="10669" y="9393"/>
                    <a:pt x="10669" y="9314"/>
                    <a:pt x="10612" y="9258"/>
                  </a:cubicBezTo>
                  <a:lnTo>
                    <a:pt x="1398" y="41"/>
                  </a:lnTo>
                  <a:cubicBezTo>
                    <a:pt x="1369" y="14"/>
                    <a:pt x="1336" y="0"/>
                    <a:pt x="1302"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 name="Google Shape;990;p49"/>
          <p:cNvGrpSpPr/>
          <p:nvPr/>
        </p:nvGrpSpPr>
        <p:grpSpPr>
          <a:xfrm>
            <a:off x="5545698" y="2001224"/>
            <a:ext cx="361870" cy="361843"/>
            <a:chOff x="5508959" y="2001224"/>
            <a:chExt cx="361870" cy="361843"/>
          </a:xfrm>
        </p:grpSpPr>
        <p:sp>
          <p:nvSpPr>
            <p:cNvPr id="991" name="Google Shape;991;p49"/>
            <p:cNvSpPr/>
            <p:nvPr/>
          </p:nvSpPr>
          <p:spPr>
            <a:xfrm>
              <a:off x="5508959" y="2001224"/>
              <a:ext cx="361870" cy="361843"/>
            </a:xfrm>
            <a:custGeom>
              <a:avLst/>
              <a:gdLst/>
              <a:ahLst/>
              <a:cxnLst/>
              <a:rect l="l" t="t" r="r" b="b"/>
              <a:pathLst>
                <a:path w="13420" h="13419" extrusionOk="0">
                  <a:moveTo>
                    <a:pt x="6714" y="0"/>
                  </a:moveTo>
                  <a:cubicBezTo>
                    <a:pt x="3010" y="0"/>
                    <a:pt x="1" y="3010"/>
                    <a:pt x="1" y="6716"/>
                  </a:cubicBezTo>
                  <a:cubicBezTo>
                    <a:pt x="1" y="10410"/>
                    <a:pt x="3010" y="13419"/>
                    <a:pt x="6714" y="13419"/>
                  </a:cubicBezTo>
                  <a:cubicBezTo>
                    <a:pt x="10421" y="13419"/>
                    <a:pt x="13419" y="10410"/>
                    <a:pt x="13419" y="6716"/>
                  </a:cubicBezTo>
                  <a:cubicBezTo>
                    <a:pt x="13419" y="3010"/>
                    <a:pt x="10421" y="0"/>
                    <a:pt x="6714"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49"/>
            <p:cNvSpPr/>
            <p:nvPr/>
          </p:nvSpPr>
          <p:spPr>
            <a:xfrm>
              <a:off x="5550593" y="2042858"/>
              <a:ext cx="278899" cy="278872"/>
            </a:xfrm>
            <a:custGeom>
              <a:avLst/>
              <a:gdLst/>
              <a:ahLst/>
              <a:cxnLst/>
              <a:rect l="l" t="t" r="r" b="b"/>
              <a:pathLst>
                <a:path w="10343" h="10342" extrusionOk="0">
                  <a:moveTo>
                    <a:pt x="5170" y="0"/>
                  </a:moveTo>
                  <a:cubicBezTo>
                    <a:pt x="2310" y="0"/>
                    <a:pt x="1" y="2309"/>
                    <a:pt x="1" y="5172"/>
                  </a:cubicBezTo>
                  <a:cubicBezTo>
                    <a:pt x="1" y="8022"/>
                    <a:pt x="2310" y="10342"/>
                    <a:pt x="5170" y="10342"/>
                  </a:cubicBezTo>
                  <a:cubicBezTo>
                    <a:pt x="8023" y="10342"/>
                    <a:pt x="10342" y="8022"/>
                    <a:pt x="10342" y="5172"/>
                  </a:cubicBezTo>
                  <a:cubicBezTo>
                    <a:pt x="10342" y="2309"/>
                    <a:pt x="8023" y="0"/>
                    <a:pt x="5170"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49"/>
            <p:cNvSpPr/>
            <p:nvPr/>
          </p:nvSpPr>
          <p:spPr>
            <a:xfrm>
              <a:off x="5630490" y="2086919"/>
              <a:ext cx="118808" cy="191371"/>
            </a:xfrm>
            <a:custGeom>
              <a:avLst/>
              <a:gdLst/>
              <a:ahLst/>
              <a:cxnLst/>
              <a:rect l="l" t="t" r="r" b="b"/>
              <a:pathLst>
                <a:path w="4406" h="7097" extrusionOk="0">
                  <a:moveTo>
                    <a:pt x="2203" y="1"/>
                  </a:moveTo>
                  <a:cubicBezTo>
                    <a:pt x="2129" y="1"/>
                    <a:pt x="2056" y="34"/>
                    <a:pt x="2004" y="102"/>
                  </a:cubicBezTo>
                  <a:lnTo>
                    <a:pt x="112" y="2827"/>
                  </a:lnTo>
                  <a:cubicBezTo>
                    <a:pt x="1" y="2973"/>
                    <a:pt x="112" y="3187"/>
                    <a:pt x="304" y="3187"/>
                  </a:cubicBezTo>
                  <a:lnTo>
                    <a:pt x="1115" y="3187"/>
                  </a:lnTo>
                  <a:cubicBezTo>
                    <a:pt x="1182" y="3187"/>
                    <a:pt x="1250" y="3255"/>
                    <a:pt x="1250" y="3322"/>
                  </a:cubicBezTo>
                  <a:lnTo>
                    <a:pt x="1250" y="6702"/>
                  </a:lnTo>
                  <a:cubicBezTo>
                    <a:pt x="1250" y="6918"/>
                    <a:pt x="1420" y="7097"/>
                    <a:pt x="1645" y="7097"/>
                  </a:cubicBezTo>
                  <a:lnTo>
                    <a:pt x="2772" y="7097"/>
                  </a:lnTo>
                  <a:cubicBezTo>
                    <a:pt x="2986" y="7097"/>
                    <a:pt x="3167" y="6918"/>
                    <a:pt x="3167" y="6702"/>
                  </a:cubicBezTo>
                  <a:lnTo>
                    <a:pt x="3167" y="3322"/>
                  </a:lnTo>
                  <a:cubicBezTo>
                    <a:pt x="3167" y="3255"/>
                    <a:pt x="3221" y="3187"/>
                    <a:pt x="3302" y="3187"/>
                  </a:cubicBezTo>
                  <a:lnTo>
                    <a:pt x="4100" y="3187"/>
                  </a:lnTo>
                  <a:cubicBezTo>
                    <a:pt x="4292" y="3187"/>
                    <a:pt x="4405" y="2973"/>
                    <a:pt x="4292" y="2827"/>
                  </a:cubicBezTo>
                  <a:lnTo>
                    <a:pt x="2399" y="102"/>
                  </a:lnTo>
                  <a:cubicBezTo>
                    <a:pt x="2349" y="34"/>
                    <a:pt x="2276" y="1"/>
                    <a:pt x="2203"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49"/>
            <p:cNvSpPr/>
            <p:nvPr/>
          </p:nvSpPr>
          <p:spPr>
            <a:xfrm>
              <a:off x="5664466" y="2085382"/>
              <a:ext cx="84832" cy="192908"/>
            </a:xfrm>
            <a:custGeom>
              <a:avLst/>
              <a:gdLst/>
              <a:ahLst/>
              <a:cxnLst/>
              <a:rect l="l" t="t" r="r" b="b"/>
              <a:pathLst>
                <a:path w="3146" h="7154" extrusionOk="0">
                  <a:moveTo>
                    <a:pt x="937" y="1"/>
                  </a:moveTo>
                  <a:cubicBezTo>
                    <a:pt x="864" y="1"/>
                    <a:pt x="790" y="35"/>
                    <a:pt x="744" y="102"/>
                  </a:cubicBezTo>
                  <a:lnTo>
                    <a:pt x="634" y="259"/>
                  </a:lnTo>
                  <a:lnTo>
                    <a:pt x="2256" y="2592"/>
                  </a:lnTo>
                  <a:cubicBezTo>
                    <a:pt x="2367" y="2749"/>
                    <a:pt x="2256" y="2963"/>
                    <a:pt x="2064" y="2963"/>
                  </a:cubicBezTo>
                  <a:lnTo>
                    <a:pt x="1388" y="2963"/>
                  </a:lnTo>
                  <a:cubicBezTo>
                    <a:pt x="1231" y="2963"/>
                    <a:pt x="1118" y="3087"/>
                    <a:pt x="1118" y="3233"/>
                  </a:cubicBezTo>
                  <a:lnTo>
                    <a:pt x="1118" y="6759"/>
                  </a:lnTo>
                  <a:cubicBezTo>
                    <a:pt x="1118" y="6840"/>
                    <a:pt x="1061" y="6894"/>
                    <a:pt x="982" y="6894"/>
                  </a:cubicBezTo>
                  <a:lnTo>
                    <a:pt x="1" y="6894"/>
                  </a:lnTo>
                  <a:cubicBezTo>
                    <a:pt x="58" y="7043"/>
                    <a:pt x="204" y="7154"/>
                    <a:pt x="374" y="7154"/>
                  </a:cubicBezTo>
                  <a:lnTo>
                    <a:pt x="1772" y="7154"/>
                  </a:lnTo>
                  <a:cubicBezTo>
                    <a:pt x="1839" y="7154"/>
                    <a:pt x="1907" y="7097"/>
                    <a:pt x="1907" y="7018"/>
                  </a:cubicBezTo>
                  <a:lnTo>
                    <a:pt x="1907" y="3358"/>
                  </a:lnTo>
                  <a:cubicBezTo>
                    <a:pt x="1907" y="3279"/>
                    <a:pt x="1961" y="3222"/>
                    <a:pt x="2042" y="3222"/>
                  </a:cubicBezTo>
                  <a:lnTo>
                    <a:pt x="2853" y="3222"/>
                  </a:lnTo>
                  <a:cubicBezTo>
                    <a:pt x="3032" y="3222"/>
                    <a:pt x="3145" y="3009"/>
                    <a:pt x="3043" y="2852"/>
                  </a:cubicBezTo>
                  <a:lnTo>
                    <a:pt x="1128" y="102"/>
                  </a:lnTo>
                  <a:cubicBezTo>
                    <a:pt x="1084" y="35"/>
                    <a:pt x="1011" y="1"/>
                    <a:pt x="937"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49"/>
            <p:cNvSpPr/>
            <p:nvPr/>
          </p:nvSpPr>
          <p:spPr>
            <a:xfrm>
              <a:off x="5546359" y="2038705"/>
              <a:ext cx="287663" cy="287150"/>
            </a:xfrm>
            <a:custGeom>
              <a:avLst/>
              <a:gdLst/>
              <a:ahLst/>
              <a:cxnLst/>
              <a:rect l="l" t="t" r="r" b="b"/>
              <a:pathLst>
                <a:path w="10668" h="10649" extrusionOk="0">
                  <a:moveTo>
                    <a:pt x="1300" y="0"/>
                  </a:moveTo>
                  <a:cubicBezTo>
                    <a:pt x="1266" y="0"/>
                    <a:pt x="1232" y="14"/>
                    <a:pt x="1204" y="41"/>
                  </a:cubicBezTo>
                  <a:lnTo>
                    <a:pt x="44" y="1214"/>
                  </a:lnTo>
                  <a:cubicBezTo>
                    <a:pt x="1" y="1271"/>
                    <a:pt x="1" y="1349"/>
                    <a:pt x="44" y="1406"/>
                  </a:cubicBezTo>
                  <a:lnTo>
                    <a:pt x="9248" y="10609"/>
                  </a:lnTo>
                  <a:cubicBezTo>
                    <a:pt x="9280" y="10634"/>
                    <a:pt x="9315" y="10649"/>
                    <a:pt x="9351" y="10649"/>
                  </a:cubicBezTo>
                  <a:cubicBezTo>
                    <a:pt x="9378" y="10649"/>
                    <a:pt x="9404" y="10640"/>
                    <a:pt x="9429" y="10620"/>
                  </a:cubicBezTo>
                  <a:cubicBezTo>
                    <a:pt x="9880" y="10282"/>
                    <a:pt x="10275" y="9888"/>
                    <a:pt x="10624" y="9436"/>
                  </a:cubicBezTo>
                  <a:cubicBezTo>
                    <a:pt x="10667" y="9393"/>
                    <a:pt x="10667" y="9314"/>
                    <a:pt x="10613" y="9258"/>
                  </a:cubicBezTo>
                  <a:lnTo>
                    <a:pt x="1396" y="41"/>
                  </a:lnTo>
                  <a:cubicBezTo>
                    <a:pt x="1368" y="14"/>
                    <a:pt x="1334" y="0"/>
                    <a:pt x="1300"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 name="Google Shape;996;p49"/>
          <p:cNvGrpSpPr/>
          <p:nvPr/>
        </p:nvGrpSpPr>
        <p:grpSpPr>
          <a:xfrm>
            <a:off x="4765938" y="2001224"/>
            <a:ext cx="361789" cy="361843"/>
            <a:chOff x="4718884" y="2001224"/>
            <a:chExt cx="361789" cy="361843"/>
          </a:xfrm>
        </p:grpSpPr>
        <p:sp>
          <p:nvSpPr>
            <p:cNvPr id="997" name="Google Shape;997;p49"/>
            <p:cNvSpPr/>
            <p:nvPr/>
          </p:nvSpPr>
          <p:spPr>
            <a:xfrm>
              <a:off x="4718884" y="2001224"/>
              <a:ext cx="361789" cy="361843"/>
            </a:xfrm>
            <a:custGeom>
              <a:avLst/>
              <a:gdLst/>
              <a:ahLst/>
              <a:cxnLst/>
              <a:rect l="l" t="t" r="r" b="b"/>
              <a:pathLst>
                <a:path w="13417" h="13419" extrusionOk="0">
                  <a:moveTo>
                    <a:pt x="6703" y="0"/>
                  </a:moveTo>
                  <a:cubicBezTo>
                    <a:pt x="2996" y="0"/>
                    <a:pt x="0" y="3010"/>
                    <a:pt x="0" y="6716"/>
                  </a:cubicBezTo>
                  <a:cubicBezTo>
                    <a:pt x="0" y="10410"/>
                    <a:pt x="2996" y="13419"/>
                    <a:pt x="6703" y="13419"/>
                  </a:cubicBezTo>
                  <a:cubicBezTo>
                    <a:pt x="10410" y="13419"/>
                    <a:pt x="13416" y="10410"/>
                    <a:pt x="13416" y="6716"/>
                  </a:cubicBezTo>
                  <a:cubicBezTo>
                    <a:pt x="13416" y="3010"/>
                    <a:pt x="10410" y="0"/>
                    <a:pt x="6703"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49"/>
            <p:cNvSpPr/>
            <p:nvPr/>
          </p:nvSpPr>
          <p:spPr>
            <a:xfrm>
              <a:off x="4760141" y="2042858"/>
              <a:ext cx="278899" cy="278872"/>
            </a:xfrm>
            <a:custGeom>
              <a:avLst/>
              <a:gdLst/>
              <a:ahLst/>
              <a:cxnLst/>
              <a:rect l="l" t="t" r="r" b="b"/>
              <a:pathLst>
                <a:path w="10343" h="10342" extrusionOk="0">
                  <a:moveTo>
                    <a:pt x="5173" y="0"/>
                  </a:moveTo>
                  <a:cubicBezTo>
                    <a:pt x="2323" y="0"/>
                    <a:pt x="1" y="2309"/>
                    <a:pt x="1" y="5172"/>
                  </a:cubicBezTo>
                  <a:cubicBezTo>
                    <a:pt x="1" y="8022"/>
                    <a:pt x="2323" y="10342"/>
                    <a:pt x="5173" y="10342"/>
                  </a:cubicBezTo>
                  <a:cubicBezTo>
                    <a:pt x="8034" y="10342"/>
                    <a:pt x="10343" y="8022"/>
                    <a:pt x="10343" y="5172"/>
                  </a:cubicBezTo>
                  <a:cubicBezTo>
                    <a:pt x="10343" y="2309"/>
                    <a:pt x="8034" y="0"/>
                    <a:pt x="5173"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49"/>
            <p:cNvSpPr/>
            <p:nvPr/>
          </p:nvSpPr>
          <p:spPr>
            <a:xfrm>
              <a:off x="4824884" y="2104311"/>
              <a:ext cx="148766" cy="155615"/>
            </a:xfrm>
            <a:custGeom>
              <a:avLst/>
              <a:gdLst/>
              <a:ahLst/>
              <a:cxnLst/>
              <a:rect l="l" t="t" r="r" b="b"/>
              <a:pathLst>
                <a:path w="5517" h="5771" extrusionOk="0">
                  <a:moveTo>
                    <a:pt x="1278" y="1"/>
                  </a:moveTo>
                  <a:cubicBezTo>
                    <a:pt x="1179" y="1"/>
                    <a:pt x="1080" y="37"/>
                    <a:pt x="1004" y="109"/>
                  </a:cubicBezTo>
                  <a:lnTo>
                    <a:pt x="168" y="876"/>
                  </a:lnTo>
                  <a:cubicBezTo>
                    <a:pt x="11" y="1022"/>
                    <a:pt x="1" y="1271"/>
                    <a:pt x="157" y="1428"/>
                  </a:cubicBezTo>
                  <a:lnTo>
                    <a:pt x="2456" y="3918"/>
                  </a:lnTo>
                  <a:cubicBezTo>
                    <a:pt x="2512" y="3975"/>
                    <a:pt x="2502" y="4053"/>
                    <a:pt x="2445" y="4110"/>
                  </a:cubicBezTo>
                  <a:lnTo>
                    <a:pt x="1858" y="4662"/>
                  </a:lnTo>
                  <a:cubicBezTo>
                    <a:pt x="1712" y="4786"/>
                    <a:pt x="1780" y="5021"/>
                    <a:pt x="1961" y="5056"/>
                  </a:cubicBezTo>
                  <a:lnTo>
                    <a:pt x="5216" y="5765"/>
                  </a:lnTo>
                  <a:cubicBezTo>
                    <a:pt x="5233" y="5769"/>
                    <a:pt x="5250" y="5770"/>
                    <a:pt x="5266" y="5770"/>
                  </a:cubicBezTo>
                  <a:cubicBezTo>
                    <a:pt x="5403" y="5770"/>
                    <a:pt x="5517" y="5647"/>
                    <a:pt x="5497" y="5505"/>
                  </a:cubicBezTo>
                  <a:lnTo>
                    <a:pt x="5046" y="2204"/>
                  </a:lnTo>
                  <a:cubicBezTo>
                    <a:pt x="5024" y="2085"/>
                    <a:pt x="4917" y="2004"/>
                    <a:pt x="4807" y="2004"/>
                  </a:cubicBezTo>
                  <a:cubicBezTo>
                    <a:pt x="4753" y="2004"/>
                    <a:pt x="4699" y="2024"/>
                    <a:pt x="4654" y="2069"/>
                  </a:cubicBezTo>
                  <a:lnTo>
                    <a:pt x="4056" y="2623"/>
                  </a:lnTo>
                  <a:cubicBezTo>
                    <a:pt x="4030" y="2643"/>
                    <a:pt x="3996" y="2654"/>
                    <a:pt x="3963" y="2654"/>
                  </a:cubicBezTo>
                  <a:cubicBezTo>
                    <a:pt x="3926" y="2654"/>
                    <a:pt x="3889" y="2640"/>
                    <a:pt x="3864" y="2610"/>
                  </a:cubicBezTo>
                  <a:lnTo>
                    <a:pt x="1566" y="122"/>
                  </a:lnTo>
                  <a:cubicBezTo>
                    <a:pt x="1486" y="41"/>
                    <a:pt x="1382" y="1"/>
                    <a:pt x="1278"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49"/>
            <p:cNvSpPr/>
            <p:nvPr/>
          </p:nvSpPr>
          <p:spPr>
            <a:xfrm>
              <a:off x="4824884" y="2104311"/>
              <a:ext cx="148766" cy="155615"/>
            </a:xfrm>
            <a:custGeom>
              <a:avLst/>
              <a:gdLst/>
              <a:ahLst/>
              <a:cxnLst/>
              <a:rect l="l" t="t" r="r" b="b"/>
              <a:pathLst>
                <a:path w="5517" h="5771" extrusionOk="0">
                  <a:moveTo>
                    <a:pt x="1278" y="1"/>
                  </a:moveTo>
                  <a:cubicBezTo>
                    <a:pt x="1179" y="1"/>
                    <a:pt x="1080" y="37"/>
                    <a:pt x="1004" y="109"/>
                  </a:cubicBezTo>
                  <a:lnTo>
                    <a:pt x="168" y="876"/>
                  </a:lnTo>
                  <a:cubicBezTo>
                    <a:pt x="11" y="1022"/>
                    <a:pt x="1" y="1271"/>
                    <a:pt x="157" y="1428"/>
                  </a:cubicBezTo>
                  <a:lnTo>
                    <a:pt x="2456" y="3918"/>
                  </a:lnTo>
                  <a:cubicBezTo>
                    <a:pt x="2512" y="3975"/>
                    <a:pt x="2502" y="4053"/>
                    <a:pt x="2445" y="4110"/>
                  </a:cubicBezTo>
                  <a:lnTo>
                    <a:pt x="1858" y="4662"/>
                  </a:lnTo>
                  <a:cubicBezTo>
                    <a:pt x="1712" y="4786"/>
                    <a:pt x="1780" y="5021"/>
                    <a:pt x="1961" y="5067"/>
                  </a:cubicBezTo>
                  <a:lnTo>
                    <a:pt x="5216" y="5765"/>
                  </a:lnTo>
                  <a:cubicBezTo>
                    <a:pt x="5233" y="5769"/>
                    <a:pt x="5250" y="5770"/>
                    <a:pt x="5266" y="5770"/>
                  </a:cubicBezTo>
                  <a:cubicBezTo>
                    <a:pt x="5403" y="5770"/>
                    <a:pt x="5517" y="5647"/>
                    <a:pt x="5497" y="5505"/>
                  </a:cubicBezTo>
                  <a:lnTo>
                    <a:pt x="5465" y="5259"/>
                  </a:lnTo>
                  <a:lnTo>
                    <a:pt x="3032" y="4729"/>
                  </a:lnTo>
                  <a:cubicBezTo>
                    <a:pt x="2850" y="4683"/>
                    <a:pt x="2783" y="4448"/>
                    <a:pt x="2929" y="4324"/>
                  </a:cubicBezTo>
                  <a:lnTo>
                    <a:pt x="3424" y="3861"/>
                  </a:lnTo>
                  <a:cubicBezTo>
                    <a:pt x="3526" y="3759"/>
                    <a:pt x="3537" y="3591"/>
                    <a:pt x="3437" y="3477"/>
                  </a:cubicBezTo>
                  <a:lnTo>
                    <a:pt x="1217" y="1090"/>
                  </a:lnTo>
                  <a:cubicBezTo>
                    <a:pt x="1071" y="933"/>
                    <a:pt x="1082" y="685"/>
                    <a:pt x="1239" y="539"/>
                  </a:cubicBezTo>
                  <a:lnTo>
                    <a:pt x="1623" y="190"/>
                  </a:lnTo>
                  <a:lnTo>
                    <a:pt x="1566" y="122"/>
                  </a:lnTo>
                  <a:cubicBezTo>
                    <a:pt x="1486" y="41"/>
                    <a:pt x="1382" y="1"/>
                    <a:pt x="1278"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 name="Google Shape;1001;p49"/>
          <p:cNvGrpSpPr/>
          <p:nvPr/>
        </p:nvGrpSpPr>
        <p:grpSpPr>
          <a:xfrm>
            <a:off x="3990843" y="2001224"/>
            <a:ext cx="361843" cy="361843"/>
            <a:chOff x="3990991" y="2001224"/>
            <a:chExt cx="361843" cy="361843"/>
          </a:xfrm>
        </p:grpSpPr>
        <p:sp>
          <p:nvSpPr>
            <p:cNvPr id="1002" name="Google Shape;1002;p49"/>
            <p:cNvSpPr/>
            <p:nvPr/>
          </p:nvSpPr>
          <p:spPr>
            <a:xfrm>
              <a:off x="3990991" y="2001224"/>
              <a:ext cx="361843" cy="361843"/>
            </a:xfrm>
            <a:custGeom>
              <a:avLst/>
              <a:gdLst/>
              <a:ahLst/>
              <a:cxnLst/>
              <a:rect l="l" t="t" r="r" b="b"/>
              <a:pathLst>
                <a:path w="13419" h="13419" extrusionOk="0">
                  <a:moveTo>
                    <a:pt x="6703" y="0"/>
                  </a:moveTo>
                  <a:cubicBezTo>
                    <a:pt x="2999" y="0"/>
                    <a:pt x="0" y="3010"/>
                    <a:pt x="0" y="6716"/>
                  </a:cubicBezTo>
                  <a:cubicBezTo>
                    <a:pt x="0" y="10410"/>
                    <a:pt x="2999" y="13419"/>
                    <a:pt x="6703" y="13419"/>
                  </a:cubicBezTo>
                  <a:cubicBezTo>
                    <a:pt x="10410" y="13419"/>
                    <a:pt x="13419" y="10410"/>
                    <a:pt x="13419" y="6716"/>
                  </a:cubicBezTo>
                  <a:cubicBezTo>
                    <a:pt x="13419" y="3010"/>
                    <a:pt x="10410" y="0"/>
                    <a:pt x="6703"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49"/>
            <p:cNvSpPr/>
            <p:nvPr/>
          </p:nvSpPr>
          <p:spPr>
            <a:xfrm>
              <a:off x="4032328" y="2042561"/>
              <a:ext cx="278899" cy="279169"/>
            </a:xfrm>
            <a:custGeom>
              <a:avLst/>
              <a:gdLst/>
              <a:ahLst/>
              <a:cxnLst/>
              <a:rect l="l" t="t" r="r" b="b"/>
              <a:pathLst>
                <a:path w="10343" h="10353" extrusionOk="0">
                  <a:moveTo>
                    <a:pt x="5170" y="0"/>
                  </a:moveTo>
                  <a:cubicBezTo>
                    <a:pt x="2320" y="0"/>
                    <a:pt x="0" y="2320"/>
                    <a:pt x="0" y="5183"/>
                  </a:cubicBezTo>
                  <a:cubicBezTo>
                    <a:pt x="0" y="8033"/>
                    <a:pt x="2320" y="10353"/>
                    <a:pt x="5170" y="10353"/>
                  </a:cubicBezTo>
                  <a:cubicBezTo>
                    <a:pt x="8033" y="10353"/>
                    <a:pt x="10342" y="8033"/>
                    <a:pt x="10342" y="5183"/>
                  </a:cubicBezTo>
                  <a:cubicBezTo>
                    <a:pt x="10342" y="2320"/>
                    <a:pt x="8033" y="0"/>
                    <a:pt x="5170"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9"/>
            <p:cNvSpPr/>
            <p:nvPr/>
          </p:nvSpPr>
          <p:spPr>
            <a:xfrm>
              <a:off x="4097718" y="2104311"/>
              <a:ext cx="148766" cy="155615"/>
            </a:xfrm>
            <a:custGeom>
              <a:avLst/>
              <a:gdLst/>
              <a:ahLst/>
              <a:cxnLst/>
              <a:rect l="l" t="t" r="r" b="b"/>
              <a:pathLst>
                <a:path w="5517" h="5771" extrusionOk="0">
                  <a:moveTo>
                    <a:pt x="4241" y="1"/>
                  </a:moveTo>
                  <a:cubicBezTo>
                    <a:pt x="4139" y="1"/>
                    <a:pt x="4038" y="41"/>
                    <a:pt x="3962" y="122"/>
                  </a:cubicBezTo>
                  <a:lnTo>
                    <a:pt x="1663" y="2610"/>
                  </a:lnTo>
                  <a:cubicBezTo>
                    <a:pt x="1634" y="2640"/>
                    <a:pt x="1598" y="2654"/>
                    <a:pt x="1562" y="2654"/>
                  </a:cubicBezTo>
                  <a:cubicBezTo>
                    <a:pt x="1530" y="2654"/>
                    <a:pt x="1499" y="2643"/>
                    <a:pt x="1474" y="2623"/>
                  </a:cubicBezTo>
                  <a:lnTo>
                    <a:pt x="877" y="2069"/>
                  </a:lnTo>
                  <a:cubicBezTo>
                    <a:pt x="832" y="2024"/>
                    <a:pt x="776" y="2004"/>
                    <a:pt x="720" y="2004"/>
                  </a:cubicBezTo>
                  <a:cubicBezTo>
                    <a:pt x="607" y="2004"/>
                    <a:pt x="496" y="2085"/>
                    <a:pt x="482" y="2204"/>
                  </a:cubicBezTo>
                  <a:lnTo>
                    <a:pt x="19" y="5505"/>
                  </a:lnTo>
                  <a:cubicBezTo>
                    <a:pt x="0" y="5647"/>
                    <a:pt x="114" y="5770"/>
                    <a:pt x="258" y="5770"/>
                  </a:cubicBezTo>
                  <a:cubicBezTo>
                    <a:pt x="275" y="5770"/>
                    <a:pt x="293" y="5769"/>
                    <a:pt x="311" y="5765"/>
                  </a:cubicBezTo>
                  <a:lnTo>
                    <a:pt x="3556" y="5056"/>
                  </a:lnTo>
                  <a:cubicBezTo>
                    <a:pt x="3748" y="5021"/>
                    <a:pt x="3805" y="4786"/>
                    <a:pt x="3670" y="4662"/>
                  </a:cubicBezTo>
                  <a:lnTo>
                    <a:pt x="3072" y="4110"/>
                  </a:lnTo>
                  <a:cubicBezTo>
                    <a:pt x="3015" y="4053"/>
                    <a:pt x="3015" y="3975"/>
                    <a:pt x="3072" y="3918"/>
                  </a:cubicBezTo>
                  <a:lnTo>
                    <a:pt x="5370" y="1428"/>
                  </a:lnTo>
                  <a:cubicBezTo>
                    <a:pt x="5516" y="1271"/>
                    <a:pt x="5505" y="1022"/>
                    <a:pt x="5349" y="876"/>
                  </a:cubicBezTo>
                  <a:lnTo>
                    <a:pt x="4516" y="109"/>
                  </a:lnTo>
                  <a:cubicBezTo>
                    <a:pt x="4438" y="37"/>
                    <a:pt x="4339" y="1"/>
                    <a:pt x="4241"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9"/>
            <p:cNvSpPr/>
            <p:nvPr/>
          </p:nvSpPr>
          <p:spPr>
            <a:xfrm>
              <a:off x="4097718" y="2104311"/>
              <a:ext cx="148766" cy="155615"/>
            </a:xfrm>
            <a:custGeom>
              <a:avLst/>
              <a:gdLst/>
              <a:ahLst/>
              <a:cxnLst/>
              <a:rect l="l" t="t" r="r" b="b"/>
              <a:pathLst>
                <a:path w="5517" h="5771" extrusionOk="0">
                  <a:moveTo>
                    <a:pt x="4241" y="1"/>
                  </a:moveTo>
                  <a:cubicBezTo>
                    <a:pt x="4139" y="1"/>
                    <a:pt x="4038" y="41"/>
                    <a:pt x="3962" y="122"/>
                  </a:cubicBezTo>
                  <a:lnTo>
                    <a:pt x="3907" y="190"/>
                  </a:lnTo>
                  <a:lnTo>
                    <a:pt x="4278" y="539"/>
                  </a:lnTo>
                  <a:cubicBezTo>
                    <a:pt x="4435" y="685"/>
                    <a:pt x="4448" y="933"/>
                    <a:pt x="4299" y="1090"/>
                  </a:cubicBezTo>
                  <a:lnTo>
                    <a:pt x="2093" y="3477"/>
                  </a:lnTo>
                  <a:cubicBezTo>
                    <a:pt x="1990" y="3591"/>
                    <a:pt x="1990" y="3759"/>
                    <a:pt x="2104" y="3861"/>
                  </a:cubicBezTo>
                  <a:lnTo>
                    <a:pt x="2599" y="4324"/>
                  </a:lnTo>
                  <a:cubicBezTo>
                    <a:pt x="2734" y="4448"/>
                    <a:pt x="2677" y="4683"/>
                    <a:pt x="2488" y="4729"/>
                  </a:cubicBezTo>
                  <a:lnTo>
                    <a:pt x="55" y="5259"/>
                  </a:lnTo>
                  <a:lnTo>
                    <a:pt x="19" y="5505"/>
                  </a:lnTo>
                  <a:cubicBezTo>
                    <a:pt x="0" y="5647"/>
                    <a:pt x="114" y="5770"/>
                    <a:pt x="258" y="5770"/>
                  </a:cubicBezTo>
                  <a:cubicBezTo>
                    <a:pt x="275" y="5770"/>
                    <a:pt x="293" y="5769"/>
                    <a:pt x="311" y="5765"/>
                  </a:cubicBezTo>
                  <a:lnTo>
                    <a:pt x="3556" y="5067"/>
                  </a:lnTo>
                  <a:cubicBezTo>
                    <a:pt x="3748" y="5021"/>
                    <a:pt x="3805" y="4786"/>
                    <a:pt x="3670" y="4662"/>
                  </a:cubicBezTo>
                  <a:lnTo>
                    <a:pt x="3072" y="4110"/>
                  </a:lnTo>
                  <a:cubicBezTo>
                    <a:pt x="3015" y="4053"/>
                    <a:pt x="3015" y="3975"/>
                    <a:pt x="3072" y="3918"/>
                  </a:cubicBezTo>
                  <a:lnTo>
                    <a:pt x="5370" y="1428"/>
                  </a:lnTo>
                  <a:cubicBezTo>
                    <a:pt x="5516" y="1271"/>
                    <a:pt x="5505" y="1022"/>
                    <a:pt x="5349" y="876"/>
                  </a:cubicBezTo>
                  <a:lnTo>
                    <a:pt x="4516" y="109"/>
                  </a:lnTo>
                  <a:cubicBezTo>
                    <a:pt x="4438" y="37"/>
                    <a:pt x="4339" y="1"/>
                    <a:pt x="4241"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 name="Google Shape;1006;p49"/>
          <p:cNvGrpSpPr/>
          <p:nvPr/>
        </p:nvGrpSpPr>
        <p:grpSpPr>
          <a:xfrm>
            <a:off x="3206040" y="2001224"/>
            <a:ext cx="361789" cy="361843"/>
            <a:chOff x="3158986" y="2001224"/>
            <a:chExt cx="361789" cy="361843"/>
          </a:xfrm>
        </p:grpSpPr>
        <p:sp>
          <p:nvSpPr>
            <p:cNvPr id="1007" name="Google Shape;1007;p49"/>
            <p:cNvSpPr/>
            <p:nvPr/>
          </p:nvSpPr>
          <p:spPr>
            <a:xfrm>
              <a:off x="3158986" y="2001224"/>
              <a:ext cx="361789" cy="361843"/>
            </a:xfrm>
            <a:custGeom>
              <a:avLst/>
              <a:gdLst/>
              <a:ahLst/>
              <a:cxnLst/>
              <a:rect l="l" t="t" r="r" b="b"/>
              <a:pathLst>
                <a:path w="13417" h="13419" extrusionOk="0">
                  <a:moveTo>
                    <a:pt x="6714" y="0"/>
                  </a:moveTo>
                  <a:cubicBezTo>
                    <a:pt x="3007" y="0"/>
                    <a:pt x="0" y="3010"/>
                    <a:pt x="0" y="6716"/>
                  </a:cubicBezTo>
                  <a:cubicBezTo>
                    <a:pt x="0" y="10410"/>
                    <a:pt x="3007" y="13419"/>
                    <a:pt x="6714" y="13419"/>
                  </a:cubicBezTo>
                  <a:cubicBezTo>
                    <a:pt x="10420" y="13419"/>
                    <a:pt x="13416" y="10410"/>
                    <a:pt x="13416" y="6716"/>
                  </a:cubicBezTo>
                  <a:cubicBezTo>
                    <a:pt x="13416" y="3010"/>
                    <a:pt x="10420" y="0"/>
                    <a:pt x="6714"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9"/>
            <p:cNvSpPr/>
            <p:nvPr/>
          </p:nvSpPr>
          <p:spPr>
            <a:xfrm>
              <a:off x="3200620" y="2042858"/>
              <a:ext cx="278872" cy="278872"/>
            </a:xfrm>
            <a:custGeom>
              <a:avLst/>
              <a:gdLst/>
              <a:ahLst/>
              <a:cxnLst/>
              <a:rect l="l" t="t" r="r" b="b"/>
              <a:pathLst>
                <a:path w="10342" h="10342" extrusionOk="0">
                  <a:moveTo>
                    <a:pt x="5170" y="0"/>
                  </a:moveTo>
                  <a:cubicBezTo>
                    <a:pt x="2309" y="0"/>
                    <a:pt x="0" y="2309"/>
                    <a:pt x="0" y="5172"/>
                  </a:cubicBezTo>
                  <a:cubicBezTo>
                    <a:pt x="0" y="8022"/>
                    <a:pt x="2309" y="10342"/>
                    <a:pt x="5170" y="10342"/>
                  </a:cubicBezTo>
                  <a:cubicBezTo>
                    <a:pt x="8019" y="10342"/>
                    <a:pt x="10342" y="8022"/>
                    <a:pt x="10342" y="5172"/>
                  </a:cubicBezTo>
                  <a:cubicBezTo>
                    <a:pt x="10342" y="2309"/>
                    <a:pt x="8019" y="0"/>
                    <a:pt x="5170"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9"/>
            <p:cNvSpPr/>
            <p:nvPr/>
          </p:nvSpPr>
          <p:spPr>
            <a:xfrm>
              <a:off x="3264689" y="2126989"/>
              <a:ext cx="69003" cy="114844"/>
            </a:xfrm>
            <a:custGeom>
              <a:avLst/>
              <a:gdLst/>
              <a:ahLst/>
              <a:cxnLst/>
              <a:rect l="l" t="t" r="r" b="b"/>
              <a:pathLst>
                <a:path w="2559" h="4259" extrusionOk="0">
                  <a:moveTo>
                    <a:pt x="474" y="0"/>
                  </a:moveTo>
                  <a:cubicBezTo>
                    <a:pt x="395" y="0"/>
                    <a:pt x="349" y="79"/>
                    <a:pt x="339" y="203"/>
                  </a:cubicBezTo>
                  <a:lnTo>
                    <a:pt x="203" y="1782"/>
                  </a:lnTo>
                  <a:cubicBezTo>
                    <a:pt x="203" y="1815"/>
                    <a:pt x="193" y="1882"/>
                    <a:pt x="193" y="1917"/>
                  </a:cubicBezTo>
                  <a:cubicBezTo>
                    <a:pt x="193" y="2063"/>
                    <a:pt x="260" y="2152"/>
                    <a:pt x="449" y="2152"/>
                  </a:cubicBezTo>
                  <a:lnTo>
                    <a:pt x="1274" y="2152"/>
                  </a:lnTo>
                  <a:cubicBezTo>
                    <a:pt x="1701" y="2152"/>
                    <a:pt x="1950" y="2390"/>
                    <a:pt x="1950" y="2885"/>
                  </a:cubicBezTo>
                  <a:lnTo>
                    <a:pt x="1950" y="2999"/>
                  </a:lnTo>
                  <a:cubicBezTo>
                    <a:pt x="1950" y="3494"/>
                    <a:pt x="1701" y="3718"/>
                    <a:pt x="1274" y="3718"/>
                  </a:cubicBezTo>
                  <a:cubicBezTo>
                    <a:pt x="901" y="3718"/>
                    <a:pt x="609" y="3526"/>
                    <a:pt x="609" y="3202"/>
                  </a:cubicBezTo>
                  <a:cubicBezTo>
                    <a:pt x="609" y="3066"/>
                    <a:pt x="552" y="2953"/>
                    <a:pt x="303" y="2953"/>
                  </a:cubicBezTo>
                  <a:cubicBezTo>
                    <a:pt x="111" y="2953"/>
                    <a:pt x="1" y="3020"/>
                    <a:pt x="1" y="3245"/>
                  </a:cubicBezTo>
                  <a:cubicBezTo>
                    <a:pt x="1" y="3775"/>
                    <a:pt x="463" y="4259"/>
                    <a:pt x="1285" y="4259"/>
                  </a:cubicBezTo>
                  <a:cubicBezTo>
                    <a:pt x="1982" y="4259"/>
                    <a:pt x="2558" y="3921"/>
                    <a:pt x="2558" y="2999"/>
                  </a:cubicBezTo>
                  <a:lnTo>
                    <a:pt x="2558" y="2907"/>
                  </a:lnTo>
                  <a:cubicBezTo>
                    <a:pt x="2558" y="2006"/>
                    <a:pt x="1982" y="1679"/>
                    <a:pt x="1250" y="1679"/>
                  </a:cubicBezTo>
                  <a:lnTo>
                    <a:pt x="733" y="1679"/>
                  </a:lnTo>
                  <a:lnTo>
                    <a:pt x="812" y="552"/>
                  </a:lnTo>
                  <a:lnTo>
                    <a:pt x="2174" y="552"/>
                  </a:lnTo>
                  <a:cubicBezTo>
                    <a:pt x="2299" y="552"/>
                    <a:pt x="2366" y="417"/>
                    <a:pt x="2366" y="282"/>
                  </a:cubicBezTo>
                  <a:cubicBezTo>
                    <a:pt x="2366" y="146"/>
                    <a:pt x="2299" y="0"/>
                    <a:pt x="2174"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9"/>
            <p:cNvSpPr/>
            <p:nvPr/>
          </p:nvSpPr>
          <p:spPr>
            <a:xfrm>
              <a:off x="3346420" y="2126989"/>
              <a:ext cx="69866" cy="114844"/>
            </a:xfrm>
            <a:custGeom>
              <a:avLst/>
              <a:gdLst/>
              <a:ahLst/>
              <a:cxnLst/>
              <a:rect l="l" t="t" r="r" b="b"/>
              <a:pathLst>
                <a:path w="2591" h="4259" extrusionOk="0">
                  <a:moveTo>
                    <a:pt x="1271" y="552"/>
                  </a:moveTo>
                  <a:cubicBezTo>
                    <a:pt x="1701" y="552"/>
                    <a:pt x="1961" y="790"/>
                    <a:pt x="1961" y="1295"/>
                  </a:cubicBezTo>
                  <a:lnTo>
                    <a:pt x="1961" y="2974"/>
                  </a:lnTo>
                  <a:cubicBezTo>
                    <a:pt x="1961" y="3483"/>
                    <a:pt x="1701" y="3707"/>
                    <a:pt x="1271" y="3707"/>
                  </a:cubicBezTo>
                  <a:cubicBezTo>
                    <a:pt x="844" y="3707"/>
                    <a:pt x="595" y="3483"/>
                    <a:pt x="595" y="2974"/>
                  </a:cubicBezTo>
                  <a:lnTo>
                    <a:pt x="595" y="1295"/>
                  </a:lnTo>
                  <a:cubicBezTo>
                    <a:pt x="595" y="790"/>
                    <a:pt x="844" y="552"/>
                    <a:pt x="1271" y="552"/>
                  </a:cubicBezTo>
                  <a:close/>
                  <a:moveTo>
                    <a:pt x="1296" y="0"/>
                  </a:moveTo>
                  <a:cubicBezTo>
                    <a:pt x="563" y="0"/>
                    <a:pt x="1" y="363"/>
                    <a:pt x="1" y="1295"/>
                  </a:cubicBezTo>
                  <a:lnTo>
                    <a:pt x="1" y="2974"/>
                  </a:lnTo>
                  <a:cubicBezTo>
                    <a:pt x="1" y="3910"/>
                    <a:pt x="563" y="4259"/>
                    <a:pt x="1296" y="4259"/>
                  </a:cubicBezTo>
                  <a:cubicBezTo>
                    <a:pt x="2015" y="4259"/>
                    <a:pt x="2591" y="3910"/>
                    <a:pt x="2591" y="2974"/>
                  </a:cubicBezTo>
                  <a:lnTo>
                    <a:pt x="2591" y="1295"/>
                  </a:lnTo>
                  <a:cubicBezTo>
                    <a:pt x="2591" y="363"/>
                    <a:pt x="2015" y="0"/>
                    <a:pt x="1296"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 name="Google Shape;1011;p49"/>
          <p:cNvGrpSpPr/>
          <p:nvPr/>
        </p:nvGrpSpPr>
        <p:grpSpPr>
          <a:xfrm>
            <a:off x="2342904" y="2001224"/>
            <a:ext cx="361789" cy="361843"/>
            <a:chOff x="2347906" y="2001224"/>
            <a:chExt cx="361789" cy="361843"/>
          </a:xfrm>
        </p:grpSpPr>
        <p:sp>
          <p:nvSpPr>
            <p:cNvPr id="1012" name="Google Shape;1012;p49"/>
            <p:cNvSpPr/>
            <p:nvPr/>
          </p:nvSpPr>
          <p:spPr>
            <a:xfrm>
              <a:off x="2347906" y="2001224"/>
              <a:ext cx="361789" cy="361843"/>
            </a:xfrm>
            <a:custGeom>
              <a:avLst/>
              <a:gdLst/>
              <a:ahLst/>
              <a:cxnLst/>
              <a:rect l="l" t="t" r="r" b="b"/>
              <a:pathLst>
                <a:path w="13417" h="13419" extrusionOk="0">
                  <a:moveTo>
                    <a:pt x="6713" y="0"/>
                  </a:moveTo>
                  <a:cubicBezTo>
                    <a:pt x="3007" y="0"/>
                    <a:pt x="0" y="3010"/>
                    <a:pt x="0" y="6716"/>
                  </a:cubicBezTo>
                  <a:cubicBezTo>
                    <a:pt x="0" y="10410"/>
                    <a:pt x="3007" y="13419"/>
                    <a:pt x="6713" y="13419"/>
                  </a:cubicBezTo>
                  <a:cubicBezTo>
                    <a:pt x="10420" y="13419"/>
                    <a:pt x="13416" y="10410"/>
                    <a:pt x="13416" y="6716"/>
                  </a:cubicBezTo>
                  <a:cubicBezTo>
                    <a:pt x="13416" y="3010"/>
                    <a:pt x="10420" y="0"/>
                    <a:pt x="6713"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49"/>
            <p:cNvSpPr/>
            <p:nvPr/>
          </p:nvSpPr>
          <p:spPr>
            <a:xfrm>
              <a:off x="2389513" y="2042858"/>
              <a:ext cx="278899" cy="278872"/>
            </a:xfrm>
            <a:custGeom>
              <a:avLst/>
              <a:gdLst/>
              <a:ahLst/>
              <a:cxnLst/>
              <a:rect l="l" t="t" r="r" b="b"/>
              <a:pathLst>
                <a:path w="10343" h="10342" extrusionOk="0">
                  <a:moveTo>
                    <a:pt x="5170" y="0"/>
                  </a:moveTo>
                  <a:cubicBezTo>
                    <a:pt x="2310" y="0"/>
                    <a:pt x="1" y="2309"/>
                    <a:pt x="1" y="5172"/>
                  </a:cubicBezTo>
                  <a:cubicBezTo>
                    <a:pt x="1" y="8022"/>
                    <a:pt x="2310" y="10342"/>
                    <a:pt x="5170" y="10342"/>
                  </a:cubicBezTo>
                  <a:cubicBezTo>
                    <a:pt x="8020" y="10342"/>
                    <a:pt x="10343" y="8022"/>
                    <a:pt x="10343" y="5172"/>
                  </a:cubicBezTo>
                  <a:cubicBezTo>
                    <a:pt x="10343" y="2309"/>
                    <a:pt x="8020" y="0"/>
                    <a:pt x="5170"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49"/>
            <p:cNvSpPr/>
            <p:nvPr/>
          </p:nvSpPr>
          <p:spPr>
            <a:xfrm>
              <a:off x="2437510" y="2136400"/>
              <a:ext cx="48267" cy="80571"/>
            </a:xfrm>
            <a:custGeom>
              <a:avLst/>
              <a:gdLst/>
              <a:ahLst/>
              <a:cxnLst/>
              <a:rect l="l" t="t" r="r" b="b"/>
              <a:pathLst>
                <a:path w="1790" h="2988" extrusionOk="0">
                  <a:moveTo>
                    <a:pt x="900" y="0"/>
                  </a:moveTo>
                  <a:cubicBezTo>
                    <a:pt x="452" y="0"/>
                    <a:pt x="68" y="284"/>
                    <a:pt x="68" y="722"/>
                  </a:cubicBezTo>
                  <a:cubicBezTo>
                    <a:pt x="68" y="903"/>
                    <a:pt x="146" y="960"/>
                    <a:pt x="260" y="960"/>
                  </a:cubicBezTo>
                  <a:cubicBezTo>
                    <a:pt x="406" y="960"/>
                    <a:pt x="484" y="879"/>
                    <a:pt x="484" y="800"/>
                  </a:cubicBezTo>
                  <a:cubicBezTo>
                    <a:pt x="484" y="519"/>
                    <a:pt x="676" y="395"/>
                    <a:pt x="900" y="395"/>
                  </a:cubicBezTo>
                  <a:cubicBezTo>
                    <a:pt x="1206" y="395"/>
                    <a:pt x="1341" y="622"/>
                    <a:pt x="1341" y="825"/>
                  </a:cubicBezTo>
                  <a:cubicBezTo>
                    <a:pt x="1341" y="1455"/>
                    <a:pt x="11" y="1782"/>
                    <a:pt x="0" y="2433"/>
                  </a:cubicBezTo>
                  <a:lnTo>
                    <a:pt x="0" y="2828"/>
                  </a:lnTo>
                  <a:cubicBezTo>
                    <a:pt x="11" y="2920"/>
                    <a:pt x="114" y="2974"/>
                    <a:pt x="203" y="2988"/>
                  </a:cubicBezTo>
                  <a:lnTo>
                    <a:pt x="1644" y="2988"/>
                  </a:lnTo>
                  <a:cubicBezTo>
                    <a:pt x="1722" y="2974"/>
                    <a:pt x="1790" y="2874"/>
                    <a:pt x="1790" y="2771"/>
                  </a:cubicBezTo>
                  <a:cubicBezTo>
                    <a:pt x="1790" y="2671"/>
                    <a:pt x="1722" y="2593"/>
                    <a:pt x="1644" y="2593"/>
                  </a:cubicBezTo>
                  <a:lnTo>
                    <a:pt x="438" y="2593"/>
                  </a:lnTo>
                  <a:lnTo>
                    <a:pt x="438" y="2433"/>
                  </a:lnTo>
                  <a:cubicBezTo>
                    <a:pt x="452" y="1974"/>
                    <a:pt x="1768" y="1679"/>
                    <a:pt x="1768" y="811"/>
                  </a:cubicBezTo>
                  <a:cubicBezTo>
                    <a:pt x="1768" y="327"/>
                    <a:pt x="1374" y="0"/>
                    <a:pt x="900"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9"/>
            <p:cNvSpPr/>
            <p:nvPr/>
          </p:nvSpPr>
          <p:spPr>
            <a:xfrm>
              <a:off x="2492168" y="2204190"/>
              <a:ext cx="13078" cy="13078"/>
            </a:xfrm>
            <a:custGeom>
              <a:avLst/>
              <a:gdLst/>
              <a:ahLst/>
              <a:cxnLst/>
              <a:rect l="l" t="t" r="r" b="b"/>
              <a:pathLst>
                <a:path w="485" h="485" extrusionOk="0">
                  <a:moveTo>
                    <a:pt x="250" y="1"/>
                  </a:moveTo>
                  <a:cubicBezTo>
                    <a:pt x="101" y="1"/>
                    <a:pt x="1" y="101"/>
                    <a:pt x="1" y="236"/>
                  </a:cubicBezTo>
                  <a:cubicBezTo>
                    <a:pt x="1" y="371"/>
                    <a:pt x="101" y="485"/>
                    <a:pt x="250" y="485"/>
                  </a:cubicBezTo>
                  <a:cubicBezTo>
                    <a:pt x="371" y="485"/>
                    <a:pt x="485" y="371"/>
                    <a:pt x="485" y="236"/>
                  </a:cubicBezTo>
                  <a:cubicBezTo>
                    <a:pt x="485" y="101"/>
                    <a:pt x="371" y="1"/>
                    <a:pt x="250"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49"/>
            <p:cNvSpPr/>
            <p:nvPr/>
          </p:nvSpPr>
          <p:spPr>
            <a:xfrm>
              <a:off x="2512527" y="2136103"/>
              <a:ext cx="47701" cy="81461"/>
            </a:xfrm>
            <a:custGeom>
              <a:avLst/>
              <a:gdLst/>
              <a:ahLst/>
              <a:cxnLst/>
              <a:rect l="l" t="t" r="r" b="b"/>
              <a:pathLst>
                <a:path w="1769" h="3021" extrusionOk="0">
                  <a:moveTo>
                    <a:pt x="327" y="0"/>
                  </a:moveTo>
                  <a:cubicBezTo>
                    <a:pt x="271" y="0"/>
                    <a:pt x="238" y="57"/>
                    <a:pt x="225" y="146"/>
                  </a:cubicBezTo>
                  <a:lnTo>
                    <a:pt x="135" y="1263"/>
                  </a:lnTo>
                  <a:lnTo>
                    <a:pt x="135" y="1352"/>
                  </a:lnTo>
                  <a:cubicBezTo>
                    <a:pt x="135" y="1455"/>
                    <a:pt x="170" y="1522"/>
                    <a:pt x="316" y="1522"/>
                  </a:cubicBezTo>
                  <a:lnTo>
                    <a:pt x="879" y="1522"/>
                  </a:lnTo>
                  <a:cubicBezTo>
                    <a:pt x="1171" y="1522"/>
                    <a:pt x="1352" y="1690"/>
                    <a:pt x="1352" y="2039"/>
                  </a:cubicBezTo>
                  <a:lnTo>
                    <a:pt x="1352" y="2120"/>
                  </a:lnTo>
                  <a:cubicBezTo>
                    <a:pt x="1352" y="2469"/>
                    <a:pt x="1171" y="2636"/>
                    <a:pt x="879" y="2636"/>
                  </a:cubicBezTo>
                  <a:cubicBezTo>
                    <a:pt x="619" y="2636"/>
                    <a:pt x="417" y="2501"/>
                    <a:pt x="417" y="2266"/>
                  </a:cubicBezTo>
                  <a:cubicBezTo>
                    <a:pt x="417" y="2163"/>
                    <a:pt x="373" y="2096"/>
                    <a:pt x="203" y="2096"/>
                  </a:cubicBezTo>
                  <a:cubicBezTo>
                    <a:pt x="79" y="2096"/>
                    <a:pt x="0" y="2142"/>
                    <a:pt x="0" y="2288"/>
                  </a:cubicBezTo>
                  <a:cubicBezTo>
                    <a:pt x="0" y="2672"/>
                    <a:pt x="316" y="3020"/>
                    <a:pt x="890" y="3020"/>
                  </a:cubicBezTo>
                  <a:cubicBezTo>
                    <a:pt x="1374" y="3020"/>
                    <a:pt x="1768" y="2772"/>
                    <a:pt x="1768" y="2120"/>
                  </a:cubicBezTo>
                  <a:lnTo>
                    <a:pt x="1768" y="2039"/>
                  </a:lnTo>
                  <a:cubicBezTo>
                    <a:pt x="1768" y="2039"/>
                    <a:pt x="1374" y="1185"/>
                    <a:pt x="857" y="1185"/>
                  </a:cubicBezTo>
                  <a:lnTo>
                    <a:pt x="495" y="1160"/>
                  </a:lnTo>
                  <a:lnTo>
                    <a:pt x="552" y="395"/>
                  </a:lnTo>
                  <a:lnTo>
                    <a:pt x="1487" y="395"/>
                  </a:lnTo>
                  <a:cubicBezTo>
                    <a:pt x="1590" y="395"/>
                    <a:pt x="1633" y="306"/>
                    <a:pt x="1633" y="203"/>
                  </a:cubicBezTo>
                  <a:cubicBezTo>
                    <a:pt x="1633" y="103"/>
                    <a:pt x="1590" y="0"/>
                    <a:pt x="1487"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9"/>
            <p:cNvSpPr/>
            <p:nvPr/>
          </p:nvSpPr>
          <p:spPr>
            <a:xfrm>
              <a:off x="2586384" y="2172263"/>
              <a:ext cx="33410" cy="43764"/>
            </a:xfrm>
            <a:custGeom>
              <a:avLst/>
              <a:gdLst/>
              <a:ahLst/>
              <a:cxnLst/>
              <a:rect l="l" t="t" r="r" b="b"/>
              <a:pathLst>
                <a:path w="1239" h="1623" extrusionOk="0">
                  <a:moveTo>
                    <a:pt x="122" y="0"/>
                  </a:moveTo>
                  <a:cubicBezTo>
                    <a:pt x="68" y="0"/>
                    <a:pt x="0" y="35"/>
                    <a:pt x="0" y="114"/>
                  </a:cubicBezTo>
                  <a:lnTo>
                    <a:pt x="0" y="1544"/>
                  </a:lnTo>
                  <a:cubicBezTo>
                    <a:pt x="0" y="1590"/>
                    <a:pt x="68" y="1623"/>
                    <a:pt x="122" y="1623"/>
                  </a:cubicBezTo>
                  <a:cubicBezTo>
                    <a:pt x="178" y="1623"/>
                    <a:pt x="235" y="1590"/>
                    <a:pt x="235" y="1544"/>
                  </a:cubicBezTo>
                  <a:lnTo>
                    <a:pt x="235" y="463"/>
                  </a:lnTo>
                  <a:lnTo>
                    <a:pt x="541" y="1025"/>
                  </a:lnTo>
                  <a:cubicBezTo>
                    <a:pt x="562" y="1071"/>
                    <a:pt x="584" y="1082"/>
                    <a:pt x="619" y="1082"/>
                  </a:cubicBezTo>
                  <a:cubicBezTo>
                    <a:pt x="652" y="1082"/>
                    <a:pt x="676" y="1071"/>
                    <a:pt x="708" y="1025"/>
                  </a:cubicBezTo>
                  <a:lnTo>
                    <a:pt x="1000" y="473"/>
                  </a:lnTo>
                  <a:lnTo>
                    <a:pt x="1000" y="1544"/>
                  </a:lnTo>
                  <a:cubicBezTo>
                    <a:pt x="1000" y="1590"/>
                    <a:pt x="1057" y="1623"/>
                    <a:pt x="1114" y="1623"/>
                  </a:cubicBezTo>
                  <a:cubicBezTo>
                    <a:pt x="1182" y="1623"/>
                    <a:pt x="1238" y="1590"/>
                    <a:pt x="1238" y="1544"/>
                  </a:cubicBezTo>
                  <a:lnTo>
                    <a:pt x="1238" y="114"/>
                  </a:lnTo>
                  <a:cubicBezTo>
                    <a:pt x="1238" y="35"/>
                    <a:pt x="1182" y="0"/>
                    <a:pt x="1114" y="0"/>
                  </a:cubicBezTo>
                  <a:cubicBezTo>
                    <a:pt x="1036" y="0"/>
                    <a:pt x="990" y="35"/>
                    <a:pt x="933" y="136"/>
                  </a:cubicBezTo>
                  <a:lnTo>
                    <a:pt x="619" y="722"/>
                  </a:lnTo>
                  <a:lnTo>
                    <a:pt x="303" y="136"/>
                  </a:lnTo>
                  <a:cubicBezTo>
                    <a:pt x="257" y="35"/>
                    <a:pt x="203" y="0"/>
                    <a:pt x="122"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9"/>
            <p:cNvSpPr/>
            <p:nvPr/>
          </p:nvSpPr>
          <p:spPr>
            <a:xfrm>
              <a:off x="2502820" y="2061356"/>
              <a:ext cx="52231" cy="37940"/>
            </a:xfrm>
            <a:custGeom>
              <a:avLst/>
              <a:gdLst/>
              <a:ahLst/>
              <a:cxnLst/>
              <a:rect l="l" t="t" r="r" b="b"/>
              <a:pathLst>
                <a:path w="1937" h="1407" extrusionOk="0">
                  <a:moveTo>
                    <a:pt x="136" y="1"/>
                  </a:moveTo>
                  <a:cubicBezTo>
                    <a:pt x="44" y="1"/>
                    <a:pt x="1" y="93"/>
                    <a:pt x="44" y="160"/>
                  </a:cubicBezTo>
                  <a:lnTo>
                    <a:pt x="879" y="1364"/>
                  </a:lnTo>
                  <a:cubicBezTo>
                    <a:pt x="901" y="1392"/>
                    <a:pt x="935" y="1406"/>
                    <a:pt x="967" y="1406"/>
                  </a:cubicBezTo>
                  <a:cubicBezTo>
                    <a:pt x="1000" y="1406"/>
                    <a:pt x="1031" y="1392"/>
                    <a:pt x="1047" y="1364"/>
                  </a:cubicBezTo>
                  <a:lnTo>
                    <a:pt x="1893" y="160"/>
                  </a:lnTo>
                  <a:cubicBezTo>
                    <a:pt x="1936" y="93"/>
                    <a:pt x="1893" y="1"/>
                    <a:pt x="1801"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9"/>
            <p:cNvSpPr/>
            <p:nvPr/>
          </p:nvSpPr>
          <p:spPr>
            <a:xfrm>
              <a:off x="2521048" y="2061356"/>
              <a:ext cx="34003" cy="37940"/>
            </a:xfrm>
            <a:custGeom>
              <a:avLst/>
              <a:gdLst/>
              <a:ahLst/>
              <a:cxnLst/>
              <a:rect l="l" t="t" r="r" b="b"/>
              <a:pathLst>
                <a:path w="1261" h="1407" extrusionOk="0">
                  <a:moveTo>
                    <a:pt x="744" y="1"/>
                  </a:moveTo>
                  <a:lnTo>
                    <a:pt x="0" y="1061"/>
                  </a:lnTo>
                  <a:lnTo>
                    <a:pt x="203" y="1364"/>
                  </a:lnTo>
                  <a:cubicBezTo>
                    <a:pt x="225" y="1392"/>
                    <a:pt x="259" y="1406"/>
                    <a:pt x="291" y="1406"/>
                  </a:cubicBezTo>
                  <a:cubicBezTo>
                    <a:pt x="324" y="1406"/>
                    <a:pt x="355" y="1392"/>
                    <a:pt x="371" y="1364"/>
                  </a:cubicBezTo>
                  <a:lnTo>
                    <a:pt x="1217" y="160"/>
                  </a:lnTo>
                  <a:cubicBezTo>
                    <a:pt x="1260" y="93"/>
                    <a:pt x="1217" y="1"/>
                    <a:pt x="1125"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9"/>
            <p:cNvSpPr/>
            <p:nvPr/>
          </p:nvSpPr>
          <p:spPr>
            <a:xfrm>
              <a:off x="2502820" y="2265023"/>
              <a:ext cx="52231" cy="37913"/>
            </a:xfrm>
            <a:custGeom>
              <a:avLst/>
              <a:gdLst/>
              <a:ahLst/>
              <a:cxnLst/>
              <a:rect l="l" t="t" r="r" b="b"/>
              <a:pathLst>
                <a:path w="1937" h="1406" extrusionOk="0">
                  <a:moveTo>
                    <a:pt x="967" y="0"/>
                  </a:moveTo>
                  <a:cubicBezTo>
                    <a:pt x="935" y="0"/>
                    <a:pt x="901" y="14"/>
                    <a:pt x="879" y="43"/>
                  </a:cubicBezTo>
                  <a:lnTo>
                    <a:pt x="44" y="1246"/>
                  </a:lnTo>
                  <a:cubicBezTo>
                    <a:pt x="1" y="1313"/>
                    <a:pt x="44" y="1405"/>
                    <a:pt x="136" y="1405"/>
                  </a:cubicBezTo>
                  <a:lnTo>
                    <a:pt x="1801" y="1405"/>
                  </a:lnTo>
                  <a:cubicBezTo>
                    <a:pt x="1893" y="1405"/>
                    <a:pt x="1936" y="1313"/>
                    <a:pt x="1893" y="1246"/>
                  </a:cubicBezTo>
                  <a:lnTo>
                    <a:pt x="1047" y="43"/>
                  </a:lnTo>
                  <a:cubicBezTo>
                    <a:pt x="1031" y="14"/>
                    <a:pt x="1000" y="0"/>
                    <a:pt x="967"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49"/>
            <p:cNvSpPr/>
            <p:nvPr/>
          </p:nvSpPr>
          <p:spPr>
            <a:xfrm>
              <a:off x="2521048" y="2265023"/>
              <a:ext cx="34003" cy="37913"/>
            </a:xfrm>
            <a:custGeom>
              <a:avLst/>
              <a:gdLst/>
              <a:ahLst/>
              <a:cxnLst/>
              <a:rect l="l" t="t" r="r" b="b"/>
              <a:pathLst>
                <a:path w="1261" h="1406" extrusionOk="0">
                  <a:moveTo>
                    <a:pt x="291" y="0"/>
                  </a:moveTo>
                  <a:cubicBezTo>
                    <a:pt x="259" y="0"/>
                    <a:pt x="225" y="14"/>
                    <a:pt x="203" y="43"/>
                  </a:cubicBezTo>
                  <a:lnTo>
                    <a:pt x="0" y="335"/>
                  </a:lnTo>
                  <a:lnTo>
                    <a:pt x="744" y="1405"/>
                  </a:lnTo>
                  <a:lnTo>
                    <a:pt x="1125" y="1405"/>
                  </a:lnTo>
                  <a:cubicBezTo>
                    <a:pt x="1217" y="1405"/>
                    <a:pt x="1260" y="1313"/>
                    <a:pt x="1217" y="1246"/>
                  </a:cubicBezTo>
                  <a:lnTo>
                    <a:pt x="371" y="43"/>
                  </a:lnTo>
                  <a:cubicBezTo>
                    <a:pt x="355" y="14"/>
                    <a:pt x="324" y="0"/>
                    <a:pt x="291"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 name="Google Shape;1022;p49"/>
          <p:cNvGrpSpPr/>
          <p:nvPr/>
        </p:nvGrpSpPr>
        <p:grpSpPr>
          <a:xfrm>
            <a:off x="1511128" y="2001224"/>
            <a:ext cx="361843" cy="361843"/>
            <a:chOff x="1484837" y="2001224"/>
            <a:chExt cx="361843" cy="361843"/>
          </a:xfrm>
        </p:grpSpPr>
        <p:sp>
          <p:nvSpPr>
            <p:cNvPr id="1023" name="Google Shape;1023;p49"/>
            <p:cNvSpPr/>
            <p:nvPr/>
          </p:nvSpPr>
          <p:spPr>
            <a:xfrm>
              <a:off x="1484837" y="2001224"/>
              <a:ext cx="361843" cy="361843"/>
            </a:xfrm>
            <a:custGeom>
              <a:avLst/>
              <a:gdLst/>
              <a:ahLst/>
              <a:cxnLst/>
              <a:rect l="l" t="t" r="r" b="b"/>
              <a:pathLst>
                <a:path w="13419" h="13419" extrusionOk="0">
                  <a:moveTo>
                    <a:pt x="6716" y="0"/>
                  </a:moveTo>
                  <a:cubicBezTo>
                    <a:pt x="3010" y="0"/>
                    <a:pt x="0" y="3010"/>
                    <a:pt x="0" y="6716"/>
                  </a:cubicBezTo>
                  <a:cubicBezTo>
                    <a:pt x="0" y="10410"/>
                    <a:pt x="3010" y="13419"/>
                    <a:pt x="6716" y="13419"/>
                  </a:cubicBezTo>
                  <a:cubicBezTo>
                    <a:pt x="10420" y="13419"/>
                    <a:pt x="13419" y="10410"/>
                    <a:pt x="13419" y="6716"/>
                  </a:cubicBezTo>
                  <a:cubicBezTo>
                    <a:pt x="13419" y="3010"/>
                    <a:pt x="10420" y="0"/>
                    <a:pt x="6716" y="0"/>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9"/>
            <p:cNvSpPr/>
            <p:nvPr/>
          </p:nvSpPr>
          <p:spPr>
            <a:xfrm>
              <a:off x="1526471" y="2042858"/>
              <a:ext cx="278872" cy="278872"/>
            </a:xfrm>
            <a:custGeom>
              <a:avLst/>
              <a:gdLst/>
              <a:ahLst/>
              <a:cxnLst/>
              <a:rect l="l" t="t" r="r" b="b"/>
              <a:pathLst>
                <a:path w="10342" h="10342" extrusionOk="0">
                  <a:moveTo>
                    <a:pt x="5172" y="0"/>
                  </a:moveTo>
                  <a:cubicBezTo>
                    <a:pt x="2309" y="0"/>
                    <a:pt x="0" y="2309"/>
                    <a:pt x="0" y="5172"/>
                  </a:cubicBezTo>
                  <a:cubicBezTo>
                    <a:pt x="0" y="8022"/>
                    <a:pt x="2309" y="10342"/>
                    <a:pt x="5172" y="10342"/>
                  </a:cubicBezTo>
                  <a:cubicBezTo>
                    <a:pt x="8022" y="10342"/>
                    <a:pt x="10342" y="8022"/>
                    <a:pt x="10342" y="5172"/>
                  </a:cubicBezTo>
                  <a:cubicBezTo>
                    <a:pt x="10342" y="2309"/>
                    <a:pt x="8022" y="0"/>
                    <a:pt x="5172" y="0"/>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9"/>
            <p:cNvSpPr/>
            <p:nvPr/>
          </p:nvSpPr>
          <p:spPr>
            <a:xfrm>
              <a:off x="1607905" y="2133703"/>
              <a:ext cx="50748" cy="86908"/>
            </a:xfrm>
            <a:custGeom>
              <a:avLst/>
              <a:gdLst/>
              <a:ahLst/>
              <a:cxnLst/>
              <a:rect l="l" t="t" r="r" b="b"/>
              <a:pathLst>
                <a:path w="1882" h="3223" extrusionOk="0">
                  <a:moveTo>
                    <a:pt x="957" y="0"/>
                  </a:moveTo>
                  <a:cubicBezTo>
                    <a:pt x="246" y="0"/>
                    <a:pt x="68" y="462"/>
                    <a:pt x="68" y="722"/>
                  </a:cubicBezTo>
                  <a:cubicBezTo>
                    <a:pt x="68" y="868"/>
                    <a:pt x="100" y="900"/>
                    <a:pt x="260" y="900"/>
                  </a:cubicBezTo>
                  <a:cubicBezTo>
                    <a:pt x="381" y="900"/>
                    <a:pt x="427" y="844"/>
                    <a:pt x="427" y="744"/>
                  </a:cubicBezTo>
                  <a:cubicBezTo>
                    <a:pt x="427" y="562"/>
                    <a:pt x="530" y="327"/>
                    <a:pt x="946" y="327"/>
                  </a:cubicBezTo>
                  <a:cubicBezTo>
                    <a:pt x="1274" y="327"/>
                    <a:pt x="1430" y="484"/>
                    <a:pt x="1430" y="833"/>
                  </a:cubicBezTo>
                  <a:cubicBezTo>
                    <a:pt x="1430" y="1249"/>
                    <a:pt x="1238" y="1363"/>
                    <a:pt x="922" y="1363"/>
                  </a:cubicBezTo>
                  <a:cubicBezTo>
                    <a:pt x="833" y="1363"/>
                    <a:pt x="800" y="1441"/>
                    <a:pt x="800" y="1509"/>
                  </a:cubicBezTo>
                  <a:cubicBezTo>
                    <a:pt x="800" y="1587"/>
                    <a:pt x="833" y="1668"/>
                    <a:pt x="922" y="1668"/>
                  </a:cubicBezTo>
                  <a:cubicBezTo>
                    <a:pt x="1284" y="1668"/>
                    <a:pt x="1509" y="1825"/>
                    <a:pt x="1509" y="2195"/>
                  </a:cubicBezTo>
                  <a:lnTo>
                    <a:pt x="1509" y="2287"/>
                  </a:lnTo>
                  <a:cubicBezTo>
                    <a:pt x="1509" y="2704"/>
                    <a:pt x="1306" y="2885"/>
                    <a:pt x="922" y="2885"/>
                  </a:cubicBezTo>
                  <a:cubicBezTo>
                    <a:pt x="506" y="2885"/>
                    <a:pt x="349" y="2636"/>
                    <a:pt x="349" y="2444"/>
                  </a:cubicBezTo>
                  <a:cubicBezTo>
                    <a:pt x="349" y="2355"/>
                    <a:pt x="314" y="2309"/>
                    <a:pt x="168" y="2309"/>
                  </a:cubicBezTo>
                  <a:cubicBezTo>
                    <a:pt x="43" y="2309"/>
                    <a:pt x="0" y="2344"/>
                    <a:pt x="0" y="2479"/>
                  </a:cubicBezTo>
                  <a:cubicBezTo>
                    <a:pt x="0" y="2804"/>
                    <a:pt x="281" y="3223"/>
                    <a:pt x="922" y="3223"/>
                  </a:cubicBezTo>
                  <a:cubicBezTo>
                    <a:pt x="1452" y="3223"/>
                    <a:pt x="1882" y="2963"/>
                    <a:pt x="1882" y="2287"/>
                  </a:cubicBezTo>
                  <a:lnTo>
                    <a:pt x="1882" y="2195"/>
                  </a:lnTo>
                  <a:cubicBezTo>
                    <a:pt x="1882" y="1814"/>
                    <a:pt x="1690" y="1611"/>
                    <a:pt x="1430" y="1509"/>
                  </a:cubicBezTo>
                  <a:cubicBezTo>
                    <a:pt x="1633" y="1409"/>
                    <a:pt x="1790" y="1149"/>
                    <a:pt x="1790" y="765"/>
                  </a:cubicBezTo>
                  <a:cubicBezTo>
                    <a:pt x="1790" y="203"/>
                    <a:pt x="1441" y="0"/>
                    <a:pt x="957"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9"/>
            <p:cNvSpPr/>
            <p:nvPr/>
          </p:nvSpPr>
          <p:spPr>
            <a:xfrm>
              <a:off x="1684162" y="2171966"/>
              <a:ext cx="34299" cy="46838"/>
            </a:xfrm>
            <a:custGeom>
              <a:avLst/>
              <a:gdLst/>
              <a:ahLst/>
              <a:cxnLst/>
              <a:rect l="l" t="t" r="r" b="b"/>
              <a:pathLst>
                <a:path w="1272" h="1737" extrusionOk="0">
                  <a:moveTo>
                    <a:pt x="90" y="1"/>
                  </a:moveTo>
                  <a:cubicBezTo>
                    <a:pt x="44" y="1"/>
                    <a:pt x="0" y="22"/>
                    <a:pt x="0" y="101"/>
                  </a:cubicBezTo>
                  <a:lnTo>
                    <a:pt x="0" y="1655"/>
                  </a:lnTo>
                  <a:cubicBezTo>
                    <a:pt x="0" y="1712"/>
                    <a:pt x="44" y="1736"/>
                    <a:pt x="100" y="1736"/>
                  </a:cubicBezTo>
                  <a:cubicBezTo>
                    <a:pt x="146" y="1736"/>
                    <a:pt x="203" y="1712"/>
                    <a:pt x="203" y="1655"/>
                  </a:cubicBezTo>
                  <a:lnTo>
                    <a:pt x="203" y="417"/>
                  </a:lnTo>
                  <a:lnTo>
                    <a:pt x="563" y="1093"/>
                  </a:lnTo>
                  <a:cubicBezTo>
                    <a:pt x="584" y="1139"/>
                    <a:pt x="609" y="1150"/>
                    <a:pt x="630" y="1150"/>
                  </a:cubicBezTo>
                  <a:cubicBezTo>
                    <a:pt x="663" y="1150"/>
                    <a:pt x="687" y="1139"/>
                    <a:pt x="709" y="1093"/>
                  </a:cubicBezTo>
                  <a:lnTo>
                    <a:pt x="1068" y="417"/>
                  </a:lnTo>
                  <a:lnTo>
                    <a:pt x="1068" y="1655"/>
                  </a:lnTo>
                  <a:cubicBezTo>
                    <a:pt x="1068" y="1712"/>
                    <a:pt x="1125" y="1736"/>
                    <a:pt x="1171" y="1736"/>
                  </a:cubicBezTo>
                  <a:cubicBezTo>
                    <a:pt x="1228" y="1736"/>
                    <a:pt x="1271" y="1712"/>
                    <a:pt x="1271" y="1655"/>
                  </a:cubicBezTo>
                  <a:lnTo>
                    <a:pt x="1271" y="101"/>
                  </a:lnTo>
                  <a:cubicBezTo>
                    <a:pt x="1271" y="22"/>
                    <a:pt x="1228" y="1"/>
                    <a:pt x="1182" y="1"/>
                  </a:cubicBezTo>
                  <a:cubicBezTo>
                    <a:pt x="1103" y="1"/>
                    <a:pt x="1057" y="46"/>
                    <a:pt x="1014" y="125"/>
                  </a:cubicBezTo>
                  <a:lnTo>
                    <a:pt x="630" y="858"/>
                  </a:lnTo>
                  <a:lnTo>
                    <a:pt x="257" y="125"/>
                  </a:lnTo>
                  <a:cubicBezTo>
                    <a:pt x="214" y="46"/>
                    <a:pt x="168" y="1"/>
                    <a:pt x="90"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9"/>
            <p:cNvSpPr/>
            <p:nvPr/>
          </p:nvSpPr>
          <p:spPr>
            <a:xfrm>
              <a:off x="1547746" y="2155868"/>
              <a:ext cx="43117" cy="57408"/>
            </a:xfrm>
            <a:custGeom>
              <a:avLst/>
              <a:gdLst/>
              <a:ahLst/>
              <a:cxnLst/>
              <a:rect l="l" t="t" r="r" b="b"/>
              <a:pathLst>
                <a:path w="1599" h="2129" extrusionOk="0">
                  <a:moveTo>
                    <a:pt x="112" y="0"/>
                  </a:moveTo>
                  <a:cubicBezTo>
                    <a:pt x="53" y="0"/>
                    <a:pt x="1" y="47"/>
                    <a:pt x="1" y="114"/>
                  </a:cubicBezTo>
                  <a:lnTo>
                    <a:pt x="1" y="2006"/>
                  </a:lnTo>
                  <a:cubicBezTo>
                    <a:pt x="1" y="2079"/>
                    <a:pt x="53" y="2129"/>
                    <a:pt x="112" y="2129"/>
                  </a:cubicBezTo>
                  <a:cubicBezTo>
                    <a:pt x="135" y="2129"/>
                    <a:pt x="158" y="2122"/>
                    <a:pt x="179" y="2106"/>
                  </a:cubicBezTo>
                  <a:lnTo>
                    <a:pt x="1531" y="1160"/>
                  </a:lnTo>
                  <a:cubicBezTo>
                    <a:pt x="1598" y="1117"/>
                    <a:pt x="1598" y="1014"/>
                    <a:pt x="1531" y="968"/>
                  </a:cubicBezTo>
                  <a:lnTo>
                    <a:pt x="179" y="22"/>
                  </a:lnTo>
                  <a:cubicBezTo>
                    <a:pt x="158" y="7"/>
                    <a:pt x="134" y="0"/>
                    <a:pt x="112"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9"/>
            <p:cNvSpPr/>
            <p:nvPr/>
          </p:nvSpPr>
          <p:spPr>
            <a:xfrm>
              <a:off x="1740303" y="2155868"/>
              <a:ext cx="43171" cy="57408"/>
            </a:xfrm>
            <a:custGeom>
              <a:avLst/>
              <a:gdLst/>
              <a:ahLst/>
              <a:cxnLst/>
              <a:rect l="l" t="t" r="r" b="b"/>
              <a:pathLst>
                <a:path w="1601" h="2129" extrusionOk="0">
                  <a:moveTo>
                    <a:pt x="1488" y="0"/>
                  </a:moveTo>
                  <a:cubicBezTo>
                    <a:pt x="1466" y="0"/>
                    <a:pt x="1442" y="7"/>
                    <a:pt x="1420" y="22"/>
                  </a:cubicBezTo>
                  <a:lnTo>
                    <a:pt x="68" y="968"/>
                  </a:lnTo>
                  <a:cubicBezTo>
                    <a:pt x="0" y="1014"/>
                    <a:pt x="0" y="1117"/>
                    <a:pt x="68" y="1160"/>
                  </a:cubicBezTo>
                  <a:lnTo>
                    <a:pt x="1420" y="2106"/>
                  </a:lnTo>
                  <a:cubicBezTo>
                    <a:pt x="1442" y="2122"/>
                    <a:pt x="1465" y="2129"/>
                    <a:pt x="1488" y="2129"/>
                  </a:cubicBezTo>
                  <a:cubicBezTo>
                    <a:pt x="1548" y="2129"/>
                    <a:pt x="1601" y="2079"/>
                    <a:pt x="1601" y="2006"/>
                  </a:cubicBezTo>
                  <a:lnTo>
                    <a:pt x="1601" y="114"/>
                  </a:lnTo>
                  <a:cubicBezTo>
                    <a:pt x="1601" y="47"/>
                    <a:pt x="1548" y="0"/>
                    <a:pt x="148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9"/>
            <p:cNvSpPr/>
            <p:nvPr/>
          </p:nvSpPr>
          <p:spPr>
            <a:xfrm>
              <a:off x="1547746" y="2177440"/>
              <a:ext cx="43117" cy="35836"/>
            </a:xfrm>
            <a:custGeom>
              <a:avLst/>
              <a:gdLst/>
              <a:ahLst/>
              <a:cxnLst/>
              <a:rect l="l" t="t" r="r" b="b"/>
              <a:pathLst>
                <a:path w="1599" h="1329" extrusionOk="0">
                  <a:moveTo>
                    <a:pt x="1296" y="0"/>
                  </a:moveTo>
                  <a:lnTo>
                    <a:pt x="1" y="901"/>
                  </a:lnTo>
                  <a:lnTo>
                    <a:pt x="1" y="1206"/>
                  </a:lnTo>
                  <a:cubicBezTo>
                    <a:pt x="1" y="1279"/>
                    <a:pt x="53" y="1329"/>
                    <a:pt x="112" y="1329"/>
                  </a:cubicBezTo>
                  <a:cubicBezTo>
                    <a:pt x="135" y="1329"/>
                    <a:pt x="158" y="1322"/>
                    <a:pt x="179" y="1306"/>
                  </a:cubicBezTo>
                  <a:lnTo>
                    <a:pt x="1531" y="360"/>
                  </a:lnTo>
                  <a:cubicBezTo>
                    <a:pt x="1598" y="317"/>
                    <a:pt x="1598" y="214"/>
                    <a:pt x="1531" y="168"/>
                  </a:cubicBezTo>
                  <a:lnTo>
                    <a:pt x="1296" y="0"/>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9"/>
            <p:cNvSpPr/>
            <p:nvPr/>
          </p:nvSpPr>
          <p:spPr>
            <a:xfrm>
              <a:off x="1768886" y="2156489"/>
              <a:ext cx="14588" cy="56222"/>
            </a:xfrm>
            <a:custGeom>
              <a:avLst/>
              <a:gdLst/>
              <a:ahLst/>
              <a:cxnLst/>
              <a:rect l="l" t="t" r="r" b="b"/>
              <a:pathLst>
                <a:path w="541" h="2085" extrusionOk="0">
                  <a:moveTo>
                    <a:pt x="429" y="0"/>
                  </a:moveTo>
                  <a:cubicBezTo>
                    <a:pt x="406" y="0"/>
                    <a:pt x="382" y="7"/>
                    <a:pt x="360" y="23"/>
                  </a:cubicBezTo>
                  <a:lnTo>
                    <a:pt x="103" y="201"/>
                  </a:lnTo>
                  <a:lnTo>
                    <a:pt x="103" y="1688"/>
                  </a:lnTo>
                  <a:cubicBezTo>
                    <a:pt x="103" y="1756"/>
                    <a:pt x="57" y="1802"/>
                    <a:pt x="0" y="1802"/>
                  </a:cubicBezTo>
                  <a:lnTo>
                    <a:pt x="360" y="2062"/>
                  </a:lnTo>
                  <a:cubicBezTo>
                    <a:pt x="382" y="2077"/>
                    <a:pt x="406" y="2084"/>
                    <a:pt x="429" y="2084"/>
                  </a:cubicBezTo>
                  <a:cubicBezTo>
                    <a:pt x="489" y="2084"/>
                    <a:pt x="541" y="2037"/>
                    <a:pt x="541" y="1972"/>
                  </a:cubicBezTo>
                  <a:lnTo>
                    <a:pt x="541" y="112"/>
                  </a:lnTo>
                  <a:cubicBezTo>
                    <a:pt x="541" y="48"/>
                    <a:pt x="489" y="0"/>
                    <a:pt x="429"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 name="Google Shape;1031;p49"/>
          <p:cNvGrpSpPr/>
          <p:nvPr/>
        </p:nvGrpSpPr>
        <p:grpSpPr>
          <a:xfrm>
            <a:off x="715539" y="1439840"/>
            <a:ext cx="361843" cy="361870"/>
            <a:chOff x="715391" y="1439840"/>
            <a:chExt cx="361843" cy="361870"/>
          </a:xfrm>
        </p:grpSpPr>
        <p:sp>
          <p:nvSpPr>
            <p:cNvPr id="1032" name="Google Shape;1032;p49"/>
            <p:cNvSpPr/>
            <p:nvPr/>
          </p:nvSpPr>
          <p:spPr>
            <a:xfrm>
              <a:off x="715391" y="1439840"/>
              <a:ext cx="361843" cy="361870"/>
            </a:xfrm>
            <a:custGeom>
              <a:avLst/>
              <a:gdLst/>
              <a:ahLst/>
              <a:cxnLst/>
              <a:rect l="l" t="t" r="r" b="b"/>
              <a:pathLst>
                <a:path w="13419" h="13420" extrusionOk="0">
                  <a:moveTo>
                    <a:pt x="6713" y="1"/>
                  </a:moveTo>
                  <a:cubicBezTo>
                    <a:pt x="3009" y="1"/>
                    <a:pt x="0" y="2999"/>
                    <a:pt x="0" y="6703"/>
                  </a:cubicBezTo>
                  <a:cubicBezTo>
                    <a:pt x="0" y="10410"/>
                    <a:pt x="3009" y="13419"/>
                    <a:pt x="6713" y="13419"/>
                  </a:cubicBezTo>
                  <a:cubicBezTo>
                    <a:pt x="10420" y="13419"/>
                    <a:pt x="13419" y="10410"/>
                    <a:pt x="13419" y="6703"/>
                  </a:cubicBezTo>
                  <a:cubicBezTo>
                    <a:pt x="13419" y="2999"/>
                    <a:pt x="10420" y="1"/>
                    <a:pt x="6713"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9"/>
            <p:cNvSpPr/>
            <p:nvPr/>
          </p:nvSpPr>
          <p:spPr>
            <a:xfrm>
              <a:off x="756998" y="1481177"/>
              <a:ext cx="278899" cy="278899"/>
            </a:xfrm>
            <a:custGeom>
              <a:avLst/>
              <a:gdLst/>
              <a:ahLst/>
              <a:cxnLst/>
              <a:rect l="l" t="t" r="r" b="b"/>
              <a:pathLst>
                <a:path w="10343" h="10343" extrusionOk="0">
                  <a:moveTo>
                    <a:pt x="5170" y="1"/>
                  </a:moveTo>
                  <a:cubicBezTo>
                    <a:pt x="2310" y="1"/>
                    <a:pt x="1" y="2321"/>
                    <a:pt x="1" y="5170"/>
                  </a:cubicBezTo>
                  <a:cubicBezTo>
                    <a:pt x="1" y="8034"/>
                    <a:pt x="2310" y="10343"/>
                    <a:pt x="5170" y="10343"/>
                  </a:cubicBezTo>
                  <a:cubicBezTo>
                    <a:pt x="8023" y="10343"/>
                    <a:pt x="10343" y="8034"/>
                    <a:pt x="10343" y="5170"/>
                  </a:cubicBezTo>
                  <a:cubicBezTo>
                    <a:pt x="10343" y="2321"/>
                    <a:pt x="8023" y="1"/>
                    <a:pt x="5170"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9"/>
            <p:cNvSpPr/>
            <p:nvPr/>
          </p:nvSpPr>
          <p:spPr>
            <a:xfrm>
              <a:off x="787711" y="1534703"/>
              <a:ext cx="185924" cy="172819"/>
            </a:xfrm>
            <a:custGeom>
              <a:avLst/>
              <a:gdLst/>
              <a:ahLst/>
              <a:cxnLst/>
              <a:rect l="l" t="t" r="r" b="b"/>
              <a:pathLst>
                <a:path w="6895" h="6409" extrusionOk="0">
                  <a:moveTo>
                    <a:pt x="2878" y="0"/>
                  </a:moveTo>
                  <a:cubicBezTo>
                    <a:pt x="2853" y="0"/>
                    <a:pt x="2828" y="7"/>
                    <a:pt x="2804" y="22"/>
                  </a:cubicBezTo>
                  <a:lnTo>
                    <a:pt x="135" y="1890"/>
                  </a:lnTo>
                  <a:cubicBezTo>
                    <a:pt x="0" y="1982"/>
                    <a:pt x="0" y="2171"/>
                    <a:pt x="135" y="2263"/>
                  </a:cubicBezTo>
                  <a:lnTo>
                    <a:pt x="2804" y="4132"/>
                  </a:lnTo>
                  <a:cubicBezTo>
                    <a:pt x="2848" y="4163"/>
                    <a:pt x="2896" y="4177"/>
                    <a:pt x="2942" y="4177"/>
                  </a:cubicBezTo>
                  <a:cubicBezTo>
                    <a:pt x="3063" y="4177"/>
                    <a:pt x="3170" y="4080"/>
                    <a:pt x="3153" y="3942"/>
                  </a:cubicBezTo>
                  <a:lnTo>
                    <a:pt x="3153" y="3153"/>
                  </a:lnTo>
                  <a:cubicBezTo>
                    <a:pt x="3177" y="3074"/>
                    <a:pt x="3312" y="3029"/>
                    <a:pt x="3312" y="3029"/>
                  </a:cubicBezTo>
                  <a:lnTo>
                    <a:pt x="4878" y="3029"/>
                  </a:lnTo>
                  <a:cubicBezTo>
                    <a:pt x="4945" y="3029"/>
                    <a:pt x="5013" y="3085"/>
                    <a:pt x="5013" y="3164"/>
                  </a:cubicBezTo>
                  <a:lnTo>
                    <a:pt x="5013" y="6024"/>
                  </a:lnTo>
                  <a:cubicBezTo>
                    <a:pt x="5013" y="6241"/>
                    <a:pt x="5180" y="6408"/>
                    <a:pt x="5397" y="6408"/>
                  </a:cubicBezTo>
                  <a:lnTo>
                    <a:pt x="6511" y="6408"/>
                  </a:lnTo>
                  <a:cubicBezTo>
                    <a:pt x="6724" y="6408"/>
                    <a:pt x="6895" y="6241"/>
                    <a:pt x="6895" y="6024"/>
                  </a:cubicBezTo>
                  <a:lnTo>
                    <a:pt x="6895" y="1520"/>
                  </a:lnTo>
                  <a:cubicBezTo>
                    <a:pt x="6895" y="1520"/>
                    <a:pt x="6713" y="1136"/>
                    <a:pt x="6511" y="1136"/>
                  </a:cubicBezTo>
                  <a:lnTo>
                    <a:pt x="6230" y="1136"/>
                  </a:lnTo>
                  <a:lnTo>
                    <a:pt x="6230" y="1114"/>
                  </a:lnTo>
                  <a:lnTo>
                    <a:pt x="3312" y="1114"/>
                  </a:lnTo>
                  <a:cubicBezTo>
                    <a:pt x="3306" y="1116"/>
                    <a:pt x="3301" y="1117"/>
                    <a:pt x="3295" y="1117"/>
                  </a:cubicBezTo>
                  <a:cubicBezTo>
                    <a:pt x="3226" y="1117"/>
                    <a:pt x="3177" y="1001"/>
                    <a:pt x="3177" y="1001"/>
                  </a:cubicBezTo>
                  <a:lnTo>
                    <a:pt x="3177" y="211"/>
                  </a:lnTo>
                  <a:cubicBezTo>
                    <a:pt x="3177" y="211"/>
                    <a:pt x="3023" y="0"/>
                    <a:pt x="287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9"/>
            <p:cNvSpPr/>
            <p:nvPr/>
          </p:nvSpPr>
          <p:spPr>
            <a:xfrm>
              <a:off x="787980" y="1573856"/>
              <a:ext cx="85425" cy="73480"/>
            </a:xfrm>
            <a:custGeom>
              <a:avLst/>
              <a:gdLst/>
              <a:ahLst/>
              <a:cxnLst/>
              <a:rect l="l" t="t" r="r" b="b"/>
              <a:pathLst>
                <a:path w="3168" h="2725" extrusionOk="0">
                  <a:moveTo>
                    <a:pt x="755" y="0"/>
                  </a:moveTo>
                  <a:lnTo>
                    <a:pt x="125" y="438"/>
                  </a:lnTo>
                  <a:cubicBezTo>
                    <a:pt x="1" y="530"/>
                    <a:pt x="1" y="719"/>
                    <a:pt x="125" y="811"/>
                  </a:cubicBezTo>
                  <a:lnTo>
                    <a:pt x="2805" y="2680"/>
                  </a:lnTo>
                  <a:cubicBezTo>
                    <a:pt x="2846" y="2711"/>
                    <a:pt x="2891" y="2725"/>
                    <a:pt x="2936" y="2725"/>
                  </a:cubicBezTo>
                  <a:cubicBezTo>
                    <a:pt x="3055" y="2725"/>
                    <a:pt x="3167" y="2628"/>
                    <a:pt x="3167" y="2490"/>
                  </a:cubicBezTo>
                  <a:lnTo>
                    <a:pt x="3167" y="1679"/>
                  </a:lnTo>
                  <a:lnTo>
                    <a:pt x="755" y="0"/>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9"/>
            <p:cNvSpPr/>
            <p:nvPr/>
          </p:nvSpPr>
          <p:spPr>
            <a:xfrm>
              <a:off x="750957" y="1476296"/>
              <a:ext cx="289469" cy="289820"/>
            </a:xfrm>
            <a:custGeom>
              <a:avLst/>
              <a:gdLst/>
              <a:ahLst/>
              <a:cxnLst/>
              <a:rect l="l" t="t" r="r" b="b"/>
              <a:pathLst>
                <a:path w="10735" h="10748" extrusionOk="0">
                  <a:moveTo>
                    <a:pt x="1339" y="1"/>
                  </a:moveTo>
                  <a:lnTo>
                    <a:pt x="0" y="1363"/>
                  </a:lnTo>
                  <a:lnTo>
                    <a:pt x="9372" y="10748"/>
                  </a:lnTo>
                  <a:cubicBezTo>
                    <a:pt x="9891" y="10367"/>
                    <a:pt x="10353" y="9915"/>
                    <a:pt x="10734" y="9407"/>
                  </a:cubicBezTo>
                  <a:lnTo>
                    <a:pt x="1339" y="1"/>
                  </a:ln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 name="Google Shape;1037;p49"/>
          <p:cNvGrpSpPr/>
          <p:nvPr/>
        </p:nvGrpSpPr>
        <p:grpSpPr>
          <a:xfrm>
            <a:off x="8010165" y="1439840"/>
            <a:ext cx="361789" cy="361870"/>
            <a:chOff x="7994188" y="1439840"/>
            <a:chExt cx="361789" cy="361870"/>
          </a:xfrm>
        </p:grpSpPr>
        <p:sp>
          <p:nvSpPr>
            <p:cNvPr id="1038" name="Google Shape;1038;p49"/>
            <p:cNvSpPr/>
            <p:nvPr/>
          </p:nvSpPr>
          <p:spPr>
            <a:xfrm>
              <a:off x="7994188" y="1439840"/>
              <a:ext cx="361789" cy="361870"/>
            </a:xfrm>
            <a:custGeom>
              <a:avLst/>
              <a:gdLst/>
              <a:ahLst/>
              <a:cxnLst/>
              <a:rect l="l" t="t" r="r" b="b"/>
              <a:pathLst>
                <a:path w="13417" h="13420" extrusionOk="0">
                  <a:moveTo>
                    <a:pt x="6714" y="1"/>
                  </a:moveTo>
                  <a:cubicBezTo>
                    <a:pt x="3007" y="1"/>
                    <a:pt x="1" y="2999"/>
                    <a:pt x="1" y="6703"/>
                  </a:cubicBezTo>
                  <a:cubicBezTo>
                    <a:pt x="1" y="10410"/>
                    <a:pt x="3007" y="13419"/>
                    <a:pt x="6714" y="13419"/>
                  </a:cubicBezTo>
                  <a:cubicBezTo>
                    <a:pt x="10421" y="13419"/>
                    <a:pt x="13417" y="10410"/>
                    <a:pt x="13417" y="6703"/>
                  </a:cubicBezTo>
                  <a:cubicBezTo>
                    <a:pt x="13417" y="2999"/>
                    <a:pt x="10421" y="1"/>
                    <a:pt x="6714"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9"/>
            <p:cNvSpPr/>
            <p:nvPr/>
          </p:nvSpPr>
          <p:spPr>
            <a:xfrm>
              <a:off x="8035741" y="1481177"/>
              <a:ext cx="278899" cy="278899"/>
            </a:xfrm>
            <a:custGeom>
              <a:avLst/>
              <a:gdLst/>
              <a:ahLst/>
              <a:cxnLst/>
              <a:rect l="l" t="t" r="r" b="b"/>
              <a:pathLst>
                <a:path w="10343" h="10343" extrusionOk="0">
                  <a:moveTo>
                    <a:pt x="5173" y="1"/>
                  </a:moveTo>
                  <a:cubicBezTo>
                    <a:pt x="2313" y="1"/>
                    <a:pt x="1" y="2321"/>
                    <a:pt x="1" y="5170"/>
                  </a:cubicBezTo>
                  <a:cubicBezTo>
                    <a:pt x="1" y="8034"/>
                    <a:pt x="2313" y="10343"/>
                    <a:pt x="5173" y="10343"/>
                  </a:cubicBezTo>
                  <a:cubicBezTo>
                    <a:pt x="8023" y="10343"/>
                    <a:pt x="10343" y="8034"/>
                    <a:pt x="10343" y="5170"/>
                  </a:cubicBezTo>
                  <a:cubicBezTo>
                    <a:pt x="10343" y="2321"/>
                    <a:pt x="8023" y="1"/>
                    <a:pt x="5173"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9"/>
            <p:cNvSpPr/>
            <p:nvPr/>
          </p:nvSpPr>
          <p:spPr>
            <a:xfrm>
              <a:off x="8090426" y="1534703"/>
              <a:ext cx="186301" cy="172225"/>
            </a:xfrm>
            <a:custGeom>
              <a:avLst/>
              <a:gdLst/>
              <a:ahLst/>
              <a:cxnLst/>
              <a:rect l="l" t="t" r="r" b="b"/>
              <a:pathLst>
                <a:path w="6909" h="6387" extrusionOk="0">
                  <a:moveTo>
                    <a:pt x="4034" y="0"/>
                  </a:moveTo>
                  <a:cubicBezTo>
                    <a:pt x="3900" y="0"/>
                    <a:pt x="3754" y="211"/>
                    <a:pt x="3754" y="211"/>
                  </a:cubicBezTo>
                  <a:lnTo>
                    <a:pt x="3754" y="1001"/>
                  </a:lnTo>
                  <a:cubicBezTo>
                    <a:pt x="3754" y="1001"/>
                    <a:pt x="3696" y="1117"/>
                    <a:pt x="3625" y="1117"/>
                  </a:cubicBezTo>
                  <a:cubicBezTo>
                    <a:pt x="3619" y="1117"/>
                    <a:pt x="3613" y="1116"/>
                    <a:pt x="3608" y="1114"/>
                  </a:cubicBezTo>
                  <a:lnTo>
                    <a:pt x="677" y="1114"/>
                  </a:lnTo>
                  <a:lnTo>
                    <a:pt x="677" y="1147"/>
                  </a:lnTo>
                  <a:lnTo>
                    <a:pt x="406" y="1147"/>
                  </a:lnTo>
                  <a:cubicBezTo>
                    <a:pt x="403" y="1147"/>
                    <a:pt x="400" y="1147"/>
                    <a:pt x="397" y="1147"/>
                  </a:cubicBezTo>
                  <a:cubicBezTo>
                    <a:pt x="187" y="1147"/>
                    <a:pt x="1" y="1520"/>
                    <a:pt x="1" y="1520"/>
                  </a:cubicBezTo>
                  <a:lnTo>
                    <a:pt x="1" y="6003"/>
                  </a:lnTo>
                  <a:cubicBezTo>
                    <a:pt x="1" y="6216"/>
                    <a:pt x="182" y="6387"/>
                    <a:pt x="385" y="6387"/>
                  </a:cubicBezTo>
                  <a:lnTo>
                    <a:pt x="1512" y="6387"/>
                  </a:lnTo>
                  <a:cubicBezTo>
                    <a:pt x="1726" y="6387"/>
                    <a:pt x="1893" y="6216"/>
                    <a:pt x="1893" y="6003"/>
                  </a:cubicBezTo>
                  <a:lnTo>
                    <a:pt x="1893" y="3142"/>
                  </a:lnTo>
                  <a:cubicBezTo>
                    <a:pt x="1893" y="3064"/>
                    <a:pt x="1950" y="3007"/>
                    <a:pt x="2029" y="3007"/>
                  </a:cubicBezTo>
                  <a:lnTo>
                    <a:pt x="3608" y="3007"/>
                  </a:lnTo>
                  <a:cubicBezTo>
                    <a:pt x="3608" y="3007"/>
                    <a:pt x="3743" y="3074"/>
                    <a:pt x="3732" y="3153"/>
                  </a:cubicBezTo>
                  <a:lnTo>
                    <a:pt x="3732" y="3942"/>
                  </a:lnTo>
                  <a:cubicBezTo>
                    <a:pt x="3740" y="4080"/>
                    <a:pt x="3854" y="4177"/>
                    <a:pt x="3972" y="4177"/>
                  </a:cubicBezTo>
                  <a:cubicBezTo>
                    <a:pt x="4017" y="4177"/>
                    <a:pt x="4062" y="4163"/>
                    <a:pt x="4102" y="4132"/>
                  </a:cubicBezTo>
                  <a:lnTo>
                    <a:pt x="6774" y="2263"/>
                  </a:lnTo>
                  <a:cubicBezTo>
                    <a:pt x="6909" y="2171"/>
                    <a:pt x="6909" y="1982"/>
                    <a:pt x="6774" y="1890"/>
                  </a:cubicBezTo>
                  <a:lnTo>
                    <a:pt x="4102" y="22"/>
                  </a:lnTo>
                  <a:cubicBezTo>
                    <a:pt x="4081" y="7"/>
                    <a:pt x="4057" y="0"/>
                    <a:pt x="4034"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9"/>
            <p:cNvSpPr/>
            <p:nvPr/>
          </p:nvSpPr>
          <p:spPr>
            <a:xfrm>
              <a:off x="8191626" y="1573856"/>
              <a:ext cx="85398" cy="73480"/>
            </a:xfrm>
            <a:custGeom>
              <a:avLst/>
              <a:gdLst/>
              <a:ahLst/>
              <a:cxnLst/>
              <a:rect l="l" t="t" r="r" b="b"/>
              <a:pathLst>
                <a:path w="3167" h="2725" extrusionOk="0">
                  <a:moveTo>
                    <a:pt x="2412" y="0"/>
                  </a:moveTo>
                  <a:lnTo>
                    <a:pt x="1" y="1679"/>
                  </a:lnTo>
                  <a:lnTo>
                    <a:pt x="1" y="2490"/>
                  </a:lnTo>
                  <a:cubicBezTo>
                    <a:pt x="1" y="2628"/>
                    <a:pt x="113" y="2725"/>
                    <a:pt x="230" y="2725"/>
                  </a:cubicBezTo>
                  <a:cubicBezTo>
                    <a:pt x="275" y="2725"/>
                    <a:pt x="320" y="2711"/>
                    <a:pt x="360" y="2680"/>
                  </a:cubicBezTo>
                  <a:lnTo>
                    <a:pt x="3031" y="811"/>
                  </a:lnTo>
                  <a:cubicBezTo>
                    <a:pt x="3167" y="719"/>
                    <a:pt x="3167" y="530"/>
                    <a:pt x="3031" y="438"/>
                  </a:cubicBezTo>
                  <a:lnTo>
                    <a:pt x="2412" y="0"/>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9"/>
            <p:cNvSpPr/>
            <p:nvPr/>
          </p:nvSpPr>
          <p:spPr>
            <a:xfrm>
              <a:off x="8029701" y="1476296"/>
              <a:ext cx="289820" cy="289820"/>
            </a:xfrm>
            <a:custGeom>
              <a:avLst/>
              <a:gdLst/>
              <a:ahLst/>
              <a:cxnLst/>
              <a:rect l="l" t="t" r="r" b="b"/>
              <a:pathLst>
                <a:path w="10748" h="10748" extrusionOk="0">
                  <a:moveTo>
                    <a:pt x="1342" y="1"/>
                  </a:moveTo>
                  <a:lnTo>
                    <a:pt x="1" y="1363"/>
                  </a:lnTo>
                  <a:lnTo>
                    <a:pt x="9385" y="10748"/>
                  </a:lnTo>
                  <a:cubicBezTo>
                    <a:pt x="9891" y="10367"/>
                    <a:pt x="10353" y="9915"/>
                    <a:pt x="10748" y="9407"/>
                  </a:cubicBezTo>
                  <a:lnTo>
                    <a:pt x="1342" y="1"/>
                  </a:ln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 name="Google Shape;1043;p49"/>
          <p:cNvGrpSpPr/>
          <p:nvPr/>
        </p:nvGrpSpPr>
        <p:grpSpPr>
          <a:xfrm>
            <a:off x="7193557" y="1439840"/>
            <a:ext cx="361843" cy="361870"/>
            <a:chOff x="7120792" y="1439840"/>
            <a:chExt cx="361843" cy="361870"/>
          </a:xfrm>
        </p:grpSpPr>
        <p:sp>
          <p:nvSpPr>
            <p:cNvPr id="1044" name="Google Shape;1044;p49"/>
            <p:cNvSpPr/>
            <p:nvPr/>
          </p:nvSpPr>
          <p:spPr>
            <a:xfrm>
              <a:off x="7120792" y="1439840"/>
              <a:ext cx="361843" cy="361870"/>
            </a:xfrm>
            <a:custGeom>
              <a:avLst/>
              <a:gdLst/>
              <a:ahLst/>
              <a:cxnLst/>
              <a:rect l="l" t="t" r="r" b="b"/>
              <a:pathLst>
                <a:path w="13419" h="13420" extrusionOk="0">
                  <a:moveTo>
                    <a:pt x="6716" y="1"/>
                  </a:moveTo>
                  <a:cubicBezTo>
                    <a:pt x="3009" y="1"/>
                    <a:pt x="0" y="2999"/>
                    <a:pt x="0" y="6703"/>
                  </a:cubicBezTo>
                  <a:cubicBezTo>
                    <a:pt x="0" y="10410"/>
                    <a:pt x="3009" y="13419"/>
                    <a:pt x="6716" y="13419"/>
                  </a:cubicBezTo>
                  <a:cubicBezTo>
                    <a:pt x="10409" y="13419"/>
                    <a:pt x="13419" y="10410"/>
                    <a:pt x="13419" y="6703"/>
                  </a:cubicBezTo>
                  <a:cubicBezTo>
                    <a:pt x="13419" y="2999"/>
                    <a:pt x="10409" y="1"/>
                    <a:pt x="6716"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9"/>
            <p:cNvSpPr/>
            <p:nvPr/>
          </p:nvSpPr>
          <p:spPr>
            <a:xfrm>
              <a:off x="7162399" y="1481177"/>
              <a:ext cx="278899" cy="278899"/>
            </a:xfrm>
            <a:custGeom>
              <a:avLst/>
              <a:gdLst/>
              <a:ahLst/>
              <a:cxnLst/>
              <a:rect l="l" t="t" r="r" b="b"/>
              <a:pathLst>
                <a:path w="10343" h="10343" extrusionOk="0">
                  <a:moveTo>
                    <a:pt x="5173" y="1"/>
                  </a:moveTo>
                  <a:cubicBezTo>
                    <a:pt x="2310" y="1"/>
                    <a:pt x="1" y="2321"/>
                    <a:pt x="1" y="5170"/>
                  </a:cubicBezTo>
                  <a:cubicBezTo>
                    <a:pt x="1" y="8034"/>
                    <a:pt x="2310" y="10343"/>
                    <a:pt x="5173" y="10343"/>
                  </a:cubicBezTo>
                  <a:cubicBezTo>
                    <a:pt x="8023" y="10343"/>
                    <a:pt x="10343" y="8034"/>
                    <a:pt x="10343" y="5170"/>
                  </a:cubicBezTo>
                  <a:cubicBezTo>
                    <a:pt x="10343" y="2321"/>
                    <a:pt x="8023" y="1"/>
                    <a:pt x="5173"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9"/>
            <p:cNvSpPr/>
            <p:nvPr/>
          </p:nvSpPr>
          <p:spPr>
            <a:xfrm>
              <a:off x="7205273" y="1563070"/>
              <a:ext cx="192287" cy="115087"/>
            </a:xfrm>
            <a:custGeom>
              <a:avLst/>
              <a:gdLst/>
              <a:ahLst/>
              <a:cxnLst/>
              <a:rect l="l" t="t" r="r" b="b"/>
              <a:pathLst>
                <a:path w="7131" h="4268" extrusionOk="0">
                  <a:moveTo>
                    <a:pt x="2978" y="1"/>
                  </a:moveTo>
                  <a:cubicBezTo>
                    <a:pt x="2935" y="1"/>
                    <a:pt x="2891" y="12"/>
                    <a:pt x="2850" y="38"/>
                  </a:cubicBezTo>
                  <a:lnTo>
                    <a:pt x="136" y="1944"/>
                  </a:lnTo>
                  <a:cubicBezTo>
                    <a:pt x="1" y="2033"/>
                    <a:pt x="1" y="2236"/>
                    <a:pt x="136" y="2325"/>
                  </a:cubicBezTo>
                  <a:lnTo>
                    <a:pt x="2850" y="4229"/>
                  </a:lnTo>
                  <a:cubicBezTo>
                    <a:pt x="2891" y="4255"/>
                    <a:pt x="2935" y="4267"/>
                    <a:pt x="2979" y="4267"/>
                  </a:cubicBezTo>
                  <a:cubicBezTo>
                    <a:pt x="3104" y="4267"/>
                    <a:pt x="3221" y="4168"/>
                    <a:pt x="3221" y="4026"/>
                  </a:cubicBezTo>
                  <a:lnTo>
                    <a:pt x="3221" y="3026"/>
                  </a:lnTo>
                  <a:cubicBezTo>
                    <a:pt x="3221" y="2958"/>
                    <a:pt x="3278" y="2890"/>
                    <a:pt x="3356" y="2890"/>
                  </a:cubicBezTo>
                  <a:lnTo>
                    <a:pt x="6736" y="2890"/>
                  </a:lnTo>
                  <a:cubicBezTo>
                    <a:pt x="6952" y="2890"/>
                    <a:pt x="7130" y="2720"/>
                    <a:pt x="7130" y="2496"/>
                  </a:cubicBezTo>
                  <a:lnTo>
                    <a:pt x="7130" y="1368"/>
                  </a:lnTo>
                  <a:cubicBezTo>
                    <a:pt x="7130" y="1155"/>
                    <a:pt x="6952" y="973"/>
                    <a:pt x="6736" y="973"/>
                  </a:cubicBezTo>
                  <a:lnTo>
                    <a:pt x="3356" y="973"/>
                  </a:lnTo>
                  <a:cubicBezTo>
                    <a:pt x="3278" y="973"/>
                    <a:pt x="3221" y="917"/>
                    <a:pt x="3221" y="838"/>
                  </a:cubicBezTo>
                  <a:lnTo>
                    <a:pt x="3221" y="230"/>
                  </a:lnTo>
                  <a:cubicBezTo>
                    <a:pt x="3221" y="97"/>
                    <a:pt x="3103" y="1"/>
                    <a:pt x="2978"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49"/>
            <p:cNvSpPr/>
            <p:nvPr/>
          </p:nvSpPr>
          <p:spPr>
            <a:xfrm>
              <a:off x="7205273" y="1589307"/>
              <a:ext cx="192287" cy="89038"/>
            </a:xfrm>
            <a:custGeom>
              <a:avLst/>
              <a:gdLst/>
              <a:ahLst/>
              <a:cxnLst/>
              <a:rect l="l" t="t" r="r" b="b"/>
              <a:pathLst>
                <a:path w="7131" h="3302" extrusionOk="0">
                  <a:moveTo>
                    <a:pt x="6625" y="0"/>
                  </a:moveTo>
                  <a:lnTo>
                    <a:pt x="6625" y="509"/>
                  </a:lnTo>
                  <a:cubicBezTo>
                    <a:pt x="6625" y="722"/>
                    <a:pt x="6455" y="890"/>
                    <a:pt x="6241" y="890"/>
                  </a:cubicBezTo>
                  <a:lnTo>
                    <a:pt x="2996" y="890"/>
                  </a:lnTo>
                  <a:cubicBezTo>
                    <a:pt x="2850" y="890"/>
                    <a:pt x="2726" y="1014"/>
                    <a:pt x="2726" y="1160"/>
                  </a:cubicBezTo>
                  <a:lnTo>
                    <a:pt x="2726" y="2039"/>
                  </a:lnTo>
                  <a:cubicBezTo>
                    <a:pt x="2726" y="2178"/>
                    <a:pt x="2614" y="2276"/>
                    <a:pt x="2492" y="2276"/>
                  </a:cubicBezTo>
                  <a:cubicBezTo>
                    <a:pt x="2446" y="2276"/>
                    <a:pt x="2399" y="2262"/>
                    <a:pt x="2356" y="2231"/>
                  </a:cubicBezTo>
                  <a:lnTo>
                    <a:pt x="339" y="822"/>
                  </a:lnTo>
                  <a:lnTo>
                    <a:pt x="136" y="971"/>
                  </a:lnTo>
                  <a:cubicBezTo>
                    <a:pt x="1" y="1060"/>
                    <a:pt x="1" y="1263"/>
                    <a:pt x="136" y="1352"/>
                  </a:cubicBezTo>
                  <a:lnTo>
                    <a:pt x="2850" y="3256"/>
                  </a:lnTo>
                  <a:cubicBezTo>
                    <a:pt x="2894" y="3287"/>
                    <a:pt x="2941" y="3301"/>
                    <a:pt x="2987" y="3301"/>
                  </a:cubicBezTo>
                  <a:cubicBezTo>
                    <a:pt x="3109" y="3301"/>
                    <a:pt x="3221" y="3204"/>
                    <a:pt x="3221" y="3066"/>
                  </a:cubicBezTo>
                  <a:lnTo>
                    <a:pt x="3221" y="2053"/>
                  </a:lnTo>
                  <a:cubicBezTo>
                    <a:pt x="3221" y="1985"/>
                    <a:pt x="3278" y="1917"/>
                    <a:pt x="3356" y="1917"/>
                  </a:cubicBezTo>
                  <a:lnTo>
                    <a:pt x="6736" y="1917"/>
                  </a:lnTo>
                  <a:cubicBezTo>
                    <a:pt x="6952" y="1917"/>
                    <a:pt x="7130" y="1747"/>
                    <a:pt x="7130" y="1523"/>
                  </a:cubicBezTo>
                  <a:lnTo>
                    <a:pt x="7130" y="395"/>
                  </a:lnTo>
                  <a:cubicBezTo>
                    <a:pt x="7130" y="182"/>
                    <a:pt x="6952" y="0"/>
                    <a:pt x="6736"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 name="Google Shape;1048;p49"/>
          <p:cNvGrpSpPr/>
          <p:nvPr/>
        </p:nvGrpSpPr>
        <p:grpSpPr>
          <a:xfrm>
            <a:off x="6371893" y="1439840"/>
            <a:ext cx="361789" cy="361870"/>
            <a:chOff x="6361673" y="1439840"/>
            <a:chExt cx="361789" cy="361870"/>
          </a:xfrm>
        </p:grpSpPr>
        <p:sp>
          <p:nvSpPr>
            <p:cNvPr id="1049" name="Google Shape;1049;p49"/>
            <p:cNvSpPr/>
            <p:nvPr/>
          </p:nvSpPr>
          <p:spPr>
            <a:xfrm>
              <a:off x="6361673" y="1439840"/>
              <a:ext cx="361789" cy="361870"/>
            </a:xfrm>
            <a:custGeom>
              <a:avLst/>
              <a:gdLst/>
              <a:ahLst/>
              <a:cxnLst/>
              <a:rect l="l" t="t" r="r" b="b"/>
              <a:pathLst>
                <a:path w="13417" h="13420" extrusionOk="0">
                  <a:moveTo>
                    <a:pt x="6714" y="1"/>
                  </a:moveTo>
                  <a:cubicBezTo>
                    <a:pt x="3007" y="1"/>
                    <a:pt x="1" y="2999"/>
                    <a:pt x="1" y="6703"/>
                  </a:cubicBezTo>
                  <a:cubicBezTo>
                    <a:pt x="1" y="10410"/>
                    <a:pt x="3007" y="13419"/>
                    <a:pt x="6714" y="13419"/>
                  </a:cubicBezTo>
                  <a:cubicBezTo>
                    <a:pt x="10421" y="13419"/>
                    <a:pt x="13417" y="10410"/>
                    <a:pt x="13417" y="6703"/>
                  </a:cubicBezTo>
                  <a:cubicBezTo>
                    <a:pt x="13417" y="2999"/>
                    <a:pt x="10421" y="1"/>
                    <a:pt x="6714"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9"/>
            <p:cNvSpPr/>
            <p:nvPr/>
          </p:nvSpPr>
          <p:spPr>
            <a:xfrm>
              <a:off x="6403307" y="1481177"/>
              <a:ext cx="278899" cy="278899"/>
            </a:xfrm>
            <a:custGeom>
              <a:avLst/>
              <a:gdLst/>
              <a:ahLst/>
              <a:cxnLst/>
              <a:rect l="l" t="t" r="r" b="b"/>
              <a:pathLst>
                <a:path w="10343" h="10343" extrusionOk="0">
                  <a:moveTo>
                    <a:pt x="5170" y="1"/>
                  </a:moveTo>
                  <a:cubicBezTo>
                    <a:pt x="2310" y="1"/>
                    <a:pt x="1" y="2321"/>
                    <a:pt x="1" y="5170"/>
                  </a:cubicBezTo>
                  <a:cubicBezTo>
                    <a:pt x="1" y="8034"/>
                    <a:pt x="2310" y="10343"/>
                    <a:pt x="5170" y="10343"/>
                  </a:cubicBezTo>
                  <a:cubicBezTo>
                    <a:pt x="8020" y="10343"/>
                    <a:pt x="10342" y="8034"/>
                    <a:pt x="10342" y="5170"/>
                  </a:cubicBezTo>
                  <a:cubicBezTo>
                    <a:pt x="10342" y="2321"/>
                    <a:pt x="8020" y="1"/>
                    <a:pt x="5170"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9"/>
            <p:cNvSpPr/>
            <p:nvPr/>
          </p:nvSpPr>
          <p:spPr>
            <a:xfrm>
              <a:off x="6447044" y="1563070"/>
              <a:ext cx="192287" cy="114979"/>
            </a:xfrm>
            <a:custGeom>
              <a:avLst/>
              <a:gdLst/>
              <a:ahLst/>
              <a:cxnLst/>
              <a:rect l="l" t="t" r="r" b="b"/>
              <a:pathLst>
                <a:path w="7131" h="4264" extrusionOk="0">
                  <a:moveTo>
                    <a:pt x="4149" y="1"/>
                  </a:moveTo>
                  <a:cubicBezTo>
                    <a:pt x="4028" y="1"/>
                    <a:pt x="3910" y="97"/>
                    <a:pt x="3910" y="230"/>
                  </a:cubicBezTo>
                  <a:lnTo>
                    <a:pt x="3910" y="838"/>
                  </a:lnTo>
                  <a:cubicBezTo>
                    <a:pt x="3910" y="917"/>
                    <a:pt x="3843" y="973"/>
                    <a:pt x="3775" y="973"/>
                  </a:cubicBezTo>
                  <a:lnTo>
                    <a:pt x="396" y="973"/>
                  </a:lnTo>
                  <a:cubicBezTo>
                    <a:pt x="179" y="973"/>
                    <a:pt x="1" y="1155"/>
                    <a:pt x="1" y="1368"/>
                  </a:cubicBezTo>
                  <a:lnTo>
                    <a:pt x="1" y="2496"/>
                  </a:lnTo>
                  <a:cubicBezTo>
                    <a:pt x="1" y="2720"/>
                    <a:pt x="179" y="2890"/>
                    <a:pt x="396" y="2890"/>
                  </a:cubicBezTo>
                  <a:lnTo>
                    <a:pt x="3775" y="2890"/>
                  </a:lnTo>
                  <a:cubicBezTo>
                    <a:pt x="3843" y="2890"/>
                    <a:pt x="3910" y="2958"/>
                    <a:pt x="3910" y="3026"/>
                  </a:cubicBezTo>
                  <a:lnTo>
                    <a:pt x="3910" y="4026"/>
                  </a:lnTo>
                  <a:cubicBezTo>
                    <a:pt x="3910" y="4165"/>
                    <a:pt x="4023" y="4263"/>
                    <a:pt x="4140" y="4263"/>
                  </a:cubicBezTo>
                  <a:cubicBezTo>
                    <a:pt x="4185" y="4263"/>
                    <a:pt x="4230" y="4249"/>
                    <a:pt x="4270" y="4218"/>
                  </a:cubicBezTo>
                  <a:lnTo>
                    <a:pt x="6995" y="2325"/>
                  </a:lnTo>
                  <a:cubicBezTo>
                    <a:pt x="7131" y="2236"/>
                    <a:pt x="7131" y="2033"/>
                    <a:pt x="6995" y="1944"/>
                  </a:cubicBezTo>
                  <a:lnTo>
                    <a:pt x="4270" y="38"/>
                  </a:lnTo>
                  <a:cubicBezTo>
                    <a:pt x="4232" y="12"/>
                    <a:pt x="4190" y="1"/>
                    <a:pt x="4149"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9"/>
            <p:cNvSpPr/>
            <p:nvPr/>
          </p:nvSpPr>
          <p:spPr>
            <a:xfrm>
              <a:off x="6447044" y="1589307"/>
              <a:ext cx="192287" cy="89038"/>
            </a:xfrm>
            <a:custGeom>
              <a:avLst/>
              <a:gdLst/>
              <a:ahLst/>
              <a:cxnLst/>
              <a:rect l="l" t="t" r="r" b="b"/>
              <a:pathLst>
                <a:path w="7131" h="3302" extrusionOk="0">
                  <a:moveTo>
                    <a:pt x="396" y="0"/>
                  </a:moveTo>
                  <a:cubicBezTo>
                    <a:pt x="179" y="0"/>
                    <a:pt x="1" y="182"/>
                    <a:pt x="1" y="395"/>
                  </a:cubicBezTo>
                  <a:lnTo>
                    <a:pt x="1" y="1523"/>
                  </a:lnTo>
                  <a:cubicBezTo>
                    <a:pt x="1" y="1747"/>
                    <a:pt x="179" y="1917"/>
                    <a:pt x="396" y="1917"/>
                  </a:cubicBezTo>
                  <a:lnTo>
                    <a:pt x="3910" y="1917"/>
                  </a:lnTo>
                  <a:lnTo>
                    <a:pt x="3910" y="3066"/>
                  </a:lnTo>
                  <a:cubicBezTo>
                    <a:pt x="3910" y="3204"/>
                    <a:pt x="4023" y="3301"/>
                    <a:pt x="4140" y="3301"/>
                  </a:cubicBezTo>
                  <a:cubicBezTo>
                    <a:pt x="4185" y="3301"/>
                    <a:pt x="4230" y="3287"/>
                    <a:pt x="4270" y="3256"/>
                  </a:cubicBezTo>
                  <a:lnTo>
                    <a:pt x="6995" y="1352"/>
                  </a:lnTo>
                  <a:cubicBezTo>
                    <a:pt x="7131" y="1263"/>
                    <a:pt x="7131" y="1060"/>
                    <a:pt x="6995" y="971"/>
                  </a:cubicBezTo>
                  <a:lnTo>
                    <a:pt x="6793" y="822"/>
                  </a:lnTo>
                  <a:lnTo>
                    <a:pt x="4776" y="2231"/>
                  </a:lnTo>
                  <a:cubicBezTo>
                    <a:pt x="4733" y="2262"/>
                    <a:pt x="4685" y="2276"/>
                    <a:pt x="4639" y="2276"/>
                  </a:cubicBezTo>
                  <a:cubicBezTo>
                    <a:pt x="4518" y="2276"/>
                    <a:pt x="4405" y="2178"/>
                    <a:pt x="4405" y="2039"/>
                  </a:cubicBezTo>
                  <a:lnTo>
                    <a:pt x="4405" y="1160"/>
                  </a:lnTo>
                  <a:cubicBezTo>
                    <a:pt x="4405" y="1014"/>
                    <a:pt x="4281" y="890"/>
                    <a:pt x="4135" y="890"/>
                  </a:cubicBezTo>
                  <a:lnTo>
                    <a:pt x="890" y="890"/>
                  </a:lnTo>
                  <a:cubicBezTo>
                    <a:pt x="677" y="890"/>
                    <a:pt x="496" y="722"/>
                    <a:pt x="496" y="509"/>
                  </a:cubicBezTo>
                  <a:lnTo>
                    <a:pt x="496" y="0"/>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 name="Google Shape;1053;p49"/>
          <p:cNvGrpSpPr/>
          <p:nvPr/>
        </p:nvGrpSpPr>
        <p:grpSpPr>
          <a:xfrm>
            <a:off x="5545698" y="1439840"/>
            <a:ext cx="361870" cy="361870"/>
            <a:chOff x="5571517" y="1439840"/>
            <a:chExt cx="361870" cy="361870"/>
          </a:xfrm>
        </p:grpSpPr>
        <p:sp>
          <p:nvSpPr>
            <p:cNvPr id="1054" name="Google Shape;1054;p49"/>
            <p:cNvSpPr/>
            <p:nvPr/>
          </p:nvSpPr>
          <p:spPr>
            <a:xfrm>
              <a:off x="5571517" y="1439840"/>
              <a:ext cx="361870" cy="361870"/>
            </a:xfrm>
            <a:custGeom>
              <a:avLst/>
              <a:gdLst/>
              <a:ahLst/>
              <a:cxnLst/>
              <a:rect l="l" t="t" r="r" b="b"/>
              <a:pathLst>
                <a:path w="13420" h="13420" extrusionOk="0">
                  <a:moveTo>
                    <a:pt x="6706" y="1"/>
                  </a:moveTo>
                  <a:cubicBezTo>
                    <a:pt x="2999" y="1"/>
                    <a:pt x="1" y="2999"/>
                    <a:pt x="1" y="6703"/>
                  </a:cubicBezTo>
                  <a:cubicBezTo>
                    <a:pt x="1" y="10410"/>
                    <a:pt x="2999" y="13419"/>
                    <a:pt x="6706" y="13419"/>
                  </a:cubicBezTo>
                  <a:cubicBezTo>
                    <a:pt x="10410" y="13419"/>
                    <a:pt x="13419" y="10410"/>
                    <a:pt x="13419" y="6703"/>
                  </a:cubicBezTo>
                  <a:cubicBezTo>
                    <a:pt x="13419" y="2999"/>
                    <a:pt x="10410" y="1"/>
                    <a:pt x="6706"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9"/>
            <p:cNvSpPr/>
            <p:nvPr/>
          </p:nvSpPr>
          <p:spPr>
            <a:xfrm>
              <a:off x="5612855" y="1481177"/>
              <a:ext cx="278899" cy="278899"/>
            </a:xfrm>
            <a:custGeom>
              <a:avLst/>
              <a:gdLst/>
              <a:ahLst/>
              <a:cxnLst/>
              <a:rect l="l" t="t" r="r" b="b"/>
              <a:pathLst>
                <a:path w="10343" h="10343" extrusionOk="0">
                  <a:moveTo>
                    <a:pt x="5173" y="1"/>
                  </a:moveTo>
                  <a:cubicBezTo>
                    <a:pt x="2320" y="1"/>
                    <a:pt x="1" y="2321"/>
                    <a:pt x="1" y="5170"/>
                  </a:cubicBezTo>
                  <a:cubicBezTo>
                    <a:pt x="1" y="8034"/>
                    <a:pt x="2320" y="10343"/>
                    <a:pt x="5173" y="10343"/>
                  </a:cubicBezTo>
                  <a:cubicBezTo>
                    <a:pt x="8033" y="10343"/>
                    <a:pt x="10342" y="8034"/>
                    <a:pt x="10342" y="5170"/>
                  </a:cubicBezTo>
                  <a:cubicBezTo>
                    <a:pt x="10342" y="2321"/>
                    <a:pt x="8033" y="1"/>
                    <a:pt x="5173"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9"/>
            <p:cNvSpPr/>
            <p:nvPr/>
          </p:nvSpPr>
          <p:spPr>
            <a:xfrm>
              <a:off x="5671773" y="1540392"/>
              <a:ext cx="161359" cy="160469"/>
            </a:xfrm>
            <a:custGeom>
              <a:avLst/>
              <a:gdLst/>
              <a:ahLst/>
              <a:cxnLst/>
              <a:rect l="l" t="t" r="r" b="b"/>
              <a:pathLst>
                <a:path w="5984" h="5951" extrusionOk="0">
                  <a:moveTo>
                    <a:pt x="1106" y="1"/>
                  </a:moveTo>
                  <a:cubicBezTo>
                    <a:pt x="1071" y="1"/>
                    <a:pt x="1037" y="12"/>
                    <a:pt x="1014" y="35"/>
                  </a:cubicBezTo>
                  <a:lnTo>
                    <a:pt x="57" y="1003"/>
                  </a:lnTo>
                  <a:cubicBezTo>
                    <a:pt x="0" y="1049"/>
                    <a:pt x="0" y="1139"/>
                    <a:pt x="57" y="1195"/>
                  </a:cubicBezTo>
                  <a:lnTo>
                    <a:pt x="1747" y="2885"/>
                  </a:lnTo>
                  <a:cubicBezTo>
                    <a:pt x="1793" y="2931"/>
                    <a:pt x="1793" y="3020"/>
                    <a:pt x="1747" y="3077"/>
                  </a:cubicBezTo>
                  <a:lnTo>
                    <a:pt x="57" y="4767"/>
                  </a:lnTo>
                  <a:cubicBezTo>
                    <a:pt x="0" y="4813"/>
                    <a:pt x="0" y="4902"/>
                    <a:pt x="57" y="4959"/>
                  </a:cubicBezTo>
                  <a:lnTo>
                    <a:pt x="1014" y="5916"/>
                  </a:lnTo>
                  <a:cubicBezTo>
                    <a:pt x="1037" y="5939"/>
                    <a:pt x="1071" y="5950"/>
                    <a:pt x="1106" y="5950"/>
                  </a:cubicBezTo>
                  <a:cubicBezTo>
                    <a:pt x="1141" y="5950"/>
                    <a:pt x="1178" y="5939"/>
                    <a:pt x="1206" y="5916"/>
                  </a:cubicBezTo>
                  <a:lnTo>
                    <a:pt x="2896" y="4226"/>
                  </a:lnTo>
                  <a:cubicBezTo>
                    <a:pt x="2919" y="4198"/>
                    <a:pt x="2953" y="4184"/>
                    <a:pt x="2988" y="4184"/>
                  </a:cubicBezTo>
                  <a:cubicBezTo>
                    <a:pt x="3023" y="4184"/>
                    <a:pt x="3060" y="4198"/>
                    <a:pt x="3088" y="4226"/>
                  </a:cubicBezTo>
                  <a:lnTo>
                    <a:pt x="4778" y="5916"/>
                  </a:lnTo>
                  <a:cubicBezTo>
                    <a:pt x="4801" y="5939"/>
                    <a:pt x="4835" y="5950"/>
                    <a:pt x="4870" y="5950"/>
                  </a:cubicBezTo>
                  <a:cubicBezTo>
                    <a:pt x="4905" y="5950"/>
                    <a:pt x="4941" y="5939"/>
                    <a:pt x="4970" y="5916"/>
                  </a:cubicBezTo>
                  <a:lnTo>
                    <a:pt x="5927" y="4959"/>
                  </a:lnTo>
                  <a:cubicBezTo>
                    <a:pt x="5984" y="4902"/>
                    <a:pt x="5984" y="4813"/>
                    <a:pt x="5927" y="4767"/>
                  </a:cubicBezTo>
                  <a:lnTo>
                    <a:pt x="4237" y="3077"/>
                  </a:lnTo>
                  <a:cubicBezTo>
                    <a:pt x="4180" y="3020"/>
                    <a:pt x="4180" y="2931"/>
                    <a:pt x="4237" y="2885"/>
                  </a:cubicBezTo>
                  <a:lnTo>
                    <a:pt x="5927" y="1195"/>
                  </a:lnTo>
                  <a:cubicBezTo>
                    <a:pt x="5984" y="1139"/>
                    <a:pt x="5984" y="1049"/>
                    <a:pt x="5927" y="1003"/>
                  </a:cubicBezTo>
                  <a:lnTo>
                    <a:pt x="4970" y="35"/>
                  </a:lnTo>
                  <a:cubicBezTo>
                    <a:pt x="4941" y="12"/>
                    <a:pt x="4905" y="1"/>
                    <a:pt x="4870" y="1"/>
                  </a:cubicBezTo>
                  <a:cubicBezTo>
                    <a:pt x="4835" y="1"/>
                    <a:pt x="4801" y="12"/>
                    <a:pt x="4778" y="35"/>
                  </a:cubicBezTo>
                  <a:lnTo>
                    <a:pt x="3088" y="1736"/>
                  </a:lnTo>
                  <a:cubicBezTo>
                    <a:pt x="3060" y="1759"/>
                    <a:pt x="3023" y="1770"/>
                    <a:pt x="2988" y="1770"/>
                  </a:cubicBezTo>
                  <a:cubicBezTo>
                    <a:pt x="2953" y="1770"/>
                    <a:pt x="2919" y="1759"/>
                    <a:pt x="2896" y="1736"/>
                  </a:cubicBezTo>
                  <a:lnTo>
                    <a:pt x="1206" y="35"/>
                  </a:lnTo>
                  <a:cubicBezTo>
                    <a:pt x="1178" y="12"/>
                    <a:pt x="1141" y="1"/>
                    <a:pt x="1106"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9"/>
            <p:cNvSpPr/>
            <p:nvPr/>
          </p:nvSpPr>
          <p:spPr>
            <a:xfrm>
              <a:off x="5759625" y="1540392"/>
              <a:ext cx="73507" cy="160469"/>
            </a:xfrm>
            <a:custGeom>
              <a:avLst/>
              <a:gdLst/>
              <a:ahLst/>
              <a:cxnLst/>
              <a:rect l="l" t="t" r="r" b="b"/>
              <a:pathLst>
                <a:path w="2726" h="5951" extrusionOk="0">
                  <a:moveTo>
                    <a:pt x="1612" y="1"/>
                  </a:moveTo>
                  <a:cubicBezTo>
                    <a:pt x="1577" y="1"/>
                    <a:pt x="1543" y="12"/>
                    <a:pt x="1520" y="35"/>
                  </a:cubicBezTo>
                  <a:lnTo>
                    <a:pt x="1149" y="406"/>
                  </a:lnTo>
                  <a:lnTo>
                    <a:pt x="1744" y="1003"/>
                  </a:lnTo>
                  <a:cubicBezTo>
                    <a:pt x="1790" y="1049"/>
                    <a:pt x="1790" y="1139"/>
                    <a:pt x="1744" y="1195"/>
                  </a:cubicBezTo>
                  <a:lnTo>
                    <a:pt x="54" y="2885"/>
                  </a:lnTo>
                  <a:cubicBezTo>
                    <a:pt x="0" y="2931"/>
                    <a:pt x="0" y="3020"/>
                    <a:pt x="54" y="3077"/>
                  </a:cubicBezTo>
                  <a:lnTo>
                    <a:pt x="1744" y="4767"/>
                  </a:lnTo>
                  <a:cubicBezTo>
                    <a:pt x="1790" y="4813"/>
                    <a:pt x="1790" y="4902"/>
                    <a:pt x="1744" y="4959"/>
                  </a:cubicBezTo>
                  <a:lnTo>
                    <a:pt x="1149" y="5543"/>
                  </a:lnTo>
                  <a:lnTo>
                    <a:pt x="1520" y="5916"/>
                  </a:lnTo>
                  <a:cubicBezTo>
                    <a:pt x="1543" y="5939"/>
                    <a:pt x="1577" y="5950"/>
                    <a:pt x="1612" y="5950"/>
                  </a:cubicBezTo>
                  <a:cubicBezTo>
                    <a:pt x="1647" y="5950"/>
                    <a:pt x="1683" y="5939"/>
                    <a:pt x="1712" y="5916"/>
                  </a:cubicBezTo>
                  <a:lnTo>
                    <a:pt x="2669" y="4959"/>
                  </a:lnTo>
                  <a:cubicBezTo>
                    <a:pt x="2726" y="4902"/>
                    <a:pt x="2726" y="4813"/>
                    <a:pt x="2669" y="4767"/>
                  </a:cubicBezTo>
                  <a:lnTo>
                    <a:pt x="979" y="3077"/>
                  </a:lnTo>
                  <a:cubicBezTo>
                    <a:pt x="922" y="3020"/>
                    <a:pt x="922" y="2931"/>
                    <a:pt x="979" y="2885"/>
                  </a:cubicBezTo>
                  <a:lnTo>
                    <a:pt x="2669" y="1195"/>
                  </a:lnTo>
                  <a:cubicBezTo>
                    <a:pt x="2726" y="1139"/>
                    <a:pt x="2726" y="1049"/>
                    <a:pt x="2669" y="1003"/>
                  </a:cubicBezTo>
                  <a:lnTo>
                    <a:pt x="1712" y="35"/>
                  </a:lnTo>
                  <a:cubicBezTo>
                    <a:pt x="1683" y="12"/>
                    <a:pt x="1647" y="1"/>
                    <a:pt x="1612"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 name="Google Shape;1058;p49"/>
          <p:cNvGrpSpPr/>
          <p:nvPr/>
        </p:nvGrpSpPr>
        <p:grpSpPr>
          <a:xfrm>
            <a:off x="4765938" y="1439840"/>
            <a:ext cx="361789" cy="361870"/>
            <a:chOff x="4739512" y="1439840"/>
            <a:chExt cx="361789" cy="361870"/>
          </a:xfrm>
        </p:grpSpPr>
        <p:sp>
          <p:nvSpPr>
            <p:cNvPr id="1059" name="Google Shape;1059;p49"/>
            <p:cNvSpPr/>
            <p:nvPr/>
          </p:nvSpPr>
          <p:spPr>
            <a:xfrm>
              <a:off x="4739512" y="1439840"/>
              <a:ext cx="361789" cy="361870"/>
            </a:xfrm>
            <a:custGeom>
              <a:avLst/>
              <a:gdLst/>
              <a:ahLst/>
              <a:cxnLst/>
              <a:rect l="l" t="t" r="r" b="b"/>
              <a:pathLst>
                <a:path w="13417" h="13420" extrusionOk="0">
                  <a:moveTo>
                    <a:pt x="6714" y="1"/>
                  </a:moveTo>
                  <a:cubicBezTo>
                    <a:pt x="3007" y="1"/>
                    <a:pt x="1" y="2999"/>
                    <a:pt x="1" y="6703"/>
                  </a:cubicBezTo>
                  <a:cubicBezTo>
                    <a:pt x="1" y="10410"/>
                    <a:pt x="3007" y="13419"/>
                    <a:pt x="6714" y="13419"/>
                  </a:cubicBezTo>
                  <a:cubicBezTo>
                    <a:pt x="10421" y="13419"/>
                    <a:pt x="13417" y="10410"/>
                    <a:pt x="13417" y="6703"/>
                  </a:cubicBezTo>
                  <a:cubicBezTo>
                    <a:pt x="13417" y="2999"/>
                    <a:pt x="10421" y="1"/>
                    <a:pt x="6714"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9"/>
            <p:cNvSpPr/>
            <p:nvPr/>
          </p:nvSpPr>
          <p:spPr>
            <a:xfrm>
              <a:off x="4781146" y="1481177"/>
              <a:ext cx="278899" cy="278899"/>
            </a:xfrm>
            <a:custGeom>
              <a:avLst/>
              <a:gdLst/>
              <a:ahLst/>
              <a:cxnLst/>
              <a:rect l="l" t="t" r="r" b="b"/>
              <a:pathLst>
                <a:path w="10343" h="10343" extrusionOk="0">
                  <a:moveTo>
                    <a:pt x="5170" y="1"/>
                  </a:moveTo>
                  <a:cubicBezTo>
                    <a:pt x="2309" y="1"/>
                    <a:pt x="0" y="2321"/>
                    <a:pt x="0" y="5170"/>
                  </a:cubicBezTo>
                  <a:cubicBezTo>
                    <a:pt x="0" y="8034"/>
                    <a:pt x="2309" y="10343"/>
                    <a:pt x="5170" y="10343"/>
                  </a:cubicBezTo>
                  <a:cubicBezTo>
                    <a:pt x="8020" y="10343"/>
                    <a:pt x="10342" y="8034"/>
                    <a:pt x="10342" y="5170"/>
                  </a:cubicBezTo>
                  <a:cubicBezTo>
                    <a:pt x="10342" y="2321"/>
                    <a:pt x="8020" y="1"/>
                    <a:pt x="5170"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9"/>
            <p:cNvSpPr/>
            <p:nvPr/>
          </p:nvSpPr>
          <p:spPr>
            <a:xfrm>
              <a:off x="4833054" y="1597261"/>
              <a:ext cx="175299" cy="46757"/>
            </a:xfrm>
            <a:custGeom>
              <a:avLst/>
              <a:gdLst/>
              <a:ahLst/>
              <a:cxnLst/>
              <a:rect l="l" t="t" r="r" b="b"/>
              <a:pathLst>
                <a:path w="6501" h="1734" extrusionOk="0">
                  <a:moveTo>
                    <a:pt x="282" y="0"/>
                  </a:moveTo>
                  <a:cubicBezTo>
                    <a:pt x="125" y="0"/>
                    <a:pt x="0" y="135"/>
                    <a:pt x="0" y="281"/>
                  </a:cubicBezTo>
                  <a:lnTo>
                    <a:pt x="0" y="1452"/>
                  </a:lnTo>
                  <a:cubicBezTo>
                    <a:pt x="0" y="1609"/>
                    <a:pt x="125" y="1733"/>
                    <a:pt x="282" y="1733"/>
                  </a:cubicBezTo>
                  <a:lnTo>
                    <a:pt x="6219" y="1733"/>
                  </a:lnTo>
                  <a:cubicBezTo>
                    <a:pt x="6365" y="1733"/>
                    <a:pt x="6500" y="1609"/>
                    <a:pt x="6500" y="1452"/>
                  </a:cubicBezTo>
                  <a:lnTo>
                    <a:pt x="6500" y="281"/>
                  </a:lnTo>
                  <a:cubicBezTo>
                    <a:pt x="6500" y="135"/>
                    <a:pt x="6365" y="0"/>
                    <a:pt x="6219"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9"/>
            <p:cNvSpPr/>
            <p:nvPr/>
          </p:nvSpPr>
          <p:spPr>
            <a:xfrm>
              <a:off x="4833054" y="1597261"/>
              <a:ext cx="175299" cy="46757"/>
            </a:xfrm>
            <a:custGeom>
              <a:avLst/>
              <a:gdLst/>
              <a:ahLst/>
              <a:cxnLst/>
              <a:rect l="l" t="t" r="r" b="b"/>
              <a:pathLst>
                <a:path w="6501" h="1734" extrusionOk="0">
                  <a:moveTo>
                    <a:pt x="5375" y="0"/>
                  </a:moveTo>
                  <a:lnTo>
                    <a:pt x="5375" y="957"/>
                  </a:lnTo>
                  <a:cubicBezTo>
                    <a:pt x="5375" y="1114"/>
                    <a:pt x="5240" y="1238"/>
                    <a:pt x="5094" y="1238"/>
                  </a:cubicBezTo>
                  <a:lnTo>
                    <a:pt x="0" y="1238"/>
                  </a:lnTo>
                  <a:lnTo>
                    <a:pt x="0" y="1452"/>
                  </a:lnTo>
                  <a:cubicBezTo>
                    <a:pt x="0" y="1609"/>
                    <a:pt x="125" y="1733"/>
                    <a:pt x="282" y="1733"/>
                  </a:cubicBezTo>
                  <a:lnTo>
                    <a:pt x="6219" y="1733"/>
                  </a:lnTo>
                  <a:cubicBezTo>
                    <a:pt x="6365" y="1733"/>
                    <a:pt x="6500" y="1609"/>
                    <a:pt x="6500" y="1452"/>
                  </a:cubicBezTo>
                  <a:lnTo>
                    <a:pt x="6500" y="281"/>
                  </a:lnTo>
                  <a:cubicBezTo>
                    <a:pt x="6500" y="135"/>
                    <a:pt x="6365" y="0"/>
                    <a:pt x="6219"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9"/>
            <p:cNvSpPr/>
            <p:nvPr/>
          </p:nvSpPr>
          <p:spPr>
            <a:xfrm>
              <a:off x="4856460" y="1530981"/>
              <a:ext cx="27666" cy="46245"/>
            </a:xfrm>
            <a:custGeom>
              <a:avLst/>
              <a:gdLst/>
              <a:ahLst/>
              <a:cxnLst/>
              <a:rect l="l" t="t" r="r" b="b"/>
              <a:pathLst>
                <a:path w="1026" h="1715" extrusionOk="0">
                  <a:moveTo>
                    <a:pt x="576" y="0"/>
                  </a:moveTo>
                  <a:cubicBezTo>
                    <a:pt x="328" y="0"/>
                    <a:pt x="35" y="103"/>
                    <a:pt x="35" y="441"/>
                  </a:cubicBezTo>
                  <a:cubicBezTo>
                    <a:pt x="35" y="993"/>
                    <a:pt x="790" y="836"/>
                    <a:pt x="790" y="1241"/>
                  </a:cubicBezTo>
                  <a:cubicBezTo>
                    <a:pt x="790" y="1409"/>
                    <a:pt x="665" y="1488"/>
                    <a:pt x="495" y="1488"/>
                  </a:cubicBezTo>
                  <a:cubicBezTo>
                    <a:pt x="238" y="1488"/>
                    <a:pt x="181" y="1309"/>
                    <a:pt x="103" y="1309"/>
                  </a:cubicBezTo>
                  <a:cubicBezTo>
                    <a:pt x="46" y="1309"/>
                    <a:pt x="0" y="1387"/>
                    <a:pt x="0" y="1444"/>
                  </a:cubicBezTo>
                  <a:cubicBezTo>
                    <a:pt x="0" y="1555"/>
                    <a:pt x="203" y="1715"/>
                    <a:pt x="509" y="1715"/>
                  </a:cubicBezTo>
                  <a:cubicBezTo>
                    <a:pt x="811" y="1715"/>
                    <a:pt x="1025" y="1544"/>
                    <a:pt x="1025" y="1217"/>
                  </a:cubicBezTo>
                  <a:cubicBezTo>
                    <a:pt x="1025" y="609"/>
                    <a:pt x="282" y="755"/>
                    <a:pt x="282" y="417"/>
                  </a:cubicBezTo>
                  <a:cubicBezTo>
                    <a:pt x="282" y="271"/>
                    <a:pt x="406" y="203"/>
                    <a:pt x="576" y="203"/>
                  </a:cubicBezTo>
                  <a:cubicBezTo>
                    <a:pt x="766" y="203"/>
                    <a:pt x="822" y="295"/>
                    <a:pt x="890" y="295"/>
                  </a:cubicBezTo>
                  <a:cubicBezTo>
                    <a:pt x="957" y="295"/>
                    <a:pt x="993" y="214"/>
                    <a:pt x="993" y="171"/>
                  </a:cubicBezTo>
                  <a:cubicBezTo>
                    <a:pt x="993" y="36"/>
                    <a:pt x="722" y="0"/>
                    <a:pt x="57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9"/>
            <p:cNvSpPr/>
            <p:nvPr/>
          </p:nvSpPr>
          <p:spPr>
            <a:xfrm>
              <a:off x="4888036" y="1530981"/>
              <a:ext cx="28880" cy="45598"/>
            </a:xfrm>
            <a:custGeom>
              <a:avLst/>
              <a:gdLst/>
              <a:ahLst/>
              <a:cxnLst/>
              <a:rect l="l" t="t" r="r" b="b"/>
              <a:pathLst>
                <a:path w="1071" h="1691" extrusionOk="0">
                  <a:moveTo>
                    <a:pt x="81" y="0"/>
                  </a:moveTo>
                  <a:cubicBezTo>
                    <a:pt x="24" y="0"/>
                    <a:pt x="0" y="57"/>
                    <a:pt x="0" y="114"/>
                  </a:cubicBezTo>
                  <a:cubicBezTo>
                    <a:pt x="0" y="182"/>
                    <a:pt x="35" y="238"/>
                    <a:pt x="81" y="238"/>
                  </a:cubicBezTo>
                  <a:lnTo>
                    <a:pt x="419" y="238"/>
                  </a:lnTo>
                  <a:lnTo>
                    <a:pt x="419" y="1612"/>
                  </a:lnTo>
                  <a:cubicBezTo>
                    <a:pt x="419" y="1669"/>
                    <a:pt x="487" y="1690"/>
                    <a:pt x="541" y="1690"/>
                  </a:cubicBezTo>
                  <a:cubicBezTo>
                    <a:pt x="598" y="1690"/>
                    <a:pt x="654" y="1669"/>
                    <a:pt x="654" y="1612"/>
                  </a:cubicBezTo>
                  <a:lnTo>
                    <a:pt x="654" y="238"/>
                  </a:lnTo>
                  <a:lnTo>
                    <a:pt x="1003" y="238"/>
                  </a:lnTo>
                  <a:cubicBezTo>
                    <a:pt x="1049" y="238"/>
                    <a:pt x="1071" y="182"/>
                    <a:pt x="1071" y="114"/>
                  </a:cubicBezTo>
                  <a:cubicBezTo>
                    <a:pt x="1071" y="57"/>
                    <a:pt x="1049" y="0"/>
                    <a:pt x="100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9"/>
            <p:cNvSpPr/>
            <p:nvPr/>
          </p:nvSpPr>
          <p:spPr>
            <a:xfrm>
              <a:off x="4921499" y="1531278"/>
              <a:ext cx="27343" cy="45301"/>
            </a:xfrm>
            <a:custGeom>
              <a:avLst/>
              <a:gdLst/>
              <a:ahLst/>
              <a:cxnLst/>
              <a:rect l="l" t="t" r="r" b="b"/>
              <a:pathLst>
                <a:path w="1014" h="1680" extrusionOk="0">
                  <a:moveTo>
                    <a:pt x="506" y="203"/>
                  </a:moveTo>
                  <a:cubicBezTo>
                    <a:pt x="676" y="203"/>
                    <a:pt x="776" y="306"/>
                    <a:pt x="776" y="509"/>
                  </a:cubicBezTo>
                  <a:lnTo>
                    <a:pt x="776" y="1185"/>
                  </a:lnTo>
                  <a:cubicBezTo>
                    <a:pt x="776" y="1387"/>
                    <a:pt x="676" y="1477"/>
                    <a:pt x="506" y="1477"/>
                  </a:cubicBezTo>
                  <a:cubicBezTo>
                    <a:pt x="327" y="1477"/>
                    <a:pt x="224" y="1387"/>
                    <a:pt x="224" y="1185"/>
                  </a:cubicBezTo>
                  <a:lnTo>
                    <a:pt x="224" y="509"/>
                  </a:lnTo>
                  <a:cubicBezTo>
                    <a:pt x="224" y="306"/>
                    <a:pt x="327" y="203"/>
                    <a:pt x="506" y="203"/>
                  </a:cubicBezTo>
                  <a:close/>
                  <a:moveTo>
                    <a:pt x="506" y="0"/>
                  </a:moveTo>
                  <a:cubicBezTo>
                    <a:pt x="214" y="0"/>
                    <a:pt x="0" y="149"/>
                    <a:pt x="0" y="509"/>
                  </a:cubicBezTo>
                  <a:lnTo>
                    <a:pt x="0" y="1174"/>
                  </a:lnTo>
                  <a:cubicBezTo>
                    <a:pt x="0" y="1544"/>
                    <a:pt x="214" y="1679"/>
                    <a:pt x="506" y="1679"/>
                  </a:cubicBezTo>
                  <a:cubicBezTo>
                    <a:pt x="787" y="1679"/>
                    <a:pt x="1014" y="1544"/>
                    <a:pt x="1014" y="1174"/>
                  </a:cubicBezTo>
                  <a:lnTo>
                    <a:pt x="1014" y="509"/>
                  </a:lnTo>
                  <a:cubicBezTo>
                    <a:pt x="1014" y="149"/>
                    <a:pt x="787" y="0"/>
                    <a:pt x="50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49"/>
            <p:cNvSpPr/>
            <p:nvPr/>
          </p:nvSpPr>
          <p:spPr>
            <a:xfrm>
              <a:off x="4956688" y="1531629"/>
              <a:ext cx="28340" cy="44951"/>
            </a:xfrm>
            <a:custGeom>
              <a:avLst/>
              <a:gdLst/>
              <a:ahLst/>
              <a:cxnLst/>
              <a:rect l="l" t="t" r="r" b="b"/>
              <a:pathLst>
                <a:path w="1051" h="1667" extrusionOk="0">
                  <a:moveTo>
                    <a:pt x="542" y="179"/>
                  </a:moveTo>
                  <a:cubicBezTo>
                    <a:pt x="712" y="179"/>
                    <a:pt x="812" y="282"/>
                    <a:pt x="812" y="485"/>
                  </a:cubicBezTo>
                  <a:lnTo>
                    <a:pt x="812" y="506"/>
                  </a:lnTo>
                  <a:cubicBezTo>
                    <a:pt x="812" y="720"/>
                    <a:pt x="712" y="812"/>
                    <a:pt x="542" y="812"/>
                  </a:cubicBezTo>
                  <a:lnTo>
                    <a:pt x="261" y="812"/>
                  </a:lnTo>
                  <a:lnTo>
                    <a:pt x="261" y="179"/>
                  </a:lnTo>
                  <a:close/>
                  <a:moveTo>
                    <a:pt x="90" y="1"/>
                  </a:moveTo>
                  <a:cubicBezTo>
                    <a:pt x="36" y="1"/>
                    <a:pt x="1" y="33"/>
                    <a:pt x="1" y="79"/>
                  </a:cubicBezTo>
                  <a:lnTo>
                    <a:pt x="1" y="1588"/>
                  </a:lnTo>
                  <a:cubicBezTo>
                    <a:pt x="1" y="1634"/>
                    <a:pt x="58" y="1666"/>
                    <a:pt x="115" y="1666"/>
                  </a:cubicBezTo>
                  <a:cubicBezTo>
                    <a:pt x="182" y="1666"/>
                    <a:pt x="239" y="1634"/>
                    <a:pt x="239" y="1588"/>
                  </a:cubicBezTo>
                  <a:lnTo>
                    <a:pt x="239" y="1026"/>
                  </a:lnTo>
                  <a:lnTo>
                    <a:pt x="531" y="1026"/>
                  </a:lnTo>
                  <a:cubicBezTo>
                    <a:pt x="823" y="1026"/>
                    <a:pt x="1050" y="880"/>
                    <a:pt x="1050" y="517"/>
                  </a:cubicBezTo>
                  <a:lnTo>
                    <a:pt x="1050" y="506"/>
                  </a:lnTo>
                  <a:cubicBezTo>
                    <a:pt x="1050" y="136"/>
                    <a:pt x="823" y="1"/>
                    <a:pt x="55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9"/>
            <p:cNvSpPr/>
            <p:nvPr/>
          </p:nvSpPr>
          <p:spPr>
            <a:xfrm>
              <a:off x="4848586" y="1663730"/>
              <a:ext cx="23999" cy="38614"/>
            </a:xfrm>
            <a:custGeom>
              <a:avLst/>
              <a:gdLst/>
              <a:ahLst/>
              <a:cxnLst/>
              <a:rect l="l" t="t" r="r" b="b"/>
              <a:pathLst>
                <a:path w="890" h="1432" extrusionOk="0">
                  <a:moveTo>
                    <a:pt x="449" y="215"/>
                  </a:moveTo>
                  <a:cubicBezTo>
                    <a:pt x="598" y="215"/>
                    <a:pt x="676" y="293"/>
                    <a:pt x="676" y="463"/>
                  </a:cubicBezTo>
                  <a:lnTo>
                    <a:pt x="676" y="485"/>
                  </a:lnTo>
                  <a:cubicBezTo>
                    <a:pt x="676" y="655"/>
                    <a:pt x="598" y="734"/>
                    <a:pt x="449" y="734"/>
                  </a:cubicBezTo>
                  <a:lnTo>
                    <a:pt x="214" y="734"/>
                  </a:lnTo>
                  <a:lnTo>
                    <a:pt x="214" y="215"/>
                  </a:lnTo>
                  <a:close/>
                  <a:moveTo>
                    <a:pt x="79" y="1"/>
                  </a:moveTo>
                  <a:cubicBezTo>
                    <a:pt x="79" y="1"/>
                    <a:pt x="0" y="47"/>
                    <a:pt x="0" y="79"/>
                  </a:cubicBezTo>
                  <a:lnTo>
                    <a:pt x="0" y="1364"/>
                  </a:lnTo>
                  <a:cubicBezTo>
                    <a:pt x="0" y="1410"/>
                    <a:pt x="57" y="1431"/>
                    <a:pt x="100" y="1431"/>
                  </a:cubicBezTo>
                  <a:cubicBezTo>
                    <a:pt x="157" y="1431"/>
                    <a:pt x="214" y="1364"/>
                    <a:pt x="214" y="1364"/>
                  </a:cubicBezTo>
                  <a:lnTo>
                    <a:pt x="214" y="890"/>
                  </a:lnTo>
                  <a:lnTo>
                    <a:pt x="449" y="890"/>
                  </a:lnTo>
                  <a:cubicBezTo>
                    <a:pt x="698" y="890"/>
                    <a:pt x="890" y="766"/>
                    <a:pt x="890" y="452"/>
                  </a:cubicBezTo>
                  <a:lnTo>
                    <a:pt x="890" y="442"/>
                  </a:lnTo>
                  <a:cubicBezTo>
                    <a:pt x="890" y="114"/>
                    <a:pt x="698" y="1"/>
                    <a:pt x="46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9"/>
            <p:cNvSpPr/>
            <p:nvPr/>
          </p:nvSpPr>
          <p:spPr>
            <a:xfrm>
              <a:off x="4876791" y="1664323"/>
              <a:ext cx="23433" cy="38290"/>
            </a:xfrm>
            <a:custGeom>
              <a:avLst/>
              <a:gdLst/>
              <a:ahLst/>
              <a:cxnLst/>
              <a:rect l="l" t="t" r="r" b="b"/>
              <a:pathLst>
                <a:path w="869" h="1420" extrusionOk="0">
                  <a:moveTo>
                    <a:pt x="431" y="193"/>
                  </a:moveTo>
                  <a:cubicBezTo>
                    <a:pt x="577" y="193"/>
                    <a:pt x="655" y="271"/>
                    <a:pt x="655" y="441"/>
                  </a:cubicBezTo>
                  <a:lnTo>
                    <a:pt x="655" y="982"/>
                  </a:lnTo>
                  <a:cubicBezTo>
                    <a:pt x="655" y="1150"/>
                    <a:pt x="577" y="1231"/>
                    <a:pt x="431" y="1231"/>
                  </a:cubicBezTo>
                  <a:cubicBezTo>
                    <a:pt x="295" y="1231"/>
                    <a:pt x="214" y="1150"/>
                    <a:pt x="214" y="982"/>
                  </a:cubicBezTo>
                  <a:lnTo>
                    <a:pt x="214" y="441"/>
                  </a:lnTo>
                  <a:cubicBezTo>
                    <a:pt x="214" y="271"/>
                    <a:pt x="295" y="193"/>
                    <a:pt x="431" y="193"/>
                  </a:cubicBezTo>
                  <a:close/>
                  <a:moveTo>
                    <a:pt x="431" y="1"/>
                  </a:moveTo>
                  <a:cubicBezTo>
                    <a:pt x="193" y="1"/>
                    <a:pt x="1" y="114"/>
                    <a:pt x="1" y="430"/>
                  </a:cubicBezTo>
                  <a:lnTo>
                    <a:pt x="1" y="993"/>
                  </a:lnTo>
                  <a:cubicBezTo>
                    <a:pt x="1" y="1298"/>
                    <a:pt x="193" y="1420"/>
                    <a:pt x="431" y="1420"/>
                  </a:cubicBezTo>
                  <a:cubicBezTo>
                    <a:pt x="677" y="1420"/>
                    <a:pt x="869" y="1298"/>
                    <a:pt x="869" y="993"/>
                  </a:cubicBezTo>
                  <a:lnTo>
                    <a:pt x="869" y="430"/>
                  </a:lnTo>
                  <a:cubicBezTo>
                    <a:pt x="869" y="114"/>
                    <a:pt x="677" y="1"/>
                    <a:pt x="43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9"/>
            <p:cNvSpPr/>
            <p:nvPr/>
          </p:nvSpPr>
          <p:spPr>
            <a:xfrm>
              <a:off x="4906614" y="1664027"/>
              <a:ext cx="21248" cy="38587"/>
            </a:xfrm>
            <a:custGeom>
              <a:avLst/>
              <a:gdLst/>
              <a:ahLst/>
              <a:cxnLst/>
              <a:rect l="l" t="t" r="r" b="b"/>
              <a:pathLst>
                <a:path w="788" h="1431" extrusionOk="0">
                  <a:moveTo>
                    <a:pt x="101" y="1"/>
                  </a:moveTo>
                  <a:cubicBezTo>
                    <a:pt x="44" y="1"/>
                    <a:pt x="1" y="25"/>
                    <a:pt x="1" y="68"/>
                  </a:cubicBezTo>
                  <a:lnTo>
                    <a:pt x="1" y="1342"/>
                  </a:lnTo>
                  <a:cubicBezTo>
                    <a:pt x="1" y="1388"/>
                    <a:pt x="33" y="1431"/>
                    <a:pt x="90" y="1431"/>
                  </a:cubicBezTo>
                  <a:lnTo>
                    <a:pt x="720" y="1431"/>
                  </a:lnTo>
                  <a:cubicBezTo>
                    <a:pt x="766" y="1431"/>
                    <a:pt x="787" y="1388"/>
                    <a:pt x="787" y="1342"/>
                  </a:cubicBezTo>
                  <a:cubicBezTo>
                    <a:pt x="787" y="1296"/>
                    <a:pt x="766" y="1253"/>
                    <a:pt x="720" y="1253"/>
                  </a:cubicBezTo>
                  <a:lnTo>
                    <a:pt x="203" y="1253"/>
                  </a:lnTo>
                  <a:lnTo>
                    <a:pt x="203" y="68"/>
                  </a:lnTo>
                  <a:cubicBezTo>
                    <a:pt x="203" y="25"/>
                    <a:pt x="157" y="1"/>
                    <a:pt x="10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49"/>
            <p:cNvSpPr/>
            <p:nvPr/>
          </p:nvSpPr>
          <p:spPr>
            <a:xfrm>
              <a:off x="4931180" y="1663730"/>
              <a:ext cx="5797" cy="39261"/>
            </a:xfrm>
            <a:custGeom>
              <a:avLst/>
              <a:gdLst/>
              <a:ahLst/>
              <a:cxnLst/>
              <a:rect l="l" t="t" r="r" b="b"/>
              <a:pathLst>
                <a:path w="215" h="1456" extrusionOk="0">
                  <a:moveTo>
                    <a:pt x="103" y="1"/>
                  </a:moveTo>
                  <a:cubicBezTo>
                    <a:pt x="57" y="1"/>
                    <a:pt x="1" y="23"/>
                    <a:pt x="1" y="69"/>
                  </a:cubicBezTo>
                  <a:lnTo>
                    <a:pt x="1" y="1374"/>
                  </a:lnTo>
                  <a:cubicBezTo>
                    <a:pt x="1" y="1420"/>
                    <a:pt x="57" y="1456"/>
                    <a:pt x="103" y="1456"/>
                  </a:cubicBezTo>
                  <a:cubicBezTo>
                    <a:pt x="157" y="1456"/>
                    <a:pt x="214" y="1420"/>
                    <a:pt x="214" y="1374"/>
                  </a:cubicBezTo>
                  <a:lnTo>
                    <a:pt x="214" y="69"/>
                  </a:lnTo>
                  <a:cubicBezTo>
                    <a:pt x="214" y="23"/>
                    <a:pt x="157" y="1"/>
                    <a:pt x="10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49"/>
            <p:cNvSpPr/>
            <p:nvPr/>
          </p:nvSpPr>
          <p:spPr>
            <a:xfrm>
              <a:off x="4943368" y="1663730"/>
              <a:ext cx="23702" cy="39558"/>
            </a:xfrm>
            <a:custGeom>
              <a:avLst/>
              <a:gdLst/>
              <a:ahLst/>
              <a:cxnLst/>
              <a:rect l="l" t="t" r="r" b="b"/>
              <a:pathLst>
                <a:path w="879" h="1467" extrusionOk="0">
                  <a:moveTo>
                    <a:pt x="438" y="1"/>
                  </a:moveTo>
                  <a:cubicBezTo>
                    <a:pt x="192" y="1"/>
                    <a:pt x="0" y="125"/>
                    <a:pt x="0" y="442"/>
                  </a:cubicBezTo>
                  <a:lnTo>
                    <a:pt x="0" y="1015"/>
                  </a:lnTo>
                  <a:cubicBezTo>
                    <a:pt x="0" y="1342"/>
                    <a:pt x="192" y="1466"/>
                    <a:pt x="427" y="1466"/>
                  </a:cubicBezTo>
                  <a:cubicBezTo>
                    <a:pt x="698" y="1466"/>
                    <a:pt x="879" y="1307"/>
                    <a:pt x="879" y="1093"/>
                  </a:cubicBezTo>
                  <a:cubicBezTo>
                    <a:pt x="879" y="1004"/>
                    <a:pt x="844" y="982"/>
                    <a:pt x="776" y="982"/>
                  </a:cubicBezTo>
                  <a:cubicBezTo>
                    <a:pt x="719" y="982"/>
                    <a:pt x="676" y="1004"/>
                    <a:pt x="676" y="1050"/>
                  </a:cubicBezTo>
                  <a:cubicBezTo>
                    <a:pt x="665" y="1139"/>
                    <a:pt x="652" y="1274"/>
                    <a:pt x="449" y="1274"/>
                  </a:cubicBezTo>
                  <a:cubicBezTo>
                    <a:pt x="292" y="1274"/>
                    <a:pt x="203" y="1196"/>
                    <a:pt x="203" y="1015"/>
                  </a:cubicBezTo>
                  <a:lnTo>
                    <a:pt x="203" y="442"/>
                  </a:lnTo>
                  <a:cubicBezTo>
                    <a:pt x="203" y="271"/>
                    <a:pt x="292" y="193"/>
                    <a:pt x="438" y="193"/>
                  </a:cubicBezTo>
                  <a:cubicBezTo>
                    <a:pt x="641" y="193"/>
                    <a:pt x="665" y="328"/>
                    <a:pt x="676" y="396"/>
                  </a:cubicBezTo>
                  <a:cubicBezTo>
                    <a:pt x="676" y="452"/>
                    <a:pt x="719" y="474"/>
                    <a:pt x="776" y="474"/>
                  </a:cubicBezTo>
                  <a:cubicBezTo>
                    <a:pt x="844" y="474"/>
                    <a:pt x="879" y="452"/>
                    <a:pt x="879" y="361"/>
                  </a:cubicBezTo>
                  <a:cubicBezTo>
                    <a:pt x="879" y="147"/>
                    <a:pt x="709" y="1"/>
                    <a:pt x="43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9"/>
            <p:cNvSpPr/>
            <p:nvPr/>
          </p:nvSpPr>
          <p:spPr>
            <a:xfrm>
              <a:off x="4972220" y="1664323"/>
              <a:ext cx="23379" cy="38290"/>
            </a:xfrm>
            <a:custGeom>
              <a:avLst/>
              <a:gdLst/>
              <a:ahLst/>
              <a:cxnLst/>
              <a:rect l="l" t="t" r="r" b="b"/>
              <a:pathLst>
                <a:path w="867" h="1420" extrusionOk="0">
                  <a:moveTo>
                    <a:pt x="68" y="1"/>
                  </a:moveTo>
                  <a:cubicBezTo>
                    <a:pt x="33" y="1"/>
                    <a:pt x="1" y="36"/>
                    <a:pt x="1" y="68"/>
                  </a:cubicBezTo>
                  <a:lnTo>
                    <a:pt x="1" y="1331"/>
                  </a:lnTo>
                  <a:cubicBezTo>
                    <a:pt x="1" y="1377"/>
                    <a:pt x="44" y="1420"/>
                    <a:pt x="90" y="1420"/>
                  </a:cubicBezTo>
                  <a:lnTo>
                    <a:pt x="798" y="1420"/>
                  </a:lnTo>
                  <a:cubicBezTo>
                    <a:pt x="844" y="1420"/>
                    <a:pt x="866" y="1377"/>
                    <a:pt x="866" y="1331"/>
                  </a:cubicBezTo>
                  <a:cubicBezTo>
                    <a:pt x="866" y="1285"/>
                    <a:pt x="844" y="1242"/>
                    <a:pt x="798" y="1242"/>
                  </a:cubicBezTo>
                  <a:lnTo>
                    <a:pt x="214" y="1242"/>
                  </a:lnTo>
                  <a:lnTo>
                    <a:pt x="214" y="790"/>
                  </a:lnTo>
                  <a:lnTo>
                    <a:pt x="496" y="790"/>
                  </a:lnTo>
                  <a:cubicBezTo>
                    <a:pt x="542" y="790"/>
                    <a:pt x="563" y="758"/>
                    <a:pt x="563" y="712"/>
                  </a:cubicBezTo>
                  <a:cubicBezTo>
                    <a:pt x="563" y="676"/>
                    <a:pt x="542" y="633"/>
                    <a:pt x="496" y="633"/>
                  </a:cubicBezTo>
                  <a:lnTo>
                    <a:pt x="214" y="633"/>
                  </a:lnTo>
                  <a:lnTo>
                    <a:pt x="214" y="193"/>
                  </a:lnTo>
                  <a:lnTo>
                    <a:pt x="798" y="193"/>
                  </a:lnTo>
                  <a:cubicBezTo>
                    <a:pt x="844" y="193"/>
                    <a:pt x="866" y="149"/>
                    <a:pt x="866" y="92"/>
                  </a:cubicBezTo>
                  <a:cubicBezTo>
                    <a:pt x="866" y="57"/>
                    <a:pt x="844" y="1"/>
                    <a:pt x="79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 name="Google Shape;1073;p49"/>
          <p:cNvGrpSpPr/>
          <p:nvPr/>
        </p:nvGrpSpPr>
        <p:grpSpPr>
          <a:xfrm>
            <a:off x="3990546" y="1462949"/>
            <a:ext cx="362437" cy="315356"/>
            <a:chOff x="3959415" y="1462949"/>
            <a:chExt cx="362437" cy="315356"/>
          </a:xfrm>
        </p:grpSpPr>
        <p:sp>
          <p:nvSpPr>
            <p:cNvPr id="1074" name="Google Shape;1074;p49"/>
            <p:cNvSpPr/>
            <p:nvPr/>
          </p:nvSpPr>
          <p:spPr>
            <a:xfrm>
              <a:off x="3959415" y="1462949"/>
              <a:ext cx="362437" cy="315356"/>
            </a:xfrm>
            <a:custGeom>
              <a:avLst/>
              <a:gdLst/>
              <a:ahLst/>
              <a:cxnLst/>
              <a:rect l="l" t="t" r="r" b="b"/>
              <a:pathLst>
                <a:path w="13441" h="11695" extrusionOk="0">
                  <a:moveTo>
                    <a:pt x="3494" y="1"/>
                  </a:moveTo>
                  <a:cubicBezTo>
                    <a:pt x="3402" y="1"/>
                    <a:pt x="3313" y="58"/>
                    <a:pt x="3267" y="136"/>
                  </a:cubicBezTo>
                  <a:lnTo>
                    <a:pt x="47" y="5711"/>
                  </a:lnTo>
                  <a:cubicBezTo>
                    <a:pt x="1" y="5803"/>
                    <a:pt x="1" y="5903"/>
                    <a:pt x="47" y="5982"/>
                  </a:cubicBezTo>
                  <a:lnTo>
                    <a:pt x="3267" y="11559"/>
                  </a:lnTo>
                  <a:cubicBezTo>
                    <a:pt x="3313" y="11638"/>
                    <a:pt x="3402" y="11694"/>
                    <a:pt x="3494" y="11694"/>
                  </a:cubicBezTo>
                  <a:lnTo>
                    <a:pt x="9937" y="11694"/>
                  </a:lnTo>
                  <a:cubicBezTo>
                    <a:pt x="10037" y="11694"/>
                    <a:pt x="10129" y="11638"/>
                    <a:pt x="10172" y="11559"/>
                  </a:cubicBezTo>
                  <a:lnTo>
                    <a:pt x="13395" y="5982"/>
                  </a:lnTo>
                  <a:cubicBezTo>
                    <a:pt x="13441" y="5903"/>
                    <a:pt x="13441" y="5803"/>
                    <a:pt x="13395" y="5711"/>
                  </a:cubicBezTo>
                  <a:lnTo>
                    <a:pt x="10172" y="136"/>
                  </a:lnTo>
                  <a:cubicBezTo>
                    <a:pt x="10129" y="58"/>
                    <a:pt x="10037" y="1"/>
                    <a:pt x="9937"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9"/>
            <p:cNvSpPr/>
            <p:nvPr/>
          </p:nvSpPr>
          <p:spPr>
            <a:xfrm>
              <a:off x="3992231" y="1586610"/>
              <a:ext cx="296831" cy="163408"/>
            </a:xfrm>
            <a:custGeom>
              <a:avLst/>
              <a:gdLst/>
              <a:ahLst/>
              <a:cxnLst/>
              <a:rect l="l" t="t" r="r" b="b"/>
              <a:pathLst>
                <a:path w="11008" h="6060" extrusionOk="0">
                  <a:moveTo>
                    <a:pt x="857" y="0"/>
                  </a:moveTo>
                  <a:cubicBezTo>
                    <a:pt x="755" y="0"/>
                    <a:pt x="676" y="57"/>
                    <a:pt x="619" y="136"/>
                  </a:cubicBezTo>
                  <a:lnTo>
                    <a:pt x="33" y="1160"/>
                  </a:lnTo>
                  <a:cubicBezTo>
                    <a:pt x="0" y="1228"/>
                    <a:pt x="0" y="1306"/>
                    <a:pt x="33" y="1374"/>
                  </a:cubicBezTo>
                  <a:lnTo>
                    <a:pt x="2669" y="5949"/>
                  </a:lnTo>
                  <a:cubicBezTo>
                    <a:pt x="2715" y="6016"/>
                    <a:pt x="2782" y="6059"/>
                    <a:pt x="2861" y="6059"/>
                  </a:cubicBezTo>
                  <a:lnTo>
                    <a:pt x="8144" y="6059"/>
                  </a:lnTo>
                  <a:cubicBezTo>
                    <a:pt x="8225" y="6059"/>
                    <a:pt x="8293" y="6016"/>
                    <a:pt x="8325" y="5949"/>
                  </a:cubicBezTo>
                  <a:lnTo>
                    <a:pt x="10972" y="1374"/>
                  </a:lnTo>
                  <a:cubicBezTo>
                    <a:pt x="11007" y="1306"/>
                    <a:pt x="11007" y="1228"/>
                    <a:pt x="10972" y="1160"/>
                  </a:cubicBezTo>
                  <a:lnTo>
                    <a:pt x="10374" y="136"/>
                  </a:lnTo>
                  <a:cubicBezTo>
                    <a:pt x="10331" y="57"/>
                    <a:pt x="10253" y="0"/>
                    <a:pt x="101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9"/>
            <p:cNvSpPr/>
            <p:nvPr/>
          </p:nvSpPr>
          <p:spPr>
            <a:xfrm>
              <a:off x="4063014" y="1512160"/>
              <a:ext cx="33706" cy="55602"/>
            </a:xfrm>
            <a:custGeom>
              <a:avLst/>
              <a:gdLst/>
              <a:ahLst/>
              <a:cxnLst/>
              <a:rect l="l" t="t" r="r" b="b"/>
              <a:pathLst>
                <a:path w="1250" h="2062" extrusionOk="0">
                  <a:moveTo>
                    <a:pt x="698" y="1"/>
                  </a:moveTo>
                  <a:cubicBezTo>
                    <a:pt x="395" y="1"/>
                    <a:pt x="57" y="114"/>
                    <a:pt x="57" y="531"/>
                  </a:cubicBezTo>
                  <a:cubicBezTo>
                    <a:pt x="57" y="1196"/>
                    <a:pt x="958" y="1004"/>
                    <a:pt x="958" y="1499"/>
                  </a:cubicBezTo>
                  <a:cubicBezTo>
                    <a:pt x="958" y="1702"/>
                    <a:pt x="812" y="1791"/>
                    <a:pt x="609" y="1791"/>
                  </a:cubicBezTo>
                  <a:cubicBezTo>
                    <a:pt x="303" y="1791"/>
                    <a:pt x="236" y="1577"/>
                    <a:pt x="136" y="1577"/>
                  </a:cubicBezTo>
                  <a:cubicBezTo>
                    <a:pt x="68" y="1577"/>
                    <a:pt x="1" y="1669"/>
                    <a:pt x="1" y="1737"/>
                  </a:cubicBezTo>
                  <a:cubicBezTo>
                    <a:pt x="1" y="1872"/>
                    <a:pt x="260" y="2061"/>
                    <a:pt x="620" y="2061"/>
                  </a:cubicBezTo>
                  <a:cubicBezTo>
                    <a:pt x="990" y="2061"/>
                    <a:pt x="1250" y="1872"/>
                    <a:pt x="1250" y="1466"/>
                  </a:cubicBezTo>
                  <a:cubicBezTo>
                    <a:pt x="1250" y="734"/>
                    <a:pt x="349" y="912"/>
                    <a:pt x="349" y="506"/>
                  </a:cubicBezTo>
                  <a:cubicBezTo>
                    <a:pt x="349" y="328"/>
                    <a:pt x="495" y="250"/>
                    <a:pt x="698" y="250"/>
                  </a:cubicBezTo>
                  <a:cubicBezTo>
                    <a:pt x="936" y="250"/>
                    <a:pt x="1004" y="350"/>
                    <a:pt x="1082" y="350"/>
                  </a:cubicBezTo>
                  <a:cubicBezTo>
                    <a:pt x="1160" y="350"/>
                    <a:pt x="1206" y="250"/>
                    <a:pt x="1206" y="193"/>
                  </a:cubicBezTo>
                  <a:cubicBezTo>
                    <a:pt x="1206" y="47"/>
                    <a:pt x="879" y="1"/>
                    <a:pt x="6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9"/>
            <p:cNvSpPr/>
            <p:nvPr/>
          </p:nvSpPr>
          <p:spPr>
            <a:xfrm>
              <a:off x="4101008" y="1512456"/>
              <a:ext cx="35810" cy="53472"/>
            </a:xfrm>
            <a:custGeom>
              <a:avLst/>
              <a:gdLst/>
              <a:ahLst/>
              <a:cxnLst/>
              <a:rect l="l" t="t" r="r" b="b"/>
              <a:pathLst>
                <a:path w="1328" h="1983" extrusionOk="0">
                  <a:moveTo>
                    <a:pt x="100" y="1"/>
                  </a:moveTo>
                  <a:cubicBezTo>
                    <a:pt x="33" y="1"/>
                    <a:pt x="0" y="68"/>
                    <a:pt x="0" y="136"/>
                  </a:cubicBezTo>
                  <a:cubicBezTo>
                    <a:pt x="0" y="203"/>
                    <a:pt x="43" y="260"/>
                    <a:pt x="100" y="260"/>
                  </a:cubicBezTo>
                  <a:lnTo>
                    <a:pt x="517" y="260"/>
                  </a:lnTo>
                  <a:lnTo>
                    <a:pt x="517" y="1883"/>
                  </a:lnTo>
                  <a:cubicBezTo>
                    <a:pt x="517" y="1950"/>
                    <a:pt x="595" y="1983"/>
                    <a:pt x="663" y="1983"/>
                  </a:cubicBezTo>
                  <a:cubicBezTo>
                    <a:pt x="730" y="1983"/>
                    <a:pt x="811" y="1950"/>
                    <a:pt x="811" y="1883"/>
                  </a:cubicBezTo>
                  <a:lnTo>
                    <a:pt x="811" y="260"/>
                  </a:lnTo>
                  <a:lnTo>
                    <a:pt x="1228" y="260"/>
                  </a:lnTo>
                  <a:cubicBezTo>
                    <a:pt x="1295" y="260"/>
                    <a:pt x="1328" y="203"/>
                    <a:pt x="1328" y="136"/>
                  </a:cubicBezTo>
                  <a:cubicBezTo>
                    <a:pt x="1328" y="68"/>
                    <a:pt x="1295" y="1"/>
                    <a:pt x="122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9"/>
            <p:cNvSpPr/>
            <p:nvPr/>
          </p:nvSpPr>
          <p:spPr>
            <a:xfrm>
              <a:off x="4141105" y="1512160"/>
              <a:ext cx="34003" cy="55602"/>
            </a:xfrm>
            <a:custGeom>
              <a:avLst/>
              <a:gdLst/>
              <a:ahLst/>
              <a:cxnLst/>
              <a:rect l="l" t="t" r="r" b="b"/>
              <a:pathLst>
                <a:path w="1261" h="2062" extrusionOk="0">
                  <a:moveTo>
                    <a:pt x="641" y="271"/>
                  </a:moveTo>
                  <a:cubicBezTo>
                    <a:pt x="844" y="271"/>
                    <a:pt x="968" y="385"/>
                    <a:pt x="968" y="631"/>
                  </a:cubicBezTo>
                  <a:lnTo>
                    <a:pt x="968" y="1431"/>
                  </a:lnTo>
                  <a:cubicBezTo>
                    <a:pt x="968" y="1680"/>
                    <a:pt x="844" y="1791"/>
                    <a:pt x="641" y="1791"/>
                  </a:cubicBezTo>
                  <a:cubicBezTo>
                    <a:pt x="438" y="1791"/>
                    <a:pt x="314" y="1680"/>
                    <a:pt x="314" y="1431"/>
                  </a:cubicBezTo>
                  <a:lnTo>
                    <a:pt x="314" y="631"/>
                  </a:lnTo>
                  <a:cubicBezTo>
                    <a:pt x="314" y="385"/>
                    <a:pt x="438" y="271"/>
                    <a:pt x="641" y="271"/>
                  </a:cubicBezTo>
                  <a:close/>
                  <a:moveTo>
                    <a:pt x="630" y="1"/>
                  </a:moveTo>
                  <a:cubicBezTo>
                    <a:pt x="281" y="1"/>
                    <a:pt x="0" y="169"/>
                    <a:pt x="0" y="620"/>
                  </a:cubicBezTo>
                  <a:lnTo>
                    <a:pt x="0" y="1442"/>
                  </a:lnTo>
                  <a:cubicBezTo>
                    <a:pt x="0" y="1894"/>
                    <a:pt x="281" y="2061"/>
                    <a:pt x="630" y="2061"/>
                  </a:cubicBezTo>
                  <a:cubicBezTo>
                    <a:pt x="979" y="2061"/>
                    <a:pt x="1260" y="1894"/>
                    <a:pt x="1260" y="1442"/>
                  </a:cubicBezTo>
                  <a:lnTo>
                    <a:pt x="1260" y="620"/>
                  </a:lnTo>
                  <a:cubicBezTo>
                    <a:pt x="1260" y="169"/>
                    <a:pt x="979" y="1"/>
                    <a:pt x="6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9"/>
            <p:cNvSpPr/>
            <p:nvPr/>
          </p:nvSpPr>
          <p:spPr>
            <a:xfrm>
              <a:off x="4184195" y="1511890"/>
              <a:ext cx="34057" cy="55278"/>
            </a:xfrm>
            <a:custGeom>
              <a:avLst/>
              <a:gdLst/>
              <a:ahLst/>
              <a:cxnLst/>
              <a:rect l="l" t="t" r="r" b="b"/>
              <a:pathLst>
                <a:path w="1263" h="2050" extrusionOk="0">
                  <a:moveTo>
                    <a:pt x="644" y="260"/>
                  </a:moveTo>
                  <a:cubicBezTo>
                    <a:pt x="846" y="260"/>
                    <a:pt x="971" y="370"/>
                    <a:pt x="971" y="619"/>
                  </a:cubicBezTo>
                  <a:lnTo>
                    <a:pt x="971" y="652"/>
                  </a:lnTo>
                  <a:cubicBezTo>
                    <a:pt x="971" y="900"/>
                    <a:pt x="846" y="1025"/>
                    <a:pt x="644" y="1025"/>
                  </a:cubicBezTo>
                  <a:lnTo>
                    <a:pt x="295" y="1025"/>
                  </a:lnTo>
                  <a:lnTo>
                    <a:pt x="295" y="260"/>
                  </a:lnTo>
                  <a:close/>
                  <a:moveTo>
                    <a:pt x="114" y="0"/>
                  </a:moveTo>
                  <a:cubicBezTo>
                    <a:pt x="46" y="0"/>
                    <a:pt x="0" y="43"/>
                    <a:pt x="0" y="89"/>
                  </a:cubicBezTo>
                  <a:lnTo>
                    <a:pt x="0" y="1949"/>
                  </a:lnTo>
                  <a:cubicBezTo>
                    <a:pt x="0" y="2017"/>
                    <a:pt x="79" y="2050"/>
                    <a:pt x="146" y="2050"/>
                  </a:cubicBezTo>
                  <a:cubicBezTo>
                    <a:pt x="227" y="2050"/>
                    <a:pt x="295" y="2017"/>
                    <a:pt x="295" y="1949"/>
                  </a:cubicBezTo>
                  <a:lnTo>
                    <a:pt x="295" y="1260"/>
                  </a:lnTo>
                  <a:lnTo>
                    <a:pt x="633" y="1260"/>
                  </a:lnTo>
                  <a:cubicBezTo>
                    <a:pt x="982" y="1260"/>
                    <a:pt x="1263" y="1082"/>
                    <a:pt x="1263" y="641"/>
                  </a:cubicBezTo>
                  <a:lnTo>
                    <a:pt x="1263" y="619"/>
                  </a:lnTo>
                  <a:cubicBezTo>
                    <a:pt x="1263" y="168"/>
                    <a:pt x="992" y="0"/>
                    <a:pt x="6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9"/>
            <p:cNvSpPr/>
            <p:nvPr/>
          </p:nvSpPr>
          <p:spPr>
            <a:xfrm>
              <a:off x="4095157" y="1601468"/>
              <a:ext cx="14993" cy="24322"/>
            </a:xfrm>
            <a:custGeom>
              <a:avLst/>
              <a:gdLst/>
              <a:ahLst/>
              <a:cxnLst/>
              <a:rect l="l" t="t" r="r" b="b"/>
              <a:pathLst>
                <a:path w="556" h="902" extrusionOk="0">
                  <a:moveTo>
                    <a:pt x="285" y="115"/>
                  </a:moveTo>
                  <a:cubicBezTo>
                    <a:pt x="374" y="115"/>
                    <a:pt x="420" y="158"/>
                    <a:pt x="420" y="271"/>
                  </a:cubicBezTo>
                  <a:lnTo>
                    <a:pt x="420" y="282"/>
                  </a:lnTo>
                  <a:cubicBezTo>
                    <a:pt x="420" y="396"/>
                    <a:pt x="374" y="452"/>
                    <a:pt x="285" y="452"/>
                  </a:cubicBezTo>
                  <a:lnTo>
                    <a:pt x="136" y="452"/>
                  </a:lnTo>
                  <a:lnTo>
                    <a:pt x="136" y="115"/>
                  </a:lnTo>
                  <a:close/>
                  <a:moveTo>
                    <a:pt x="58" y="1"/>
                  </a:moveTo>
                  <a:cubicBezTo>
                    <a:pt x="58" y="1"/>
                    <a:pt x="1" y="23"/>
                    <a:pt x="1" y="58"/>
                  </a:cubicBezTo>
                  <a:lnTo>
                    <a:pt x="1" y="858"/>
                  </a:lnTo>
                  <a:cubicBezTo>
                    <a:pt x="1" y="880"/>
                    <a:pt x="36" y="901"/>
                    <a:pt x="69" y="901"/>
                  </a:cubicBezTo>
                  <a:cubicBezTo>
                    <a:pt x="104" y="901"/>
                    <a:pt x="136" y="858"/>
                    <a:pt x="136" y="858"/>
                  </a:cubicBezTo>
                  <a:lnTo>
                    <a:pt x="136" y="553"/>
                  </a:lnTo>
                  <a:lnTo>
                    <a:pt x="285" y="553"/>
                  </a:lnTo>
                  <a:cubicBezTo>
                    <a:pt x="431" y="553"/>
                    <a:pt x="555" y="485"/>
                    <a:pt x="555" y="282"/>
                  </a:cubicBezTo>
                  <a:lnTo>
                    <a:pt x="555" y="271"/>
                  </a:lnTo>
                  <a:cubicBezTo>
                    <a:pt x="555" y="79"/>
                    <a:pt x="442" y="1"/>
                    <a:pt x="29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9"/>
            <p:cNvSpPr/>
            <p:nvPr/>
          </p:nvSpPr>
          <p:spPr>
            <a:xfrm>
              <a:off x="4112819" y="1601468"/>
              <a:ext cx="14885" cy="24619"/>
            </a:xfrm>
            <a:custGeom>
              <a:avLst/>
              <a:gdLst/>
              <a:ahLst/>
              <a:cxnLst/>
              <a:rect l="l" t="t" r="r" b="b"/>
              <a:pathLst>
                <a:path w="552" h="913" extrusionOk="0">
                  <a:moveTo>
                    <a:pt x="281" y="125"/>
                  </a:moveTo>
                  <a:cubicBezTo>
                    <a:pt x="373" y="125"/>
                    <a:pt x="427" y="169"/>
                    <a:pt x="427" y="282"/>
                  </a:cubicBezTo>
                  <a:lnTo>
                    <a:pt x="427" y="631"/>
                  </a:lnTo>
                  <a:cubicBezTo>
                    <a:pt x="427" y="744"/>
                    <a:pt x="373" y="790"/>
                    <a:pt x="281" y="790"/>
                  </a:cubicBezTo>
                  <a:cubicBezTo>
                    <a:pt x="192" y="790"/>
                    <a:pt x="135" y="744"/>
                    <a:pt x="135" y="631"/>
                  </a:cubicBezTo>
                  <a:lnTo>
                    <a:pt x="135" y="282"/>
                  </a:lnTo>
                  <a:cubicBezTo>
                    <a:pt x="135" y="169"/>
                    <a:pt x="192" y="125"/>
                    <a:pt x="281" y="125"/>
                  </a:cubicBezTo>
                  <a:close/>
                  <a:moveTo>
                    <a:pt x="281" y="1"/>
                  </a:moveTo>
                  <a:cubicBezTo>
                    <a:pt x="125" y="1"/>
                    <a:pt x="0" y="79"/>
                    <a:pt x="0" y="282"/>
                  </a:cubicBezTo>
                  <a:lnTo>
                    <a:pt x="0" y="631"/>
                  </a:lnTo>
                  <a:cubicBezTo>
                    <a:pt x="0" y="834"/>
                    <a:pt x="125" y="912"/>
                    <a:pt x="281" y="912"/>
                  </a:cubicBezTo>
                  <a:cubicBezTo>
                    <a:pt x="427" y="912"/>
                    <a:pt x="552" y="834"/>
                    <a:pt x="552" y="631"/>
                  </a:cubicBezTo>
                  <a:lnTo>
                    <a:pt x="552" y="282"/>
                  </a:lnTo>
                  <a:cubicBezTo>
                    <a:pt x="552" y="79"/>
                    <a:pt x="427" y="1"/>
                    <a:pt x="28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9"/>
            <p:cNvSpPr/>
            <p:nvPr/>
          </p:nvSpPr>
          <p:spPr>
            <a:xfrm>
              <a:off x="4131991" y="1601765"/>
              <a:ext cx="12134" cy="23729"/>
            </a:xfrm>
            <a:custGeom>
              <a:avLst/>
              <a:gdLst/>
              <a:ahLst/>
              <a:cxnLst/>
              <a:rect l="l" t="t" r="r" b="b"/>
              <a:pathLst>
                <a:path w="450" h="880" extrusionOk="0">
                  <a:moveTo>
                    <a:pt x="68" y="1"/>
                  </a:moveTo>
                  <a:cubicBezTo>
                    <a:pt x="33" y="1"/>
                    <a:pt x="0" y="12"/>
                    <a:pt x="0" y="47"/>
                  </a:cubicBezTo>
                  <a:lnTo>
                    <a:pt x="0" y="847"/>
                  </a:lnTo>
                  <a:cubicBezTo>
                    <a:pt x="0" y="869"/>
                    <a:pt x="33" y="879"/>
                    <a:pt x="54" y="879"/>
                  </a:cubicBezTo>
                  <a:lnTo>
                    <a:pt x="406" y="879"/>
                  </a:lnTo>
                  <a:cubicBezTo>
                    <a:pt x="427" y="879"/>
                    <a:pt x="449" y="858"/>
                    <a:pt x="449" y="834"/>
                  </a:cubicBezTo>
                  <a:cubicBezTo>
                    <a:pt x="449" y="801"/>
                    <a:pt x="427" y="779"/>
                    <a:pt x="406" y="779"/>
                  </a:cubicBezTo>
                  <a:lnTo>
                    <a:pt x="135" y="779"/>
                  </a:lnTo>
                  <a:lnTo>
                    <a:pt x="135" y="47"/>
                  </a:lnTo>
                  <a:cubicBezTo>
                    <a:pt x="135" y="12"/>
                    <a:pt x="100" y="1"/>
                    <a:pt x="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9"/>
            <p:cNvSpPr/>
            <p:nvPr/>
          </p:nvSpPr>
          <p:spPr>
            <a:xfrm>
              <a:off x="4147442" y="1601468"/>
              <a:ext cx="3667" cy="24322"/>
            </a:xfrm>
            <a:custGeom>
              <a:avLst/>
              <a:gdLst/>
              <a:ahLst/>
              <a:cxnLst/>
              <a:rect l="l" t="t" r="r" b="b"/>
              <a:pathLst>
                <a:path w="136" h="902" extrusionOk="0">
                  <a:moveTo>
                    <a:pt x="68" y="1"/>
                  </a:moveTo>
                  <a:cubicBezTo>
                    <a:pt x="36" y="1"/>
                    <a:pt x="0" y="12"/>
                    <a:pt x="0" y="47"/>
                  </a:cubicBezTo>
                  <a:lnTo>
                    <a:pt x="0" y="858"/>
                  </a:lnTo>
                  <a:cubicBezTo>
                    <a:pt x="0" y="890"/>
                    <a:pt x="36" y="901"/>
                    <a:pt x="68" y="901"/>
                  </a:cubicBezTo>
                  <a:cubicBezTo>
                    <a:pt x="103" y="901"/>
                    <a:pt x="136" y="890"/>
                    <a:pt x="136" y="858"/>
                  </a:cubicBezTo>
                  <a:lnTo>
                    <a:pt x="136" y="47"/>
                  </a:lnTo>
                  <a:cubicBezTo>
                    <a:pt x="136" y="12"/>
                    <a:pt x="103" y="1"/>
                    <a:pt x="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9"/>
            <p:cNvSpPr/>
            <p:nvPr/>
          </p:nvSpPr>
          <p:spPr>
            <a:xfrm>
              <a:off x="4155316" y="1601468"/>
              <a:ext cx="14966" cy="24619"/>
            </a:xfrm>
            <a:custGeom>
              <a:avLst/>
              <a:gdLst/>
              <a:ahLst/>
              <a:cxnLst/>
              <a:rect l="l" t="t" r="r" b="b"/>
              <a:pathLst>
                <a:path w="555" h="913" extrusionOk="0">
                  <a:moveTo>
                    <a:pt x="271" y="1"/>
                  </a:moveTo>
                  <a:cubicBezTo>
                    <a:pt x="125" y="1"/>
                    <a:pt x="0" y="79"/>
                    <a:pt x="0" y="282"/>
                  </a:cubicBezTo>
                  <a:lnTo>
                    <a:pt x="0" y="642"/>
                  </a:lnTo>
                  <a:cubicBezTo>
                    <a:pt x="0" y="834"/>
                    <a:pt x="125" y="912"/>
                    <a:pt x="271" y="912"/>
                  </a:cubicBezTo>
                  <a:cubicBezTo>
                    <a:pt x="441" y="912"/>
                    <a:pt x="555" y="823"/>
                    <a:pt x="555" y="677"/>
                  </a:cubicBezTo>
                  <a:cubicBezTo>
                    <a:pt x="555" y="631"/>
                    <a:pt x="530" y="609"/>
                    <a:pt x="487" y="609"/>
                  </a:cubicBezTo>
                  <a:cubicBezTo>
                    <a:pt x="452" y="609"/>
                    <a:pt x="430" y="620"/>
                    <a:pt x="430" y="655"/>
                  </a:cubicBezTo>
                  <a:cubicBezTo>
                    <a:pt x="420" y="709"/>
                    <a:pt x="406" y="801"/>
                    <a:pt x="284" y="801"/>
                  </a:cubicBezTo>
                  <a:cubicBezTo>
                    <a:pt x="182" y="801"/>
                    <a:pt x="136" y="744"/>
                    <a:pt x="136" y="642"/>
                  </a:cubicBezTo>
                  <a:lnTo>
                    <a:pt x="136" y="282"/>
                  </a:lnTo>
                  <a:cubicBezTo>
                    <a:pt x="136" y="169"/>
                    <a:pt x="182" y="115"/>
                    <a:pt x="284" y="115"/>
                  </a:cubicBezTo>
                  <a:cubicBezTo>
                    <a:pt x="406" y="115"/>
                    <a:pt x="420" y="204"/>
                    <a:pt x="430" y="250"/>
                  </a:cubicBezTo>
                  <a:cubicBezTo>
                    <a:pt x="430" y="282"/>
                    <a:pt x="452" y="293"/>
                    <a:pt x="487" y="293"/>
                  </a:cubicBezTo>
                  <a:cubicBezTo>
                    <a:pt x="530" y="293"/>
                    <a:pt x="555" y="282"/>
                    <a:pt x="555" y="225"/>
                  </a:cubicBezTo>
                  <a:cubicBezTo>
                    <a:pt x="555" y="90"/>
                    <a:pt x="441" y="1"/>
                    <a:pt x="27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9"/>
            <p:cNvSpPr/>
            <p:nvPr/>
          </p:nvSpPr>
          <p:spPr>
            <a:xfrm>
              <a:off x="4172951" y="1601468"/>
              <a:ext cx="14615" cy="24026"/>
            </a:xfrm>
            <a:custGeom>
              <a:avLst/>
              <a:gdLst/>
              <a:ahLst/>
              <a:cxnLst/>
              <a:rect l="l" t="t" r="r" b="b"/>
              <a:pathLst>
                <a:path w="542" h="891" extrusionOk="0">
                  <a:moveTo>
                    <a:pt x="47" y="1"/>
                  </a:moveTo>
                  <a:cubicBezTo>
                    <a:pt x="22" y="1"/>
                    <a:pt x="1" y="23"/>
                    <a:pt x="1" y="47"/>
                  </a:cubicBezTo>
                  <a:lnTo>
                    <a:pt x="1" y="858"/>
                  </a:lnTo>
                  <a:cubicBezTo>
                    <a:pt x="1" y="880"/>
                    <a:pt x="22" y="890"/>
                    <a:pt x="47" y="890"/>
                  </a:cubicBezTo>
                  <a:lnTo>
                    <a:pt x="496" y="890"/>
                  </a:lnTo>
                  <a:cubicBezTo>
                    <a:pt x="531" y="890"/>
                    <a:pt x="542" y="869"/>
                    <a:pt x="542" y="845"/>
                  </a:cubicBezTo>
                  <a:cubicBezTo>
                    <a:pt x="542" y="812"/>
                    <a:pt x="531" y="790"/>
                    <a:pt x="496" y="790"/>
                  </a:cubicBezTo>
                  <a:lnTo>
                    <a:pt x="136" y="790"/>
                  </a:lnTo>
                  <a:lnTo>
                    <a:pt x="136" y="507"/>
                  </a:lnTo>
                  <a:lnTo>
                    <a:pt x="328" y="507"/>
                  </a:lnTo>
                  <a:cubicBezTo>
                    <a:pt x="350" y="507"/>
                    <a:pt x="374" y="474"/>
                    <a:pt x="374" y="452"/>
                  </a:cubicBezTo>
                  <a:cubicBezTo>
                    <a:pt x="374" y="417"/>
                    <a:pt x="350" y="396"/>
                    <a:pt x="328" y="396"/>
                  </a:cubicBezTo>
                  <a:lnTo>
                    <a:pt x="136" y="396"/>
                  </a:lnTo>
                  <a:lnTo>
                    <a:pt x="136" y="115"/>
                  </a:lnTo>
                  <a:lnTo>
                    <a:pt x="496" y="115"/>
                  </a:lnTo>
                  <a:cubicBezTo>
                    <a:pt x="531" y="115"/>
                    <a:pt x="542" y="79"/>
                    <a:pt x="542" y="58"/>
                  </a:cubicBezTo>
                  <a:cubicBezTo>
                    <a:pt x="542" y="33"/>
                    <a:pt x="531" y="1"/>
                    <a:pt x="49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9"/>
            <p:cNvSpPr/>
            <p:nvPr/>
          </p:nvSpPr>
          <p:spPr>
            <a:xfrm>
              <a:off x="4057244" y="1640999"/>
              <a:ext cx="14912" cy="24592"/>
            </a:xfrm>
            <a:custGeom>
              <a:avLst/>
              <a:gdLst/>
              <a:ahLst/>
              <a:cxnLst/>
              <a:rect l="l" t="t" r="r" b="b"/>
              <a:pathLst>
                <a:path w="553" h="912" extrusionOk="0">
                  <a:moveTo>
                    <a:pt x="271" y="0"/>
                  </a:moveTo>
                  <a:cubicBezTo>
                    <a:pt x="123" y="0"/>
                    <a:pt x="1" y="79"/>
                    <a:pt x="1" y="271"/>
                  </a:cubicBezTo>
                  <a:lnTo>
                    <a:pt x="1" y="630"/>
                  </a:lnTo>
                  <a:cubicBezTo>
                    <a:pt x="1" y="833"/>
                    <a:pt x="123" y="912"/>
                    <a:pt x="271" y="912"/>
                  </a:cubicBezTo>
                  <a:cubicBezTo>
                    <a:pt x="439" y="912"/>
                    <a:pt x="553" y="811"/>
                    <a:pt x="553" y="676"/>
                  </a:cubicBezTo>
                  <a:cubicBezTo>
                    <a:pt x="553" y="630"/>
                    <a:pt x="528" y="609"/>
                    <a:pt x="485" y="609"/>
                  </a:cubicBezTo>
                  <a:cubicBezTo>
                    <a:pt x="450" y="609"/>
                    <a:pt x="417" y="620"/>
                    <a:pt x="417" y="652"/>
                  </a:cubicBezTo>
                  <a:cubicBezTo>
                    <a:pt x="417" y="709"/>
                    <a:pt x="407" y="798"/>
                    <a:pt x="282" y="798"/>
                  </a:cubicBezTo>
                  <a:cubicBezTo>
                    <a:pt x="179" y="798"/>
                    <a:pt x="123" y="744"/>
                    <a:pt x="123" y="630"/>
                  </a:cubicBezTo>
                  <a:lnTo>
                    <a:pt x="123" y="271"/>
                  </a:lnTo>
                  <a:cubicBezTo>
                    <a:pt x="123" y="168"/>
                    <a:pt x="179" y="111"/>
                    <a:pt x="271" y="111"/>
                  </a:cubicBezTo>
                  <a:cubicBezTo>
                    <a:pt x="407" y="111"/>
                    <a:pt x="417" y="203"/>
                    <a:pt x="417" y="246"/>
                  </a:cubicBezTo>
                  <a:cubicBezTo>
                    <a:pt x="417" y="282"/>
                    <a:pt x="450" y="292"/>
                    <a:pt x="485" y="292"/>
                  </a:cubicBezTo>
                  <a:cubicBezTo>
                    <a:pt x="528" y="292"/>
                    <a:pt x="553" y="282"/>
                    <a:pt x="553" y="225"/>
                  </a:cubicBezTo>
                  <a:cubicBezTo>
                    <a:pt x="553" y="90"/>
                    <a:pt x="439" y="0"/>
                    <a:pt x="2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9"/>
            <p:cNvSpPr/>
            <p:nvPr/>
          </p:nvSpPr>
          <p:spPr>
            <a:xfrm>
              <a:off x="4075472" y="1640621"/>
              <a:ext cx="14912" cy="24673"/>
            </a:xfrm>
            <a:custGeom>
              <a:avLst/>
              <a:gdLst/>
              <a:ahLst/>
              <a:cxnLst/>
              <a:rect l="l" t="t" r="r" b="b"/>
              <a:pathLst>
                <a:path w="553" h="915" extrusionOk="0">
                  <a:moveTo>
                    <a:pt x="68" y="1"/>
                  </a:moveTo>
                  <a:cubicBezTo>
                    <a:pt x="33" y="1"/>
                    <a:pt x="1" y="14"/>
                    <a:pt x="1" y="47"/>
                  </a:cubicBezTo>
                  <a:lnTo>
                    <a:pt x="1" y="869"/>
                  </a:lnTo>
                  <a:cubicBezTo>
                    <a:pt x="1" y="893"/>
                    <a:pt x="33" y="915"/>
                    <a:pt x="68" y="915"/>
                  </a:cubicBezTo>
                  <a:cubicBezTo>
                    <a:pt x="101" y="915"/>
                    <a:pt x="136" y="893"/>
                    <a:pt x="136" y="869"/>
                  </a:cubicBezTo>
                  <a:lnTo>
                    <a:pt x="136" y="488"/>
                  </a:lnTo>
                  <a:lnTo>
                    <a:pt x="417" y="488"/>
                  </a:lnTo>
                  <a:lnTo>
                    <a:pt x="417" y="869"/>
                  </a:lnTo>
                  <a:cubicBezTo>
                    <a:pt x="417" y="893"/>
                    <a:pt x="450" y="915"/>
                    <a:pt x="485" y="915"/>
                  </a:cubicBezTo>
                  <a:cubicBezTo>
                    <a:pt x="517" y="915"/>
                    <a:pt x="552" y="893"/>
                    <a:pt x="552" y="869"/>
                  </a:cubicBezTo>
                  <a:lnTo>
                    <a:pt x="552" y="47"/>
                  </a:lnTo>
                  <a:cubicBezTo>
                    <a:pt x="552" y="14"/>
                    <a:pt x="517" y="1"/>
                    <a:pt x="485" y="1"/>
                  </a:cubicBezTo>
                  <a:cubicBezTo>
                    <a:pt x="450" y="1"/>
                    <a:pt x="417" y="14"/>
                    <a:pt x="417" y="47"/>
                  </a:cubicBezTo>
                  <a:lnTo>
                    <a:pt x="417" y="385"/>
                  </a:lnTo>
                  <a:lnTo>
                    <a:pt x="136" y="385"/>
                  </a:lnTo>
                  <a:lnTo>
                    <a:pt x="136" y="47"/>
                  </a:lnTo>
                  <a:cubicBezTo>
                    <a:pt x="136" y="14"/>
                    <a:pt x="101" y="1"/>
                    <a:pt x="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9"/>
            <p:cNvSpPr/>
            <p:nvPr/>
          </p:nvSpPr>
          <p:spPr>
            <a:xfrm>
              <a:off x="4094590" y="1641295"/>
              <a:ext cx="14615" cy="23999"/>
            </a:xfrm>
            <a:custGeom>
              <a:avLst/>
              <a:gdLst/>
              <a:ahLst/>
              <a:cxnLst/>
              <a:rect l="l" t="t" r="r" b="b"/>
              <a:pathLst>
                <a:path w="542" h="890" extrusionOk="0">
                  <a:moveTo>
                    <a:pt x="46" y="0"/>
                  </a:moveTo>
                  <a:cubicBezTo>
                    <a:pt x="22" y="0"/>
                    <a:pt x="0" y="11"/>
                    <a:pt x="0" y="33"/>
                  </a:cubicBezTo>
                  <a:lnTo>
                    <a:pt x="0" y="833"/>
                  </a:lnTo>
                  <a:cubicBezTo>
                    <a:pt x="0" y="855"/>
                    <a:pt x="22" y="890"/>
                    <a:pt x="57" y="890"/>
                  </a:cubicBezTo>
                  <a:lnTo>
                    <a:pt x="495" y="890"/>
                  </a:lnTo>
                  <a:cubicBezTo>
                    <a:pt x="530" y="890"/>
                    <a:pt x="541" y="855"/>
                    <a:pt x="541" y="833"/>
                  </a:cubicBezTo>
                  <a:cubicBezTo>
                    <a:pt x="541" y="811"/>
                    <a:pt x="519" y="776"/>
                    <a:pt x="495" y="776"/>
                  </a:cubicBezTo>
                  <a:lnTo>
                    <a:pt x="135" y="776"/>
                  </a:lnTo>
                  <a:lnTo>
                    <a:pt x="135" y="495"/>
                  </a:lnTo>
                  <a:lnTo>
                    <a:pt x="327" y="495"/>
                  </a:lnTo>
                  <a:cubicBezTo>
                    <a:pt x="349" y="495"/>
                    <a:pt x="360" y="463"/>
                    <a:pt x="360" y="438"/>
                  </a:cubicBezTo>
                  <a:cubicBezTo>
                    <a:pt x="360" y="417"/>
                    <a:pt x="349" y="381"/>
                    <a:pt x="327" y="381"/>
                  </a:cubicBezTo>
                  <a:lnTo>
                    <a:pt x="135" y="381"/>
                  </a:lnTo>
                  <a:lnTo>
                    <a:pt x="135" y="100"/>
                  </a:lnTo>
                  <a:lnTo>
                    <a:pt x="495" y="100"/>
                  </a:lnTo>
                  <a:cubicBezTo>
                    <a:pt x="530" y="100"/>
                    <a:pt x="541" y="79"/>
                    <a:pt x="541" y="43"/>
                  </a:cubicBezTo>
                  <a:cubicBezTo>
                    <a:pt x="541" y="22"/>
                    <a:pt x="530" y="0"/>
                    <a:pt x="4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9"/>
            <p:cNvSpPr/>
            <p:nvPr/>
          </p:nvSpPr>
          <p:spPr>
            <a:xfrm>
              <a:off x="4111578" y="1640999"/>
              <a:ext cx="14966" cy="24592"/>
            </a:xfrm>
            <a:custGeom>
              <a:avLst/>
              <a:gdLst/>
              <a:ahLst/>
              <a:cxnLst/>
              <a:rect l="l" t="t" r="r" b="b"/>
              <a:pathLst>
                <a:path w="555" h="912" extrusionOk="0">
                  <a:moveTo>
                    <a:pt x="271" y="0"/>
                  </a:moveTo>
                  <a:cubicBezTo>
                    <a:pt x="125" y="0"/>
                    <a:pt x="0" y="79"/>
                    <a:pt x="0" y="271"/>
                  </a:cubicBezTo>
                  <a:lnTo>
                    <a:pt x="0" y="630"/>
                  </a:lnTo>
                  <a:cubicBezTo>
                    <a:pt x="0" y="833"/>
                    <a:pt x="125" y="912"/>
                    <a:pt x="271" y="912"/>
                  </a:cubicBezTo>
                  <a:cubicBezTo>
                    <a:pt x="441" y="912"/>
                    <a:pt x="555" y="811"/>
                    <a:pt x="555" y="676"/>
                  </a:cubicBezTo>
                  <a:cubicBezTo>
                    <a:pt x="555" y="630"/>
                    <a:pt x="530" y="609"/>
                    <a:pt x="487" y="609"/>
                  </a:cubicBezTo>
                  <a:cubicBezTo>
                    <a:pt x="452" y="609"/>
                    <a:pt x="430" y="620"/>
                    <a:pt x="419" y="652"/>
                  </a:cubicBezTo>
                  <a:cubicBezTo>
                    <a:pt x="419" y="709"/>
                    <a:pt x="406" y="798"/>
                    <a:pt x="284" y="798"/>
                  </a:cubicBezTo>
                  <a:cubicBezTo>
                    <a:pt x="181" y="798"/>
                    <a:pt x="125" y="744"/>
                    <a:pt x="125" y="630"/>
                  </a:cubicBezTo>
                  <a:lnTo>
                    <a:pt x="125" y="271"/>
                  </a:lnTo>
                  <a:cubicBezTo>
                    <a:pt x="125" y="168"/>
                    <a:pt x="181" y="111"/>
                    <a:pt x="284" y="111"/>
                  </a:cubicBezTo>
                  <a:cubicBezTo>
                    <a:pt x="406" y="111"/>
                    <a:pt x="419" y="203"/>
                    <a:pt x="419" y="246"/>
                  </a:cubicBezTo>
                  <a:cubicBezTo>
                    <a:pt x="419" y="282"/>
                    <a:pt x="452" y="292"/>
                    <a:pt x="487" y="292"/>
                  </a:cubicBezTo>
                  <a:cubicBezTo>
                    <a:pt x="530" y="292"/>
                    <a:pt x="555" y="282"/>
                    <a:pt x="555" y="225"/>
                  </a:cubicBezTo>
                  <a:cubicBezTo>
                    <a:pt x="555" y="90"/>
                    <a:pt x="441" y="0"/>
                    <a:pt x="2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9"/>
            <p:cNvSpPr/>
            <p:nvPr/>
          </p:nvSpPr>
          <p:spPr>
            <a:xfrm>
              <a:off x="4129214" y="1641565"/>
              <a:ext cx="15855" cy="24026"/>
            </a:xfrm>
            <a:custGeom>
              <a:avLst/>
              <a:gdLst/>
              <a:ahLst/>
              <a:cxnLst/>
              <a:rect l="l" t="t" r="r" b="b"/>
              <a:pathLst>
                <a:path w="588" h="891" extrusionOk="0">
                  <a:moveTo>
                    <a:pt x="68" y="1"/>
                  </a:moveTo>
                  <a:cubicBezTo>
                    <a:pt x="36" y="1"/>
                    <a:pt x="1" y="12"/>
                    <a:pt x="1" y="33"/>
                  </a:cubicBezTo>
                  <a:lnTo>
                    <a:pt x="1" y="845"/>
                  </a:lnTo>
                  <a:cubicBezTo>
                    <a:pt x="1" y="869"/>
                    <a:pt x="36" y="891"/>
                    <a:pt x="68" y="891"/>
                  </a:cubicBezTo>
                  <a:cubicBezTo>
                    <a:pt x="103" y="891"/>
                    <a:pt x="125" y="869"/>
                    <a:pt x="125" y="845"/>
                  </a:cubicBezTo>
                  <a:lnTo>
                    <a:pt x="125" y="588"/>
                  </a:lnTo>
                  <a:lnTo>
                    <a:pt x="214" y="485"/>
                  </a:lnTo>
                  <a:lnTo>
                    <a:pt x="463" y="869"/>
                  </a:lnTo>
                  <a:cubicBezTo>
                    <a:pt x="474" y="880"/>
                    <a:pt x="495" y="891"/>
                    <a:pt x="509" y="891"/>
                  </a:cubicBezTo>
                  <a:cubicBezTo>
                    <a:pt x="541" y="891"/>
                    <a:pt x="587" y="858"/>
                    <a:pt x="587" y="823"/>
                  </a:cubicBezTo>
                  <a:cubicBezTo>
                    <a:pt x="587" y="823"/>
                    <a:pt x="587" y="812"/>
                    <a:pt x="576" y="801"/>
                  </a:cubicBezTo>
                  <a:lnTo>
                    <a:pt x="293" y="385"/>
                  </a:lnTo>
                  <a:lnTo>
                    <a:pt x="530" y="90"/>
                  </a:lnTo>
                  <a:cubicBezTo>
                    <a:pt x="541" y="79"/>
                    <a:pt x="541" y="69"/>
                    <a:pt x="541" y="69"/>
                  </a:cubicBezTo>
                  <a:cubicBezTo>
                    <a:pt x="541" y="33"/>
                    <a:pt x="509" y="1"/>
                    <a:pt x="474" y="1"/>
                  </a:cubicBezTo>
                  <a:cubicBezTo>
                    <a:pt x="452" y="1"/>
                    <a:pt x="441" y="1"/>
                    <a:pt x="428" y="12"/>
                  </a:cubicBezTo>
                  <a:lnTo>
                    <a:pt x="125" y="407"/>
                  </a:lnTo>
                  <a:lnTo>
                    <a:pt x="125" y="33"/>
                  </a:lnTo>
                  <a:cubicBezTo>
                    <a:pt x="125" y="12"/>
                    <a:pt x="103" y="1"/>
                    <a:pt x="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9"/>
            <p:cNvSpPr/>
            <p:nvPr/>
          </p:nvSpPr>
          <p:spPr>
            <a:xfrm>
              <a:off x="4147145" y="1641295"/>
              <a:ext cx="15208" cy="23999"/>
            </a:xfrm>
            <a:custGeom>
              <a:avLst/>
              <a:gdLst/>
              <a:ahLst/>
              <a:cxnLst/>
              <a:rect l="l" t="t" r="r" b="b"/>
              <a:pathLst>
                <a:path w="564" h="890" extrusionOk="0">
                  <a:moveTo>
                    <a:pt x="293" y="100"/>
                  </a:moveTo>
                  <a:cubicBezTo>
                    <a:pt x="385" y="100"/>
                    <a:pt x="439" y="146"/>
                    <a:pt x="439" y="260"/>
                  </a:cubicBezTo>
                  <a:lnTo>
                    <a:pt x="439" y="281"/>
                  </a:lnTo>
                  <a:cubicBezTo>
                    <a:pt x="439" y="381"/>
                    <a:pt x="385" y="438"/>
                    <a:pt x="293" y="438"/>
                  </a:cubicBezTo>
                  <a:lnTo>
                    <a:pt x="147" y="438"/>
                  </a:lnTo>
                  <a:lnTo>
                    <a:pt x="147" y="100"/>
                  </a:lnTo>
                  <a:close/>
                  <a:moveTo>
                    <a:pt x="57" y="0"/>
                  </a:moveTo>
                  <a:cubicBezTo>
                    <a:pt x="57" y="0"/>
                    <a:pt x="1" y="11"/>
                    <a:pt x="1" y="43"/>
                  </a:cubicBezTo>
                  <a:lnTo>
                    <a:pt x="11" y="43"/>
                  </a:lnTo>
                  <a:lnTo>
                    <a:pt x="11" y="844"/>
                  </a:lnTo>
                  <a:cubicBezTo>
                    <a:pt x="1" y="868"/>
                    <a:pt x="33" y="890"/>
                    <a:pt x="68" y="890"/>
                  </a:cubicBezTo>
                  <a:cubicBezTo>
                    <a:pt x="101" y="890"/>
                    <a:pt x="147" y="844"/>
                    <a:pt x="147" y="844"/>
                  </a:cubicBezTo>
                  <a:lnTo>
                    <a:pt x="147" y="541"/>
                  </a:lnTo>
                  <a:lnTo>
                    <a:pt x="293" y="541"/>
                  </a:lnTo>
                  <a:cubicBezTo>
                    <a:pt x="452" y="541"/>
                    <a:pt x="563" y="473"/>
                    <a:pt x="563" y="271"/>
                  </a:cubicBezTo>
                  <a:cubicBezTo>
                    <a:pt x="563" y="68"/>
                    <a:pt x="452" y="0"/>
                    <a:pt x="30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9"/>
            <p:cNvSpPr/>
            <p:nvPr/>
          </p:nvSpPr>
          <p:spPr>
            <a:xfrm>
              <a:off x="4165077" y="1640999"/>
              <a:ext cx="14912" cy="24592"/>
            </a:xfrm>
            <a:custGeom>
              <a:avLst/>
              <a:gdLst/>
              <a:ahLst/>
              <a:cxnLst/>
              <a:rect l="l" t="t" r="r" b="b"/>
              <a:pathLst>
                <a:path w="553" h="912" extrusionOk="0">
                  <a:moveTo>
                    <a:pt x="282" y="122"/>
                  </a:moveTo>
                  <a:cubicBezTo>
                    <a:pt x="371" y="122"/>
                    <a:pt x="428" y="168"/>
                    <a:pt x="428" y="282"/>
                  </a:cubicBezTo>
                  <a:lnTo>
                    <a:pt x="428" y="630"/>
                  </a:lnTo>
                  <a:cubicBezTo>
                    <a:pt x="428" y="744"/>
                    <a:pt x="371" y="787"/>
                    <a:pt x="282" y="787"/>
                  </a:cubicBezTo>
                  <a:cubicBezTo>
                    <a:pt x="193" y="787"/>
                    <a:pt x="136" y="744"/>
                    <a:pt x="136" y="630"/>
                  </a:cubicBezTo>
                  <a:lnTo>
                    <a:pt x="136" y="282"/>
                  </a:lnTo>
                  <a:cubicBezTo>
                    <a:pt x="136" y="168"/>
                    <a:pt x="193" y="122"/>
                    <a:pt x="282" y="122"/>
                  </a:cubicBezTo>
                  <a:close/>
                  <a:moveTo>
                    <a:pt x="282" y="0"/>
                  </a:moveTo>
                  <a:cubicBezTo>
                    <a:pt x="125" y="0"/>
                    <a:pt x="1" y="79"/>
                    <a:pt x="1" y="282"/>
                  </a:cubicBezTo>
                  <a:lnTo>
                    <a:pt x="1" y="630"/>
                  </a:lnTo>
                  <a:cubicBezTo>
                    <a:pt x="1" y="833"/>
                    <a:pt x="125" y="912"/>
                    <a:pt x="282" y="912"/>
                  </a:cubicBezTo>
                  <a:cubicBezTo>
                    <a:pt x="439" y="912"/>
                    <a:pt x="552" y="833"/>
                    <a:pt x="552" y="630"/>
                  </a:cubicBezTo>
                  <a:lnTo>
                    <a:pt x="552" y="282"/>
                  </a:lnTo>
                  <a:cubicBezTo>
                    <a:pt x="552" y="79"/>
                    <a:pt x="439" y="0"/>
                    <a:pt x="28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49"/>
            <p:cNvSpPr/>
            <p:nvPr/>
          </p:nvSpPr>
          <p:spPr>
            <a:xfrm>
              <a:off x="4183602" y="1640999"/>
              <a:ext cx="3667" cy="24295"/>
            </a:xfrm>
            <a:custGeom>
              <a:avLst/>
              <a:gdLst/>
              <a:ahLst/>
              <a:cxnLst/>
              <a:rect l="l" t="t" r="r" b="b"/>
              <a:pathLst>
                <a:path w="136" h="901" extrusionOk="0">
                  <a:moveTo>
                    <a:pt x="68" y="0"/>
                  </a:moveTo>
                  <a:cubicBezTo>
                    <a:pt x="33" y="0"/>
                    <a:pt x="1" y="11"/>
                    <a:pt x="1" y="44"/>
                  </a:cubicBezTo>
                  <a:lnTo>
                    <a:pt x="1" y="855"/>
                  </a:lnTo>
                  <a:cubicBezTo>
                    <a:pt x="1" y="890"/>
                    <a:pt x="33" y="901"/>
                    <a:pt x="68" y="901"/>
                  </a:cubicBezTo>
                  <a:cubicBezTo>
                    <a:pt x="101" y="901"/>
                    <a:pt x="136" y="890"/>
                    <a:pt x="136" y="855"/>
                  </a:cubicBezTo>
                  <a:lnTo>
                    <a:pt x="136" y="44"/>
                  </a:lnTo>
                  <a:cubicBezTo>
                    <a:pt x="136" y="11"/>
                    <a:pt x="101" y="0"/>
                    <a:pt x="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49"/>
            <p:cNvSpPr/>
            <p:nvPr/>
          </p:nvSpPr>
          <p:spPr>
            <a:xfrm>
              <a:off x="4191476" y="1640999"/>
              <a:ext cx="15559" cy="24295"/>
            </a:xfrm>
            <a:custGeom>
              <a:avLst/>
              <a:gdLst/>
              <a:ahLst/>
              <a:cxnLst/>
              <a:rect l="l" t="t" r="r" b="b"/>
              <a:pathLst>
                <a:path w="577" h="901" extrusionOk="0">
                  <a:moveTo>
                    <a:pt x="57" y="0"/>
                  </a:moveTo>
                  <a:cubicBezTo>
                    <a:pt x="25" y="0"/>
                    <a:pt x="1" y="11"/>
                    <a:pt x="1" y="44"/>
                  </a:cubicBezTo>
                  <a:lnTo>
                    <a:pt x="1" y="855"/>
                  </a:lnTo>
                  <a:cubicBezTo>
                    <a:pt x="1" y="879"/>
                    <a:pt x="36" y="901"/>
                    <a:pt x="57" y="901"/>
                  </a:cubicBezTo>
                  <a:cubicBezTo>
                    <a:pt x="92" y="901"/>
                    <a:pt x="125" y="879"/>
                    <a:pt x="125" y="855"/>
                  </a:cubicBezTo>
                  <a:lnTo>
                    <a:pt x="125" y="282"/>
                  </a:lnTo>
                  <a:lnTo>
                    <a:pt x="430" y="855"/>
                  </a:lnTo>
                  <a:cubicBezTo>
                    <a:pt x="441" y="890"/>
                    <a:pt x="474" y="901"/>
                    <a:pt x="509" y="901"/>
                  </a:cubicBezTo>
                  <a:cubicBezTo>
                    <a:pt x="541" y="901"/>
                    <a:pt x="576" y="890"/>
                    <a:pt x="576" y="866"/>
                  </a:cubicBezTo>
                  <a:lnTo>
                    <a:pt x="576" y="44"/>
                  </a:lnTo>
                  <a:cubicBezTo>
                    <a:pt x="576" y="22"/>
                    <a:pt x="541" y="11"/>
                    <a:pt x="509" y="11"/>
                  </a:cubicBezTo>
                  <a:cubicBezTo>
                    <a:pt x="474" y="11"/>
                    <a:pt x="441" y="22"/>
                    <a:pt x="441" y="44"/>
                  </a:cubicBezTo>
                  <a:lnTo>
                    <a:pt x="441" y="620"/>
                  </a:lnTo>
                  <a:lnTo>
                    <a:pt x="160" y="68"/>
                  </a:lnTo>
                  <a:cubicBezTo>
                    <a:pt x="136" y="11"/>
                    <a:pt x="114" y="0"/>
                    <a:pt x="5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9"/>
            <p:cNvSpPr/>
            <p:nvPr/>
          </p:nvSpPr>
          <p:spPr>
            <a:xfrm>
              <a:off x="4209407" y="1641295"/>
              <a:ext cx="15855" cy="23999"/>
            </a:xfrm>
            <a:custGeom>
              <a:avLst/>
              <a:gdLst/>
              <a:ahLst/>
              <a:cxnLst/>
              <a:rect l="l" t="t" r="r" b="b"/>
              <a:pathLst>
                <a:path w="588" h="890" extrusionOk="0">
                  <a:moveTo>
                    <a:pt x="47" y="0"/>
                  </a:moveTo>
                  <a:cubicBezTo>
                    <a:pt x="11" y="0"/>
                    <a:pt x="1" y="22"/>
                    <a:pt x="1" y="57"/>
                  </a:cubicBezTo>
                  <a:cubicBezTo>
                    <a:pt x="1" y="89"/>
                    <a:pt x="11" y="111"/>
                    <a:pt x="47" y="125"/>
                  </a:cubicBezTo>
                  <a:lnTo>
                    <a:pt x="225" y="125"/>
                  </a:lnTo>
                  <a:lnTo>
                    <a:pt x="225" y="844"/>
                  </a:lnTo>
                  <a:cubicBezTo>
                    <a:pt x="239" y="868"/>
                    <a:pt x="260" y="890"/>
                    <a:pt x="293" y="890"/>
                  </a:cubicBezTo>
                  <a:cubicBezTo>
                    <a:pt x="328" y="890"/>
                    <a:pt x="360" y="868"/>
                    <a:pt x="349" y="844"/>
                  </a:cubicBezTo>
                  <a:lnTo>
                    <a:pt x="349" y="125"/>
                  </a:lnTo>
                  <a:lnTo>
                    <a:pt x="552" y="125"/>
                  </a:lnTo>
                  <a:cubicBezTo>
                    <a:pt x="577" y="111"/>
                    <a:pt x="587" y="79"/>
                    <a:pt x="587" y="57"/>
                  </a:cubicBezTo>
                  <a:cubicBezTo>
                    <a:pt x="587" y="22"/>
                    <a:pt x="577" y="0"/>
                    <a:pt x="55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 name="Google Shape;1096;p49"/>
          <p:cNvGrpSpPr/>
          <p:nvPr/>
        </p:nvGrpSpPr>
        <p:grpSpPr>
          <a:xfrm>
            <a:off x="3206013" y="1439840"/>
            <a:ext cx="361843" cy="361870"/>
            <a:chOff x="3138277" y="1439840"/>
            <a:chExt cx="361843" cy="361870"/>
          </a:xfrm>
        </p:grpSpPr>
        <p:sp>
          <p:nvSpPr>
            <p:cNvPr id="1097" name="Google Shape;1097;p49"/>
            <p:cNvSpPr/>
            <p:nvPr/>
          </p:nvSpPr>
          <p:spPr>
            <a:xfrm>
              <a:off x="3138277" y="1439840"/>
              <a:ext cx="361843" cy="361870"/>
            </a:xfrm>
            <a:custGeom>
              <a:avLst/>
              <a:gdLst/>
              <a:ahLst/>
              <a:cxnLst/>
              <a:rect l="l" t="t" r="r" b="b"/>
              <a:pathLst>
                <a:path w="13419" h="13420" extrusionOk="0">
                  <a:moveTo>
                    <a:pt x="6706" y="1"/>
                  </a:moveTo>
                  <a:cubicBezTo>
                    <a:pt x="3010" y="1"/>
                    <a:pt x="0" y="2999"/>
                    <a:pt x="0" y="6703"/>
                  </a:cubicBezTo>
                  <a:cubicBezTo>
                    <a:pt x="0" y="10410"/>
                    <a:pt x="3010" y="13419"/>
                    <a:pt x="6706" y="13419"/>
                  </a:cubicBezTo>
                  <a:cubicBezTo>
                    <a:pt x="10410" y="13419"/>
                    <a:pt x="13419" y="10410"/>
                    <a:pt x="13419" y="6703"/>
                  </a:cubicBezTo>
                  <a:cubicBezTo>
                    <a:pt x="13419" y="2999"/>
                    <a:pt x="10410" y="1"/>
                    <a:pt x="6706"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9"/>
            <p:cNvSpPr/>
            <p:nvPr/>
          </p:nvSpPr>
          <p:spPr>
            <a:xfrm>
              <a:off x="3165026" y="1466319"/>
              <a:ext cx="308345" cy="308641"/>
            </a:xfrm>
            <a:custGeom>
              <a:avLst/>
              <a:gdLst/>
              <a:ahLst/>
              <a:cxnLst/>
              <a:rect l="l" t="t" r="r" b="b"/>
              <a:pathLst>
                <a:path w="11435" h="11446" extrusionOk="0">
                  <a:moveTo>
                    <a:pt x="5714" y="395"/>
                  </a:moveTo>
                  <a:cubicBezTo>
                    <a:pt x="8653" y="395"/>
                    <a:pt x="11040" y="2782"/>
                    <a:pt x="11040" y="5721"/>
                  </a:cubicBezTo>
                  <a:cubicBezTo>
                    <a:pt x="11040" y="8663"/>
                    <a:pt x="8653" y="11050"/>
                    <a:pt x="5714" y="11050"/>
                  </a:cubicBezTo>
                  <a:cubicBezTo>
                    <a:pt x="2783" y="11050"/>
                    <a:pt x="385" y="8663"/>
                    <a:pt x="385" y="5721"/>
                  </a:cubicBezTo>
                  <a:cubicBezTo>
                    <a:pt x="385" y="2782"/>
                    <a:pt x="2783" y="395"/>
                    <a:pt x="5714" y="395"/>
                  </a:cubicBezTo>
                  <a:close/>
                  <a:moveTo>
                    <a:pt x="5714" y="0"/>
                  </a:moveTo>
                  <a:cubicBezTo>
                    <a:pt x="4191" y="0"/>
                    <a:pt x="2750" y="598"/>
                    <a:pt x="1669" y="1679"/>
                  </a:cubicBezTo>
                  <a:cubicBezTo>
                    <a:pt x="587" y="2761"/>
                    <a:pt x="1" y="4191"/>
                    <a:pt x="1" y="5721"/>
                  </a:cubicBezTo>
                  <a:cubicBezTo>
                    <a:pt x="1" y="7254"/>
                    <a:pt x="587" y="8685"/>
                    <a:pt x="1669" y="9766"/>
                  </a:cubicBezTo>
                  <a:cubicBezTo>
                    <a:pt x="2750" y="10848"/>
                    <a:pt x="4191" y="11445"/>
                    <a:pt x="5714" y="11445"/>
                  </a:cubicBezTo>
                  <a:cubicBezTo>
                    <a:pt x="7244" y="11445"/>
                    <a:pt x="8688" y="10848"/>
                    <a:pt x="9756" y="9766"/>
                  </a:cubicBezTo>
                  <a:cubicBezTo>
                    <a:pt x="10837" y="8685"/>
                    <a:pt x="11435" y="7254"/>
                    <a:pt x="11435" y="5721"/>
                  </a:cubicBezTo>
                  <a:cubicBezTo>
                    <a:pt x="11435" y="4191"/>
                    <a:pt x="10837" y="2761"/>
                    <a:pt x="9756" y="1679"/>
                  </a:cubicBezTo>
                  <a:cubicBezTo>
                    <a:pt x="8688" y="598"/>
                    <a:pt x="7244" y="0"/>
                    <a:pt x="5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9"/>
            <p:cNvSpPr/>
            <p:nvPr/>
          </p:nvSpPr>
          <p:spPr>
            <a:xfrm>
              <a:off x="3227935" y="1596021"/>
              <a:ext cx="182310" cy="48645"/>
            </a:xfrm>
            <a:custGeom>
              <a:avLst/>
              <a:gdLst/>
              <a:ahLst/>
              <a:cxnLst/>
              <a:rect l="l" t="t" r="r" b="b"/>
              <a:pathLst>
                <a:path w="6761" h="1804" extrusionOk="0">
                  <a:moveTo>
                    <a:pt x="293" y="0"/>
                  </a:moveTo>
                  <a:cubicBezTo>
                    <a:pt x="136" y="0"/>
                    <a:pt x="1" y="125"/>
                    <a:pt x="1" y="292"/>
                  </a:cubicBezTo>
                  <a:lnTo>
                    <a:pt x="1" y="1509"/>
                  </a:lnTo>
                  <a:cubicBezTo>
                    <a:pt x="1" y="1679"/>
                    <a:pt x="136" y="1804"/>
                    <a:pt x="293" y="1804"/>
                  </a:cubicBezTo>
                  <a:lnTo>
                    <a:pt x="6466" y="1804"/>
                  </a:lnTo>
                  <a:cubicBezTo>
                    <a:pt x="6636" y="1804"/>
                    <a:pt x="6760" y="1679"/>
                    <a:pt x="6760" y="1509"/>
                  </a:cubicBezTo>
                  <a:lnTo>
                    <a:pt x="6760" y="292"/>
                  </a:lnTo>
                  <a:cubicBezTo>
                    <a:pt x="6760" y="125"/>
                    <a:pt x="6636" y="0"/>
                    <a:pt x="64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 name="Google Shape;1100;p49"/>
          <p:cNvGrpSpPr/>
          <p:nvPr/>
        </p:nvGrpSpPr>
        <p:grpSpPr>
          <a:xfrm>
            <a:off x="2337403" y="1465645"/>
            <a:ext cx="372791" cy="309990"/>
            <a:chOff x="2363357" y="1465645"/>
            <a:chExt cx="372791" cy="309990"/>
          </a:xfrm>
        </p:grpSpPr>
        <p:sp>
          <p:nvSpPr>
            <p:cNvPr id="1101" name="Google Shape;1101;p49"/>
            <p:cNvSpPr/>
            <p:nvPr/>
          </p:nvSpPr>
          <p:spPr>
            <a:xfrm>
              <a:off x="2363357" y="1465645"/>
              <a:ext cx="372791" cy="309990"/>
            </a:xfrm>
            <a:custGeom>
              <a:avLst/>
              <a:gdLst/>
              <a:ahLst/>
              <a:cxnLst/>
              <a:rect l="l" t="t" r="r" b="b"/>
              <a:pathLst>
                <a:path w="13825" h="11496" extrusionOk="0">
                  <a:moveTo>
                    <a:pt x="1003" y="1"/>
                  </a:moveTo>
                  <a:cubicBezTo>
                    <a:pt x="384" y="1"/>
                    <a:pt x="0" y="690"/>
                    <a:pt x="317" y="1218"/>
                  </a:cubicBezTo>
                  <a:lnTo>
                    <a:pt x="6219" y="11100"/>
                  </a:lnTo>
                  <a:cubicBezTo>
                    <a:pt x="6377" y="11363"/>
                    <a:pt x="6645" y="11495"/>
                    <a:pt x="6912" y="11495"/>
                  </a:cubicBezTo>
                  <a:cubicBezTo>
                    <a:pt x="7180" y="11495"/>
                    <a:pt x="7448" y="11363"/>
                    <a:pt x="7606" y="11100"/>
                  </a:cubicBezTo>
                  <a:lnTo>
                    <a:pt x="13508" y="1218"/>
                  </a:lnTo>
                  <a:cubicBezTo>
                    <a:pt x="13825" y="690"/>
                    <a:pt x="13441" y="1"/>
                    <a:pt x="12811"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9"/>
            <p:cNvSpPr/>
            <p:nvPr/>
          </p:nvSpPr>
          <p:spPr>
            <a:xfrm>
              <a:off x="2438724" y="1513697"/>
              <a:ext cx="221760" cy="184495"/>
            </a:xfrm>
            <a:custGeom>
              <a:avLst/>
              <a:gdLst/>
              <a:ahLst/>
              <a:cxnLst/>
              <a:rect l="l" t="t" r="r" b="b"/>
              <a:pathLst>
                <a:path w="8224" h="6842" extrusionOk="0">
                  <a:moveTo>
                    <a:pt x="596" y="1"/>
                  </a:moveTo>
                  <a:cubicBezTo>
                    <a:pt x="236" y="1"/>
                    <a:pt x="1" y="406"/>
                    <a:pt x="190" y="733"/>
                  </a:cubicBezTo>
                  <a:lnTo>
                    <a:pt x="3705" y="6614"/>
                  </a:lnTo>
                  <a:cubicBezTo>
                    <a:pt x="3796" y="6765"/>
                    <a:pt x="3954" y="6841"/>
                    <a:pt x="4113" y="6841"/>
                  </a:cubicBezTo>
                  <a:cubicBezTo>
                    <a:pt x="4273" y="6841"/>
                    <a:pt x="4434" y="6765"/>
                    <a:pt x="4530" y="6614"/>
                  </a:cubicBezTo>
                  <a:lnTo>
                    <a:pt x="8045" y="733"/>
                  </a:lnTo>
                  <a:cubicBezTo>
                    <a:pt x="8223" y="406"/>
                    <a:pt x="7999" y="1"/>
                    <a:pt x="7626" y="1"/>
                  </a:cubicBezTo>
                  <a:close/>
                </a:path>
              </a:pathLst>
            </a:custGeom>
            <a:solidFill>
              <a:srgbClr val="EDED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 name="Google Shape;1103;p49"/>
          <p:cNvGrpSpPr/>
          <p:nvPr/>
        </p:nvGrpSpPr>
        <p:grpSpPr>
          <a:xfrm>
            <a:off x="1510872" y="1462949"/>
            <a:ext cx="362356" cy="315356"/>
            <a:chOff x="1536529" y="1462949"/>
            <a:chExt cx="362356" cy="315356"/>
          </a:xfrm>
        </p:grpSpPr>
        <p:sp>
          <p:nvSpPr>
            <p:cNvPr id="1104" name="Google Shape;1104;p49"/>
            <p:cNvSpPr/>
            <p:nvPr/>
          </p:nvSpPr>
          <p:spPr>
            <a:xfrm>
              <a:off x="1536529" y="1462949"/>
              <a:ext cx="362356" cy="315356"/>
            </a:xfrm>
            <a:custGeom>
              <a:avLst/>
              <a:gdLst/>
              <a:ahLst/>
              <a:cxnLst/>
              <a:rect l="l" t="t" r="r" b="b"/>
              <a:pathLst>
                <a:path w="13438" h="11695" extrusionOk="0">
                  <a:moveTo>
                    <a:pt x="3502" y="1"/>
                  </a:moveTo>
                  <a:cubicBezTo>
                    <a:pt x="3402" y="1"/>
                    <a:pt x="3323" y="58"/>
                    <a:pt x="3277" y="136"/>
                  </a:cubicBezTo>
                  <a:lnTo>
                    <a:pt x="54" y="5711"/>
                  </a:lnTo>
                  <a:cubicBezTo>
                    <a:pt x="0" y="5803"/>
                    <a:pt x="0" y="5903"/>
                    <a:pt x="54" y="5982"/>
                  </a:cubicBezTo>
                  <a:lnTo>
                    <a:pt x="3277" y="11559"/>
                  </a:lnTo>
                  <a:cubicBezTo>
                    <a:pt x="3323" y="11638"/>
                    <a:pt x="3412" y="11694"/>
                    <a:pt x="3502" y="11694"/>
                  </a:cubicBezTo>
                  <a:lnTo>
                    <a:pt x="9947" y="11694"/>
                  </a:lnTo>
                  <a:cubicBezTo>
                    <a:pt x="10036" y="11694"/>
                    <a:pt x="10126" y="11638"/>
                    <a:pt x="10172" y="11559"/>
                  </a:cubicBezTo>
                  <a:lnTo>
                    <a:pt x="13395" y="5982"/>
                  </a:lnTo>
                  <a:cubicBezTo>
                    <a:pt x="13438" y="5903"/>
                    <a:pt x="13438" y="5803"/>
                    <a:pt x="13395" y="5711"/>
                  </a:cubicBezTo>
                  <a:lnTo>
                    <a:pt x="10172" y="136"/>
                  </a:lnTo>
                  <a:cubicBezTo>
                    <a:pt x="10126" y="58"/>
                    <a:pt x="10036" y="1"/>
                    <a:pt x="9947" y="1"/>
                  </a:cubicBezTo>
                  <a:close/>
                </a:path>
              </a:pathLst>
            </a:custGeom>
            <a:solidFill>
              <a:srgbClr val="FC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49"/>
            <p:cNvSpPr/>
            <p:nvPr/>
          </p:nvSpPr>
          <p:spPr>
            <a:xfrm>
              <a:off x="1629774" y="1584777"/>
              <a:ext cx="37994" cy="63179"/>
            </a:xfrm>
            <a:custGeom>
              <a:avLst/>
              <a:gdLst/>
              <a:ahLst/>
              <a:cxnLst/>
              <a:rect l="l" t="t" r="r" b="b"/>
              <a:pathLst>
                <a:path w="1409" h="2343" extrusionOk="0">
                  <a:moveTo>
                    <a:pt x="776" y="1"/>
                  </a:moveTo>
                  <a:cubicBezTo>
                    <a:pt x="438" y="1"/>
                    <a:pt x="57" y="136"/>
                    <a:pt x="57" y="598"/>
                  </a:cubicBezTo>
                  <a:cubicBezTo>
                    <a:pt x="57" y="1363"/>
                    <a:pt x="1082" y="1139"/>
                    <a:pt x="1082" y="1701"/>
                  </a:cubicBezTo>
                  <a:cubicBezTo>
                    <a:pt x="1082" y="1926"/>
                    <a:pt x="911" y="2039"/>
                    <a:pt x="676" y="2039"/>
                  </a:cubicBezTo>
                  <a:cubicBezTo>
                    <a:pt x="327" y="2039"/>
                    <a:pt x="260" y="1791"/>
                    <a:pt x="135" y="1791"/>
                  </a:cubicBezTo>
                  <a:cubicBezTo>
                    <a:pt x="57" y="1791"/>
                    <a:pt x="0" y="1893"/>
                    <a:pt x="0" y="1972"/>
                  </a:cubicBezTo>
                  <a:cubicBezTo>
                    <a:pt x="0" y="2129"/>
                    <a:pt x="281" y="2342"/>
                    <a:pt x="698" y="2342"/>
                  </a:cubicBezTo>
                  <a:cubicBezTo>
                    <a:pt x="1114" y="2342"/>
                    <a:pt x="1409" y="2118"/>
                    <a:pt x="1409" y="1666"/>
                  </a:cubicBezTo>
                  <a:cubicBezTo>
                    <a:pt x="1409" y="823"/>
                    <a:pt x="382" y="1036"/>
                    <a:pt x="382" y="574"/>
                  </a:cubicBezTo>
                  <a:cubicBezTo>
                    <a:pt x="382" y="371"/>
                    <a:pt x="552" y="282"/>
                    <a:pt x="776" y="282"/>
                  </a:cubicBezTo>
                  <a:cubicBezTo>
                    <a:pt x="1047" y="282"/>
                    <a:pt x="1139" y="406"/>
                    <a:pt x="1217" y="406"/>
                  </a:cubicBezTo>
                  <a:cubicBezTo>
                    <a:pt x="1317" y="406"/>
                    <a:pt x="1352" y="282"/>
                    <a:pt x="1352" y="225"/>
                  </a:cubicBezTo>
                  <a:cubicBezTo>
                    <a:pt x="1352" y="44"/>
                    <a:pt x="990" y="1"/>
                    <a:pt x="7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9"/>
            <p:cNvSpPr/>
            <p:nvPr/>
          </p:nvSpPr>
          <p:spPr>
            <a:xfrm>
              <a:off x="1671677" y="1584480"/>
              <a:ext cx="42254" cy="64123"/>
            </a:xfrm>
            <a:custGeom>
              <a:avLst/>
              <a:gdLst/>
              <a:ahLst/>
              <a:cxnLst/>
              <a:rect l="l" t="t" r="r" b="b"/>
              <a:pathLst>
                <a:path w="1567" h="2378" extrusionOk="0">
                  <a:moveTo>
                    <a:pt x="112" y="1"/>
                  </a:moveTo>
                  <a:cubicBezTo>
                    <a:pt x="33" y="1"/>
                    <a:pt x="1" y="90"/>
                    <a:pt x="1" y="158"/>
                  </a:cubicBezTo>
                  <a:cubicBezTo>
                    <a:pt x="1" y="247"/>
                    <a:pt x="44" y="315"/>
                    <a:pt x="112" y="315"/>
                  </a:cubicBezTo>
                  <a:lnTo>
                    <a:pt x="620" y="315"/>
                  </a:lnTo>
                  <a:lnTo>
                    <a:pt x="620" y="2264"/>
                  </a:lnTo>
                  <a:cubicBezTo>
                    <a:pt x="620" y="2332"/>
                    <a:pt x="699" y="2378"/>
                    <a:pt x="788" y="2378"/>
                  </a:cubicBezTo>
                  <a:cubicBezTo>
                    <a:pt x="869" y="2378"/>
                    <a:pt x="958" y="2332"/>
                    <a:pt x="958" y="2264"/>
                  </a:cubicBezTo>
                  <a:lnTo>
                    <a:pt x="958" y="315"/>
                  </a:lnTo>
                  <a:lnTo>
                    <a:pt x="1453" y="315"/>
                  </a:lnTo>
                  <a:cubicBezTo>
                    <a:pt x="1520" y="315"/>
                    <a:pt x="1566" y="236"/>
                    <a:pt x="1566" y="158"/>
                  </a:cubicBezTo>
                  <a:cubicBezTo>
                    <a:pt x="1566" y="79"/>
                    <a:pt x="1531" y="1"/>
                    <a:pt x="14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9"/>
            <p:cNvSpPr/>
            <p:nvPr/>
          </p:nvSpPr>
          <p:spPr>
            <a:xfrm>
              <a:off x="1718785" y="1585073"/>
              <a:ext cx="37940" cy="62586"/>
            </a:xfrm>
            <a:custGeom>
              <a:avLst/>
              <a:gdLst/>
              <a:ahLst/>
              <a:cxnLst/>
              <a:rect l="l" t="t" r="r" b="b"/>
              <a:pathLst>
                <a:path w="1407" h="2321" extrusionOk="0">
                  <a:moveTo>
                    <a:pt x="687" y="282"/>
                  </a:moveTo>
                  <a:cubicBezTo>
                    <a:pt x="923" y="282"/>
                    <a:pt x="1069" y="406"/>
                    <a:pt x="1069" y="687"/>
                  </a:cubicBezTo>
                  <a:lnTo>
                    <a:pt x="1069" y="1623"/>
                  </a:lnTo>
                  <a:cubicBezTo>
                    <a:pt x="1069" y="1904"/>
                    <a:pt x="923" y="2039"/>
                    <a:pt x="687" y="2039"/>
                  </a:cubicBezTo>
                  <a:cubicBezTo>
                    <a:pt x="449" y="2039"/>
                    <a:pt x="303" y="1904"/>
                    <a:pt x="303" y="1623"/>
                  </a:cubicBezTo>
                  <a:lnTo>
                    <a:pt x="303" y="687"/>
                  </a:lnTo>
                  <a:cubicBezTo>
                    <a:pt x="303" y="406"/>
                    <a:pt x="449" y="282"/>
                    <a:pt x="687" y="282"/>
                  </a:cubicBezTo>
                  <a:close/>
                  <a:moveTo>
                    <a:pt x="698" y="1"/>
                  </a:moveTo>
                  <a:cubicBezTo>
                    <a:pt x="303" y="1"/>
                    <a:pt x="1" y="193"/>
                    <a:pt x="1" y="698"/>
                  </a:cubicBezTo>
                  <a:lnTo>
                    <a:pt x="1" y="1612"/>
                  </a:lnTo>
                  <a:cubicBezTo>
                    <a:pt x="1" y="2128"/>
                    <a:pt x="303" y="2320"/>
                    <a:pt x="698" y="2320"/>
                  </a:cubicBezTo>
                  <a:cubicBezTo>
                    <a:pt x="1093" y="2320"/>
                    <a:pt x="1406" y="2128"/>
                    <a:pt x="1406" y="1612"/>
                  </a:cubicBezTo>
                  <a:lnTo>
                    <a:pt x="1406" y="698"/>
                  </a:lnTo>
                  <a:cubicBezTo>
                    <a:pt x="1406" y="193"/>
                    <a:pt x="1093" y="1"/>
                    <a:pt x="6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9"/>
            <p:cNvSpPr/>
            <p:nvPr/>
          </p:nvSpPr>
          <p:spPr>
            <a:xfrm>
              <a:off x="1766756" y="1584480"/>
              <a:ext cx="39558" cy="62289"/>
            </a:xfrm>
            <a:custGeom>
              <a:avLst/>
              <a:gdLst/>
              <a:ahLst/>
              <a:cxnLst/>
              <a:rect l="l" t="t" r="r" b="b"/>
              <a:pathLst>
                <a:path w="1467" h="2310" extrusionOk="0">
                  <a:moveTo>
                    <a:pt x="755" y="315"/>
                  </a:moveTo>
                  <a:cubicBezTo>
                    <a:pt x="979" y="315"/>
                    <a:pt x="1128" y="450"/>
                    <a:pt x="1128" y="731"/>
                  </a:cubicBezTo>
                  <a:lnTo>
                    <a:pt x="1128" y="766"/>
                  </a:lnTo>
                  <a:cubicBezTo>
                    <a:pt x="1128" y="1047"/>
                    <a:pt x="979" y="1183"/>
                    <a:pt x="755" y="1183"/>
                  </a:cubicBezTo>
                  <a:lnTo>
                    <a:pt x="360" y="1183"/>
                  </a:lnTo>
                  <a:lnTo>
                    <a:pt x="360" y="315"/>
                  </a:lnTo>
                  <a:close/>
                  <a:moveTo>
                    <a:pt x="147" y="1"/>
                  </a:moveTo>
                  <a:cubicBezTo>
                    <a:pt x="147" y="1"/>
                    <a:pt x="22" y="69"/>
                    <a:pt x="22" y="123"/>
                  </a:cubicBezTo>
                  <a:lnTo>
                    <a:pt x="22" y="112"/>
                  </a:lnTo>
                  <a:lnTo>
                    <a:pt x="1" y="112"/>
                  </a:lnTo>
                  <a:lnTo>
                    <a:pt x="1" y="2196"/>
                  </a:lnTo>
                  <a:cubicBezTo>
                    <a:pt x="1" y="2275"/>
                    <a:pt x="90" y="2310"/>
                    <a:pt x="182" y="2310"/>
                  </a:cubicBezTo>
                  <a:cubicBezTo>
                    <a:pt x="271" y="2310"/>
                    <a:pt x="360" y="2275"/>
                    <a:pt x="360" y="2196"/>
                  </a:cubicBezTo>
                  <a:lnTo>
                    <a:pt x="360" y="1420"/>
                  </a:lnTo>
                  <a:lnTo>
                    <a:pt x="755" y="1420"/>
                  </a:lnTo>
                  <a:cubicBezTo>
                    <a:pt x="1150" y="1420"/>
                    <a:pt x="1466" y="1228"/>
                    <a:pt x="1466" y="720"/>
                  </a:cubicBezTo>
                  <a:lnTo>
                    <a:pt x="1466" y="699"/>
                  </a:lnTo>
                  <a:cubicBezTo>
                    <a:pt x="1466" y="190"/>
                    <a:pt x="1161" y="1"/>
                    <a:pt x="7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9"/>
            <p:cNvSpPr/>
            <p:nvPr/>
          </p:nvSpPr>
          <p:spPr>
            <a:xfrm>
              <a:off x="1563494" y="1485707"/>
              <a:ext cx="308426" cy="269192"/>
            </a:xfrm>
            <a:custGeom>
              <a:avLst/>
              <a:gdLst/>
              <a:ahLst/>
              <a:cxnLst/>
              <a:rect l="l" t="t" r="r" b="b"/>
              <a:pathLst>
                <a:path w="11438" h="9983" extrusionOk="0">
                  <a:moveTo>
                    <a:pt x="8371" y="395"/>
                  </a:moveTo>
                  <a:cubicBezTo>
                    <a:pt x="8371" y="395"/>
                    <a:pt x="8382" y="395"/>
                    <a:pt x="8382" y="406"/>
                  </a:cubicBezTo>
                  <a:lnTo>
                    <a:pt x="11032" y="4981"/>
                  </a:lnTo>
                  <a:lnTo>
                    <a:pt x="11032" y="5002"/>
                  </a:lnTo>
                  <a:lnTo>
                    <a:pt x="8382" y="9577"/>
                  </a:lnTo>
                  <a:cubicBezTo>
                    <a:pt x="8382" y="9588"/>
                    <a:pt x="8371" y="9588"/>
                    <a:pt x="8371" y="9588"/>
                  </a:cubicBezTo>
                  <a:lnTo>
                    <a:pt x="3077" y="9588"/>
                  </a:lnTo>
                  <a:cubicBezTo>
                    <a:pt x="3077" y="9588"/>
                    <a:pt x="3067" y="9588"/>
                    <a:pt x="3067" y="9577"/>
                  </a:cubicBezTo>
                  <a:lnTo>
                    <a:pt x="420" y="5002"/>
                  </a:lnTo>
                  <a:lnTo>
                    <a:pt x="420" y="4981"/>
                  </a:lnTo>
                  <a:lnTo>
                    <a:pt x="3067" y="406"/>
                  </a:lnTo>
                  <a:cubicBezTo>
                    <a:pt x="3067" y="395"/>
                    <a:pt x="3077" y="395"/>
                    <a:pt x="3077" y="395"/>
                  </a:cubicBezTo>
                  <a:close/>
                  <a:moveTo>
                    <a:pt x="3077" y="0"/>
                  </a:moveTo>
                  <a:cubicBezTo>
                    <a:pt x="2931" y="0"/>
                    <a:pt x="2796" y="82"/>
                    <a:pt x="2718" y="203"/>
                  </a:cubicBezTo>
                  <a:lnTo>
                    <a:pt x="82" y="4789"/>
                  </a:lnTo>
                  <a:cubicBezTo>
                    <a:pt x="1" y="4913"/>
                    <a:pt x="1" y="5070"/>
                    <a:pt x="82" y="5194"/>
                  </a:cubicBezTo>
                  <a:lnTo>
                    <a:pt x="2718" y="9780"/>
                  </a:lnTo>
                  <a:cubicBezTo>
                    <a:pt x="2796" y="9904"/>
                    <a:pt x="2931" y="9983"/>
                    <a:pt x="3077" y="9983"/>
                  </a:cubicBezTo>
                  <a:lnTo>
                    <a:pt x="8371" y="9983"/>
                  </a:lnTo>
                  <a:cubicBezTo>
                    <a:pt x="8517" y="9983"/>
                    <a:pt x="8653" y="9904"/>
                    <a:pt x="8720" y="9780"/>
                  </a:cubicBezTo>
                  <a:lnTo>
                    <a:pt x="11370" y="5194"/>
                  </a:lnTo>
                  <a:cubicBezTo>
                    <a:pt x="11437" y="5070"/>
                    <a:pt x="11437" y="4913"/>
                    <a:pt x="11370" y="4789"/>
                  </a:cubicBezTo>
                  <a:lnTo>
                    <a:pt x="8720" y="203"/>
                  </a:lnTo>
                  <a:cubicBezTo>
                    <a:pt x="8653" y="82"/>
                    <a:pt x="8517" y="0"/>
                    <a:pt x="83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113"/>
        <p:cNvGrpSpPr/>
        <p:nvPr/>
      </p:nvGrpSpPr>
      <p:grpSpPr>
        <a:xfrm>
          <a:off x="0" y="0"/>
          <a:ext cx="0" cy="0"/>
          <a:chOff x="0" y="0"/>
          <a:chExt cx="0" cy="0"/>
        </a:xfrm>
      </p:grpSpPr>
      <p:sp>
        <p:nvSpPr>
          <p:cNvPr id="1114" name="Google Shape;1114;p5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1115" name="Google Shape;1115;p50"/>
          <p:cNvSpPr txBox="1">
            <a:spLocks noGrp="1"/>
          </p:cNvSpPr>
          <p:nvPr>
            <p:ph type="subTitle" idx="1"/>
          </p:nvPr>
        </p:nvSpPr>
        <p:spPr>
          <a:xfrm>
            <a:off x="715125" y="1161900"/>
            <a:ext cx="1988700" cy="264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the one of this template:</a:t>
            </a:r>
            <a:endParaRPr/>
          </a:p>
          <a:p>
            <a:pPr marL="457200" lvl="0" indent="-304800" algn="l" rtl="0">
              <a:spcBef>
                <a:spcPts val="1000"/>
              </a:spcBef>
              <a:spcAft>
                <a:spcPts val="0"/>
              </a:spcAft>
              <a:buSzPts val="1200"/>
              <a:buChar char="●"/>
            </a:pPr>
            <a:r>
              <a:rPr lang="en" u="sng">
                <a:solidFill>
                  <a:schemeClr val="hlink"/>
                </a:solidFill>
                <a:hlinkClick r:id="rId3"/>
              </a:rPr>
              <a:t>Heavy vehicles set</a:t>
            </a:r>
            <a:endParaRPr/>
          </a:p>
          <a:p>
            <a:pPr marL="457200" lvl="0" indent="-304800" algn="l" rtl="0">
              <a:spcBef>
                <a:spcPts val="0"/>
              </a:spcBef>
              <a:spcAft>
                <a:spcPts val="0"/>
              </a:spcAft>
              <a:buSzPts val="1200"/>
              <a:buChar char="●"/>
            </a:pPr>
            <a:r>
              <a:rPr lang="en" u="sng">
                <a:solidFill>
                  <a:schemeClr val="hlink"/>
                </a:solidFill>
                <a:hlinkClick r:id="rId4"/>
              </a:rPr>
              <a:t>Realistic road and transportation concept with traffic lights signboards under construction and warning signs</a:t>
            </a:r>
            <a:endParaRPr/>
          </a:p>
        </p:txBody>
      </p:sp>
      <p:pic>
        <p:nvPicPr>
          <p:cNvPr id="1116" name="Google Shape;1116;p50"/>
          <p:cNvPicPr preferRelativeResize="0"/>
          <p:nvPr/>
        </p:nvPicPr>
        <p:blipFill>
          <a:blip r:embed="rId5">
            <a:alphaModFix/>
          </a:blip>
          <a:stretch>
            <a:fillRect/>
          </a:stretch>
        </p:blipFill>
        <p:spPr>
          <a:xfrm>
            <a:off x="2921925" y="1405000"/>
            <a:ext cx="457211" cy="3273277"/>
          </a:xfrm>
          <a:prstGeom prst="rect">
            <a:avLst/>
          </a:prstGeom>
          <a:noFill/>
          <a:ln>
            <a:noFill/>
          </a:ln>
        </p:spPr>
      </p:pic>
      <p:pic>
        <p:nvPicPr>
          <p:cNvPr id="1117" name="Google Shape;1117;p50"/>
          <p:cNvPicPr preferRelativeResize="0"/>
          <p:nvPr/>
        </p:nvPicPr>
        <p:blipFill>
          <a:blip r:embed="rId6">
            <a:alphaModFix/>
          </a:blip>
          <a:stretch>
            <a:fillRect/>
          </a:stretch>
        </p:blipFill>
        <p:spPr>
          <a:xfrm>
            <a:off x="3597214" y="1405000"/>
            <a:ext cx="457211" cy="3273277"/>
          </a:xfrm>
          <a:prstGeom prst="rect">
            <a:avLst/>
          </a:prstGeom>
          <a:noFill/>
          <a:ln>
            <a:noFill/>
          </a:ln>
        </p:spPr>
      </p:pic>
      <p:pic>
        <p:nvPicPr>
          <p:cNvPr id="1118" name="Google Shape;1118;p50"/>
          <p:cNvPicPr preferRelativeResize="0"/>
          <p:nvPr/>
        </p:nvPicPr>
        <p:blipFill>
          <a:blip r:embed="rId7">
            <a:alphaModFix/>
          </a:blip>
          <a:stretch>
            <a:fillRect/>
          </a:stretch>
        </p:blipFill>
        <p:spPr>
          <a:xfrm>
            <a:off x="5273351" y="1915722"/>
            <a:ext cx="910239" cy="2713498"/>
          </a:xfrm>
          <a:prstGeom prst="rect">
            <a:avLst/>
          </a:prstGeom>
          <a:noFill/>
          <a:ln>
            <a:noFill/>
          </a:ln>
        </p:spPr>
      </p:pic>
      <p:pic>
        <p:nvPicPr>
          <p:cNvPr id="1119" name="Google Shape;1119;p50"/>
          <p:cNvPicPr preferRelativeResize="0"/>
          <p:nvPr/>
        </p:nvPicPr>
        <p:blipFill>
          <a:blip r:embed="rId8">
            <a:alphaModFix/>
          </a:blip>
          <a:stretch>
            <a:fillRect/>
          </a:stretch>
        </p:blipFill>
        <p:spPr>
          <a:xfrm>
            <a:off x="7130452" y="1915722"/>
            <a:ext cx="1298449" cy="2713498"/>
          </a:xfrm>
          <a:prstGeom prst="rect">
            <a:avLst/>
          </a:prstGeom>
          <a:noFill/>
          <a:ln>
            <a:noFill/>
          </a:ln>
        </p:spPr>
      </p:pic>
      <p:pic>
        <p:nvPicPr>
          <p:cNvPr id="1120" name="Google Shape;1120;p50"/>
          <p:cNvPicPr preferRelativeResize="0"/>
          <p:nvPr/>
        </p:nvPicPr>
        <p:blipFill>
          <a:blip r:embed="rId9">
            <a:alphaModFix/>
          </a:blip>
          <a:stretch>
            <a:fillRect/>
          </a:stretch>
        </p:blipFill>
        <p:spPr>
          <a:xfrm>
            <a:off x="6270805" y="1915722"/>
            <a:ext cx="772444" cy="2713498"/>
          </a:xfrm>
          <a:prstGeom prst="rect">
            <a:avLst/>
          </a:prstGeom>
          <a:noFill/>
          <a:ln>
            <a:noFill/>
          </a:ln>
        </p:spPr>
      </p:pic>
      <p:pic>
        <p:nvPicPr>
          <p:cNvPr id="1121" name="Google Shape;1121;p50"/>
          <p:cNvPicPr preferRelativeResize="0"/>
          <p:nvPr/>
        </p:nvPicPr>
        <p:blipFill>
          <a:blip r:embed="rId10">
            <a:alphaModFix/>
          </a:blip>
          <a:stretch>
            <a:fillRect/>
          </a:stretch>
        </p:blipFill>
        <p:spPr>
          <a:xfrm>
            <a:off x="4221838" y="1915722"/>
            <a:ext cx="935413" cy="2713498"/>
          </a:xfrm>
          <a:prstGeom prst="rect">
            <a:avLst/>
          </a:prstGeom>
          <a:noFill/>
          <a:ln>
            <a:noFill/>
          </a:ln>
        </p:spPr>
      </p:pic>
      <p:grpSp>
        <p:nvGrpSpPr>
          <p:cNvPr id="1122" name="Google Shape;1122;p50"/>
          <p:cNvGrpSpPr/>
          <p:nvPr/>
        </p:nvGrpSpPr>
        <p:grpSpPr>
          <a:xfrm>
            <a:off x="6593544" y="1095163"/>
            <a:ext cx="1611288" cy="688185"/>
            <a:chOff x="4140075" y="2165975"/>
            <a:chExt cx="3241375" cy="1384400"/>
          </a:xfrm>
        </p:grpSpPr>
        <p:sp>
          <p:nvSpPr>
            <p:cNvPr id="1123" name="Google Shape;1123;p50"/>
            <p:cNvSpPr/>
            <p:nvPr/>
          </p:nvSpPr>
          <p:spPr>
            <a:xfrm>
              <a:off x="4810475" y="3273900"/>
              <a:ext cx="120775" cy="120425"/>
            </a:xfrm>
            <a:custGeom>
              <a:avLst/>
              <a:gdLst/>
              <a:ahLst/>
              <a:cxnLst/>
              <a:rect l="l" t="t" r="r" b="b"/>
              <a:pathLst>
                <a:path w="4831" h="4817" extrusionOk="0">
                  <a:moveTo>
                    <a:pt x="2423" y="1139"/>
                  </a:moveTo>
                  <a:cubicBezTo>
                    <a:pt x="3115" y="1139"/>
                    <a:pt x="3693" y="1716"/>
                    <a:pt x="3693" y="2408"/>
                  </a:cubicBezTo>
                  <a:cubicBezTo>
                    <a:pt x="3693" y="3114"/>
                    <a:pt x="3115" y="3678"/>
                    <a:pt x="2423" y="3678"/>
                  </a:cubicBezTo>
                  <a:cubicBezTo>
                    <a:pt x="1717" y="3678"/>
                    <a:pt x="1156" y="3114"/>
                    <a:pt x="1156" y="2408"/>
                  </a:cubicBezTo>
                  <a:cubicBezTo>
                    <a:pt x="1156" y="1716"/>
                    <a:pt x="1717" y="1139"/>
                    <a:pt x="2423" y="1139"/>
                  </a:cubicBezTo>
                  <a:close/>
                  <a:moveTo>
                    <a:pt x="2423" y="0"/>
                  </a:moveTo>
                  <a:cubicBezTo>
                    <a:pt x="1084" y="0"/>
                    <a:pt x="1" y="1083"/>
                    <a:pt x="1" y="2408"/>
                  </a:cubicBezTo>
                  <a:cubicBezTo>
                    <a:pt x="1" y="3734"/>
                    <a:pt x="1084" y="4817"/>
                    <a:pt x="2423" y="4817"/>
                  </a:cubicBezTo>
                  <a:cubicBezTo>
                    <a:pt x="3751" y="4817"/>
                    <a:pt x="4831" y="3734"/>
                    <a:pt x="4831" y="2408"/>
                  </a:cubicBezTo>
                  <a:cubicBezTo>
                    <a:pt x="4831" y="1083"/>
                    <a:pt x="3751" y="0"/>
                    <a:pt x="24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50"/>
            <p:cNvSpPr/>
            <p:nvPr/>
          </p:nvSpPr>
          <p:spPr>
            <a:xfrm>
              <a:off x="5225000" y="2165975"/>
              <a:ext cx="2156450" cy="756925"/>
            </a:xfrm>
            <a:custGeom>
              <a:avLst/>
              <a:gdLst/>
              <a:ahLst/>
              <a:cxnLst/>
              <a:rect l="l" t="t" r="r" b="b"/>
              <a:pathLst>
                <a:path w="86258" h="30277" extrusionOk="0">
                  <a:moveTo>
                    <a:pt x="2364" y="1"/>
                  </a:moveTo>
                  <a:cubicBezTo>
                    <a:pt x="966" y="1"/>
                    <a:pt x="1" y="1412"/>
                    <a:pt x="1" y="2810"/>
                  </a:cubicBezTo>
                  <a:lnTo>
                    <a:pt x="1" y="11952"/>
                  </a:lnTo>
                  <a:lnTo>
                    <a:pt x="1" y="24149"/>
                  </a:lnTo>
                  <a:lnTo>
                    <a:pt x="1" y="30276"/>
                  </a:lnTo>
                  <a:lnTo>
                    <a:pt x="86258" y="30276"/>
                  </a:lnTo>
                  <a:lnTo>
                    <a:pt x="86258" y="24149"/>
                  </a:lnTo>
                  <a:lnTo>
                    <a:pt x="86258" y="11952"/>
                  </a:lnTo>
                  <a:lnTo>
                    <a:pt x="86258" y="2810"/>
                  </a:lnTo>
                  <a:cubicBezTo>
                    <a:pt x="86258" y="1412"/>
                    <a:pt x="85524" y="1"/>
                    <a:pt x="841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50"/>
            <p:cNvSpPr/>
            <p:nvPr/>
          </p:nvSpPr>
          <p:spPr>
            <a:xfrm>
              <a:off x="4140075" y="2165975"/>
              <a:ext cx="3241375" cy="1156650"/>
            </a:xfrm>
            <a:custGeom>
              <a:avLst/>
              <a:gdLst/>
              <a:ahLst/>
              <a:cxnLst/>
              <a:rect l="l" t="t" r="r" b="b"/>
              <a:pathLst>
                <a:path w="129655" h="46266" extrusionOk="0">
                  <a:moveTo>
                    <a:pt x="38266" y="2855"/>
                  </a:moveTo>
                  <a:lnTo>
                    <a:pt x="38266" y="17055"/>
                  </a:lnTo>
                  <a:cubicBezTo>
                    <a:pt x="38266" y="17055"/>
                    <a:pt x="34979" y="18640"/>
                    <a:pt x="27408" y="20630"/>
                  </a:cubicBezTo>
                  <a:lnTo>
                    <a:pt x="27408" y="2855"/>
                  </a:lnTo>
                  <a:close/>
                  <a:moveTo>
                    <a:pt x="25118" y="2855"/>
                  </a:moveTo>
                  <a:lnTo>
                    <a:pt x="25118" y="21135"/>
                  </a:lnTo>
                  <a:lnTo>
                    <a:pt x="25419" y="21135"/>
                  </a:lnTo>
                  <a:cubicBezTo>
                    <a:pt x="19896" y="22505"/>
                    <a:pt x="12443" y="24003"/>
                    <a:pt x="2755" y="25301"/>
                  </a:cubicBezTo>
                  <a:cubicBezTo>
                    <a:pt x="2755" y="25301"/>
                    <a:pt x="2786" y="8564"/>
                    <a:pt x="11132" y="2855"/>
                  </a:cubicBezTo>
                  <a:close/>
                  <a:moveTo>
                    <a:pt x="5900" y="41695"/>
                  </a:moveTo>
                  <a:cubicBezTo>
                    <a:pt x="6592" y="41695"/>
                    <a:pt x="7167" y="42141"/>
                    <a:pt x="7167" y="42847"/>
                  </a:cubicBezTo>
                  <a:cubicBezTo>
                    <a:pt x="7167" y="43539"/>
                    <a:pt x="6592" y="43985"/>
                    <a:pt x="5900" y="43985"/>
                  </a:cubicBezTo>
                  <a:lnTo>
                    <a:pt x="3461" y="43985"/>
                  </a:lnTo>
                  <a:cubicBezTo>
                    <a:pt x="2755" y="43985"/>
                    <a:pt x="2195" y="43539"/>
                    <a:pt x="2195" y="42847"/>
                  </a:cubicBezTo>
                  <a:cubicBezTo>
                    <a:pt x="2195" y="42141"/>
                    <a:pt x="2755" y="41695"/>
                    <a:pt x="3461" y="41695"/>
                  </a:cubicBezTo>
                  <a:close/>
                  <a:moveTo>
                    <a:pt x="126240" y="41695"/>
                  </a:moveTo>
                  <a:cubicBezTo>
                    <a:pt x="126945" y="41695"/>
                    <a:pt x="127506" y="42141"/>
                    <a:pt x="127506" y="42847"/>
                  </a:cubicBezTo>
                  <a:cubicBezTo>
                    <a:pt x="127506" y="43539"/>
                    <a:pt x="126945" y="43985"/>
                    <a:pt x="126240" y="43985"/>
                  </a:cubicBezTo>
                  <a:lnTo>
                    <a:pt x="123804" y="43985"/>
                  </a:lnTo>
                  <a:cubicBezTo>
                    <a:pt x="123112" y="43985"/>
                    <a:pt x="122534" y="43539"/>
                    <a:pt x="122534" y="42847"/>
                  </a:cubicBezTo>
                  <a:cubicBezTo>
                    <a:pt x="122534" y="42141"/>
                    <a:pt x="123112" y="41695"/>
                    <a:pt x="123804" y="41695"/>
                  </a:cubicBezTo>
                  <a:close/>
                  <a:moveTo>
                    <a:pt x="12042" y="1"/>
                  </a:moveTo>
                  <a:cubicBezTo>
                    <a:pt x="8437" y="1"/>
                    <a:pt x="7025" y="2596"/>
                    <a:pt x="5710" y="4513"/>
                  </a:cubicBezTo>
                  <a:cubicBezTo>
                    <a:pt x="2942" y="8606"/>
                    <a:pt x="105" y="15699"/>
                    <a:pt x="60" y="22965"/>
                  </a:cubicBezTo>
                  <a:lnTo>
                    <a:pt x="60" y="22910"/>
                  </a:lnTo>
                  <a:lnTo>
                    <a:pt x="1" y="46265"/>
                  </a:lnTo>
                  <a:lnTo>
                    <a:pt x="18976" y="46265"/>
                  </a:lnTo>
                  <a:cubicBezTo>
                    <a:pt x="19291" y="40888"/>
                    <a:pt x="23748" y="36619"/>
                    <a:pt x="29211" y="36619"/>
                  </a:cubicBezTo>
                  <a:cubicBezTo>
                    <a:pt x="34661" y="36619"/>
                    <a:pt x="39117" y="40888"/>
                    <a:pt x="39446" y="46265"/>
                  </a:cubicBezTo>
                  <a:lnTo>
                    <a:pt x="76369" y="46265"/>
                  </a:lnTo>
                  <a:cubicBezTo>
                    <a:pt x="76701" y="40888"/>
                    <a:pt x="81158" y="36619"/>
                    <a:pt x="86607" y="36619"/>
                  </a:cubicBezTo>
                  <a:cubicBezTo>
                    <a:pt x="92071" y="36619"/>
                    <a:pt x="96524" y="40888"/>
                    <a:pt x="96856" y="46265"/>
                  </a:cubicBezTo>
                  <a:lnTo>
                    <a:pt x="99178" y="46265"/>
                  </a:lnTo>
                  <a:cubicBezTo>
                    <a:pt x="99510" y="40888"/>
                    <a:pt x="103963" y="36619"/>
                    <a:pt x="109413" y="36619"/>
                  </a:cubicBezTo>
                  <a:cubicBezTo>
                    <a:pt x="114877" y="36619"/>
                    <a:pt x="119333" y="40888"/>
                    <a:pt x="119652" y="46265"/>
                  </a:cubicBezTo>
                  <a:lnTo>
                    <a:pt x="129655" y="46265"/>
                  </a:lnTo>
                  <a:lnTo>
                    <a:pt x="129655" y="33131"/>
                  </a:lnTo>
                  <a:lnTo>
                    <a:pt x="40543" y="33131"/>
                  </a:lnTo>
                  <a:lnTo>
                    <a:pt x="40543" y="8564"/>
                  </a:lnTo>
                  <a:lnTo>
                    <a:pt x="40543" y="4212"/>
                  </a:lnTo>
                  <a:lnTo>
                    <a:pt x="40543" y="3260"/>
                  </a:lnTo>
                  <a:cubicBezTo>
                    <a:pt x="40543" y="1585"/>
                    <a:pt x="39100" y="1"/>
                    <a:pt x="37429" y="1"/>
                  </a:cubicBezTo>
                  <a:lnTo>
                    <a:pt x="37228" y="1"/>
                  </a:lnTo>
                  <a:cubicBezTo>
                    <a:pt x="37169" y="1"/>
                    <a:pt x="37111" y="15"/>
                    <a:pt x="37055" y="15"/>
                  </a:cubicBezTo>
                  <a:lnTo>
                    <a:pt x="370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50"/>
            <p:cNvSpPr/>
            <p:nvPr/>
          </p:nvSpPr>
          <p:spPr>
            <a:xfrm>
              <a:off x="4654775" y="3117850"/>
              <a:ext cx="432200" cy="432525"/>
            </a:xfrm>
            <a:custGeom>
              <a:avLst/>
              <a:gdLst/>
              <a:ahLst/>
              <a:cxnLst/>
              <a:rect l="l" t="t" r="r" b="b"/>
              <a:pathLst>
                <a:path w="17288" h="17301" extrusionOk="0">
                  <a:moveTo>
                    <a:pt x="8651" y="2381"/>
                  </a:moveTo>
                  <a:cubicBezTo>
                    <a:pt x="12111" y="2381"/>
                    <a:pt x="14924" y="5190"/>
                    <a:pt x="14924" y="8650"/>
                  </a:cubicBezTo>
                  <a:cubicBezTo>
                    <a:pt x="14924" y="12111"/>
                    <a:pt x="12111" y="14937"/>
                    <a:pt x="8651" y="14937"/>
                  </a:cubicBezTo>
                  <a:cubicBezTo>
                    <a:pt x="5191" y="14937"/>
                    <a:pt x="2367" y="12111"/>
                    <a:pt x="2367" y="8650"/>
                  </a:cubicBezTo>
                  <a:cubicBezTo>
                    <a:pt x="2367" y="5190"/>
                    <a:pt x="5191" y="2381"/>
                    <a:pt x="8651" y="2381"/>
                  </a:cubicBezTo>
                  <a:close/>
                  <a:moveTo>
                    <a:pt x="8651" y="0"/>
                  </a:moveTo>
                  <a:cubicBezTo>
                    <a:pt x="3879" y="0"/>
                    <a:pt x="0" y="3879"/>
                    <a:pt x="0" y="8650"/>
                  </a:cubicBezTo>
                  <a:cubicBezTo>
                    <a:pt x="0" y="13422"/>
                    <a:pt x="3879" y="17301"/>
                    <a:pt x="8651" y="17301"/>
                  </a:cubicBezTo>
                  <a:cubicBezTo>
                    <a:pt x="13408" y="17301"/>
                    <a:pt x="17287" y="13422"/>
                    <a:pt x="17287" y="8650"/>
                  </a:cubicBezTo>
                  <a:cubicBezTo>
                    <a:pt x="17287" y="3879"/>
                    <a:pt x="13408" y="0"/>
                    <a:pt x="8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50"/>
            <p:cNvSpPr/>
            <p:nvPr/>
          </p:nvSpPr>
          <p:spPr>
            <a:xfrm>
              <a:off x="6242875" y="3273900"/>
              <a:ext cx="120775" cy="120425"/>
            </a:xfrm>
            <a:custGeom>
              <a:avLst/>
              <a:gdLst/>
              <a:ahLst/>
              <a:cxnLst/>
              <a:rect l="l" t="t" r="r" b="b"/>
              <a:pathLst>
                <a:path w="4831" h="4817" extrusionOk="0">
                  <a:moveTo>
                    <a:pt x="2423" y="1139"/>
                  </a:moveTo>
                  <a:cubicBezTo>
                    <a:pt x="3115" y="1139"/>
                    <a:pt x="3689" y="1716"/>
                    <a:pt x="3689" y="2408"/>
                  </a:cubicBezTo>
                  <a:cubicBezTo>
                    <a:pt x="3689" y="3114"/>
                    <a:pt x="3115" y="3678"/>
                    <a:pt x="2423" y="3678"/>
                  </a:cubicBezTo>
                  <a:cubicBezTo>
                    <a:pt x="1717" y="3678"/>
                    <a:pt x="1153" y="3114"/>
                    <a:pt x="1153" y="2408"/>
                  </a:cubicBezTo>
                  <a:cubicBezTo>
                    <a:pt x="1153" y="1716"/>
                    <a:pt x="1717" y="1139"/>
                    <a:pt x="2423" y="1139"/>
                  </a:cubicBezTo>
                  <a:close/>
                  <a:moveTo>
                    <a:pt x="2423" y="0"/>
                  </a:moveTo>
                  <a:cubicBezTo>
                    <a:pt x="1080" y="0"/>
                    <a:pt x="1" y="1083"/>
                    <a:pt x="1" y="2408"/>
                  </a:cubicBezTo>
                  <a:cubicBezTo>
                    <a:pt x="1" y="3734"/>
                    <a:pt x="1080" y="4817"/>
                    <a:pt x="2423" y="4817"/>
                  </a:cubicBezTo>
                  <a:cubicBezTo>
                    <a:pt x="3748" y="4817"/>
                    <a:pt x="4831" y="3734"/>
                    <a:pt x="4831" y="2408"/>
                  </a:cubicBezTo>
                  <a:cubicBezTo>
                    <a:pt x="4831" y="1083"/>
                    <a:pt x="3748" y="0"/>
                    <a:pt x="24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50"/>
            <p:cNvSpPr/>
            <p:nvPr/>
          </p:nvSpPr>
          <p:spPr>
            <a:xfrm>
              <a:off x="6087175" y="3117850"/>
              <a:ext cx="432200" cy="432525"/>
            </a:xfrm>
            <a:custGeom>
              <a:avLst/>
              <a:gdLst/>
              <a:ahLst/>
              <a:cxnLst/>
              <a:rect l="l" t="t" r="r" b="b"/>
              <a:pathLst>
                <a:path w="17288" h="17301" extrusionOk="0">
                  <a:moveTo>
                    <a:pt x="8651" y="2381"/>
                  </a:moveTo>
                  <a:cubicBezTo>
                    <a:pt x="12111" y="2381"/>
                    <a:pt x="14921" y="5190"/>
                    <a:pt x="14921" y="8650"/>
                  </a:cubicBezTo>
                  <a:cubicBezTo>
                    <a:pt x="14921" y="12111"/>
                    <a:pt x="12111" y="14937"/>
                    <a:pt x="8651" y="14937"/>
                  </a:cubicBezTo>
                  <a:cubicBezTo>
                    <a:pt x="5191" y="14937"/>
                    <a:pt x="2364" y="12111"/>
                    <a:pt x="2364" y="8650"/>
                  </a:cubicBezTo>
                  <a:cubicBezTo>
                    <a:pt x="2364" y="5190"/>
                    <a:pt x="5191" y="2381"/>
                    <a:pt x="8651" y="2381"/>
                  </a:cubicBezTo>
                  <a:close/>
                  <a:moveTo>
                    <a:pt x="8651" y="0"/>
                  </a:moveTo>
                  <a:cubicBezTo>
                    <a:pt x="3879" y="0"/>
                    <a:pt x="0" y="3879"/>
                    <a:pt x="0" y="8650"/>
                  </a:cubicBezTo>
                  <a:cubicBezTo>
                    <a:pt x="0" y="13422"/>
                    <a:pt x="3879" y="17301"/>
                    <a:pt x="8651" y="17301"/>
                  </a:cubicBezTo>
                  <a:cubicBezTo>
                    <a:pt x="13408" y="17301"/>
                    <a:pt x="17287" y="13422"/>
                    <a:pt x="17287" y="8650"/>
                  </a:cubicBezTo>
                  <a:cubicBezTo>
                    <a:pt x="17287" y="3879"/>
                    <a:pt x="13408" y="0"/>
                    <a:pt x="8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50"/>
            <p:cNvSpPr/>
            <p:nvPr/>
          </p:nvSpPr>
          <p:spPr>
            <a:xfrm>
              <a:off x="6810500" y="3273900"/>
              <a:ext cx="120800" cy="120425"/>
            </a:xfrm>
            <a:custGeom>
              <a:avLst/>
              <a:gdLst/>
              <a:ahLst/>
              <a:cxnLst/>
              <a:rect l="l" t="t" r="r" b="b"/>
              <a:pathLst>
                <a:path w="4832" h="4817" extrusionOk="0">
                  <a:moveTo>
                    <a:pt x="2409" y="1139"/>
                  </a:moveTo>
                  <a:cubicBezTo>
                    <a:pt x="3115" y="1139"/>
                    <a:pt x="3679" y="1716"/>
                    <a:pt x="3679" y="2408"/>
                  </a:cubicBezTo>
                  <a:cubicBezTo>
                    <a:pt x="3679" y="3114"/>
                    <a:pt x="3115" y="3678"/>
                    <a:pt x="2409" y="3678"/>
                  </a:cubicBezTo>
                  <a:cubicBezTo>
                    <a:pt x="1717" y="3678"/>
                    <a:pt x="1139" y="3114"/>
                    <a:pt x="1139" y="2408"/>
                  </a:cubicBezTo>
                  <a:cubicBezTo>
                    <a:pt x="1139" y="1716"/>
                    <a:pt x="1717" y="1139"/>
                    <a:pt x="2409" y="1139"/>
                  </a:cubicBezTo>
                  <a:close/>
                  <a:moveTo>
                    <a:pt x="2409" y="0"/>
                  </a:moveTo>
                  <a:cubicBezTo>
                    <a:pt x="1084" y="0"/>
                    <a:pt x="1" y="1083"/>
                    <a:pt x="1" y="2408"/>
                  </a:cubicBezTo>
                  <a:cubicBezTo>
                    <a:pt x="1" y="3734"/>
                    <a:pt x="1084" y="4817"/>
                    <a:pt x="2409" y="4817"/>
                  </a:cubicBezTo>
                  <a:cubicBezTo>
                    <a:pt x="3752" y="4817"/>
                    <a:pt x="4831" y="3734"/>
                    <a:pt x="4831" y="2408"/>
                  </a:cubicBezTo>
                  <a:cubicBezTo>
                    <a:pt x="4831" y="1083"/>
                    <a:pt x="3752" y="0"/>
                    <a:pt x="2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50"/>
            <p:cNvSpPr/>
            <p:nvPr/>
          </p:nvSpPr>
          <p:spPr>
            <a:xfrm>
              <a:off x="6654450" y="3117850"/>
              <a:ext cx="432550" cy="432525"/>
            </a:xfrm>
            <a:custGeom>
              <a:avLst/>
              <a:gdLst/>
              <a:ahLst/>
              <a:cxnLst/>
              <a:rect l="l" t="t" r="r" b="b"/>
              <a:pathLst>
                <a:path w="17302" h="17301" extrusionOk="0">
                  <a:moveTo>
                    <a:pt x="8651" y="2381"/>
                  </a:moveTo>
                  <a:cubicBezTo>
                    <a:pt x="12111" y="2381"/>
                    <a:pt x="14938" y="5190"/>
                    <a:pt x="14938" y="8650"/>
                  </a:cubicBezTo>
                  <a:cubicBezTo>
                    <a:pt x="14938" y="12111"/>
                    <a:pt x="12111" y="14937"/>
                    <a:pt x="8651" y="14937"/>
                  </a:cubicBezTo>
                  <a:cubicBezTo>
                    <a:pt x="5191" y="14937"/>
                    <a:pt x="2381" y="12111"/>
                    <a:pt x="2381" y="8650"/>
                  </a:cubicBezTo>
                  <a:cubicBezTo>
                    <a:pt x="2381" y="5190"/>
                    <a:pt x="5191" y="2381"/>
                    <a:pt x="8651" y="2381"/>
                  </a:cubicBezTo>
                  <a:close/>
                  <a:moveTo>
                    <a:pt x="8651" y="0"/>
                  </a:moveTo>
                  <a:cubicBezTo>
                    <a:pt x="3894" y="0"/>
                    <a:pt x="1" y="3879"/>
                    <a:pt x="1" y="8650"/>
                  </a:cubicBezTo>
                  <a:cubicBezTo>
                    <a:pt x="1" y="13422"/>
                    <a:pt x="3894" y="17301"/>
                    <a:pt x="8651" y="17301"/>
                  </a:cubicBezTo>
                  <a:cubicBezTo>
                    <a:pt x="13423" y="17301"/>
                    <a:pt x="17301" y="13422"/>
                    <a:pt x="17301" y="8650"/>
                  </a:cubicBezTo>
                  <a:cubicBezTo>
                    <a:pt x="17301" y="3879"/>
                    <a:pt x="13423" y="0"/>
                    <a:pt x="8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 name="Google Shape;1131;p50"/>
          <p:cNvGrpSpPr/>
          <p:nvPr/>
        </p:nvGrpSpPr>
        <p:grpSpPr>
          <a:xfrm>
            <a:off x="4399672" y="1044980"/>
            <a:ext cx="1691917" cy="786015"/>
            <a:chOff x="238450" y="2065025"/>
            <a:chExt cx="3403575" cy="1581200"/>
          </a:xfrm>
        </p:grpSpPr>
        <p:sp>
          <p:nvSpPr>
            <p:cNvPr id="1132" name="Google Shape;1132;p50"/>
            <p:cNvSpPr/>
            <p:nvPr/>
          </p:nvSpPr>
          <p:spPr>
            <a:xfrm>
              <a:off x="2354925" y="3369825"/>
              <a:ext cx="120775" cy="120350"/>
            </a:xfrm>
            <a:custGeom>
              <a:avLst/>
              <a:gdLst/>
              <a:ahLst/>
              <a:cxnLst/>
              <a:rect l="l" t="t" r="r" b="b"/>
              <a:pathLst>
                <a:path w="4831" h="4814" extrusionOk="0">
                  <a:moveTo>
                    <a:pt x="2409" y="1139"/>
                  </a:moveTo>
                  <a:cubicBezTo>
                    <a:pt x="3115" y="1139"/>
                    <a:pt x="3675" y="1699"/>
                    <a:pt x="3675" y="2405"/>
                  </a:cubicBezTo>
                  <a:cubicBezTo>
                    <a:pt x="3675" y="3097"/>
                    <a:pt x="3115" y="3675"/>
                    <a:pt x="2409" y="3675"/>
                  </a:cubicBezTo>
                  <a:cubicBezTo>
                    <a:pt x="1717" y="3675"/>
                    <a:pt x="1139" y="3097"/>
                    <a:pt x="1139" y="2405"/>
                  </a:cubicBezTo>
                  <a:cubicBezTo>
                    <a:pt x="1139" y="1699"/>
                    <a:pt x="1717" y="1139"/>
                    <a:pt x="2409" y="1139"/>
                  </a:cubicBezTo>
                  <a:close/>
                  <a:moveTo>
                    <a:pt x="2409" y="0"/>
                  </a:moveTo>
                  <a:cubicBezTo>
                    <a:pt x="1080" y="0"/>
                    <a:pt x="0" y="1080"/>
                    <a:pt x="0" y="2405"/>
                  </a:cubicBezTo>
                  <a:cubicBezTo>
                    <a:pt x="0" y="3734"/>
                    <a:pt x="1080" y="4813"/>
                    <a:pt x="2409" y="4813"/>
                  </a:cubicBezTo>
                  <a:cubicBezTo>
                    <a:pt x="3748" y="4813"/>
                    <a:pt x="4831" y="3734"/>
                    <a:pt x="4831" y="2405"/>
                  </a:cubicBezTo>
                  <a:cubicBezTo>
                    <a:pt x="4831" y="1080"/>
                    <a:pt x="3748" y="0"/>
                    <a:pt x="2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50"/>
            <p:cNvSpPr/>
            <p:nvPr/>
          </p:nvSpPr>
          <p:spPr>
            <a:xfrm>
              <a:off x="2199225" y="3213700"/>
              <a:ext cx="432175" cy="432525"/>
            </a:xfrm>
            <a:custGeom>
              <a:avLst/>
              <a:gdLst/>
              <a:ahLst/>
              <a:cxnLst/>
              <a:rect l="l" t="t" r="r" b="b"/>
              <a:pathLst>
                <a:path w="17287" h="17301" extrusionOk="0">
                  <a:moveTo>
                    <a:pt x="8637" y="2381"/>
                  </a:moveTo>
                  <a:cubicBezTo>
                    <a:pt x="12111" y="2381"/>
                    <a:pt x="14920" y="5190"/>
                    <a:pt x="14920" y="8650"/>
                  </a:cubicBezTo>
                  <a:cubicBezTo>
                    <a:pt x="14920" y="12110"/>
                    <a:pt x="12111" y="14923"/>
                    <a:pt x="8637" y="14923"/>
                  </a:cubicBezTo>
                  <a:cubicBezTo>
                    <a:pt x="5177" y="14923"/>
                    <a:pt x="2363" y="12110"/>
                    <a:pt x="2363" y="8650"/>
                  </a:cubicBezTo>
                  <a:cubicBezTo>
                    <a:pt x="2363" y="5190"/>
                    <a:pt x="5177" y="2381"/>
                    <a:pt x="8637" y="2381"/>
                  </a:cubicBezTo>
                  <a:close/>
                  <a:moveTo>
                    <a:pt x="8637" y="0"/>
                  </a:moveTo>
                  <a:cubicBezTo>
                    <a:pt x="3879" y="0"/>
                    <a:pt x="0" y="3879"/>
                    <a:pt x="0" y="8650"/>
                  </a:cubicBezTo>
                  <a:cubicBezTo>
                    <a:pt x="0" y="13425"/>
                    <a:pt x="3879" y="17300"/>
                    <a:pt x="8637" y="17300"/>
                  </a:cubicBezTo>
                  <a:cubicBezTo>
                    <a:pt x="13408" y="17300"/>
                    <a:pt x="17287" y="13425"/>
                    <a:pt x="17287" y="8650"/>
                  </a:cubicBezTo>
                  <a:cubicBezTo>
                    <a:pt x="17287" y="3879"/>
                    <a:pt x="13408" y="0"/>
                    <a:pt x="86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50"/>
            <p:cNvSpPr/>
            <p:nvPr/>
          </p:nvSpPr>
          <p:spPr>
            <a:xfrm>
              <a:off x="2911750" y="3369825"/>
              <a:ext cx="120775" cy="120350"/>
            </a:xfrm>
            <a:custGeom>
              <a:avLst/>
              <a:gdLst/>
              <a:ahLst/>
              <a:cxnLst/>
              <a:rect l="l" t="t" r="r" b="b"/>
              <a:pathLst>
                <a:path w="4831" h="4814" extrusionOk="0">
                  <a:moveTo>
                    <a:pt x="2422" y="1139"/>
                  </a:moveTo>
                  <a:cubicBezTo>
                    <a:pt x="3114" y="1139"/>
                    <a:pt x="3692" y="1699"/>
                    <a:pt x="3692" y="2405"/>
                  </a:cubicBezTo>
                  <a:cubicBezTo>
                    <a:pt x="3692" y="3097"/>
                    <a:pt x="3114" y="3675"/>
                    <a:pt x="2422" y="3675"/>
                  </a:cubicBezTo>
                  <a:cubicBezTo>
                    <a:pt x="1716" y="3675"/>
                    <a:pt x="1156" y="3097"/>
                    <a:pt x="1156" y="2405"/>
                  </a:cubicBezTo>
                  <a:cubicBezTo>
                    <a:pt x="1156" y="1699"/>
                    <a:pt x="1716" y="1139"/>
                    <a:pt x="2422" y="1139"/>
                  </a:cubicBezTo>
                  <a:close/>
                  <a:moveTo>
                    <a:pt x="2422" y="0"/>
                  </a:moveTo>
                  <a:cubicBezTo>
                    <a:pt x="1083" y="0"/>
                    <a:pt x="0" y="1080"/>
                    <a:pt x="0" y="2405"/>
                  </a:cubicBezTo>
                  <a:cubicBezTo>
                    <a:pt x="0" y="3734"/>
                    <a:pt x="1083" y="4813"/>
                    <a:pt x="2422" y="4813"/>
                  </a:cubicBezTo>
                  <a:cubicBezTo>
                    <a:pt x="3751" y="4813"/>
                    <a:pt x="4831" y="3734"/>
                    <a:pt x="4831" y="2405"/>
                  </a:cubicBezTo>
                  <a:cubicBezTo>
                    <a:pt x="4831" y="1080"/>
                    <a:pt x="3751" y="0"/>
                    <a:pt x="24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50"/>
            <p:cNvSpPr/>
            <p:nvPr/>
          </p:nvSpPr>
          <p:spPr>
            <a:xfrm>
              <a:off x="2756025" y="3213700"/>
              <a:ext cx="432200" cy="432525"/>
            </a:xfrm>
            <a:custGeom>
              <a:avLst/>
              <a:gdLst/>
              <a:ahLst/>
              <a:cxnLst/>
              <a:rect l="l" t="t" r="r" b="b"/>
              <a:pathLst>
                <a:path w="17288" h="17301" extrusionOk="0">
                  <a:moveTo>
                    <a:pt x="8651" y="2381"/>
                  </a:moveTo>
                  <a:cubicBezTo>
                    <a:pt x="12111" y="2381"/>
                    <a:pt x="14924" y="5190"/>
                    <a:pt x="14924" y="8650"/>
                  </a:cubicBezTo>
                  <a:cubicBezTo>
                    <a:pt x="14924" y="12110"/>
                    <a:pt x="12111" y="14923"/>
                    <a:pt x="8651" y="14923"/>
                  </a:cubicBezTo>
                  <a:cubicBezTo>
                    <a:pt x="5191" y="14923"/>
                    <a:pt x="2368" y="12110"/>
                    <a:pt x="2368" y="8650"/>
                  </a:cubicBezTo>
                  <a:cubicBezTo>
                    <a:pt x="2368" y="5190"/>
                    <a:pt x="5191" y="2381"/>
                    <a:pt x="8651" y="2381"/>
                  </a:cubicBezTo>
                  <a:close/>
                  <a:moveTo>
                    <a:pt x="8651" y="0"/>
                  </a:moveTo>
                  <a:cubicBezTo>
                    <a:pt x="3880" y="0"/>
                    <a:pt x="1" y="3879"/>
                    <a:pt x="1" y="8650"/>
                  </a:cubicBezTo>
                  <a:cubicBezTo>
                    <a:pt x="1" y="13425"/>
                    <a:pt x="3880" y="17300"/>
                    <a:pt x="8651" y="17300"/>
                  </a:cubicBezTo>
                  <a:cubicBezTo>
                    <a:pt x="13409" y="17300"/>
                    <a:pt x="17288" y="13425"/>
                    <a:pt x="17288" y="8650"/>
                  </a:cubicBezTo>
                  <a:cubicBezTo>
                    <a:pt x="17288" y="3879"/>
                    <a:pt x="13409" y="0"/>
                    <a:pt x="8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50"/>
            <p:cNvSpPr/>
            <p:nvPr/>
          </p:nvSpPr>
          <p:spPr>
            <a:xfrm>
              <a:off x="904525" y="3369825"/>
              <a:ext cx="120800" cy="120350"/>
            </a:xfrm>
            <a:custGeom>
              <a:avLst/>
              <a:gdLst/>
              <a:ahLst/>
              <a:cxnLst/>
              <a:rect l="l" t="t" r="r" b="b"/>
              <a:pathLst>
                <a:path w="4832" h="4814" extrusionOk="0">
                  <a:moveTo>
                    <a:pt x="2423" y="1139"/>
                  </a:moveTo>
                  <a:cubicBezTo>
                    <a:pt x="3115" y="1139"/>
                    <a:pt x="3693" y="1699"/>
                    <a:pt x="3693" y="2405"/>
                  </a:cubicBezTo>
                  <a:cubicBezTo>
                    <a:pt x="3693" y="3097"/>
                    <a:pt x="3115" y="3675"/>
                    <a:pt x="2423" y="3675"/>
                  </a:cubicBezTo>
                  <a:cubicBezTo>
                    <a:pt x="1717" y="3675"/>
                    <a:pt x="1156" y="3097"/>
                    <a:pt x="1156" y="2405"/>
                  </a:cubicBezTo>
                  <a:cubicBezTo>
                    <a:pt x="1156" y="1699"/>
                    <a:pt x="1717" y="1139"/>
                    <a:pt x="2423" y="1139"/>
                  </a:cubicBezTo>
                  <a:close/>
                  <a:moveTo>
                    <a:pt x="2423" y="0"/>
                  </a:moveTo>
                  <a:cubicBezTo>
                    <a:pt x="1098" y="0"/>
                    <a:pt x="1" y="1080"/>
                    <a:pt x="1" y="2405"/>
                  </a:cubicBezTo>
                  <a:cubicBezTo>
                    <a:pt x="1" y="3734"/>
                    <a:pt x="1098" y="4813"/>
                    <a:pt x="2423" y="4813"/>
                  </a:cubicBezTo>
                  <a:cubicBezTo>
                    <a:pt x="3751" y="4813"/>
                    <a:pt x="4831" y="3734"/>
                    <a:pt x="4831" y="2405"/>
                  </a:cubicBezTo>
                  <a:cubicBezTo>
                    <a:pt x="4831" y="1080"/>
                    <a:pt x="3751" y="0"/>
                    <a:pt x="24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50"/>
            <p:cNvSpPr/>
            <p:nvPr/>
          </p:nvSpPr>
          <p:spPr>
            <a:xfrm>
              <a:off x="748825" y="3213700"/>
              <a:ext cx="432550" cy="432525"/>
            </a:xfrm>
            <a:custGeom>
              <a:avLst/>
              <a:gdLst/>
              <a:ahLst/>
              <a:cxnLst/>
              <a:rect l="l" t="t" r="r" b="b"/>
              <a:pathLst>
                <a:path w="17302" h="17301" extrusionOk="0">
                  <a:moveTo>
                    <a:pt x="8651" y="2381"/>
                  </a:moveTo>
                  <a:cubicBezTo>
                    <a:pt x="12111" y="2381"/>
                    <a:pt x="14924" y="5190"/>
                    <a:pt x="14924" y="8650"/>
                  </a:cubicBezTo>
                  <a:cubicBezTo>
                    <a:pt x="14924" y="12110"/>
                    <a:pt x="12111" y="14923"/>
                    <a:pt x="8651" y="14923"/>
                  </a:cubicBezTo>
                  <a:cubicBezTo>
                    <a:pt x="5191" y="14923"/>
                    <a:pt x="2367" y="12110"/>
                    <a:pt x="2367" y="8650"/>
                  </a:cubicBezTo>
                  <a:cubicBezTo>
                    <a:pt x="2367" y="5190"/>
                    <a:pt x="5191" y="2381"/>
                    <a:pt x="8651" y="2381"/>
                  </a:cubicBezTo>
                  <a:close/>
                  <a:moveTo>
                    <a:pt x="8651" y="0"/>
                  </a:moveTo>
                  <a:cubicBezTo>
                    <a:pt x="3879" y="0"/>
                    <a:pt x="1" y="3879"/>
                    <a:pt x="1" y="8650"/>
                  </a:cubicBezTo>
                  <a:cubicBezTo>
                    <a:pt x="1" y="13425"/>
                    <a:pt x="3879" y="17300"/>
                    <a:pt x="8651" y="17300"/>
                  </a:cubicBezTo>
                  <a:cubicBezTo>
                    <a:pt x="13408" y="17300"/>
                    <a:pt x="17301" y="13425"/>
                    <a:pt x="17301" y="8650"/>
                  </a:cubicBezTo>
                  <a:cubicBezTo>
                    <a:pt x="17301" y="3879"/>
                    <a:pt x="13408" y="0"/>
                    <a:pt x="8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50"/>
            <p:cNvSpPr/>
            <p:nvPr/>
          </p:nvSpPr>
          <p:spPr>
            <a:xfrm>
              <a:off x="238450" y="2250675"/>
              <a:ext cx="3246050" cy="1156975"/>
            </a:xfrm>
            <a:custGeom>
              <a:avLst/>
              <a:gdLst/>
              <a:ahLst/>
              <a:cxnLst/>
              <a:rect l="l" t="t" r="r" b="b"/>
              <a:pathLst>
                <a:path w="129842" h="46279" extrusionOk="0">
                  <a:moveTo>
                    <a:pt x="37875" y="2855"/>
                  </a:moveTo>
                  <a:lnTo>
                    <a:pt x="37875" y="16709"/>
                  </a:lnTo>
                  <a:cubicBezTo>
                    <a:pt x="37875" y="16709"/>
                    <a:pt x="34775" y="18280"/>
                    <a:pt x="27595" y="20269"/>
                  </a:cubicBezTo>
                  <a:lnTo>
                    <a:pt x="27595" y="2855"/>
                  </a:lnTo>
                  <a:close/>
                  <a:moveTo>
                    <a:pt x="25879" y="2855"/>
                  </a:moveTo>
                  <a:lnTo>
                    <a:pt x="25879" y="20733"/>
                  </a:lnTo>
                  <a:cubicBezTo>
                    <a:pt x="20329" y="22172"/>
                    <a:pt x="12675" y="23774"/>
                    <a:pt x="2554" y="25131"/>
                  </a:cubicBezTo>
                  <a:cubicBezTo>
                    <a:pt x="2554" y="25131"/>
                    <a:pt x="2769" y="8578"/>
                    <a:pt x="11132" y="2855"/>
                  </a:cubicBezTo>
                  <a:close/>
                  <a:moveTo>
                    <a:pt x="5883" y="41708"/>
                  </a:moveTo>
                  <a:cubicBezTo>
                    <a:pt x="6589" y="41708"/>
                    <a:pt x="7153" y="42140"/>
                    <a:pt x="7153" y="42846"/>
                  </a:cubicBezTo>
                  <a:cubicBezTo>
                    <a:pt x="7153" y="43538"/>
                    <a:pt x="6589" y="43988"/>
                    <a:pt x="5883" y="43988"/>
                  </a:cubicBezTo>
                  <a:lnTo>
                    <a:pt x="3447" y="43988"/>
                  </a:lnTo>
                  <a:cubicBezTo>
                    <a:pt x="2755" y="43988"/>
                    <a:pt x="2177" y="43538"/>
                    <a:pt x="2177" y="42846"/>
                  </a:cubicBezTo>
                  <a:cubicBezTo>
                    <a:pt x="2177" y="42140"/>
                    <a:pt x="2755" y="41708"/>
                    <a:pt x="3447" y="41708"/>
                  </a:cubicBezTo>
                  <a:close/>
                  <a:moveTo>
                    <a:pt x="126240" y="41708"/>
                  </a:moveTo>
                  <a:cubicBezTo>
                    <a:pt x="126932" y="41708"/>
                    <a:pt x="127506" y="42140"/>
                    <a:pt x="127506" y="42846"/>
                  </a:cubicBezTo>
                  <a:cubicBezTo>
                    <a:pt x="127506" y="43538"/>
                    <a:pt x="126932" y="43988"/>
                    <a:pt x="126240" y="43988"/>
                  </a:cubicBezTo>
                  <a:lnTo>
                    <a:pt x="123800" y="43988"/>
                  </a:lnTo>
                  <a:cubicBezTo>
                    <a:pt x="123094" y="43988"/>
                    <a:pt x="122534" y="43538"/>
                    <a:pt x="122534" y="42846"/>
                  </a:cubicBezTo>
                  <a:cubicBezTo>
                    <a:pt x="122534" y="42140"/>
                    <a:pt x="123094" y="41708"/>
                    <a:pt x="123800" y="41708"/>
                  </a:cubicBezTo>
                  <a:close/>
                  <a:moveTo>
                    <a:pt x="12039" y="0"/>
                  </a:moveTo>
                  <a:cubicBezTo>
                    <a:pt x="8423" y="0"/>
                    <a:pt x="7021" y="2422"/>
                    <a:pt x="5710" y="4353"/>
                  </a:cubicBezTo>
                  <a:cubicBezTo>
                    <a:pt x="2928" y="8436"/>
                    <a:pt x="101" y="15442"/>
                    <a:pt x="60" y="22722"/>
                  </a:cubicBezTo>
                  <a:lnTo>
                    <a:pt x="46" y="22795"/>
                  </a:lnTo>
                  <a:lnTo>
                    <a:pt x="1" y="46279"/>
                  </a:lnTo>
                  <a:lnTo>
                    <a:pt x="19523" y="46279"/>
                  </a:lnTo>
                  <a:cubicBezTo>
                    <a:pt x="19668" y="41047"/>
                    <a:pt x="23934" y="36850"/>
                    <a:pt x="29197" y="36850"/>
                  </a:cubicBezTo>
                  <a:cubicBezTo>
                    <a:pt x="34460" y="36850"/>
                    <a:pt x="38740" y="41047"/>
                    <a:pt x="38886" y="46279"/>
                  </a:cubicBezTo>
                  <a:lnTo>
                    <a:pt x="76933" y="46279"/>
                  </a:lnTo>
                  <a:cubicBezTo>
                    <a:pt x="77075" y="41047"/>
                    <a:pt x="81345" y="36850"/>
                    <a:pt x="86604" y="36850"/>
                  </a:cubicBezTo>
                  <a:cubicBezTo>
                    <a:pt x="91867" y="36850"/>
                    <a:pt x="96150" y="41047"/>
                    <a:pt x="96292" y="46279"/>
                  </a:cubicBezTo>
                  <a:lnTo>
                    <a:pt x="99725" y="46279"/>
                  </a:lnTo>
                  <a:cubicBezTo>
                    <a:pt x="99870" y="41047"/>
                    <a:pt x="104150" y="36850"/>
                    <a:pt x="109413" y="36850"/>
                  </a:cubicBezTo>
                  <a:cubicBezTo>
                    <a:pt x="114676" y="36850"/>
                    <a:pt x="118942" y="41047"/>
                    <a:pt x="119101" y="46279"/>
                  </a:cubicBezTo>
                  <a:lnTo>
                    <a:pt x="129842" y="46279"/>
                  </a:lnTo>
                  <a:lnTo>
                    <a:pt x="129842" y="33130"/>
                  </a:lnTo>
                  <a:lnTo>
                    <a:pt x="40730" y="33130"/>
                  </a:lnTo>
                  <a:lnTo>
                    <a:pt x="40730" y="8218"/>
                  </a:lnTo>
                  <a:lnTo>
                    <a:pt x="40730" y="3865"/>
                  </a:lnTo>
                  <a:lnTo>
                    <a:pt x="40730" y="2914"/>
                  </a:lnTo>
                  <a:cubicBezTo>
                    <a:pt x="40730" y="1256"/>
                    <a:pt x="39086" y="0"/>
                    <a:pt x="37429" y="0"/>
                  </a:cubicBezTo>
                  <a:lnTo>
                    <a:pt x="37211" y="0"/>
                  </a:lnTo>
                  <a:cubicBezTo>
                    <a:pt x="37156" y="0"/>
                    <a:pt x="37111" y="14"/>
                    <a:pt x="37055" y="14"/>
                  </a:cubicBezTo>
                  <a:lnTo>
                    <a:pt x="370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50"/>
            <p:cNvSpPr/>
            <p:nvPr/>
          </p:nvSpPr>
          <p:spPr>
            <a:xfrm>
              <a:off x="885425" y="2065025"/>
              <a:ext cx="2756600" cy="942550"/>
            </a:xfrm>
            <a:custGeom>
              <a:avLst/>
              <a:gdLst/>
              <a:ahLst/>
              <a:cxnLst/>
              <a:rect l="l" t="t" r="r" b="b"/>
              <a:pathLst>
                <a:path w="110264" h="37702" extrusionOk="0">
                  <a:moveTo>
                    <a:pt x="0" y="1"/>
                  </a:moveTo>
                  <a:lnTo>
                    <a:pt x="0" y="4572"/>
                  </a:lnTo>
                  <a:lnTo>
                    <a:pt x="14851" y="4572"/>
                  </a:lnTo>
                  <a:lnTo>
                    <a:pt x="35106" y="37702"/>
                  </a:lnTo>
                  <a:lnTo>
                    <a:pt x="104181" y="37702"/>
                  </a:lnTo>
                  <a:lnTo>
                    <a:pt x="110263" y="19291"/>
                  </a:lnTo>
                  <a:lnTo>
                    <a:pt x="28359" y="7831"/>
                  </a:lnTo>
                  <a:lnTo>
                    <a:pt x="229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143"/>
        <p:cNvGrpSpPr/>
        <p:nvPr/>
      </p:nvGrpSpPr>
      <p:grpSpPr>
        <a:xfrm>
          <a:off x="0" y="0"/>
          <a:ext cx="0" cy="0"/>
          <a:chOff x="0" y="0"/>
          <a:chExt cx="0" cy="0"/>
        </a:xfrm>
      </p:grpSpPr>
      <p:sp>
        <p:nvSpPr>
          <p:cNvPr id="1144" name="Google Shape;1144;p5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1145" name="Google Shape;1145;p51"/>
          <p:cNvSpPr txBox="1">
            <a:spLocks noGrp="1"/>
          </p:cNvSpPr>
          <p:nvPr>
            <p:ph type="subTitle" idx="1"/>
          </p:nvPr>
        </p:nvSpPr>
        <p:spPr>
          <a:xfrm>
            <a:off x="715125" y="1162025"/>
            <a:ext cx="3645000" cy="3262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on this template? Get them for free at our other websites:</a:t>
            </a:r>
            <a:endParaRPr/>
          </a:p>
          <a:p>
            <a:pPr marL="0" lvl="0" indent="0" algn="l" rtl="0">
              <a:spcBef>
                <a:spcPts val="1000"/>
              </a:spcBef>
              <a:spcAft>
                <a:spcPts val="0"/>
              </a:spcAft>
              <a:buNone/>
            </a:pPr>
            <a:r>
              <a:rPr lang="en" sz="1700" b="1">
                <a:latin typeface="Lexend"/>
                <a:ea typeface="Lexend"/>
                <a:cs typeface="Lexend"/>
                <a:sym typeface="Lexend"/>
              </a:rPr>
              <a:t>Vectors</a:t>
            </a:r>
            <a:endParaRPr sz="1700" b="1">
              <a:latin typeface="Lexend"/>
              <a:ea typeface="Lexend"/>
              <a:cs typeface="Lexend"/>
              <a:sym typeface="Lexend"/>
            </a:endParaRPr>
          </a:p>
          <a:p>
            <a:pPr marL="457200" lvl="0" indent="-304800" algn="l" rtl="0">
              <a:spcBef>
                <a:spcPts val="0"/>
              </a:spcBef>
              <a:spcAft>
                <a:spcPts val="0"/>
              </a:spcAft>
              <a:buSzPts val="1200"/>
              <a:buChar char="●"/>
            </a:pPr>
            <a:r>
              <a:rPr lang="en" u="sng">
                <a:solidFill>
                  <a:schemeClr val="hlink"/>
                </a:solidFill>
                <a:hlinkClick r:id="rId3"/>
              </a:rPr>
              <a:t>Push pull sign illustration</a:t>
            </a:r>
            <a:endParaRPr/>
          </a:p>
          <a:p>
            <a:pPr marL="457200" lvl="0" indent="-304800" algn="l" rtl="0">
              <a:spcBef>
                <a:spcPts val="0"/>
              </a:spcBef>
              <a:spcAft>
                <a:spcPts val="0"/>
              </a:spcAft>
              <a:buSzPts val="1200"/>
              <a:buChar char="●"/>
            </a:pPr>
            <a:r>
              <a:rPr lang="en" u="sng">
                <a:solidFill>
                  <a:schemeClr val="hlink"/>
                </a:solidFill>
                <a:hlinkClick r:id="rId4"/>
              </a:rPr>
              <a:t>Flat under construction sign background</a:t>
            </a:r>
            <a:endParaRPr/>
          </a:p>
          <a:p>
            <a:pPr marL="457200" lvl="0" indent="-304800" algn="l" rtl="0">
              <a:spcBef>
                <a:spcPts val="0"/>
              </a:spcBef>
              <a:spcAft>
                <a:spcPts val="0"/>
              </a:spcAft>
              <a:buSzPts val="1200"/>
              <a:buChar char="●"/>
            </a:pPr>
            <a:r>
              <a:rPr lang="en" u="sng">
                <a:solidFill>
                  <a:schemeClr val="hlink"/>
                </a:solidFill>
                <a:hlinkClick r:id="rId5"/>
              </a:rPr>
              <a:t>City transport elements set</a:t>
            </a:r>
            <a:endParaRPr/>
          </a:p>
          <a:p>
            <a:pPr marL="457200" lvl="0" indent="-304800" algn="l" rtl="0">
              <a:spcBef>
                <a:spcPts val="0"/>
              </a:spcBef>
              <a:spcAft>
                <a:spcPts val="0"/>
              </a:spcAft>
              <a:buSzPts val="1200"/>
              <a:buChar char="●"/>
            </a:pPr>
            <a:r>
              <a:rPr lang="en" u="sng">
                <a:solidFill>
                  <a:schemeClr val="hlink"/>
                </a:solidFill>
                <a:hlinkClick r:id="rId6"/>
              </a:rPr>
              <a:t>Traffic signs color transparent set</a:t>
            </a:r>
            <a:endParaRPr/>
          </a:p>
          <a:p>
            <a:pPr marL="457200" lvl="0" indent="-304800" algn="l" rtl="0">
              <a:spcBef>
                <a:spcPts val="0"/>
              </a:spcBef>
              <a:spcAft>
                <a:spcPts val="0"/>
              </a:spcAft>
              <a:buSzPts val="1200"/>
              <a:buChar char="●"/>
            </a:pPr>
            <a:r>
              <a:rPr lang="en" u="sng">
                <a:solidFill>
                  <a:schemeClr val="hlink"/>
                </a:solidFill>
                <a:hlinkClick r:id="rId7"/>
              </a:rPr>
              <a:t>Traffic sign and lights realistic 3d decorative icons set</a:t>
            </a:r>
            <a:endParaRPr/>
          </a:p>
          <a:p>
            <a:pPr marL="457200" lvl="0" indent="-304800" algn="l" rtl="0">
              <a:spcBef>
                <a:spcPts val="0"/>
              </a:spcBef>
              <a:spcAft>
                <a:spcPts val="0"/>
              </a:spcAft>
              <a:buSzPts val="1200"/>
              <a:buChar char="●"/>
            </a:pPr>
            <a:r>
              <a:rPr lang="en" u="sng">
                <a:solidFill>
                  <a:schemeClr val="hlink"/>
                </a:solidFill>
                <a:hlinkClick r:id="rId8"/>
              </a:rPr>
              <a:t>Traffic signs and lights pictograms collection</a:t>
            </a:r>
            <a:endParaRPr/>
          </a:p>
          <a:p>
            <a:pPr marL="457200" lvl="0" indent="-304800" algn="l" rtl="0">
              <a:spcBef>
                <a:spcPts val="0"/>
              </a:spcBef>
              <a:spcAft>
                <a:spcPts val="0"/>
              </a:spcAft>
              <a:buSzPts val="1200"/>
              <a:buChar char="●"/>
            </a:pPr>
            <a:r>
              <a:rPr lang="en" u="sng">
                <a:solidFill>
                  <a:schemeClr val="hlink"/>
                </a:solidFill>
                <a:hlinkClick r:id="rId9"/>
              </a:rPr>
              <a:t>Red road signs realistic set</a:t>
            </a:r>
            <a:endParaRPr/>
          </a:p>
          <a:p>
            <a:pPr marL="457200" lvl="0" indent="-304800" algn="l" rtl="0">
              <a:spcBef>
                <a:spcPts val="0"/>
              </a:spcBef>
              <a:spcAft>
                <a:spcPts val="0"/>
              </a:spcAft>
              <a:buSzPts val="1200"/>
              <a:buChar char="●"/>
            </a:pPr>
            <a:r>
              <a:rPr lang="en" u="sng">
                <a:solidFill>
                  <a:schemeClr val="hlink"/>
                </a:solidFill>
                <a:hlinkClick r:id="rId10"/>
              </a:rPr>
              <a:t>Banners of cities in different colors</a:t>
            </a:r>
            <a:endParaRPr/>
          </a:p>
          <a:p>
            <a:pPr marL="457200" lvl="0" indent="-304800" algn="l" rtl="0">
              <a:spcBef>
                <a:spcPts val="0"/>
              </a:spcBef>
              <a:spcAft>
                <a:spcPts val="0"/>
              </a:spcAft>
              <a:buSzPts val="1200"/>
              <a:buChar char="●"/>
            </a:pPr>
            <a:r>
              <a:rPr lang="en" u="sng">
                <a:solidFill>
                  <a:schemeClr val="hlink"/>
                </a:solidFill>
                <a:hlinkClick r:id="rId11"/>
              </a:rPr>
              <a:t>Choose your way</a:t>
            </a:r>
            <a:endParaRPr/>
          </a:p>
          <a:p>
            <a:pPr marL="457200" lvl="0" indent="-304800" algn="l" rtl="0">
              <a:spcBef>
                <a:spcPts val="0"/>
              </a:spcBef>
              <a:spcAft>
                <a:spcPts val="0"/>
              </a:spcAft>
              <a:buSzPts val="1200"/>
              <a:buChar char="●"/>
            </a:pPr>
            <a:r>
              <a:rPr lang="en" u="sng">
                <a:solidFill>
                  <a:schemeClr val="hlink"/>
                </a:solidFill>
                <a:hlinkClick r:id="rId12"/>
              </a:rPr>
              <a:t>Road map with pointers in flat style</a:t>
            </a:r>
            <a:endParaRPr/>
          </a:p>
          <a:p>
            <a:pPr marL="457200" lvl="0" indent="-304800" algn="l" rtl="0">
              <a:spcBef>
                <a:spcPts val="0"/>
              </a:spcBef>
              <a:spcAft>
                <a:spcPts val="0"/>
              </a:spcAft>
              <a:buSzPts val="1200"/>
              <a:buChar char="●"/>
            </a:pPr>
            <a:r>
              <a:rPr lang="en" u="sng">
                <a:solidFill>
                  <a:schemeClr val="hlink"/>
                </a:solidFill>
                <a:hlinkClick r:id="rId13"/>
              </a:rPr>
              <a:t>Pack of nine car silhouettes</a:t>
            </a:r>
            <a:endParaRPr/>
          </a:p>
        </p:txBody>
      </p:sp>
      <p:sp>
        <p:nvSpPr>
          <p:cNvPr id="1146" name="Google Shape;1146;p51"/>
          <p:cNvSpPr txBox="1">
            <a:spLocks noGrp="1"/>
          </p:cNvSpPr>
          <p:nvPr>
            <p:ph type="subTitle" idx="2"/>
          </p:nvPr>
        </p:nvSpPr>
        <p:spPr>
          <a:xfrm>
            <a:off x="4511145" y="1162025"/>
            <a:ext cx="3645000" cy="3262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700" b="1">
                <a:latin typeface="Lexend"/>
                <a:ea typeface="Lexend"/>
                <a:cs typeface="Lexend"/>
                <a:sym typeface="Lexend"/>
              </a:rPr>
              <a:t>Icons</a:t>
            </a:r>
            <a:endParaRPr>
              <a:latin typeface="Lexend"/>
              <a:ea typeface="Lexend"/>
              <a:cs typeface="Lexend"/>
              <a:sym typeface="Lexend"/>
            </a:endParaRPr>
          </a:p>
          <a:p>
            <a:pPr marL="457200" lvl="0" indent="-304800" algn="l" rtl="0">
              <a:spcBef>
                <a:spcPts val="0"/>
              </a:spcBef>
              <a:spcAft>
                <a:spcPts val="0"/>
              </a:spcAft>
              <a:buSzPts val="1200"/>
              <a:buChar char="●"/>
            </a:pPr>
            <a:r>
              <a:rPr lang="en" u="sng">
                <a:hlinkClick r:id="rId14"/>
              </a:rPr>
              <a:t>Icon Pack: Traffic signs | Flat</a:t>
            </a:r>
            <a:endParaRPr/>
          </a:p>
          <a:p>
            <a:pPr marL="0" lvl="0" indent="0" algn="l" rtl="0">
              <a:spcBef>
                <a:spcPts val="1000"/>
              </a:spcBef>
              <a:spcAft>
                <a:spcPts val="0"/>
              </a:spcAft>
              <a:buNone/>
            </a:pPr>
            <a:r>
              <a:rPr lang="en" sz="1700" b="1">
                <a:latin typeface="Lexend"/>
                <a:ea typeface="Lexend"/>
                <a:cs typeface="Lexend"/>
                <a:sym typeface="Lexend"/>
              </a:rPr>
              <a:t>Photos</a:t>
            </a:r>
            <a:endParaRPr>
              <a:latin typeface="Lexend"/>
              <a:ea typeface="Lexend"/>
              <a:cs typeface="Lexend"/>
              <a:sym typeface="Lexend"/>
            </a:endParaRPr>
          </a:p>
          <a:p>
            <a:pPr marL="457200" lvl="0" indent="-304800" algn="l" rtl="0">
              <a:spcBef>
                <a:spcPts val="0"/>
              </a:spcBef>
              <a:spcAft>
                <a:spcPts val="0"/>
              </a:spcAft>
              <a:buSzPts val="1200"/>
              <a:buChar char="●"/>
            </a:pPr>
            <a:r>
              <a:rPr lang="en" u="sng">
                <a:hlinkClick r:id="rId15"/>
              </a:rPr>
              <a:t>Close-up of handsome man in glasses</a:t>
            </a:r>
            <a:endParaRPr/>
          </a:p>
          <a:p>
            <a:pPr marL="457200" lvl="0" indent="-304800" algn="l" rtl="0">
              <a:spcBef>
                <a:spcPts val="0"/>
              </a:spcBef>
              <a:spcAft>
                <a:spcPts val="0"/>
              </a:spcAft>
              <a:buSzPts val="1200"/>
              <a:buChar char="●"/>
            </a:pPr>
            <a:r>
              <a:rPr lang="en" u="sng">
                <a:hlinkClick r:id="rId16"/>
              </a:rPr>
              <a:t>Portrait of african american model</a:t>
            </a:r>
            <a:endParaRPr/>
          </a:p>
          <a:p>
            <a:pPr marL="457200" lvl="0" indent="-304800" algn="l" rtl="0">
              <a:spcBef>
                <a:spcPts val="0"/>
              </a:spcBef>
              <a:spcAft>
                <a:spcPts val="0"/>
              </a:spcAft>
              <a:buSzPts val="1200"/>
              <a:buChar char="●"/>
            </a:pPr>
            <a:r>
              <a:rPr lang="en" u="sng">
                <a:hlinkClick r:id="rId17"/>
              </a:rPr>
              <a:t>Red light sign for pedestrian crossing in the city</a:t>
            </a:r>
            <a:endParaRPr/>
          </a:p>
          <a:p>
            <a:pPr marL="457200" lvl="0" indent="-304800" algn="l" rtl="0">
              <a:spcBef>
                <a:spcPts val="0"/>
              </a:spcBef>
              <a:spcAft>
                <a:spcPts val="0"/>
              </a:spcAft>
              <a:buSzPts val="1200"/>
              <a:buChar char="●"/>
            </a:pPr>
            <a:r>
              <a:rPr lang="en" u="sng">
                <a:hlinkClick r:id="rId18"/>
              </a:rPr>
              <a:t>Bend to right arrow line sign</a:t>
            </a:r>
            <a:endParaRPr/>
          </a:p>
          <a:p>
            <a:pPr marL="457200" lvl="0" indent="-304800" algn="l" rtl="0">
              <a:spcBef>
                <a:spcPts val="0"/>
              </a:spcBef>
              <a:spcAft>
                <a:spcPts val="0"/>
              </a:spcAft>
              <a:buSzPts val="1200"/>
              <a:buChar char="●"/>
            </a:pPr>
            <a:r>
              <a:rPr lang="en" u="sng">
                <a:hlinkClick r:id="rId19"/>
              </a:rPr>
              <a:t>Joyful woman with hand in her pockets</a:t>
            </a:r>
            <a:endParaRPr/>
          </a:p>
          <a:p>
            <a:pPr marL="457200" lvl="0" indent="-304800" algn="l" rtl="0">
              <a:spcBef>
                <a:spcPts val="0"/>
              </a:spcBef>
              <a:spcAft>
                <a:spcPts val="0"/>
              </a:spcAft>
              <a:buSzPts val="1200"/>
              <a:buChar char="●"/>
            </a:pPr>
            <a:r>
              <a:rPr lang="en" u="sng">
                <a:hlinkClick r:id="rId20"/>
              </a:rPr>
              <a:t>Medium shot happy girl posing</a:t>
            </a:r>
            <a:endParaRPr/>
          </a:p>
          <a:p>
            <a:pPr marL="457200" lvl="0" indent="-304800" algn="l" rtl="0">
              <a:spcBef>
                <a:spcPts val="0"/>
              </a:spcBef>
              <a:spcAft>
                <a:spcPts val="0"/>
              </a:spcAft>
              <a:buSzPts val="1200"/>
              <a:buChar char="●"/>
            </a:pPr>
            <a:r>
              <a:rPr lang="en" u="sng">
                <a:hlinkClick r:id="rId21"/>
              </a:rPr>
              <a:t>Street sign ahead on pillar</a:t>
            </a:r>
            <a:endParaRPr/>
          </a:p>
          <a:p>
            <a:pPr marL="457200" lvl="0" indent="-304800" algn="l" rtl="0">
              <a:spcBef>
                <a:spcPts val="0"/>
              </a:spcBef>
              <a:spcAft>
                <a:spcPts val="0"/>
              </a:spcAft>
              <a:buSzPts val="1200"/>
              <a:buChar char="●"/>
            </a:pPr>
            <a:r>
              <a:rPr lang="en" u="sng">
                <a:hlinkClick r:id="rId22"/>
              </a:rPr>
              <a:t>People driving cars on the city street</a:t>
            </a:r>
            <a:endParaRPr/>
          </a:p>
          <a:p>
            <a:pPr marL="457200" lvl="0" indent="-304800" algn="l" rtl="0">
              <a:spcBef>
                <a:spcPts val="0"/>
              </a:spcBef>
              <a:spcAft>
                <a:spcPts val="0"/>
              </a:spcAft>
              <a:buSzPts val="1200"/>
              <a:buChar char="●"/>
            </a:pPr>
            <a:r>
              <a:rPr lang="en" u="sng">
                <a:hlinkClick r:id="rId23"/>
              </a:rPr>
              <a:t>Bicycle warning sign over the modern square pedestrian crossing road sign against blue sky</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0"/>
        <p:cNvGrpSpPr/>
        <p:nvPr/>
      </p:nvGrpSpPr>
      <p:grpSpPr>
        <a:xfrm>
          <a:off x="0" y="0"/>
          <a:ext cx="0" cy="0"/>
          <a:chOff x="0" y="0"/>
          <a:chExt cx="0" cy="0"/>
        </a:xfrm>
      </p:grpSpPr>
      <p:sp>
        <p:nvSpPr>
          <p:cNvPr id="1151" name="Google Shape;1151;p52"/>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152" name="Google Shape;1152;p52"/>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400"/>
              </a:spcBef>
              <a:spcAft>
                <a:spcPts val="0"/>
              </a:spcAft>
              <a:buClr>
                <a:schemeClr val="dk1"/>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None/>
            </a:pPr>
            <a:endParaRPr sz="1100">
              <a:solidFill>
                <a:schemeClr val="lt1"/>
              </a:solidFill>
            </a:endParaRPr>
          </a:p>
          <a:p>
            <a:pPr marL="0" lvl="0" indent="0" algn="l" rtl="0">
              <a:spcBef>
                <a:spcPts val="0"/>
              </a:spcBef>
              <a:spcAft>
                <a:spcPts val="0"/>
              </a:spcAft>
              <a:buNone/>
            </a:pP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6"/>
        <p:cNvGrpSpPr/>
        <p:nvPr/>
      </p:nvGrpSpPr>
      <p:grpSpPr>
        <a:xfrm>
          <a:off x="0" y="0"/>
          <a:ext cx="0" cy="0"/>
          <a:chOff x="0" y="0"/>
          <a:chExt cx="0" cy="0"/>
        </a:xfrm>
      </p:grpSpPr>
      <p:sp>
        <p:nvSpPr>
          <p:cNvPr id="1157" name="Google Shape;1157;p53"/>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1158" name="Google Shape;1158;p53"/>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62"/>
        <p:cNvGrpSpPr/>
        <p:nvPr/>
      </p:nvGrpSpPr>
      <p:grpSpPr>
        <a:xfrm>
          <a:off x="0" y="0"/>
          <a:ext cx="0" cy="0"/>
          <a:chOff x="0" y="0"/>
          <a:chExt cx="0" cy="0"/>
        </a:xfrm>
      </p:grpSpPr>
      <p:sp>
        <p:nvSpPr>
          <p:cNvPr id="1163" name="Google Shape;1163;p54"/>
          <p:cNvSpPr txBox="1"/>
          <p:nvPr/>
        </p:nvSpPr>
        <p:spPr>
          <a:xfrm>
            <a:off x="716700" y="1188000"/>
            <a:ext cx="7710600" cy="1373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marL="0" lvl="0" indent="0" algn="ctr" rtl="0">
              <a:spcBef>
                <a:spcPts val="1000"/>
              </a:spcBef>
              <a:spcAft>
                <a:spcPts val="0"/>
              </a:spcAft>
              <a:buClr>
                <a:schemeClr val="dk1"/>
              </a:buClr>
              <a:buSzPts val="1100"/>
              <a:buFont typeface="Arial"/>
              <a:buNone/>
            </a:pPr>
            <a:r>
              <a:rPr lang="en" sz="1100" b="1">
                <a:solidFill>
                  <a:schemeClr val="lt1"/>
                </a:solidFill>
              </a:rPr>
              <a:t>Lexend</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xmlns:ahyp="http://schemas.microsoft.com/office/drawing/2018/hyperlinkcolor" val="tx"/>
                    </a:ext>
                  </a:extLst>
                </a:hlinkClick>
              </a:rPr>
              <a:t>https://fonts.google.com/specimen/Lexend</a:t>
            </a:r>
            <a:r>
              <a:rPr lang="en" sz="1100">
                <a:solidFill>
                  <a:schemeClr val="lt1"/>
                </a:solidFill>
              </a:rPr>
              <a:t>)</a:t>
            </a:r>
            <a:endParaRPr sz="1100">
              <a:solidFill>
                <a:schemeClr val="lt1"/>
              </a:solidFill>
            </a:endParaRPr>
          </a:p>
          <a:p>
            <a:pPr marL="0" lvl="0" indent="0" algn="ctr" rtl="0">
              <a:spcBef>
                <a:spcPts val="0"/>
              </a:spcBef>
              <a:spcAft>
                <a:spcPts val="0"/>
              </a:spcAft>
              <a:buClr>
                <a:schemeClr val="dk1"/>
              </a:buClr>
              <a:buSzPts val="1100"/>
              <a:buFont typeface="Arial"/>
              <a:buNone/>
            </a:pPr>
            <a:endParaRPr sz="1100">
              <a:solidFill>
                <a:schemeClr val="accent1"/>
              </a:solidFill>
            </a:endParaRPr>
          </a:p>
          <a:p>
            <a:pPr marL="0" lvl="0" indent="0" algn="ctr" rtl="0">
              <a:spcBef>
                <a:spcPts val="0"/>
              </a:spcBef>
              <a:spcAft>
                <a:spcPts val="0"/>
              </a:spcAft>
              <a:buClr>
                <a:schemeClr val="dk1"/>
              </a:buClr>
              <a:buSzPts val="1100"/>
              <a:buFont typeface="Arial"/>
              <a:buNone/>
            </a:pPr>
            <a:r>
              <a:rPr lang="en" sz="1100" b="1">
                <a:solidFill>
                  <a:schemeClr val="accent1"/>
                </a:solidFill>
              </a:rPr>
              <a:t>DM Sans</a:t>
            </a:r>
            <a:endParaRPr sz="1100" b="1">
              <a:solidFill>
                <a:schemeClr val="accent1"/>
              </a:solidFill>
            </a:endParaRPr>
          </a:p>
          <a:p>
            <a:pPr marL="0" lvl="0" indent="0" algn="ctr" rtl="0">
              <a:spcBef>
                <a:spcPts val="0"/>
              </a:spcBef>
              <a:spcAft>
                <a:spcPts val="0"/>
              </a:spcAft>
              <a:buClr>
                <a:schemeClr val="dk1"/>
              </a:buClr>
              <a:buSzPts val="1100"/>
              <a:buFont typeface="Arial"/>
              <a:buNone/>
            </a:pPr>
            <a:r>
              <a:rPr lang="en" sz="1100">
                <a:solidFill>
                  <a:schemeClr val="accent1"/>
                </a:solidFill>
              </a:rPr>
              <a:t>(</a:t>
            </a:r>
            <a:r>
              <a:rPr lang="en" sz="1100" u="sng">
                <a:solidFill>
                  <a:schemeClr val="accent1"/>
                </a:solidFill>
                <a:hlinkClick r:id="rId4">
                  <a:extLst>
                    <a:ext uri="{A12FA001-AC4F-418D-AE19-62706E023703}">
                      <ahyp:hlinkClr xmlns:ahyp="http://schemas.microsoft.com/office/drawing/2018/hyperlinkcolor" val="tx"/>
                    </a:ext>
                  </a:extLst>
                </a:hlinkClick>
              </a:rPr>
              <a:t>https://fonts.google.com/specimen/DM+Sans</a:t>
            </a:r>
            <a:r>
              <a:rPr lang="en" sz="1100">
                <a:solidFill>
                  <a:schemeClr val="accent1"/>
                </a:solidFill>
              </a:rPr>
              <a:t>)</a:t>
            </a:r>
            <a:endParaRPr sz="1100">
              <a:solidFill>
                <a:schemeClr val="accent1"/>
              </a:solidFill>
            </a:endParaRPr>
          </a:p>
        </p:txBody>
      </p:sp>
      <p:sp>
        <p:nvSpPr>
          <p:cNvPr id="1164" name="Google Shape;1164;p54"/>
          <p:cNvSpPr/>
          <p:nvPr/>
        </p:nvSpPr>
        <p:spPr>
          <a:xfrm>
            <a:off x="2052650" y="2947175"/>
            <a:ext cx="791400" cy="754200"/>
          </a:xfrm>
          <a:prstGeom prst="roundRect">
            <a:avLst>
              <a:gd name="adj" fmla="val 16667"/>
            </a:avLst>
          </a:prstGeom>
          <a:solidFill>
            <a:srgbClr val="19191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54"/>
          <p:cNvSpPr/>
          <p:nvPr/>
        </p:nvSpPr>
        <p:spPr>
          <a:xfrm>
            <a:off x="3114470" y="2947175"/>
            <a:ext cx="791400" cy="754200"/>
          </a:xfrm>
          <a:prstGeom prst="roundRect">
            <a:avLst>
              <a:gd name="adj" fmla="val 16667"/>
            </a:avLst>
          </a:prstGeom>
          <a:solidFill>
            <a:srgbClr val="6493E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54"/>
          <p:cNvSpPr/>
          <p:nvPr/>
        </p:nvSpPr>
        <p:spPr>
          <a:xfrm>
            <a:off x="4176289" y="2947175"/>
            <a:ext cx="791400" cy="754200"/>
          </a:xfrm>
          <a:prstGeom prst="roundRect">
            <a:avLst>
              <a:gd name="adj" fmla="val 16667"/>
            </a:avLst>
          </a:prstGeom>
          <a:solidFill>
            <a:srgbClr val="EDEDE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54"/>
          <p:cNvSpPr txBox="1"/>
          <p:nvPr/>
        </p:nvSpPr>
        <p:spPr>
          <a:xfrm>
            <a:off x="20526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#191919</a:t>
            </a:r>
            <a:endParaRPr sz="1000">
              <a:solidFill>
                <a:srgbClr val="FFFFFF"/>
              </a:solidFill>
            </a:endParaRPr>
          </a:p>
        </p:txBody>
      </p:sp>
      <p:sp>
        <p:nvSpPr>
          <p:cNvPr id="1168" name="Google Shape;1168;p54"/>
          <p:cNvSpPr txBox="1"/>
          <p:nvPr/>
        </p:nvSpPr>
        <p:spPr>
          <a:xfrm>
            <a:off x="311447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#6493e0</a:t>
            </a:r>
            <a:endParaRPr sz="1000">
              <a:solidFill>
                <a:srgbClr val="FFFFFF"/>
              </a:solidFill>
            </a:endParaRPr>
          </a:p>
        </p:txBody>
      </p:sp>
      <p:sp>
        <p:nvSpPr>
          <p:cNvPr id="1169" name="Google Shape;1169;p54"/>
          <p:cNvSpPr txBox="1"/>
          <p:nvPr/>
        </p:nvSpPr>
        <p:spPr>
          <a:xfrm>
            <a:off x="417630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#ededed</a:t>
            </a:r>
            <a:endParaRPr sz="1000">
              <a:solidFill>
                <a:schemeClr val="dk1"/>
              </a:solidFill>
            </a:endParaRPr>
          </a:p>
        </p:txBody>
      </p:sp>
      <p:sp>
        <p:nvSpPr>
          <p:cNvPr id="1170" name="Google Shape;1170;p54"/>
          <p:cNvSpPr/>
          <p:nvPr/>
        </p:nvSpPr>
        <p:spPr>
          <a:xfrm>
            <a:off x="5238125" y="2947175"/>
            <a:ext cx="791400" cy="754200"/>
          </a:xfrm>
          <a:prstGeom prst="roundRect">
            <a:avLst>
              <a:gd name="adj" fmla="val 16667"/>
            </a:avLst>
          </a:prstGeom>
          <a:solidFill>
            <a:srgbClr val="DDD9D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54"/>
          <p:cNvSpPr txBox="1"/>
          <p:nvPr/>
        </p:nvSpPr>
        <p:spPr>
          <a:xfrm>
            <a:off x="523812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#ddd9d9</a:t>
            </a:r>
            <a:endParaRPr sz="1000">
              <a:solidFill>
                <a:schemeClr val="dk1"/>
              </a:solidFill>
            </a:endParaRPr>
          </a:p>
        </p:txBody>
      </p:sp>
      <p:sp>
        <p:nvSpPr>
          <p:cNvPr id="1172" name="Google Shape;1172;p54"/>
          <p:cNvSpPr/>
          <p:nvPr/>
        </p:nvSpPr>
        <p:spPr>
          <a:xfrm>
            <a:off x="2052650" y="3878275"/>
            <a:ext cx="791400" cy="754200"/>
          </a:xfrm>
          <a:prstGeom prst="roundRect">
            <a:avLst>
              <a:gd name="adj" fmla="val 16667"/>
            </a:avLst>
          </a:prstGeom>
          <a:solidFill>
            <a:srgbClr val="706F6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54"/>
          <p:cNvSpPr/>
          <p:nvPr/>
        </p:nvSpPr>
        <p:spPr>
          <a:xfrm>
            <a:off x="3114470" y="3878275"/>
            <a:ext cx="791400" cy="754200"/>
          </a:xfrm>
          <a:prstGeom prst="roundRect">
            <a:avLst>
              <a:gd name="adj" fmla="val 16667"/>
            </a:avLst>
          </a:prstGeom>
          <a:solidFill>
            <a:srgbClr val="FFC85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54"/>
          <p:cNvSpPr/>
          <p:nvPr/>
        </p:nvSpPr>
        <p:spPr>
          <a:xfrm>
            <a:off x="4176289" y="3878275"/>
            <a:ext cx="791400" cy="754200"/>
          </a:xfrm>
          <a:prstGeom prst="roundRect">
            <a:avLst>
              <a:gd name="adj" fmla="val 16667"/>
            </a:avLst>
          </a:prstGeom>
          <a:solidFill>
            <a:srgbClr val="FC474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54"/>
          <p:cNvSpPr txBox="1"/>
          <p:nvPr/>
        </p:nvSpPr>
        <p:spPr>
          <a:xfrm>
            <a:off x="20526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#706f6f</a:t>
            </a:r>
            <a:endParaRPr sz="1000">
              <a:solidFill>
                <a:srgbClr val="FFFFFF"/>
              </a:solidFill>
            </a:endParaRPr>
          </a:p>
        </p:txBody>
      </p:sp>
      <p:sp>
        <p:nvSpPr>
          <p:cNvPr id="1176" name="Google Shape;1176;p54"/>
          <p:cNvSpPr txBox="1"/>
          <p:nvPr/>
        </p:nvSpPr>
        <p:spPr>
          <a:xfrm>
            <a:off x="311447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#ffc853</a:t>
            </a:r>
            <a:endParaRPr sz="1000">
              <a:solidFill>
                <a:schemeClr val="dk1"/>
              </a:solidFill>
            </a:endParaRPr>
          </a:p>
        </p:txBody>
      </p:sp>
      <p:sp>
        <p:nvSpPr>
          <p:cNvPr id="1177" name="Google Shape;1177;p54"/>
          <p:cNvSpPr txBox="1"/>
          <p:nvPr/>
        </p:nvSpPr>
        <p:spPr>
          <a:xfrm>
            <a:off x="417630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#fc4747</a:t>
            </a:r>
            <a:endParaRPr sz="1000">
              <a:solidFill>
                <a:srgbClr val="FFFFFF"/>
              </a:solidFill>
            </a:endParaRPr>
          </a:p>
        </p:txBody>
      </p:sp>
      <p:sp>
        <p:nvSpPr>
          <p:cNvPr id="1178" name="Google Shape;1178;p54"/>
          <p:cNvSpPr/>
          <p:nvPr/>
        </p:nvSpPr>
        <p:spPr>
          <a:xfrm>
            <a:off x="5238125" y="3878275"/>
            <a:ext cx="791400" cy="754200"/>
          </a:xfrm>
          <a:prstGeom prst="roundRect">
            <a:avLst>
              <a:gd name="adj" fmla="val 16667"/>
            </a:avLst>
          </a:prstGeom>
          <a:solidFill>
            <a:srgbClr val="2E5AB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54"/>
          <p:cNvSpPr txBox="1"/>
          <p:nvPr/>
        </p:nvSpPr>
        <p:spPr>
          <a:xfrm>
            <a:off x="523812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#2e5abc</a:t>
            </a:r>
            <a:endParaRPr sz="1000">
              <a:solidFill>
                <a:srgbClr val="FFFFFF"/>
              </a:solidFill>
            </a:endParaRPr>
          </a:p>
        </p:txBody>
      </p:sp>
      <p:sp>
        <p:nvSpPr>
          <p:cNvPr id="1180" name="Google Shape;1180;p54"/>
          <p:cNvSpPr/>
          <p:nvPr/>
        </p:nvSpPr>
        <p:spPr>
          <a:xfrm>
            <a:off x="6299950" y="2947175"/>
            <a:ext cx="791400" cy="754200"/>
          </a:xfrm>
          <a:prstGeom prst="roundRect">
            <a:avLst>
              <a:gd name="adj" fmla="val 16667"/>
            </a:avLst>
          </a:prstGeom>
          <a:solidFill>
            <a:srgbClr val="AAA6A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54"/>
          <p:cNvSpPr txBox="1"/>
          <p:nvPr/>
        </p:nvSpPr>
        <p:spPr>
          <a:xfrm>
            <a:off x="62999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#aaa6a6</a:t>
            </a:r>
            <a:endParaRPr sz="1000">
              <a:solidFill>
                <a:srgbClr val="FFFFFF"/>
              </a:solidFill>
            </a:endParaRPr>
          </a:p>
        </p:txBody>
      </p:sp>
      <p:sp>
        <p:nvSpPr>
          <p:cNvPr id="1182" name="Google Shape;1182;p54"/>
          <p:cNvSpPr/>
          <p:nvPr/>
        </p:nvSpPr>
        <p:spPr>
          <a:xfrm>
            <a:off x="6299950" y="387827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54"/>
          <p:cNvSpPr txBox="1"/>
          <p:nvPr/>
        </p:nvSpPr>
        <p:spPr>
          <a:xfrm>
            <a:off x="62999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1184" name="Google Shape;1184;p54"/>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88"/>
        <p:cNvGrpSpPr/>
        <p:nvPr/>
      </p:nvGrpSpPr>
      <p:grpSpPr>
        <a:xfrm>
          <a:off x="0" y="0"/>
          <a:ext cx="0" cy="0"/>
          <a:chOff x="0" y="0"/>
          <a:chExt cx="0" cy="0"/>
        </a:xfrm>
      </p:grpSpPr>
      <p:sp>
        <p:nvSpPr>
          <p:cNvPr id="1189" name="Google Shape;1189;p55"/>
          <p:cNvSpPr txBox="1"/>
          <p:nvPr/>
        </p:nvSpPr>
        <p:spPr>
          <a:xfrm>
            <a:off x="1472200" y="1188000"/>
            <a:ext cx="6199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1190" name="Google Shape;1190;p55"/>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1191" name="Google Shape;1191;p55"/>
          <p:cNvPicPr preferRelativeResize="0"/>
          <p:nvPr/>
        </p:nvPicPr>
        <p:blipFill rotWithShape="1">
          <a:blip r:embed="rId4">
            <a:alphaModFix/>
          </a:blip>
          <a:srcRect t="16547" b="16541"/>
          <a:stretch/>
        </p:blipFill>
        <p:spPr>
          <a:xfrm>
            <a:off x="723400" y="2607125"/>
            <a:ext cx="1522615" cy="1018800"/>
          </a:xfrm>
          <a:prstGeom prst="rect">
            <a:avLst/>
          </a:prstGeom>
          <a:noFill/>
          <a:ln>
            <a:noFill/>
          </a:ln>
        </p:spPr>
      </p:pic>
      <p:sp>
        <p:nvSpPr>
          <p:cNvPr id="1192" name="Google Shape;1192;p55">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1193" name="Google Shape;1193;p55">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1194" name="Google Shape;1194;p55">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1195" name="Google Shape;1195;p55">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1196" name="Google Shape;1196;p55"/>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197" name="Google Shape;1197;p55"/>
          <p:cNvPicPr preferRelativeResize="0"/>
          <p:nvPr/>
        </p:nvPicPr>
        <p:blipFill rotWithShape="1">
          <a:blip r:embed="rId10">
            <a:alphaModFix/>
          </a:blip>
          <a:srcRect t="6378" b="6378"/>
          <a:stretch/>
        </p:blipFill>
        <p:spPr>
          <a:xfrm>
            <a:off x="3816030" y="2517800"/>
            <a:ext cx="1372495" cy="1197450"/>
          </a:xfrm>
          <a:prstGeom prst="rect">
            <a:avLst/>
          </a:prstGeom>
          <a:noFill/>
          <a:ln>
            <a:noFill/>
          </a:ln>
        </p:spPr>
      </p:pic>
      <p:pic>
        <p:nvPicPr>
          <p:cNvPr id="1198" name="Google Shape;1198;p55"/>
          <p:cNvPicPr preferRelativeResize="0"/>
          <p:nvPr/>
        </p:nvPicPr>
        <p:blipFill rotWithShape="1">
          <a:blip r:embed="rId11">
            <a:alphaModFix/>
          </a:blip>
          <a:srcRect t="9257" b="9257"/>
          <a:stretch/>
        </p:blipFill>
        <p:spPr>
          <a:xfrm>
            <a:off x="5306751" y="2557330"/>
            <a:ext cx="1372475" cy="1118390"/>
          </a:xfrm>
          <a:prstGeom prst="rect">
            <a:avLst/>
          </a:prstGeom>
          <a:noFill/>
          <a:ln>
            <a:noFill/>
          </a:ln>
        </p:spPr>
      </p:pic>
      <p:pic>
        <p:nvPicPr>
          <p:cNvPr id="1199" name="Google Shape;1199;p55"/>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200" name="Google Shape;1200;p55">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04"/>
        <p:cNvGrpSpPr/>
        <p:nvPr/>
      </p:nvGrpSpPr>
      <p:grpSpPr>
        <a:xfrm>
          <a:off x="0" y="0"/>
          <a:ext cx="0" cy="0"/>
          <a:chOff x="0" y="0"/>
          <a:chExt cx="0" cy="0"/>
        </a:xfrm>
      </p:grpSpPr>
      <p:sp>
        <p:nvSpPr>
          <p:cNvPr id="1205" name="Google Shape;1205;p56"/>
          <p:cNvSpPr txBox="1"/>
          <p:nvPr/>
        </p:nvSpPr>
        <p:spPr>
          <a:xfrm>
            <a:off x="716700" y="1188004"/>
            <a:ext cx="7710600" cy="895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sp>
        <p:nvSpPr>
          <p:cNvPr id="1206" name="Google Shape;1206;p56"/>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grpSp>
        <p:nvGrpSpPr>
          <p:cNvPr id="1207" name="Google Shape;1207;p56"/>
          <p:cNvGrpSpPr/>
          <p:nvPr/>
        </p:nvGrpSpPr>
        <p:grpSpPr>
          <a:xfrm>
            <a:off x="5048544" y="3019584"/>
            <a:ext cx="442841" cy="514271"/>
            <a:chOff x="4727025" y="1332775"/>
            <a:chExt cx="59900" cy="69625"/>
          </a:xfrm>
        </p:grpSpPr>
        <p:sp>
          <p:nvSpPr>
            <p:cNvPr id="1208" name="Google Shape;1208;p56"/>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56"/>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 name="Google Shape;1210;p56"/>
          <p:cNvGrpSpPr/>
          <p:nvPr/>
        </p:nvGrpSpPr>
        <p:grpSpPr>
          <a:xfrm>
            <a:off x="5723860" y="2267072"/>
            <a:ext cx="500909" cy="500899"/>
            <a:chOff x="4820425" y="1329900"/>
            <a:chExt cx="70175" cy="70350"/>
          </a:xfrm>
        </p:grpSpPr>
        <p:sp>
          <p:nvSpPr>
            <p:cNvPr id="1211" name="Google Shape;1211;p56"/>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56"/>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56"/>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56"/>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 name="Google Shape;1215;p56"/>
          <p:cNvGrpSpPr/>
          <p:nvPr/>
        </p:nvGrpSpPr>
        <p:grpSpPr>
          <a:xfrm>
            <a:off x="6376484" y="2278862"/>
            <a:ext cx="538135" cy="493119"/>
            <a:chOff x="4903200" y="1331525"/>
            <a:chExt cx="73575" cy="67425"/>
          </a:xfrm>
        </p:grpSpPr>
        <p:sp>
          <p:nvSpPr>
            <p:cNvPr id="1216" name="Google Shape;1216;p56"/>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217" name="Google Shape;1217;p56"/>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 name="Google Shape;1218;p56"/>
          <p:cNvGrpSpPr/>
          <p:nvPr/>
        </p:nvGrpSpPr>
        <p:grpSpPr>
          <a:xfrm>
            <a:off x="5636435" y="3020840"/>
            <a:ext cx="544563" cy="511895"/>
            <a:chOff x="4815575" y="1416800"/>
            <a:chExt cx="73750" cy="71400"/>
          </a:xfrm>
        </p:grpSpPr>
        <p:sp>
          <p:nvSpPr>
            <p:cNvPr id="1219" name="Google Shape;1219;p56"/>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56"/>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56"/>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 name="Google Shape;1222;p56"/>
          <p:cNvGrpSpPr/>
          <p:nvPr/>
        </p:nvGrpSpPr>
        <p:grpSpPr>
          <a:xfrm>
            <a:off x="6333060" y="3020546"/>
            <a:ext cx="602914" cy="512477"/>
            <a:chOff x="4902475" y="1418875"/>
            <a:chExt cx="74500" cy="63775"/>
          </a:xfrm>
        </p:grpSpPr>
        <p:sp>
          <p:nvSpPr>
            <p:cNvPr id="1223" name="Google Shape;1223;p56"/>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56"/>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 name="Google Shape;1225;p56"/>
          <p:cNvGrpSpPr/>
          <p:nvPr/>
        </p:nvGrpSpPr>
        <p:grpSpPr>
          <a:xfrm>
            <a:off x="5748932" y="3759785"/>
            <a:ext cx="515391" cy="525699"/>
            <a:chOff x="4818100" y="1507675"/>
            <a:chExt cx="71225" cy="71625"/>
          </a:xfrm>
        </p:grpSpPr>
        <p:sp>
          <p:nvSpPr>
            <p:cNvPr id="1226" name="Google Shape;1226;p56"/>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56"/>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56"/>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56"/>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 name="Google Shape;1230;p56"/>
          <p:cNvGrpSpPr/>
          <p:nvPr/>
        </p:nvGrpSpPr>
        <p:grpSpPr>
          <a:xfrm>
            <a:off x="5087034" y="3781317"/>
            <a:ext cx="522956" cy="489869"/>
            <a:chOff x="4721450" y="1509475"/>
            <a:chExt cx="79350" cy="74325"/>
          </a:xfrm>
        </p:grpSpPr>
        <p:sp>
          <p:nvSpPr>
            <p:cNvPr id="1231" name="Google Shape;1231;p56"/>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56"/>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56"/>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56"/>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 name="Google Shape;1235;p56"/>
          <p:cNvGrpSpPr/>
          <p:nvPr/>
        </p:nvGrpSpPr>
        <p:grpSpPr>
          <a:xfrm>
            <a:off x="6410277" y="3761069"/>
            <a:ext cx="525704" cy="535436"/>
            <a:chOff x="4906800" y="1507500"/>
            <a:chExt cx="70350" cy="71075"/>
          </a:xfrm>
        </p:grpSpPr>
        <p:sp>
          <p:nvSpPr>
            <p:cNvPr id="1236" name="Google Shape;1236;p56"/>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56"/>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56"/>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56"/>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56"/>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56"/>
          <p:cNvGrpSpPr/>
          <p:nvPr/>
        </p:nvGrpSpPr>
        <p:grpSpPr>
          <a:xfrm>
            <a:off x="4443099" y="2267050"/>
            <a:ext cx="508054" cy="508095"/>
            <a:chOff x="3736598" y="2170606"/>
            <a:chExt cx="404889" cy="404889"/>
          </a:xfrm>
        </p:grpSpPr>
        <p:sp>
          <p:nvSpPr>
            <p:cNvPr id="1242" name="Google Shape;1242;p56"/>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56"/>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56"/>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56"/>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 name="Google Shape;1246;p56"/>
          <p:cNvGrpSpPr/>
          <p:nvPr/>
        </p:nvGrpSpPr>
        <p:grpSpPr>
          <a:xfrm>
            <a:off x="3731139" y="2267145"/>
            <a:ext cx="575790" cy="507904"/>
            <a:chOff x="3161917" y="2170682"/>
            <a:chExt cx="458870" cy="404737"/>
          </a:xfrm>
        </p:grpSpPr>
        <p:sp>
          <p:nvSpPr>
            <p:cNvPr id="1247" name="Google Shape;1247;p56"/>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248" name="Google Shape;1248;p56"/>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56"/>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 name="Google Shape;1250;p56"/>
          <p:cNvGrpSpPr/>
          <p:nvPr/>
        </p:nvGrpSpPr>
        <p:grpSpPr>
          <a:xfrm>
            <a:off x="3758669" y="3027517"/>
            <a:ext cx="520730" cy="498567"/>
            <a:chOff x="3179914" y="2889488"/>
            <a:chExt cx="422876" cy="404911"/>
          </a:xfrm>
        </p:grpSpPr>
        <p:sp>
          <p:nvSpPr>
            <p:cNvPr id="1251" name="Google Shape;1251;p56"/>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56"/>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56"/>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56"/>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56"/>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56"/>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 name="Google Shape;1257;p56"/>
          <p:cNvGrpSpPr/>
          <p:nvPr/>
        </p:nvGrpSpPr>
        <p:grpSpPr>
          <a:xfrm>
            <a:off x="4387349" y="3027477"/>
            <a:ext cx="516145" cy="498648"/>
            <a:chOff x="3729467" y="2889422"/>
            <a:chExt cx="419153" cy="404977"/>
          </a:xfrm>
        </p:grpSpPr>
        <p:sp>
          <p:nvSpPr>
            <p:cNvPr id="1258" name="Google Shape;1258;p56"/>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56"/>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56"/>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56"/>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56"/>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56"/>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56"/>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5" name="Google Shape;1265;p56"/>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56"/>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56"/>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56"/>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9" name="Google Shape;1269;p56"/>
          <p:cNvGrpSpPr/>
          <p:nvPr/>
        </p:nvGrpSpPr>
        <p:grpSpPr>
          <a:xfrm>
            <a:off x="7107677" y="2474362"/>
            <a:ext cx="166473" cy="141497"/>
            <a:chOff x="4660325" y="1866850"/>
            <a:chExt cx="68350" cy="58100"/>
          </a:xfrm>
        </p:grpSpPr>
        <p:sp>
          <p:nvSpPr>
            <p:cNvPr id="1270" name="Google Shape;1270;p56"/>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56"/>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 name="Google Shape;1272;p56"/>
          <p:cNvGrpSpPr/>
          <p:nvPr/>
        </p:nvGrpSpPr>
        <p:grpSpPr>
          <a:xfrm>
            <a:off x="7417022" y="2500086"/>
            <a:ext cx="162515" cy="90049"/>
            <a:chOff x="4791775" y="1877500"/>
            <a:chExt cx="66725" cy="36975"/>
          </a:xfrm>
        </p:grpSpPr>
        <p:sp>
          <p:nvSpPr>
            <p:cNvPr id="1273" name="Google Shape;1273;p56"/>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56"/>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 name="Google Shape;1275;p56"/>
          <p:cNvGrpSpPr/>
          <p:nvPr/>
        </p:nvGrpSpPr>
        <p:grpSpPr>
          <a:xfrm>
            <a:off x="7738734" y="2500086"/>
            <a:ext cx="144979" cy="90049"/>
            <a:chOff x="4923925" y="1877500"/>
            <a:chExt cx="59525" cy="36975"/>
          </a:xfrm>
        </p:grpSpPr>
        <p:sp>
          <p:nvSpPr>
            <p:cNvPr id="1276" name="Google Shape;1276;p56"/>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56"/>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 name="Google Shape;1278;p56"/>
          <p:cNvGrpSpPr/>
          <p:nvPr/>
        </p:nvGrpSpPr>
        <p:grpSpPr>
          <a:xfrm>
            <a:off x="8033226" y="2482277"/>
            <a:ext cx="141447" cy="125667"/>
            <a:chOff x="5058450" y="1870100"/>
            <a:chExt cx="58075" cy="51600"/>
          </a:xfrm>
        </p:grpSpPr>
        <p:sp>
          <p:nvSpPr>
            <p:cNvPr id="1279" name="Google Shape;1279;p56"/>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56"/>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 name="Google Shape;1281;p56"/>
          <p:cNvGrpSpPr/>
          <p:nvPr/>
        </p:nvGrpSpPr>
        <p:grpSpPr>
          <a:xfrm>
            <a:off x="7447741" y="2904685"/>
            <a:ext cx="101077" cy="107645"/>
            <a:chOff x="4811425" y="2065025"/>
            <a:chExt cx="41500" cy="44200"/>
          </a:xfrm>
        </p:grpSpPr>
        <p:sp>
          <p:nvSpPr>
            <p:cNvPr id="1282" name="Google Shape;1282;p56"/>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56"/>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 name="Google Shape;1284;p56"/>
          <p:cNvGrpSpPr/>
          <p:nvPr/>
        </p:nvGrpSpPr>
        <p:grpSpPr>
          <a:xfrm>
            <a:off x="7740178" y="2904898"/>
            <a:ext cx="120867" cy="107218"/>
            <a:chOff x="4929875" y="2065025"/>
            <a:chExt cx="49625" cy="44025"/>
          </a:xfrm>
        </p:grpSpPr>
        <p:sp>
          <p:nvSpPr>
            <p:cNvPr id="1285" name="Google Shape;1285;p56"/>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56"/>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 name="Google Shape;1287;p56"/>
          <p:cNvGrpSpPr/>
          <p:nvPr/>
        </p:nvGrpSpPr>
        <p:grpSpPr>
          <a:xfrm>
            <a:off x="8068847" y="2907912"/>
            <a:ext cx="70206" cy="101191"/>
            <a:chOff x="5083925" y="2066350"/>
            <a:chExt cx="28825" cy="41550"/>
          </a:xfrm>
        </p:grpSpPr>
        <p:sp>
          <p:nvSpPr>
            <p:cNvPr id="1288" name="Google Shape;1288;p56"/>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56"/>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 name="Google Shape;1290;p56"/>
          <p:cNvGrpSpPr/>
          <p:nvPr/>
        </p:nvGrpSpPr>
        <p:grpSpPr>
          <a:xfrm>
            <a:off x="7100401" y="2923559"/>
            <a:ext cx="181026" cy="69896"/>
            <a:chOff x="4659775" y="2072775"/>
            <a:chExt cx="74325" cy="28700"/>
          </a:xfrm>
        </p:grpSpPr>
        <p:sp>
          <p:nvSpPr>
            <p:cNvPr id="1291" name="Google Shape;1291;p56"/>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56"/>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56"/>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 name="Google Shape;1294;p56"/>
          <p:cNvGrpSpPr/>
          <p:nvPr/>
        </p:nvGrpSpPr>
        <p:grpSpPr>
          <a:xfrm>
            <a:off x="8020257" y="2714124"/>
            <a:ext cx="167387" cy="89197"/>
            <a:chOff x="4662475" y="1976500"/>
            <a:chExt cx="68725" cy="36625"/>
          </a:xfrm>
        </p:grpSpPr>
        <p:sp>
          <p:nvSpPr>
            <p:cNvPr id="1295" name="Google Shape;1295;p56"/>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56"/>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56"/>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 name="Google Shape;1298;p56"/>
          <p:cNvGrpSpPr/>
          <p:nvPr/>
        </p:nvGrpSpPr>
        <p:grpSpPr>
          <a:xfrm>
            <a:off x="7717162" y="2717564"/>
            <a:ext cx="166899" cy="82317"/>
            <a:chOff x="4920150" y="1977875"/>
            <a:chExt cx="68525" cy="33800"/>
          </a:xfrm>
        </p:grpSpPr>
        <p:sp>
          <p:nvSpPr>
            <p:cNvPr id="1299" name="Google Shape;1299;p56"/>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56"/>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56"/>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 name="Google Shape;1302;p56"/>
          <p:cNvGrpSpPr/>
          <p:nvPr/>
        </p:nvGrpSpPr>
        <p:grpSpPr>
          <a:xfrm>
            <a:off x="7128319" y="3121482"/>
            <a:ext cx="125190" cy="127858"/>
            <a:chOff x="4676550" y="2160575"/>
            <a:chExt cx="51400" cy="52500"/>
          </a:xfrm>
        </p:grpSpPr>
        <p:sp>
          <p:nvSpPr>
            <p:cNvPr id="1303" name="Google Shape;1303;p56"/>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56"/>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56"/>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 name="Google Shape;1306;p56"/>
          <p:cNvGrpSpPr/>
          <p:nvPr/>
        </p:nvGrpSpPr>
        <p:grpSpPr>
          <a:xfrm>
            <a:off x="7425577" y="3128514"/>
            <a:ext cx="145405" cy="113794"/>
            <a:chOff x="4768325" y="2163475"/>
            <a:chExt cx="59700" cy="46725"/>
          </a:xfrm>
        </p:grpSpPr>
        <p:sp>
          <p:nvSpPr>
            <p:cNvPr id="1307" name="Google Shape;1307;p56"/>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56"/>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9" name="Google Shape;1309;p56"/>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56"/>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56"/>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56"/>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56"/>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56"/>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5" name="Google Shape;1315;p56"/>
          <p:cNvGrpSpPr/>
          <p:nvPr/>
        </p:nvGrpSpPr>
        <p:grpSpPr>
          <a:xfrm>
            <a:off x="7441895" y="3383608"/>
            <a:ext cx="112768" cy="106853"/>
            <a:chOff x="4768575" y="2253950"/>
            <a:chExt cx="46300" cy="43875"/>
          </a:xfrm>
        </p:grpSpPr>
        <p:sp>
          <p:nvSpPr>
            <p:cNvPr id="1316" name="Google Shape;1316;p56"/>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56"/>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 name="Google Shape;1318;p56"/>
          <p:cNvGrpSpPr/>
          <p:nvPr/>
        </p:nvGrpSpPr>
        <p:grpSpPr>
          <a:xfrm>
            <a:off x="7741518" y="3872634"/>
            <a:ext cx="118187" cy="146246"/>
            <a:chOff x="4960900" y="2433225"/>
            <a:chExt cx="48525" cy="60050"/>
          </a:xfrm>
        </p:grpSpPr>
        <p:sp>
          <p:nvSpPr>
            <p:cNvPr id="1319" name="Google Shape;1319;p56"/>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56"/>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 name="Google Shape;1321;p56"/>
          <p:cNvGrpSpPr/>
          <p:nvPr/>
        </p:nvGrpSpPr>
        <p:grpSpPr>
          <a:xfrm>
            <a:off x="7430083" y="4136695"/>
            <a:ext cx="136394" cy="143810"/>
            <a:chOff x="4854075" y="2527625"/>
            <a:chExt cx="56000" cy="59050"/>
          </a:xfrm>
        </p:grpSpPr>
        <p:sp>
          <p:nvSpPr>
            <p:cNvPr id="1322" name="Google Shape;1322;p56"/>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56"/>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 name="Google Shape;1324;p56"/>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56"/>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56"/>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 name="Google Shape;1327;p56"/>
          <p:cNvGrpSpPr/>
          <p:nvPr/>
        </p:nvGrpSpPr>
        <p:grpSpPr>
          <a:xfrm>
            <a:off x="8054294" y="3600439"/>
            <a:ext cx="99312" cy="160797"/>
            <a:chOff x="5059700" y="2334775"/>
            <a:chExt cx="40775" cy="66025"/>
          </a:xfrm>
        </p:grpSpPr>
        <p:sp>
          <p:nvSpPr>
            <p:cNvPr id="1328" name="Google Shape;1328;p56"/>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56"/>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56"/>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56"/>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56"/>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56"/>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56"/>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56"/>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56"/>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56"/>
          <p:cNvGrpSpPr/>
          <p:nvPr/>
        </p:nvGrpSpPr>
        <p:grpSpPr>
          <a:xfrm>
            <a:off x="8011458" y="3865571"/>
            <a:ext cx="184984" cy="160371"/>
            <a:chOff x="5037700" y="2430325"/>
            <a:chExt cx="75950" cy="65850"/>
          </a:xfrm>
        </p:grpSpPr>
        <p:sp>
          <p:nvSpPr>
            <p:cNvPr id="1338" name="Google Shape;1338;p56"/>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56"/>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 name="Google Shape;1340;p56"/>
          <p:cNvGrpSpPr/>
          <p:nvPr/>
        </p:nvGrpSpPr>
        <p:grpSpPr>
          <a:xfrm>
            <a:off x="7430964" y="3632023"/>
            <a:ext cx="173014" cy="97629"/>
            <a:chOff x="4756975" y="2341800"/>
            <a:chExt cx="91975" cy="51925"/>
          </a:xfrm>
        </p:grpSpPr>
        <p:sp>
          <p:nvSpPr>
            <p:cNvPr id="1341" name="Google Shape;1341;p56"/>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56"/>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56"/>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56"/>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56"/>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56"/>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56"/>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56"/>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56"/>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56"/>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56"/>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56"/>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56"/>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56"/>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56"/>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56"/>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56"/>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56"/>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56"/>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56"/>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 name="Google Shape;1361;p56"/>
          <p:cNvGrpSpPr/>
          <p:nvPr/>
        </p:nvGrpSpPr>
        <p:grpSpPr>
          <a:xfrm>
            <a:off x="7697901" y="4120720"/>
            <a:ext cx="212497" cy="175761"/>
            <a:chOff x="4943575" y="2516350"/>
            <a:chExt cx="98675" cy="81700"/>
          </a:xfrm>
        </p:grpSpPr>
        <p:sp>
          <p:nvSpPr>
            <p:cNvPr id="1362" name="Google Shape;1362;p56"/>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56"/>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56"/>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56"/>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56"/>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56"/>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56"/>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56"/>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56"/>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56"/>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56"/>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56"/>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56"/>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56"/>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56"/>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56"/>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56"/>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56"/>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56"/>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56"/>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56"/>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56"/>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56"/>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56"/>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56"/>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56"/>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56"/>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56"/>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56"/>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56"/>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56"/>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56"/>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56"/>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56"/>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56"/>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56"/>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56"/>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56"/>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56"/>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56"/>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56"/>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56"/>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56"/>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56"/>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56"/>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56"/>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56"/>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56"/>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56"/>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56"/>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56"/>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56"/>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56"/>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56"/>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56"/>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56"/>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56"/>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56"/>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56"/>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56"/>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56"/>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56"/>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56"/>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56"/>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56"/>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56"/>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56"/>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56"/>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56"/>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56"/>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56"/>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56"/>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56"/>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56"/>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56"/>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56"/>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56"/>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56"/>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 name="Google Shape;1440;p56"/>
          <p:cNvGrpSpPr/>
          <p:nvPr/>
        </p:nvGrpSpPr>
        <p:grpSpPr>
          <a:xfrm>
            <a:off x="1955962" y="3346963"/>
            <a:ext cx="965351" cy="134611"/>
            <a:chOff x="4411970" y="2962952"/>
            <a:chExt cx="706544" cy="104212"/>
          </a:xfrm>
        </p:grpSpPr>
        <p:sp>
          <p:nvSpPr>
            <p:cNvPr id="1441" name="Google Shape;1441;p56"/>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56"/>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56"/>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56"/>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 name="Google Shape;1445;p56"/>
          <p:cNvGrpSpPr/>
          <p:nvPr/>
        </p:nvGrpSpPr>
        <p:grpSpPr>
          <a:xfrm>
            <a:off x="1955962" y="2935877"/>
            <a:ext cx="960158" cy="289172"/>
            <a:chOff x="4411970" y="2726085"/>
            <a:chExt cx="643107" cy="193659"/>
          </a:xfrm>
        </p:grpSpPr>
        <p:sp>
          <p:nvSpPr>
            <p:cNvPr id="1446" name="Google Shape;1446;p56"/>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56"/>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56"/>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 name="Google Shape;1449;p56"/>
          <p:cNvGrpSpPr/>
          <p:nvPr/>
        </p:nvGrpSpPr>
        <p:grpSpPr>
          <a:xfrm>
            <a:off x="958854" y="3201987"/>
            <a:ext cx="833173" cy="259209"/>
            <a:chOff x="4411970" y="4340222"/>
            <a:chExt cx="779467" cy="242683"/>
          </a:xfrm>
        </p:grpSpPr>
        <p:sp>
          <p:nvSpPr>
            <p:cNvPr id="1450" name="Google Shape;1450;p56"/>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56"/>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56"/>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 name="Google Shape;1453;p56"/>
          <p:cNvGrpSpPr/>
          <p:nvPr/>
        </p:nvGrpSpPr>
        <p:grpSpPr>
          <a:xfrm>
            <a:off x="1955962" y="2597733"/>
            <a:ext cx="965160" cy="216230"/>
            <a:chOff x="4411970" y="2468674"/>
            <a:chExt cx="747317" cy="167425"/>
          </a:xfrm>
        </p:grpSpPr>
        <p:sp>
          <p:nvSpPr>
            <p:cNvPr id="1454" name="Google Shape;1454;p56"/>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56"/>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 name="Google Shape;1456;p56"/>
          <p:cNvGrpSpPr/>
          <p:nvPr/>
        </p:nvGrpSpPr>
        <p:grpSpPr>
          <a:xfrm>
            <a:off x="954709" y="2502450"/>
            <a:ext cx="810451" cy="319148"/>
            <a:chOff x="4411970" y="3686602"/>
            <a:chExt cx="797845" cy="314215"/>
          </a:xfrm>
        </p:grpSpPr>
        <p:sp>
          <p:nvSpPr>
            <p:cNvPr id="1457" name="Google Shape;1457;p56"/>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56"/>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56"/>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56"/>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56"/>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2" name="Google Shape;1462;p56"/>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3" name="Google Shape;1463;p56"/>
          <p:cNvGrpSpPr/>
          <p:nvPr/>
        </p:nvGrpSpPr>
        <p:grpSpPr>
          <a:xfrm>
            <a:off x="954806" y="2256974"/>
            <a:ext cx="1970333" cy="208784"/>
            <a:chOff x="6336019" y="3733725"/>
            <a:chExt cx="2566206" cy="351310"/>
          </a:xfrm>
        </p:grpSpPr>
        <p:sp>
          <p:nvSpPr>
            <p:cNvPr id="1464" name="Google Shape;1464;p56"/>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56"/>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56"/>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56"/>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 name="Google Shape;1468;p56"/>
          <p:cNvGrpSpPr/>
          <p:nvPr/>
        </p:nvGrpSpPr>
        <p:grpSpPr>
          <a:xfrm>
            <a:off x="1955962" y="3864529"/>
            <a:ext cx="946551" cy="153200"/>
            <a:chOff x="4404545" y="3301592"/>
            <a:chExt cx="782403" cy="129272"/>
          </a:xfrm>
        </p:grpSpPr>
        <p:sp>
          <p:nvSpPr>
            <p:cNvPr id="1469" name="Google Shape;1469;p56"/>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56"/>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 name="Google Shape;1471;p56"/>
          <p:cNvGrpSpPr/>
          <p:nvPr/>
        </p:nvGrpSpPr>
        <p:grpSpPr>
          <a:xfrm>
            <a:off x="1955962" y="3603488"/>
            <a:ext cx="962257" cy="139127"/>
            <a:chOff x="4411970" y="3131459"/>
            <a:chExt cx="710520" cy="117397"/>
          </a:xfrm>
        </p:grpSpPr>
        <p:sp>
          <p:nvSpPr>
            <p:cNvPr id="1472" name="Google Shape;1472;p56"/>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56"/>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56"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5" name="Google Shape;1475;p56"/>
          <p:cNvGrpSpPr/>
          <p:nvPr/>
        </p:nvGrpSpPr>
        <p:grpSpPr>
          <a:xfrm>
            <a:off x="956107" y="3538282"/>
            <a:ext cx="823838" cy="458988"/>
            <a:chOff x="4411970" y="1801825"/>
            <a:chExt cx="734586" cy="409262"/>
          </a:xfrm>
        </p:grpSpPr>
        <p:sp>
          <p:nvSpPr>
            <p:cNvPr id="1476" name="Google Shape;1476;p56"/>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6"/>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 name="Google Shape;1478;p56"/>
          <p:cNvGrpSpPr/>
          <p:nvPr/>
        </p:nvGrpSpPr>
        <p:grpSpPr>
          <a:xfrm>
            <a:off x="956107" y="4086708"/>
            <a:ext cx="856348" cy="212039"/>
            <a:chOff x="4411970" y="2233974"/>
            <a:chExt cx="763574" cy="189068"/>
          </a:xfrm>
        </p:grpSpPr>
        <p:sp>
          <p:nvSpPr>
            <p:cNvPr id="1479" name="Google Shape;1479;p56"/>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6"/>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 name="Google Shape;1481;p56"/>
          <p:cNvGrpSpPr/>
          <p:nvPr/>
        </p:nvGrpSpPr>
        <p:grpSpPr>
          <a:xfrm>
            <a:off x="3066303" y="2262044"/>
            <a:ext cx="511602" cy="511602"/>
            <a:chOff x="5681300" y="2527788"/>
            <a:chExt cx="805800" cy="805800"/>
          </a:xfrm>
        </p:grpSpPr>
        <p:sp>
          <p:nvSpPr>
            <p:cNvPr id="1482" name="Google Shape;1482;p56"/>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6"/>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 name="Google Shape;1484;p56"/>
          <p:cNvGrpSpPr/>
          <p:nvPr/>
        </p:nvGrpSpPr>
        <p:grpSpPr>
          <a:xfrm>
            <a:off x="3063497" y="3028627"/>
            <a:ext cx="513021" cy="512935"/>
            <a:chOff x="4049800" y="640400"/>
            <a:chExt cx="858900" cy="858900"/>
          </a:xfrm>
        </p:grpSpPr>
        <p:sp>
          <p:nvSpPr>
            <p:cNvPr id="1485" name="Google Shape;1485;p56"/>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56"/>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 name="Google Shape;1487;p56"/>
          <p:cNvGrpSpPr/>
          <p:nvPr/>
        </p:nvGrpSpPr>
        <p:grpSpPr>
          <a:xfrm>
            <a:off x="2980696" y="3680519"/>
            <a:ext cx="686489" cy="686585"/>
            <a:chOff x="5080188" y="927900"/>
            <a:chExt cx="961200" cy="961200"/>
          </a:xfrm>
        </p:grpSpPr>
        <p:sp>
          <p:nvSpPr>
            <p:cNvPr id="1488" name="Google Shape;1488;p56"/>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56"/>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56"/>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56"/>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56"/>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56"/>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56"/>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56"/>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 name="Google Shape;1496;p56"/>
          <p:cNvGrpSpPr/>
          <p:nvPr/>
        </p:nvGrpSpPr>
        <p:grpSpPr>
          <a:xfrm>
            <a:off x="3763848" y="3773248"/>
            <a:ext cx="510373" cy="510937"/>
            <a:chOff x="7508249" y="1522825"/>
            <a:chExt cx="1326332" cy="1322987"/>
          </a:xfrm>
        </p:grpSpPr>
        <p:sp>
          <p:nvSpPr>
            <p:cNvPr id="1497" name="Google Shape;1497;p56"/>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56"/>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56"/>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56"/>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56"/>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56"/>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56"/>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56"/>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56"/>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56"/>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 name="Google Shape;1507;p56"/>
          <p:cNvGrpSpPr/>
          <p:nvPr/>
        </p:nvGrpSpPr>
        <p:grpSpPr>
          <a:xfrm>
            <a:off x="4455441" y="3774653"/>
            <a:ext cx="492652" cy="503348"/>
            <a:chOff x="6039282" y="1042577"/>
            <a:chExt cx="734315" cy="731929"/>
          </a:xfrm>
        </p:grpSpPr>
        <p:sp>
          <p:nvSpPr>
            <p:cNvPr id="1508" name="Google Shape;1508;p56"/>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56"/>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56"/>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56"/>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56"/>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56"/>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56"/>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56"/>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56"/>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56"/>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56"/>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56"/>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56"/>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56"/>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56"/>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56"/>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56"/>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56"/>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56"/>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56"/>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56"/>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 name="Google Shape;1529;p56"/>
          <p:cNvGrpSpPr/>
          <p:nvPr/>
        </p:nvGrpSpPr>
        <p:grpSpPr>
          <a:xfrm>
            <a:off x="5095855" y="2270694"/>
            <a:ext cx="483304" cy="504902"/>
            <a:chOff x="1825800" y="1651625"/>
            <a:chExt cx="568125" cy="591775"/>
          </a:xfrm>
        </p:grpSpPr>
        <p:sp>
          <p:nvSpPr>
            <p:cNvPr id="1530" name="Google Shape;1530;p56"/>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56"/>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56"/>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56"/>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56"/>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56"/>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6" name="Google Shape;1536;p56"/>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56"/>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56"/>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56"/>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543"/>
        <p:cNvGrpSpPr/>
        <p:nvPr/>
      </p:nvGrpSpPr>
      <p:grpSpPr>
        <a:xfrm>
          <a:off x="0" y="0"/>
          <a:ext cx="0" cy="0"/>
          <a:chOff x="0" y="0"/>
          <a:chExt cx="0" cy="0"/>
        </a:xfrm>
      </p:grpSpPr>
      <p:grpSp>
        <p:nvGrpSpPr>
          <p:cNvPr id="1544" name="Google Shape;1544;p57"/>
          <p:cNvGrpSpPr/>
          <p:nvPr/>
        </p:nvGrpSpPr>
        <p:grpSpPr>
          <a:xfrm>
            <a:off x="722059" y="974193"/>
            <a:ext cx="2492868" cy="1379876"/>
            <a:chOff x="2654821" y="2311071"/>
            <a:chExt cx="2279715" cy="1262120"/>
          </a:xfrm>
        </p:grpSpPr>
        <p:grpSp>
          <p:nvGrpSpPr>
            <p:cNvPr id="1545" name="Google Shape;1545;p57"/>
            <p:cNvGrpSpPr/>
            <p:nvPr/>
          </p:nvGrpSpPr>
          <p:grpSpPr>
            <a:xfrm>
              <a:off x="4034269" y="2840745"/>
              <a:ext cx="40212" cy="36437"/>
              <a:chOff x="4293400" y="2574725"/>
              <a:chExt cx="84425" cy="80100"/>
            </a:xfrm>
          </p:grpSpPr>
          <p:sp>
            <p:nvSpPr>
              <p:cNvPr id="1546" name="Google Shape;1546;p57"/>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547" name="Google Shape;1547;p57"/>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 name="Google Shape;1548;p57"/>
            <p:cNvGrpSpPr/>
            <p:nvPr/>
          </p:nvGrpSpPr>
          <p:grpSpPr>
            <a:xfrm>
              <a:off x="3894606" y="2334874"/>
              <a:ext cx="913198" cy="518984"/>
              <a:chOff x="4000175" y="1462675"/>
              <a:chExt cx="1917275" cy="1140875"/>
            </a:xfrm>
          </p:grpSpPr>
          <p:sp>
            <p:nvSpPr>
              <p:cNvPr id="1549" name="Google Shape;1549;p57"/>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550" name="Google Shape;1550;p57"/>
              <p:cNvGrpSpPr/>
              <p:nvPr/>
            </p:nvGrpSpPr>
            <p:grpSpPr>
              <a:xfrm>
                <a:off x="4000175" y="1462675"/>
                <a:ext cx="1917275" cy="1140875"/>
                <a:chOff x="4000175" y="1462675"/>
                <a:chExt cx="1917275" cy="1140875"/>
              </a:xfrm>
            </p:grpSpPr>
            <p:sp>
              <p:nvSpPr>
                <p:cNvPr id="1551" name="Google Shape;1551;p57"/>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552" name="Google Shape;1552;p57"/>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57"/>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57"/>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57"/>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556" name="Google Shape;1556;p57"/>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57" name="Google Shape;1557;p57"/>
            <p:cNvGrpSpPr/>
            <p:nvPr/>
          </p:nvGrpSpPr>
          <p:grpSpPr>
            <a:xfrm>
              <a:off x="3875768" y="2846704"/>
              <a:ext cx="44796" cy="47366"/>
              <a:chOff x="3960625" y="2587825"/>
              <a:chExt cx="94050" cy="104125"/>
            </a:xfrm>
          </p:grpSpPr>
          <p:sp>
            <p:nvSpPr>
              <p:cNvPr id="1558" name="Google Shape;1558;p57"/>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559" name="Google Shape;1559;p57"/>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 name="Google Shape;1560;p57"/>
            <p:cNvGrpSpPr/>
            <p:nvPr/>
          </p:nvGrpSpPr>
          <p:grpSpPr>
            <a:xfrm>
              <a:off x="3782759" y="2807162"/>
              <a:ext cx="82686" cy="85487"/>
              <a:chOff x="3765350" y="2500900"/>
              <a:chExt cx="173600" cy="187925"/>
            </a:xfrm>
          </p:grpSpPr>
          <p:sp>
            <p:nvSpPr>
              <p:cNvPr id="1561" name="Google Shape;1561;p57"/>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562" name="Google Shape;1562;p57"/>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57"/>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57"/>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57"/>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57"/>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 name="Google Shape;1567;p57"/>
            <p:cNvGrpSpPr/>
            <p:nvPr/>
          </p:nvGrpSpPr>
          <p:grpSpPr>
            <a:xfrm>
              <a:off x="3775674" y="2798496"/>
              <a:ext cx="40545" cy="23564"/>
              <a:chOff x="3750475" y="2481850"/>
              <a:chExt cx="85125" cy="51800"/>
            </a:xfrm>
          </p:grpSpPr>
          <p:sp>
            <p:nvSpPr>
              <p:cNvPr id="1568" name="Google Shape;1568;p57"/>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57"/>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570" name="Google Shape;1570;p57"/>
            <p:cNvGrpSpPr/>
            <p:nvPr/>
          </p:nvGrpSpPr>
          <p:grpSpPr>
            <a:xfrm>
              <a:off x="3716946" y="2776024"/>
              <a:ext cx="81971" cy="76912"/>
              <a:chOff x="3627175" y="2432450"/>
              <a:chExt cx="172100" cy="169075"/>
            </a:xfrm>
          </p:grpSpPr>
          <p:sp>
            <p:nvSpPr>
              <p:cNvPr id="1571" name="Google Shape;1571;p57"/>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57"/>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573" name="Google Shape;1573;p57"/>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574" name="Google Shape;1574;p57"/>
            <p:cNvGrpSpPr/>
            <p:nvPr/>
          </p:nvGrpSpPr>
          <p:grpSpPr>
            <a:xfrm>
              <a:off x="3685682" y="2845624"/>
              <a:ext cx="29311" cy="45055"/>
              <a:chOff x="3561536" y="2585450"/>
              <a:chExt cx="61539" cy="99045"/>
            </a:xfrm>
          </p:grpSpPr>
          <p:sp>
            <p:nvSpPr>
              <p:cNvPr id="1575" name="Google Shape;1575;p57"/>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57"/>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577" name="Google Shape;1577;p57"/>
            <p:cNvGrpSpPr/>
            <p:nvPr/>
          </p:nvGrpSpPr>
          <p:grpSpPr>
            <a:xfrm>
              <a:off x="3849905" y="2572252"/>
              <a:ext cx="74339" cy="119559"/>
              <a:chOff x="3906325" y="1984500"/>
              <a:chExt cx="156075" cy="262825"/>
            </a:xfrm>
          </p:grpSpPr>
          <p:sp>
            <p:nvSpPr>
              <p:cNvPr id="1578" name="Google Shape;1578;p57"/>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579" name="Google Shape;1579;p57"/>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 name="Google Shape;1580;p57"/>
            <p:cNvGrpSpPr/>
            <p:nvPr/>
          </p:nvGrpSpPr>
          <p:grpSpPr>
            <a:xfrm>
              <a:off x="2654821" y="2414345"/>
              <a:ext cx="667570" cy="558731"/>
              <a:chOff x="1397225" y="1637375"/>
              <a:chExt cx="1401575" cy="1228250"/>
            </a:xfrm>
          </p:grpSpPr>
          <p:sp>
            <p:nvSpPr>
              <p:cNvPr id="1581" name="Google Shape;1581;p57"/>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582" name="Google Shape;1582;p57"/>
              <p:cNvGrpSpPr/>
              <p:nvPr/>
            </p:nvGrpSpPr>
            <p:grpSpPr>
              <a:xfrm>
                <a:off x="1397225" y="1637375"/>
                <a:ext cx="1398775" cy="1228250"/>
                <a:chOff x="1397225" y="1637375"/>
                <a:chExt cx="1398775" cy="1228250"/>
              </a:xfrm>
            </p:grpSpPr>
            <p:sp>
              <p:nvSpPr>
                <p:cNvPr id="1583" name="Google Shape;1583;p57"/>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57"/>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85" name="Google Shape;1585;p57"/>
            <p:cNvGrpSpPr/>
            <p:nvPr/>
          </p:nvGrpSpPr>
          <p:grpSpPr>
            <a:xfrm>
              <a:off x="3230417" y="3103734"/>
              <a:ext cx="282982" cy="280332"/>
              <a:chOff x="2605700" y="3152850"/>
              <a:chExt cx="594125" cy="616250"/>
            </a:xfrm>
          </p:grpSpPr>
          <p:sp>
            <p:nvSpPr>
              <p:cNvPr id="1586" name="Google Shape;1586;p57"/>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587" name="Google Shape;1587;p57"/>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1588" name="Google Shape;1588;p57"/>
            <p:cNvGrpSpPr/>
            <p:nvPr/>
          </p:nvGrpSpPr>
          <p:grpSpPr>
            <a:xfrm>
              <a:off x="3265985" y="3226989"/>
              <a:ext cx="87151" cy="346202"/>
              <a:chOff x="2680375" y="3423800"/>
              <a:chExt cx="182975" cy="761050"/>
            </a:xfrm>
          </p:grpSpPr>
          <p:sp>
            <p:nvSpPr>
              <p:cNvPr id="1589" name="Google Shape;1589;p57"/>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590" name="Google Shape;1590;p57"/>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 name="Google Shape;1591;p57"/>
            <p:cNvGrpSpPr/>
            <p:nvPr/>
          </p:nvGrpSpPr>
          <p:grpSpPr>
            <a:xfrm>
              <a:off x="3855466" y="3289811"/>
              <a:ext cx="112514" cy="94210"/>
              <a:chOff x="3918000" y="3561900"/>
              <a:chExt cx="236225" cy="207100"/>
            </a:xfrm>
          </p:grpSpPr>
          <p:sp>
            <p:nvSpPr>
              <p:cNvPr id="1592" name="Google Shape;1592;p57"/>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593" name="Google Shape;1593;p57"/>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 name="Google Shape;1594;p57"/>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57"/>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57"/>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1597" name="Google Shape;1597;p57"/>
            <p:cNvGrpSpPr/>
            <p:nvPr/>
          </p:nvGrpSpPr>
          <p:grpSpPr>
            <a:xfrm>
              <a:off x="2905224" y="2311071"/>
              <a:ext cx="596721" cy="528992"/>
              <a:chOff x="1922950" y="1410350"/>
              <a:chExt cx="1252825" cy="1162875"/>
            </a:xfrm>
          </p:grpSpPr>
          <p:sp>
            <p:nvSpPr>
              <p:cNvPr id="1598" name="Google Shape;1598;p57"/>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57"/>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57"/>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57"/>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57"/>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57"/>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57"/>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57"/>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57"/>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57"/>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57"/>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57"/>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57"/>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57"/>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57"/>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57"/>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1614" name="Google Shape;1614;p57"/>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57"/>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57"/>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57"/>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57"/>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57"/>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57"/>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57"/>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57"/>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57"/>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57"/>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57"/>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57"/>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57"/>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57"/>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57"/>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57"/>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57"/>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57"/>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57"/>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634" name="Google Shape;1634;p57"/>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635" name="Google Shape;1635;p57"/>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6" name="Google Shape;1636;p57"/>
            <p:cNvGrpSpPr/>
            <p:nvPr/>
          </p:nvGrpSpPr>
          <p:grpSpPr>
            <a:xfrm>
              <a:off x="3280929" y="3294542"/>
              <a:ext cx="109894" cy="272224"/>
              <a:chOff x="2711750" y="3572300"/>
              <a:chExt cx="230725" cy="598425"/>
            </a:xfrm>
          </p:grpSpPr>
          <p:sp>
            <p:nvSpPr>
              <p:cNvPr id="1637" name="Google Shape;1637;p57"/>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7"/>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9" name="Google Shape;1639;p57"/>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0" name="Google Shape;1640;p57"/>
            <p:cNvGrpSpPr/>
            <p:nvPr/>
          </p:nvGrpSpPr>
          <p:grpSpPr>
            <a:xfrm>
              <a:off x="3790439" y="2408636"/>
              <a:ext cx="73017" cy="75684"/>
              <a:chOff x="3781475" y="1624825"/>
              <a:chExt cx="153300" cy="166375"/>
            </a:xfrm>
          </p:grpSpPr>
          <p:sp>
            <p:nvSpPr>
              <p:cNvPr id="1641" name="Google Shape;1641;p57"/>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7"/>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57"/>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57"/>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5" name="Google Shape;1645;p57"/>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7"/>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57"/>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57"/>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7"/>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57"/>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57"/>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2" name="Google Shape;1652;p57"/>
            <p:cNvGrpSpPr/>
            <p:nvPr/>
          </p:nvGrpSpPr>
          <p:grpSpPr>
            <a:xfrm>
              <a:off x="4403342" y="3107749"/>
              <a:ext cx="316680" cy="101374"/>
              <a:chOff x="5068275" y="3161675"/>
              <a:chExt cx="664875" cy="222850"/>
            </a:xfrm>
          </p:grpSpPr>
          <p:sp>
            <p:nvSpPr>
              <p:cNvPr id="1653" name="Google Shape;1653;p57"/>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7"/>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57"/>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57"/>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7" name="Google Shape;1657;p57"/>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57"/>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57"/>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57"/>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57"/>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7"/>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7"/>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7"/>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7"/>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57"/>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57"/>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7"/>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7"/>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7"/>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57"/>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57"/>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7"/>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7"/>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57"/>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57"/>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7"/>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7"/>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7"/>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7"/>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7"/>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57"/>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57"/>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7"/>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7"/>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6" name="Google Shape;1686;p57"/>
            <p:cNvGrpSpPr/>
            <p:nvPr/>
          </p:nvGrpSpPr>
          <p:grpSpPr>
            <a:xfrm>
              <a:off x="3697513" y="2707266"/>
              <a:ext cx="59549" cy="79733"/>
              <a:chOff x="3586375" y="2281300"/>
              <a:chExt cx="125025" cy="175275"/>
            </a:xfrm>
          </p:grpSpPr>
          <p:sp>
            <p:nvSpPr>
              <p:cNvPr id="1687" name="Google Shape;1687;p57"/>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7"/>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9" name="Google Shape;1689;p57"/>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0" name="Google Shape;1690;p57"/>
            <p:cNvGrpSpPr/>
            <p:nvPr/>
          </p:nvGrpSpPr>
          <p:grpSpPr>
            <a:xfrm>
              <a:off x="4513224" y="3221724"/>
              <a:ext cx="274563" cy="280321"/>
              <a:chOff x="5298975" y="3412225"/>
              <a:chExt cx="576450" cy="616225"/>
            </a:xfrm>
          </p:grpSpPr>
          <p:sp>
            <p:nvSpPr>
              <p:cNvPr id="1691" name="Google Shape;1691;p57"/>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692" name="Google Shape;1692;p57"/>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 name="Google Shape;1693;p57"/>
            <p:cNvGrpSpPr/>
            <p:nvPr/>
          </p:nvGrpSpPr>
          <p:grpSpPr>
            <a:xfrm>
              <a:off x="4824403" y="3421846"/>
              <a:ext cx="110132" cy="130647"/>
              <a:chOff x="5952300" y="3852150"/>
              <a:chExt cx="231225" cy="287200"/>
            </a:xfrm>
          </p:grpSpPr>
          <p:sp>
            <p:nvSpPr>
              <p:cNvPr id="1694" name="Google Shape;1694;p57"/>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57"/>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6" name="Google Shape;1696;p57"/>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7"/>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7"/>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57"/>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57"/>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7"/>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7"/>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57"/>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4" name="Google Shape;1704;p57"/>
            <p:cNvGrpSpPr/>
            <p:nvPr/>
          </p:nvGrpSpPr>
          <p:grpSpPr>
            <a:xfrm>
              <a:off x="4295710" y="3079670"/>
              <a:ext cx="14968" cy="27135"/>
              <a:chOff x="4842300" y="3099950"/>
              <a:chExt cx="31425" cy="59650"/>
            </a:xfrm>
          </p:grpSpPr>
          <p:sp>
            <p:nvSpPr>
              <p:cNvPr id="1705" name="Google Shape;1705;p57"/>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57"/>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57"/>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57"/>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9" name="Google Shape;1709;p57"/>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7"/>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7"/>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57"/>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57"/>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7"/>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57"/>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57"/>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7" name="Google Shape;1717;p57"/>
            <p:cNvGrpSpPr/>
            <p:nvPr/>
          </p:nvGrpSpPr>
          <p:grpSpPr>
            <a:xfrm>
              <a:off x="3831056" y="2816010"/>
              <a:ext cx="37378" cy="27612"/>
              <a:chOff x="3866750" y="2520350"/>
              <a:chExt cx="78475" cy="60700"/>
            </a:xfrm>
          </p:grpSpPr>
          <p:sp>
            <p:nvSpPr>
              <p:cNvPr id="1718" name="Google Shape;1718;p57"/>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57"/>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57"/>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7"/>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2" name="Google Shape;1722;p57"/>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57"/>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7"/>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57"/>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57"/>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7"/>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57"/>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57"/>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7"/>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7"/>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7"/>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7"/>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7"/>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7"/>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7"/>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57"/>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57"/>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739" name="Google Shape;1739;p57"/>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7"/>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7"/>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7"/>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7"/>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7"/>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7"/>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7"/>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7"/>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7"/>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7"/>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7"/>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751" name="Google Shape;1751;p57"/>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7"/>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7"/>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7"/>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7"/>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7"/>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7"/>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7"/>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57"/>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57"/>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7"/>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7"/>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7"/>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4" name="Google Shape;1764;p57"/>
            <p:cNvGrpSpPr/>
            <p:nvPr/>
          </p:nvGrpSpPr>
          <p:grpSpPr>
            <a:xfrm>
              <a:off x="3632736" y="3051591"/>
              <a:ext cx="63288" cy="45217"/>
              <a:chOff x="3450375" y="3038225"/>
              <a:chExt cx="132875" cy="99400"/>
            </a:xfrm>
          </p:grpSpPr>
          <p:sp>
            <p:nvSpPr>
              <p:cNvPr id="1765" name="Google Shape;1765;p57"/>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7"/>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7" name="Google Shape;1767;p57"/>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7"/>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7"/>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7"/>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7"/>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7"/>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7"/>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7"/>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7"/>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776" name="Google Shape;1776;p57"/>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57"/>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57"/>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7"/>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57"/>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57"/>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7"/>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7"/>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57"/>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7"/>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786" name="Google Shape;1786;p57"/>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7"/>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57"/>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57"/>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7"/>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57"/>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792" name="Google Shape;1792;p57"/>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7"/>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57"/>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57"/>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7"/>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57"/>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57"/>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7"/>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57"/>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57"/>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2" name="Google Shape;1802;p57"/>
          <p:cNvGrpSpPr/>
          <p:nvPr/>
        </p:nvGrpSpPr>
        <p:grpSpPr>
          <a:xfrm>
            <a:off x="719116" y="2869970"/>
            <a:ext cx="2622876" cy="1333540"/>
            <a:chOff x="238125" y="1038125"/>
            <a:chExt cx="7146800" cy="3633625"/>
          </a:xfrm>
        </p:grpSpPr>
        <p:sp>
          <p:nvSpPr>
            <p:cNvPr id="1803" name="Google Shape;1803;p57"/>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57"/>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7"/>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57"/>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7"/>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7"/>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57"/>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57"/>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7"/>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7"/>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57"/>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57"/>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7"/>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7"/>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57"/>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57"/>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7"/>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7"/>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57"/>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57"/>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7"/>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7"/>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57"/>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57"/>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7"/>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57"/>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7"/>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7"/>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7"/>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7"/>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7"/>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57"/>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57"/>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7"/>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57"/>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7"/>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7"/>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57"/>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57"/>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7"/>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57"/>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7"/>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7"/>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57"/>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57"/>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7"/>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7"/>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7"/>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7"/>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7"/>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7"/>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7"/>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7"/>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57"/>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57"/>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7"/>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57"/>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57"/>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7"/>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7"/>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7"/>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7"/>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7"/>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7"/>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7"/>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7"/>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7"/>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7"/>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7"/>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7"/>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7"/>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7"/>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7"/>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7"/>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7"/>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7"/>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7"/>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7"/>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57"/>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7"/>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7"/>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7"/>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7"/>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7"/>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7"/>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7"/>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7"/>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7"/>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7"/>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7"/>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7"/>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7"/>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7"/>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7"/>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7"/>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7"/>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7"/>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7"/>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7"/>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7"/>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7"/>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7"/>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7"/>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7"/>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7"/>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7"/>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7"/>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7"/>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7"/>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7"/>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7"/>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7"/>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7"/>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7"/>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7"/>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7"/>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7"/>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7"/>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7"/>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7"/>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7"/>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7"/>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7"/>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7"/>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7"/>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7"/>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7"/>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7"/>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7"/>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7"/>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7"/>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7"/>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7"/>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7"/>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7"/>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7"/>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7"/>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7"/>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7"/>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7"/>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7"/>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7"/>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7"/>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7"/>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7"/>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7"/>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7"/>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7"/>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7"/>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7"/>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7"/>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7"/>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7"/>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7"/>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7"/>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7"/>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7"/>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7"/>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7"/>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7"/>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7"/>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7"/>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7"/>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7"/>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7"/>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7"/>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7"/>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7"/>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7"/>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7"/>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7"/>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7"/>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7"/>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7"/>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7"/>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7"/>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7"/>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7"/>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7"/>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7"/>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7"/>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7"/>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7"/>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7"/>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7"/>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7"/>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7"/>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7"/>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7"/>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7"/>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7"/>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7"/>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7"/>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7"/>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7"/>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7"/>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7"/>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7"/>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7"/>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7"/>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7"/>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7"/>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7"/>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7"/>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7"/>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7"/>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7"/>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7"/>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7"/>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7"/>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7"/>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7"/>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7"/>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7"/>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7"/>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7"/>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7"/>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7"/>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7"/>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7"/>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7"/>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7"/>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7"/>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7"/>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7"/>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7"/>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7"/>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7"/>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7"/>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7"/>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7"/>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7"/>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7"/>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7"/>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7"/>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7"/>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7"/>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7"/>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7"/>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7"/>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7"/>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7"/>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7"/>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7"/>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7"/>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7"/>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7"/>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7"/>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7"/>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7"/>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7"/>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7"/>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7"/>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7"/>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7"/>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7"/>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7"/>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7"/>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7"/>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7"/>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7"/>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7"/>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7"/>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7"/>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7"/>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7"/>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7"/>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7"/>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7"/>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7"/>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7"/>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7"/>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7"/>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7"/>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7"/>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7"/>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7"/>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7"/>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7"/>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7"/>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7"/>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7"/>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7"/>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7"/>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7"/>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7"/>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7"/>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7"/>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7"/>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7"/>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7"/>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7"/>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7"/>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7"/>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7"/>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7"/>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7"/>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7"/>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7"/>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7"/>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7"/>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7"/>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7"/>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7"/>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7"/>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7"/>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7"/>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7"/>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7"/>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7"/>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7"/>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7"/>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7"/>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7"/>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7"/>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7"/>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7"/>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7"/>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7"/>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7"/>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7"/>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7"/>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7"/>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7"/>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7"/>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7"/>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7"/>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7"/>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7"/>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7"/>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7"/>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7"/>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7"/>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7"/>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7"/>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7"/>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7"/>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7"/>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7"/>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7"/>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7"/>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7"/>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7"/>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7"/>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7"/>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7"/>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7"/>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7"/>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7"/>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7"/>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7"/>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7"/>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7"/>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7"/>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7"/>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7"/>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7"/>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7"/>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7"/>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7"/>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7"/>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7"/>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7"/>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7"/>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7"/>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7"/>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7"/>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7"/>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7"/>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7"/>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7"/>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7"/>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7"/>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7"/>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7"/>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7"/>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7"/>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7"/>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7"/>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7"/>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7"/>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7"/>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7"/>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7"/>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7"/>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7"/>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7"/>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7"/>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7"/>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7"/>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7"/>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7"/>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7"/>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7"/>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7"/>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7"/>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7"/>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7"/>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7"/>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7"/>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7"/>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7"/>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7"/>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7"/>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7"/>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7"/>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7"/>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7"/>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7"/>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7"/>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7"/>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7"/>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7"/>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7"/>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7"/>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7"/>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7"/>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7"/>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7"/>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7"/>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7"/>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7"/>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7"/>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7"/>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7"/>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7"/>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7"/>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7"/>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7"/>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7"/>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7"/>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7"/>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7"/>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7"/>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7"/>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7"/>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7"/>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7"/>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7"/>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7"/>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7"/>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7"/>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7"/>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7"/>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7"/>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7"/>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7"/>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7"/>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7"/>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7"/>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7"/>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7"/>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7"/>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7"/>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7"/>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7"/>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7"/>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7"/>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7"/>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7"/>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7"/>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7"/>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7"/>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7"/>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7"/>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7"/>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7"/>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7"/>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7"/>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7"/>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7"/>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7"/>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7"/>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7"/>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7"/>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7"/>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7"/>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7"/>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7"/>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7"/>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7"/>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7"/>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7"/>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7"/>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7"/>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7"/>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7"/>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7"/>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7"/>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7"/>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7"/>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7"/>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7"/>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7"/>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7"/>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7"/>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7"/>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7"/>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7"/>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7"/>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7"/>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7"/>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7"/>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7"/>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7"/>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7"/>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7"/>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7"/>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7"/>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7"/>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7"/>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7"/>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7"/>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7"/>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7"/>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7"/>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7"/>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7"/>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7"/>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7"/>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7"/>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7"/>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7"/>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7"/>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7"/>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7"/>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7"/>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7"/>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7"/>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7"/>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7"/>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7"/>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7"/>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7"/>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7"/>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7"/>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7"/>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7"/>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7"/>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7"/>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7"/>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7"/>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7"/>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7"/>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7"/>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7"/>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7"/>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7"/>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7"/>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7"/>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7"/>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7"/>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7"/>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7"/>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7"/>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7"/>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7"/>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7"/>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7"/>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7"/>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7"/>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7"/>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7"/>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7"/>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7"/>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7"/>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7"/>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7"/>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7"/>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7"/>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7"/>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7"/>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7"/>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7"/>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7"/>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7"/>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7"/>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7"/>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7"/>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7"/>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7"/>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7"/>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7"/>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7"/>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7"/>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7"/>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7"/>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7"/>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7"/>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7"/>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7"/>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7"/>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7"/>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7"/>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7"/>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7"/>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7"/>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7"/>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7"/>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7"/>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7"/>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7"/>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7"/>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7"/>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7"/>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7"/>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7"/>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7"/>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7"/>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7"/>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7"/>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7"/>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7"/>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7"/>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7"/>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7"/>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7"/>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7"/>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7"/>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7"/>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7"/>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7"/>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7"/>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7"/>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7"/>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7"/>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7"/>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7"/>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7"/>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7"/>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7"/>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7"/>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7"/>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7"/>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7"/>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7"/>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7"/>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7"/>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7"/>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7"/>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7"/>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7"/>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7"/>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7"/>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7"/>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7"/>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7"/>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7"/>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7"/>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7"/>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7"/>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7"/>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7"/>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7"/>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7"/>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7"/>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7"/>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7"/>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7"/>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7"/>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7"/>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7"/>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7"/>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7"/>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7"/>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7"/>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7"/>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7"/>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7"/>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7"/>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7"/>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7"/>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7"/>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7"/>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7"/>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7"/>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7"/>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7"/>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7"/>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7"/>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7"/>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7"/>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7"/>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7"/>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7"/>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7"/>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7"/>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7"/>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7"/>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7"/>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7"/>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7"/>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7"/>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7"/>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7"/>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7"/>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7"/>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7"/>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7"/>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7"/>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7"/>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7"/>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7"/>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7"/>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7"/>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7"/>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7"/>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7"/>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7"/>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7"/>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7"/>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7"/>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7"/>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7"/>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7"/>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7"/>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7"/>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7"/>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7"/>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7"/>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7"/>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7"/>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7"/>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7"/>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7"/>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7"/>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7"/>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7"/>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7"/>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7"/>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7"/>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7"/>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7"/>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7"/>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7"/>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7"/>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7"/>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7"/>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7"/>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7"/>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7"/>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7"/>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7"/>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7"/>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7"/>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7"/>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7"/>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7"/>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7"/>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7"/>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7"/>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7"/>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7"/>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7"/>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7"/>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7"/>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7"/>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7"/>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7"/>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7"/>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7"/>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7"/>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7"/>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7"/>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7"/>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7"/>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7"/>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7"/>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7"/>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7"/>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7"/>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7"/>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7"/>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7"/>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7"/>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7"/>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7"/>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7"/>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7"/>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7"/>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7"/>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7"/>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7"/>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7"/>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7"/>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7"/>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7"/>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7"/>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7"/>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7"/>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7"/>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7"/>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7"/>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7"/>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7"/>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7"/>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7"/>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7"/>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7"/>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7"/>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7"/>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7"/>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7"/>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7"/>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7"/>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7"/>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7"/>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7"/>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7"/>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7"/>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7"/>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7"/>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7"/>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7"/>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7"/>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7"/>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7"/>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7"/>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7"/>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7"/>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7"/>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7"/>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7"/>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7"/>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7"/>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7"/>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7"/>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7"/>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7"/>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7"/>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7"/>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7"/>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7"/>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7"/>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7"/>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7"/>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7"/>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7"/>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7"/>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7"/>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7"/>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7"/>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7"/>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7"/>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7"/>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7"/>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7"/>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7"/>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7"/>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7"/>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7"/>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7"/>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7"/>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7"/>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7"/>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7"/>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7"/>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7"/>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7"/>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7"/>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7"/>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7"/>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7"/>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7"/>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7"/>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7"/>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7"/>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7"/>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7"/>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7"/>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7"/>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7"/>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7"/>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7"/>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7"/>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7"/>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7"/>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7"/>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7"/>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7"/>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7"/>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7"/>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7"/>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7"/>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7"/>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7"/>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7"/>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7"/>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7"/>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7"/>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7"/>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7"/>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7"/>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7"/>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7"/>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7"/>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7"/>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7"/>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7"/>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7"/>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7"/>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7"/>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7"/>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7"/>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7"/>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7"/>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7"/>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7"/>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7"/>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7"/>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7"/>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7"/>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7"/>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7"/>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7"/>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7"/>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7"/>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7"/>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7"/>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7"/>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7"/>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7"/>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7"/>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7"/>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7"/>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7"/>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7"/>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7"/>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7"/>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7"/>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7"/>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7"/>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7"/>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7"/>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7"/>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7"/>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7"/>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7"/>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7"/>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7"/>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7"/>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7"/>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7"/>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7"/>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7"/>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7"/>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7"/>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7"/>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7"/>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7"/>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7"/>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7"/>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7"/>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7"/>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7"/>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7"/>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7"/>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7"/>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7"/>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7"/>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7"/>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7"/>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7"/>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7"/>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7"/>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7"/>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7"/>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7"/>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7"/>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7"/>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7"/>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7"/>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7"/>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7"/>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7"/>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7"/>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7"/>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7"/>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7"/>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7"/>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7"/>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7"/>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7"/>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7"/>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7"/>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7"/>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7"/>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7"/>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7"/>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7"/>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7"/>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7"/>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7"/>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7"/>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7"/>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7"/>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7"/>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7"/>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7"/>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7"/>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7"/>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7"/>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7"/>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7"/>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7"/>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7"/>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7"/>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7"/>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7"/>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7"/>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7"/>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7"/>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7"/>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7"/>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7"/>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7"/>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7"/>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7"/>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7"/>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7"/>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7"/>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7"/>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7"/>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7"/>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7"/>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7"/>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7"/>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7"/>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7"/>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7"/>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7"/>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7"/>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7"/>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7"/>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7"/>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7"/>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7"/>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7"/>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7"/>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7"/>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7"/>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7"/>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7"/>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7"/>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7"/>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7"/>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7"/>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7"/>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7"/>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7"/>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7"/>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7"/>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7"/>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7"/>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7"/>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7"/>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7"/>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7"/>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7"/>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7"/>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7"/>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7"/>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7"/>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7"/>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7"/>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7"/>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7"/>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7"/>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7"/>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7"/>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7"/>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7"/>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7"/>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7"/>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7"/>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7"/>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7"/>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7"/>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7"/>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7"/>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7"/>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7"/>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7"/>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7"/>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7"/>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7"/>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7"/>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7"/>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7"/>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7"/>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7"/>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7"/>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7"/>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7"/>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7"/>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7"/>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7"/>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7"/>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7"/>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7"/>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7"/>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7"/>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7"/>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7"/>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7"/>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7"/>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7"/>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7"/>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7"/>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7"/>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7"/>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7"/>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7"/>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7"/>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7"/>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7"/>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7"/>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7"/>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7"/>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7"/>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7"/>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7"/>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7"/>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7"/>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7"/>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7"/>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7"/>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7"/>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7"/>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7"/>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7"/>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7"/>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7"/>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7"/>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7"/>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7"/>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7"/>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7"/>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7"/>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7"/>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7"/>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7"/>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7"/>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7"/>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7"/>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7"/>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7"/>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7"/>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7"/>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7"/>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7"/>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7"/>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7"/>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7"/>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7"/>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7"/>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7"/>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7"/>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7"/>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7"/>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7"/>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7"/>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7"/>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7"/>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7"/>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7"/>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7"/>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7"/>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7"/>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7"/>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7"/>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7"/>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7"/>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7"/>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7"/>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7"/>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7"/>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7"/>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7"/>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7"/>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7"/>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7"/>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7"/>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7"/>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7"/>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7"/>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7"/>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7"/>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7"/>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7"/>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7"/>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7"/>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7"/>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7"/>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7"/>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7"/>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7"/>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7"/>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7"/>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7"/>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7"/>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7"/>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7"/>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7"/>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7"/>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7"/>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7"/>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7"/>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7"/>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7"/>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7"/>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7"/>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7"/>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7"/>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7"/>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7"/>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7"/>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7"/>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7"/>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7"/>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7"/>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7"/>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7"/>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7"/>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7"/>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7"/>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7"/>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7"/>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7"/>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7"/>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7"/>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7"/>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7"/>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7"/>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7"/>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7"/>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7"/>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7"/>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7"/>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7"/>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7"/>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7"/>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7"/>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7"/>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7"/>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7"/>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7"/>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7"/>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7"/>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7"/>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7"/>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7"/>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7"/>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7"/>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7"/>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7"/>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7"/>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7"/>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7"/>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7"/>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7"/>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7"/>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7"/>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7"/>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7"/>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7"/>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7"/>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7"/>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7"/>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7"/>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7"/>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7"/>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7"/>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7"/>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7"/>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7"/>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7"/>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7"/>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7"/>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7"/>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7"/>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7"/>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7"/>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7"/>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7"/>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7"/>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7"/>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7"/>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7"/>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7"/>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7"/>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7"/>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7"/>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7"/>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7"/>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7"/>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7"/>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7"/>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7"/>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7"/>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7"/>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7"/>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7"/>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7"/>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7"/>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7"/>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7"/>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7"/>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7"/>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7"/>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7"/>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7"/>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7"/>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7"/>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7"/>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7"/>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7"/>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7"/>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7"/>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7"/>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7"/>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7"/>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7"/>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7"/>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7"/>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7"/>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7"/>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7"/>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7"/>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7"/>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7"/>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7"/>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7"/>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7"/>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7"/>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7"/>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7"/>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7"/>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7"/>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7"/>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7"/>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7"/>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7"/>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7"/>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7"/>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7"/>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7"/>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7"/>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7"/>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7"/>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7"/>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7"/>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7"/>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7"/>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7"/>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7"/>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7"/>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7"/>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7"/>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7"/>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7"/>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7"/>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7"/>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7"/>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7"/>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7"/>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7"/>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7"/>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7"/>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7"/>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7"/>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7"/>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7"/>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7"/>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7"/>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7"/>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7"/>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7"/>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7"/>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7"/>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7"/>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7"/>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7"/>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7"/>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7"/>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7"/>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7"/>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7"/>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7"/>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7"/>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7"/>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7"/>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7"/>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7"/>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7"/>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7"/>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7"/>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7"/>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7"/>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7"/>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7"/>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7"/>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7"/>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7"/>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7"/>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7"/>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7"/>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7"/>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7"/>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7"/>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7"/>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7"/>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7"/>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7"/>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7"/>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7"/>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7"/>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7"/>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7"/>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7"/>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7"/>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7"/>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7"/>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7"/>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7"/>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7"/>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7"/>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7"/>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7"/>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7"/>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7"/>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7"/>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7"/>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7"/>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7"/>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7"/>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7"/>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7"/>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7"/>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7"/>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7"/>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7"/>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7"/>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7"/>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7"/>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7"/>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7"/>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7"/>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7"/>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7"/>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7"/>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7"/>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7"/>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7"/>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7"/>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7"/>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7"/>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7"/>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7"/>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7"/>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7"/>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7"/>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7"/>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7"/>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7"/>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7"/>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7"/>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7"/>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7"/>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7"/>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7"/>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7"/>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7"/>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7"/>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7"/>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7"/>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7"/>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7"/>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7"/>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7"/>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7"/>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7"/>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7"/>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7"/>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7"/>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7"/>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7"/>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7"/>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7"/>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7"/>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7"/>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7"/>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7"/>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7"/>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7"/>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7"/>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7"/>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7"/>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7"/>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7"/>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7"/>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7"/>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7"/>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7"/>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7"/>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7"/>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7"/>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7"/>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7"/>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7"/>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7"/>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7"/>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7"/>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7"/>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7"/>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7"/>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7"/>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7"/>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7"/>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7"/>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7"/>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7"/>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7"/>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7"/>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7"/>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7"/>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7"/>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7"/>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7"/>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7"/>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7"/>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7"/>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7"/>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7"/>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7"/>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7"/>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7"/>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7"/>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7"/>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7"/>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7"/>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7"/>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7"/>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7"/>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7"/>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7"/>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7"/>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7"/>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7"/>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7"/>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7"/>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7"/>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7"/>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7"/>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7"/>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7"/>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7"/>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7"/>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7"/>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7"/>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7"/>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7"/>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7"/>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7"/>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7"/>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7"/>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7"/>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7"/>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7"/>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7"/>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7"/>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7"/>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5" name="Google Shape;3375;p57"/>
          <p:cNvGrpSpPr/>
          <p:nvPr/>
        </p:nvGrpSpPr>
        <p:grpSpPr>
          <a:xfrm>
            <a:off x="5834044" y="1012080"/>
            <a:ext cx="2590840" cy="1380235"/>
            <a:chOff x="233350" y="949250"/>
            <a:chExt cx="7137300" cy="3802300"/>
          </a:xfrm>
        </p:grpSpPr>
        <p:sp>
          <p:nvSpPr>
            <p:cNvPr id="3376" name="Google Shape;3376;p5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7" name="Google Shape;3427;p57"/>
          <p:cNvGrpSpPr/>
          <p:nvPr/>
        </p:nvGrpSpPr>
        <p:grpSpPr>
          <a:xfrm>
            <a:off x="7648473" y="3056853"/>
            <a:ext cx="104231" cy="320340"/>
            <a:chOff x="7564426" y="3224343"/>
            <a:chExt cx="119985" cy="368801"/>
          </a:xfrm>
        </p:grpSpPr>
        <p:sp>
          <p:nvSpPr>
            <p:cNvPr id="3428" name="Google Shape;3428;p57"/>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7"/>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0" name="Google Shape;3430;p57"/>
          <p:cNvGrpSpPr/>
          <p:nvPr/>
        </p:nvGrpSpPr>
        <p:grpSpPr>
          <a:xfrm>
            <a:off x="7347962" y="3050954"/>
            <a:ext cx="189489" cy="332132"/>
            <a:chOff x="8370831" y="3202002"/>
            <a:chExt cx="218129" cy="382376"/>
          </a:xfrm>
        </p:grpSpPr>
        <p:sp>
          <p:nvSpPr>
            <p:cNvPr id="3431" name="Google Shape;3431;p57"/>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7"/>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3" name="Google Shape;3433;p57"/>
          <p:cNvGrpSpPr/>
          <p:nvPr/>
        </p:nvGrpSpPr>
        <p:grpSpPr>
          <a:xfrm>
            <a:off x="8071351" y="3462086"/>
            <a:ext cx="309429" cy="267000"/>
            <a:chOff x="6742064" y="3750480"/>
            <a:chExt cx="399315" cy="344560"/>
          </a:xfrm>
        </p:grpSpPr>
        <p:sp>
          <p:nvSpPr>
            <p:cNvPr id="3434" name="Google Shape;3434;p57"/>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7"/>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6" name="Google Shape;3436;p57"/>
          <p:cNvGrpSpPr/>
          <p:nvPr/>
        </p:nvGrpSpPr>
        <p:grpSpPr>
          <a:xfrm>
            <a:off x="7610370" y="3813134"/>
            <a:ext cx="180437" cy="281608"/>
            <a:chOff x="7248525" y="3739696"/>
            <a:chExt cx="230531" cy="359790"/>
          </a:xfrm>
        </p:grpSpPr>
        <p:sp>
          <p:nvSpPr>
            <p:cNvPr id="3437" name="Google Shape;3437;p57"/>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7"/>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9" name="Google Shape;3439;p57"/>
          <p:cNvGrpSpPr/>
          <p:nvPr/>
        </p:nvGrpSpPr>
        <p:grpSpPr>
          <a:xfrm>
            <a:off x="7856289" y="3456358"/>
            <a:ext cx="162896" cy="278710"/>
            <a:chOff x="7601242" y="3729267"/>
            <a:chExt cx="222566" cy="380803"/>
          </a:xfrm>
        </p:grpSpPr>
        <p:sp>
          <p:nvSpPr>
            <p:cNvPr id="3440" name="Google Shape;3440;p57"/>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7"/>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42" name="Google Shape;3442;p57"/>
          <p:cNvSpPr/>
          <p:nvPr/>
        </p:nvSpPr>
        <p:spPr>
          <a:xfrm>
            <a:off x="7822315" y="306871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43" name="Google Shape;3443;p57"/>
          <p:cNvGrpSpPr/>
          <p:nvPr/>
        </p:nvGrpSpPr>
        <p:grpSpPr>
          <a:xfrm>
            <a:off x="7345935" y="3457498"/>
            <a:ext cx="193543" cy="275990"/>
            <a:chOff x="8304647" y="3738687"/>
            <a:chExt cx="225076" cy="320956"/>
          </a:xfrm>
        </p:grpSpPr>
        <p:sp>
          <p:nvSpPr>
            <p:cNvPr id="3444" name="Google Shape;3444;p57"/>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7"/>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7"/>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7" name="Google Shape;3447;p57"/>
          <p:cNvGrpSpPr/>
          <p:nvPr/>
        </p:nvGrpSpPr>
        <p:grpSpPr>
          <a:xfrm>
            <a:off x="7618427" y="3457498"/>
            <a:ext cx="178492" cy="275990"/>
            <a:chOff x="8615101" y="3738687"/>
            <a:chExt cx="207573" cy="320956"/>
          </a:xfrm>
        </p:grpSpPr>
        <p:sp>
          <p:nvSpPr>
            <p:cNvPr id="3448" name="Google Shape;3448;p57"/>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7"/>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7"/>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51" name="Google Shape;3451;p57"/>
          <p:cNvSpPr/>
          <p:nvPr/>
        </p:nvSpPr>
        <p:spPr>
          <a:xfrm>
            <a:off x="8114867" y="3047381"/>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52" name="Google Shape;3452;p57"/>
          <p:cNvGrpSpPr/>
          <p:nvPr/>
        </p:nvGrpSpPr>
        <p:grpSpPr>
          <a:xfrm>
            <a:off x="6013132" y="3578986"/>
            <a:ext cx="557671" cy="511283"/>
            <a:chOff x="6015419" y="3716859"/>
            <a:chExt cx="557671" cy="511283"/>
          </a:xfrm>
        </p:grpSpPr>
        <p:sp>
          <p:nvSpPr>
            <p:cNvPr id="3453" name="Google Shape;3453;p57"/>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54" name="Google Shape;3454;p57"/>
            <p:cNvGrpSpPr/>
            <p:nvPr/>
          </p:nvGrpSpPr>
          <p:grpSpPr>
            <a:xfrm>
              <a:off x="6036094" y="3716980"/>
              <a:ext cx="529860" cy="510468"/>
              <a:chOff x="6036094" y="3716980"/>
              <a:chExt cx="529860" cy="510468"/>
            </a:xfrm>
          </p:grpSpPr>
          <p:sp>
            <p:nvSpPr>
              <p:cNvPr id="3455" name="Google Shape;3455;p57"/>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7"/>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7"/>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7"/>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7"/>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7"/>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7"/>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7"/>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7"/>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7"/>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65" name="Google Shape;3465;p57"/>
          <p:cNvGrpSpPr/>
          <p:nvPr/>
        </p:nvGrpSpPr>
        <p:grpSpPr>
          <a:xfrm>
            <a:off x="6642017" y="2935755"/>
            <a:ext cx="576302" cy="511871"/>
            <a:chOff x="6644304" y="3073628"/>
            <a:chExt cx="576302" cy="511871"/>
          </a:xfrm>
        </p:grpSpPr>
        <p:sp>
          <p:nvSpPr>
            <p:cNvPr id="3466" name="Google Shape;3466;p57"/>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67" name="Google Shape;3467;p57"/>
            <p:cNvGrpSpPr/>
            <p:nvPr/>
          </p:nvGrpSpPr>
          <p:grpSpPr>
            <a:xfrm>
              <a:off x="6712169" y="3085440"/>
              <a:ext cx="481622" cy="494913"/>
              <a:chOff x="6712169" y="3085440"/>
              <a:chExt cx="481622" cy="494913"/>
            </a:xfrm>
          </p:grpSpPr>
          <p:sp>
            <p:nvSpPr>
              <p:cNvPr id="3468" name="Google Shape;3468;p57"/>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7"/>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7"/>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7"/>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7"/>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73" name="Google Shape;3473;p57"/>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7"/>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7"/>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76" name="Google Shape;3476;p57"/>
          <p:cNvSpPr/>
          <p:nvPr/>
        </p:nvSpPr>
        <p:spPr>
          <a:xfrm>
            <a:off x="6986052" y="2952384"/>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77" name="Google Shape;3477;p57"/>
          <p:cNvGrpSpPr/>
          <p:nvPr/>
        </p:nvGrpSpPr>
        <p:grpSpPr>
          <a:xfrm>
            <a:off x="6649868" y="3578750"/>
            <a:ext cx="560631" cy="511352"/>
            <a:chOff x="6652154" y="3716623"/>
            <a:chExt cx="560631" cy="511352"/>
          </a:xfrm>
        </p:grpSpPr>
        <p:sp>
          <p:nvSpPr>
            <p:cNvPr id="3478" name="Google Shape;3478;p57"/>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79" name="Google Shape;3479;p57"/>
            <p:cNvGrpSpPr/>
            <p:nvPr/>
          </p:nvGrpSpPr>
          <p:grpSpPr>
            <a:xfrm>
              <a:off x="6669657" y="3716715"/>
              <a:ext cx="466779" cy="464290"/>
              <a:chOff x="6669657" y="3716715"/>
              <a:chExt cx="466779" cy="464290"/>
            </a:xfrm>
          </p:grpSpPr>
          <p:sp>
            <p:nvSpPr>
              <p:cNvPr id="3480" name="Google Shape;3480;p57"/>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7"/>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7"/>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7"/>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7"/>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7"/>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7"/>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7"/>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7"/>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7"/>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7"/>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7"/>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7"/>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93" name="Google Shape;3493;p57"/>
          <p:cNvGrpSpPr/>
          <p:nvPr/>
        </p:nvGrpSpPr>
        <p:grpSpPr>
          <a:xfrm>
            <a:off x="7843959" y="3860159"/>
            <a:ext cx="187557" cy="187557"/>
            <a:chOff x="8565775" y="671075"/>
            <a:chExt cx="441000" cy="441000"/>
          </a:xfrm>
        </p:grpSpPr>
        <p:sp>
          <p:nvSpPr>
            <p:cNvPr id="3494" name="Google Shape;3494;p5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7"/>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96" name="Google Shape;3496;p57"/>
          <p:cNvSpPr/>
          <p:nvPr/>
        </p:nvSpPr>
        <p:spPr>
          <a:xfrm>
            <a:off x="8145173" y="3856079"/>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7"/>
          <p:cNvSpPr/>
          <p:nvPr/>
        </p:nvSpPr>
        <p:spPr>
          <a:xfrm flipH="1">
            <a:off x="7353412" y="382253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98" name="Google Shape;3498;p57"/>
          <p:cNvGrpSpPr/>
          <p:nvPr/>
        </p:nvGrpSpPr>
        <p:grpSpPr>
          <a:xfrm>
            <a:off x="5997814" y="2938377"/>
            <a:ext cx="587871" cy="512373"/>
            <a:chOff x="6000100" y="3076250"/>
            <a:chExt cx="587871" cy="512373"/>
          </a:xfrm>
        </p:grpSpPr>
        <p:sp>
          <p:nvSpPr>
            <p:cNvPr id="3499" name="Google Shape;3499;p57"/>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00" name="Google Shape;3500;p57"/>
            <p:cNvGrpSpPr/>
            <p:nvPr/>
          </p:nvGrpSpPr>
          <p:grpSpPr>
            <a:xfrm>
              <a:off x="6031360" y="3076713"/>
              <a:ext cx="539107" cy="480965"/>
              <a:chOff x="6031360" y="3076713"/>
              <a:chExt cx="539107" cy="480965"/>
            </a:xfrm>
          </p:grpSpPr>
          <p:sp>
            <p:nvSpPr>
              <p:cNvPr id="3501" name="Google Shape;3501;p57"/>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7"/>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7"/>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7"/>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7"/>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7"/>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7"/>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08" name="Google Shape;3508;p57"/>
          <p:cNvGrpSpPr/>
          <p:nvPr/>
        </p:nvGrpSpPr>
        <p:grpSpPr>
          <a:xfrm>
            <a:off x="3416805" y="919691"/>
            <a:ext cx="2310381" cy="1488888"/>
            <a:chOff x="229225" y="549050"/>
            <a:chExt cx="7161750" cy="4615275"/>
          </a:xfrm>
        </p:grpSpPr>
        <p:sp>
          <p:nvSpPr>
            <p:cNvPr id="3509" name="Google Shape;3509;p57"/>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7"/>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7"/>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7"/>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7"/>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7"/>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7"/>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7"/>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7"/>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7"/>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7"/>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7"/>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7"/>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7"/>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7"/>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7"/>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7"/>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7"/>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7"/>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7"/>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7"/>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7"/>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7"/>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7"/>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7"/>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7"/>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7"/>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7"/>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7"/>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7"/>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7"/>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7"/>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7"/>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7"/>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7"/>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7"/>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7"/>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7"/>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7"/>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7"/>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7"/>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7"/>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7"/>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7"/>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7"/>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7"/>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7"/>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7"/>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7"/>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7"/>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7"/>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7"/>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7"/>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7"/>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7"/>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7"/>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7"/>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7"/>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7"/>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7"/>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7"/>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7"/>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7"/>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7"/>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7"/>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7"/>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7"/>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7"/>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7"/>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7"/>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7"/>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7"/>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7"/>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7"/>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7"/>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7"/>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7"/>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7"/>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7"/>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7"/>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7"/>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7"/>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7"/>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7"/>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7"/>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7"/>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7"/>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7"/>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7"/>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7"/>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7"/>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7"/>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7"/>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7"/>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7"/>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7"/>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7"/>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7"/>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7"/>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7"/>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7"/>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7"/>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7"/>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7"/>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7"/>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7"/>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7"/>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7"/>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7"/>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7"/>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7"/>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7"/>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7"/>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7"/>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7"/>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7"/>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7"/>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6" name="Google Shape;3626;p57"/>
          <p:cNvGrpSpPr/>
          <p:nvPr/>
        </p:nvGrpSpPr>
        <p:grpSpPr>
          <a:xfrm>
            <a:off x="3514723" y="2849588"/>
            <a:ext cx="2310282" cy="1374222"/>
            <a:chOff x="238125" y="732525"/>
            <a:chExt cx="7130500" cy="4241425"/>
          </a:xfrm>
        </p:grpSpPr>
        <p:sp>
          <p:nvSpPr>
            <p:cNvPr id="3627" name="Google Shape;3627;p57"/>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7"/>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7"/>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7"/>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7"/>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7"/>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7"/>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7"/>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7"/>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7"/>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7"/>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7"/>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7"/>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7"/>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7"/>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7"/>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7"/>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7"/>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7"/>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7"/>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7"/>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7"/>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7"/>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7"/>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7"/>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7"/>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7"/>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7"/>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7"/>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7"/>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7"/>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7"/>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7"/>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7"/>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7"/>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7"/>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7"/>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7"/>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7"/>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7"/>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7"/>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7"/>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7"/>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7"/>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7"/>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7"/>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7"/>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7"/>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7"/>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7"/>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7"/>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7"/>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7"/>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7"/>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7"/>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7"/>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7"/>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7"/>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7"/>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7"/>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7"/>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7"/>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7"/>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7"/>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7"/>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7"/>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7"/>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7"/>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7"/>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7"/>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7"/>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7"/>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7"/>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7"/>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7"/>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7"/>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7"/>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7"/>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7"/>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7"/>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7"/>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7"/>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7"/>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7"/>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7"/>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7"/>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7"/>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7"/>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7"/>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7"/>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7"/>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7"/>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7"/>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7"/>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7"/>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7"/>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7"/>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7"/>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7"/>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7"/>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7"/>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7"/>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7"/>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7"/>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7"/>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7"/>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7"/>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7"/>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7"/>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7"/>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7"/>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7"/>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7"/>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7"/>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3744"/>
        <p:cNvGrpSpPr/>
        <p:nvPr/>
      </p:nvGrpSpPr>
      <p:grpSpPr>
        <a:xfrm>
          <a:off x="0" y="0"/>
          <a:ext cx="0" cy="0"/>
          <a:chOff x="0" y="0"/>
          <a:chExt cx="0" cy="0"/>
        </a:xfrm>
      </p:grpSpPr>
      <p:grpSp>
        <p:nvGrpSpPr>
          <p:cNvPr id="3745" name="Google Shape;3745;p58"/>
          <p:cNvGrpSpPr/>
          <p:nvPr/>
        </p:nvGrpSpPr>
        <p:grpSpPr>
          <a:xfrm>
            <a:off x="725414" y="969763"/>
            <a:ext cx="2507799" cy="206239"/>
            <a:chOff x="106648" y="895722"/>
            <a:chExt cx="4481413" cy="374300"/>
          </a:xfrm>
        </p:grpSpPr>
        <p:grpSp>
          <p:nvGrpSpPr>
            <p:cNvPr id="3746" name="Google Shape;3746;p58"/>
            <p:cNvGrpSpPr/>
            <p:nvPr/>
          </p:nvGrpSpPr>
          <p:grpSpPr>
            <a:xfrm>
              <a:off x="2233276" y="895722"/>
              <a:ext cx="1082667" cy="223591"/>
              <a:chOff x="4808316" y="2800065"/>
              <a:chExt cx="1999386" cy="412910"/>
            </a:xfrm>
          </p:grpSpPr>
          <p:sp>
            <p:nvSpPr>
              <p:cNvPr id="3747" name="Google Shape;3747;p58"/>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48" name="Google Shape;3748;p58"/>
              <p:cNvGrpSpPr/>
              <p:nvPr/>
            </p:nvGrpSpPr>
            <p:grpSpPr>
              <a:xfrm>
                <a:off x="4808316" y="2800065"/>
                <a:ext cx="92400" cy="411825"/>
                <a:chOff x="845575" y="2563700"/>
                <a:chExt cx="92400" cy="411825"/>
              </a:xfrm>
            </p:grpSpPr>
            <p:cxnSp>
              <p:nvCxnSpPr>
                <p:cNvPr id="3749" name="Google Shape;3749;p5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750" name="Google Shape;3750;p5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51" name="Google Shape;3751;p58"/>
            <p:cNvGrpSpPr/>
            <p:nvPr/>
          </p:nvGrpSpPr>
          <p:grpSpPr>
            <a:xfrm>
              <a:off x="106648" y="895722"/>
              <a:ext cx="1088401" cy="223591"/>
              <a:chOff x="881025" y="2800065"/>
              <a:chExt cx="2009975" cy="412910"/>
            </a:xfrm>
          </p:grpSpPr>
          <p:sp>
            <p:nvSpPr>
              <p:cNvPr id="3752" name="Google Shape;3752;p58"/>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53" name="Google Shape;3753;p58"/>
              <p:cNvGrpSpPr/>
              <p:nvPr/>
            </p:nvGrpSpPr>
            <p:grpSpPr>
              <a:xfrm>
                <a:off x="881025" y="2800065"/>
                <a:ext cx="92400" cy="411825"/>
                <a:chOff x="845575" y="2563700"/>
                <a:chExt cx="92400" cy="411825"/>
              </a:xfrm>
            </p:grpSpPr>
            <p:cxnSp>
              <p:nvCxnSpPr>
                <p:cNvPr id="3754" name="Google Shape;3754;p5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755" name="Google Shape;3755;p5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56" name="Google Shape;3756;p58"/>
            <p:cNvGrpSpPr/>
            <p:nvPr/>
          </p:nvGrpSpPr>
          <p:grpSpPr>
            <a:xfrm>
              <a:off x="1172346" y="1047018"/>
              <a:ext cx="1083151" cy="223003"/>
              <a:chOff x="2849073" y="3079467"/>
              <a:chExt cx="2000279" cy="411825"/>
            </a:xfrm>
          </p:grpSpPr>
          <p:sp>
            <p:nvSpPr>
              <p:cNvPr id="3757" name="Google Shape;3757;p58"/>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58" name="Google Shape;3758;p58"/>
              <p:cNvGrpSpPr/>
              <p:nvPr/>
            </p:nvGrpSpPr>
            <p:grpSpPr>
              <a:xfrm rot="10800000">
                <a:off x="2849073" y="3079467"/>
                <a:ext cx="92400" cy="411825"/>
                <a:chOff x="2070100" y="2563700"/>
                <a:chExt cx="92400" cy="411825"/>
              </a:xfrm>
            </p:grpSpPr>
            <p:cxnSp>
              <p:nvCxnSpPr>
                <p:cNvPr id="3759" name="Google Shape;3759;p5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760" name="Google Shape;3760;p5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61" name="Google Shape;3761;p58"/>
            <p:cNvGrpSpPr/>
            <p:nvPr/>
          </p:nvGrpSpPr>
          <p:grpSpPr>
            <a:xfrm>
              <a:off x="3290132" y="1047018"/>
              <a:ext cx="1297929" cy="223003"/>
              <a:chOff x="6760035" y="3079467"/>
              <a:chExt cx="2396914" cy="411825"/>
            </a:xfrm>
          </p:grpSpPr>
          <p:sp>
            <p:nvSpPr>
              <p:cNvPr id="3762" name="Google Shape;3762;p58"/>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63" name="Google Shape;3763;p58"/>
              <p:cNvGrpSpPr/>
              <p:nvPr/>
            </p:nvGrpSpPr>
            <p:grpSpPr>
              <a:xfrm rot="10800000">
                <a:off x="6760035" y="3079467"/>
                <a:ext cx="92400" cy="411825"/>
                <a:chOff x="2070100" y="2563700"/>
                <a:chExt cx="92400" cy="411825"/>
              </a:xfrm>
            </p:grpSpPr>
            <p:cxnSp>
              <p:nvCxnSpPr>
                <p:cNvPr id="3764" name="Google Shape;3764;p5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765" name="Google Shape;3765;p5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766" name="Google Shape;3766;p58"/>
          <p:cNvGrpSpPr/>
          <p:nvPr/>
        </p:nvGrpSpPr>
        <p:grpSpPr>
          <a:xfrm>
            <a:off x="2143176" y="3369134"/>
            <a:ext cx="1086701" cy="799429"/>
            <a:chOff x="2183288" y="3555572"/>
            <a:chExt cx="1136241" cy="835873"/>
          </a:xfrm>
        </p:grpSpPr>
        <p:sp>
          <p:nvSpPr>
            <p:cNvPr id="3767" name="Google Shape;3767;p58"/>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68" name="Google Shape;3768;p58"/>
            <p:cNvGrpSpPr/>
            <p:nvPr/>
          </p:nvGrpSpPr>
          <p:grpSpPr>
            <a:xfrm>
              <a:off x="2205895" y="3637269"/>
              <a:ext cx="1089848" cy="724993"/>
              <a:chOff x="2205895" y="3637269"/>
              <a:chExt cx="1089848" cy="724993"/>
            </a:xfrm>
          </p:grpSpPr>
          <p:sp>
            <p:nvSpPr>
              <p:cNvPr id="3769" name="Google Shape;3769;p58"/>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8"/>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8"/>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8"/>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8"/>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8"/>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75" name="Google Shape;3775;p58"/>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776" name="Google Shape;3776;p58"/>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3777" name="Google Shape;3777;p58"/>
            <p:cNvGrpSpPr/>
            <p:nvPr/>
          </p:nvGrpSpPr>
          <p:grpSpPr>
            <a:xfrm>
              <a:off x="3173850" y="3779426"/>
              <a:ext cx="145679" cy="70048"/>
              <a:chOff x="3173850" y="3779426"/>
              <a:chExt cx="145679" cy="70048"/>
            </a:xfrm>
          </p:grpSpPr>
          <p:cxnSp>
            <p:nvCxnSpPr>
              <p:cNvPr id="3778" name="Google Shape;3778;p58"/>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3779" name="Google Shape;3779;p58"/>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0" name="Google Shape;3780;p58"/>
            <p:cNvGrpSpPr/>
            <p:nvPr/>
          </p:nvGrpSpPr>
          <p:grpSpPr>
            <a:xfrm>
              <a:off x="2183288" y="4139483"/>
              <a:ext cx="145133" cy="70048"/>
              <a:chOff x="2183288" y="4139483"/>
              <a:chExt cx="145133" cy="70048"/>
            </a:xfrm>
          </p:grpSpPr>
          <p:cxnSp>
            <p:nvCxnSpPr>
              <p:cNvPr id="3781" name="Google Shape;3781;p58"/>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3782" name="Google Shape;3782;p58"/>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83" name="Google Shape;3783;p58"/>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784" name="Google Shape;3784;p58"/>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3785" name="Google Shape;3785;p58"/>
            <p:cNvGrpSpPr/>
            <p:nvPr/>
          </p:nvGrpSpPr>
          <p:grpSpPr>
            <a:xfrm>
              <a:off x="2943836" y="4268886"/>
              <a:ext cx="60717" cy="122559"/>
              <a:chOff x="2943836" y="4268886"/>
              <a:chExt cx="60717" cy="122559"/>
            </a:xfrm>
          </p:grpSpPr>
          <p:sp>
            <p:nvSpPr>
              <p:cNvPr id="3786" name="Google Shape;3786;p58"/>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787" name="Google Shape;3787;p58"/>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3788" name="Google Shape;3788;p58"/>
          <p:cNvGrpSpPr/>
          <p:nvPr/>
        </p:nvGrpSpPr>
        <p:grpSpPr>
          <a:xfrm>
            <a:off x="3406121" y="1290134"/>
            <a:ext cx="1675870" cy="758251"/>
            <a:chOff x="3530532" y="1496185"/>
            <a:chExt cx="1562000" cy="706730"/>
          </a:xfrm>
        </p:grpSpPr>
        <p:cxnSp>
          <p:nvCxnSpPr>
            <p:cNvPr id="3789" name="Google Shape;3789;p58"/>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3790" name="Google Shape;3790;p58"/>
            <p:cNvGrpSpPr/>
            <p:nvPr/>
          </p:nvGrpSpPr>
          <p:grpSpPr>
            <a:xfrm>
              <a:off x="3530532" y="1496185"/>
              <a:ext cx="323430" cy="463587"/>
              <a:chOff x="3530532" y="1496185"/>
              <a:chExt cx="323430" cy="463587"/>
            </a:xfrm>
          </p:grpSpPr>
          <p:grpSp>
            <p:nvGrpSpPr>
              <p:cNvPr id="3791" name="Google Shape;3791;p58"/>
              <p:cNvGrpSpPr/>
              <p:nvPr/>
            </p:nvGrpSpPr>
            <p:grpSpPr>
              <a:xfrm>
                <a:off x="3567462" y="1496185"/>
                <a:ext cx="286500" cy="361376"/>
                <a:chOff x="3567462" y="1496185"/>
                <a:chExt cx="286500" cy="361376"/>
              </a:xfrm>
            </p:grpSpPr>
            <p:cxnSp>
              <p:nvCxnSpPr>
                <p:cNvPr id="3792" name="Google Shape;3792;p58"/>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3793" name="Google Shape;3793;p58"/>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94" name="Google Shape;3794;p58"/>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5" name="Google Shape;3795;p58"/>
            <p:cNvGrpSpPr/>
            <p:nvPr/>
          </p:nvGrpSpPr>
          <p:grpSpPr>
            <a:xfrm>
              <a:off x="3891569" y="1779209"/>
              <a:ext cx="323945" cy="423706"/>
              <a:chOff x="3891569" y="1779209"/>
              <a:chExt cx="323945" cy="423706"/>
            </a:xfrm>
          </p:grpSpPr>
          <p:grpSp>
            <p:nvGrpSpPr>
              <p:cNvPr id="3796" name="Google Shape;3796;p58"/>
              <p:cNvGrpSpPr/>
              <p:nvPr/>
            </p:nvGrpSpPr>
            <p:grpSpPr>
              <a:xfrm>
                <a:off x="3929014" y="1881638"/>
                <a:ext cx="286500" cy="321278"/>
                <a:chOff x="3929014" y="1881638"/>
                <a:chExt cx="286500" cy="321278"/>
              </a:xfrm>
            </p:grpSpPr>
            <p:cxnSp>
              <p:nvCxnSpPr>
                <p:cNvPr id="3797" name="Google Shape;3797;p58"/>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3798" name="Google Shape;3798;p58"/>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99" name="Google Shape;3799;p58"/>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0" name="Google Shape;3800;p58"/>
            <p:cNvGrpSpPr/>
            <p:nvPr/>
          </p:nvGrpSpPr>
          <p:grpSpPr>
            <a:xfrm>
              <a:off x="4252606" y="1496185"/>
              <a:ext cx="324721" cy="463587"/>
              <a:chOff x="4252606" y="1496185"/>
              <a:chExt cx="324721" cy="463587"/>
            </a:xfrm>
          </p:grpSpPr>
          <p:grpSp>
            <p:nvGrpSpPr>
              <p:cNvPr id="3801" name="Google Shape;3801;p58"/>
              <p:cNvGrpSpPr/>
              <p:nvPr/>
            </p:nvGrpSpPr>
            <p:grpSpPr>
              <a:xfrm>
                <a:off x="4290828" y="1496185"/>
                <a:ext cx="286500" cy="361376"/>
                <a:chOff x="4290828" y="1496185"/>
                <a:chExt cx="286500" cy="361376"/>
              </a:xfrm>
            </p:grpSpPr>
            <p:cxnSp>
              <p:nvCxnSpPr>
                <p:cNvPr id="3802" name="Google Shape;3802;p58"/>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3803" name="Google Shape;3803;p58"/>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4" name="Google Shape;3804;p58"/>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5" name="Google Shape;3805;p58"/>
            <p:cNvGrpSpPr/>
            <p:nvPr/>
          </p:nvGrpSpPr>
          <p:grpSpPr>
            <a:xfrm>
              <a:off x="4613643" y="1763716"/>
              <a:ext cx="325308" cy="439200"/>
              <a:chOff x="4613643" y="1763716"/>
              <a:chExt cx="325308" cy="439200"/>
            </a:xfrm>
          </p:grpSpPr>
          <p:grpSp>
            <p:nvGrpSpPr>
              <p:cNvPr id="3806" name="Google Shape;3806;p58"/>
              <p:cNvGrpSpPr/>
              <p:nvPr/>
            </p:nvGrpSpPr>
            <p:grpSpPr>
              <a:xfrm>
                <a:off x="4652451" y="1879538"/>
                <a:ext cx="286500" cy="323378"/>
                <a:chOff x="4652451" y="1879538"/>
                <a:chExt cx="286500" cy="323378"/>
              </a:xfrm>
            </p:grpSpPr>
            <p:cxnSp>
              <p:nvCxnSpPr>
                <p:cNvPr id="3807" name="Google Shape;3807;p58"/>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3808" name="Google Shape;3808;p58"/>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9" name="Google Shape;3809;p58"/>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10" name="Google Shape;3810;p58"/>
          <p:cNvGrpSpPr/>
          <p:nvPr/>
        </p:nvGrpSpPr>
        <p:grpSpPr>
          <a:xfrm>
            <a:off x="3417981" y="2143759"/>
            <a:ext cx="1652173" cy="391517"/>
            <a:chOff x="3512551" y="2358270"/>
            <a:chExt cx="1597383" cy="378533"/>
          </a:xfrm>
        </p:grpSpPr>
        <p:cxnSp>
          <p:nvCxnSpPr>
            <p:cNvPr id="3811" name="Google Shape;3811;p58"/>
            <p:cNvCxnSpPr>
              <a:stCxn id="3812" idx="6"/>
              <a:endCxn id="3813"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3814" name="Google Shape;3814;p58"/>
            <p:cNvGrpSpPr/>
            <p:nvPr/>
          </p:nvGrpSpPr>
          <p:grpSpPr>
            <a:xfrm>
              <a:off x="3512551" y="2358270"/>
              <a:ext cx="225647" cy="307714"/>
              <a:chOff x="2182679" y="2004714"/>
              <a:chExt cx="792300" cy="1080458"/>
            </a:xfrm>
          </p:grpSpPr>
          <p:cxnSp>
            <p:nvCxnSpPr>
              <p:cNvPr id="3815" name="Google Shape;3815;p58"/>
              <p:cNvCxnSpPr>
                <a:stCxn id="3816"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3812" name="Google Shape;3812;p58"/>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8"/>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7" name="Google Shape;3817;p58"/>
            <p:cNvGrpSpPr/>
            <p:nvPr/>
          </p:nvGrpSpPr>
          <p:grpSpPr>
            <a:xfrm>
              <a:off x="3969644" y="2440153"/>
              <a:ext cx="225853" cy="296651"/>
              <a:chOff x="3775710" y="1729289"/>
              <a:chExt cx="136500" cy="179289"/>
            </a:xfrm>
          </p:grpSpPr>
          <p:cxnSp>
            <p:nvCxnSpPr>
              <p:cNvPr id="3818" name="Google Shape;3818;p58"/>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3819" name="Google Shape;3819;p58"/>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8"/>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1" name="Google Shape;3821;p58"/>
            <p:cNvGrpSpPr/>
            <p:nvPr/>
          </p:nvGrpSpPr>
          <p:grpSpPr>
            <a:xfrm>
              <a:off x="4427051" y="2358270"/>
              <a:ext cx="225647" cy="307714"/>
              <a:chOff x="5393704" y="2004714"/>
              <a:chExt cx="792300" cy="1080458"/>
            </a:xfrm>
          </p:grpSpPr>
          <p:cxnSp>
            <p:nvCxnSpPr>
              <p:cNvPr id="3822" name="Google Shape;3822;p58"/>
              <p:cNvCxnSpPr>
                <a:stCxn id="3823"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3824" name="Google Shape;3824;p58"/>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8"/>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5" name="Google Shape;3825;p58"/>
            <p:cNvGrpSpPr/>
            <p:nvPr/>
          </p:nvGrpSpPr>
          <p:grpSpPr>
            <a:xfrm>
              <a:off x="4884287" y="2440252"/>
              <a:ext cx="225647" cy="296532"/>
              <a:chOff x="6999166" y="2292572"/>
              <a:chExt cx="792300" cy="1041192"/>
            </a:xfrm>
          </p:grpSpPr>
          <p:cxnSp>
            <p:nvCxnSpPr>
              <p:cNvPr id="3826" name="Google Shape;3826;p58"/>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3813" name="Google Shape;3813;p58"/>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8"/>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28" name="Google Shape;3828;p58"/>
          <p:cNvGrpSpPr/>
          <p:nvPr/>
        </p:nvGrpSpPr>
        <p:grpSpPr>
          <a:xfrm>
            <a:off x="6838789" y="979959"/>
            <a:ext cx="1581844" cy="732818"/>
            <a:chOff x="634175" y="2986275"/>
            <a:chExt cx="3147949" cy="1458344"/>
          </a:xfrm>
        </p:grpSpPr>
        <p:cxnSp>
          <p:nvCxnSpPr>
            <p:cNvPr id="3829" name="Google Shape;3829;p58"/>
            <p:cNvCxnSpPr>
              <a:stCxn id="3830" idx="4"/>
              <a:endCxn id="3831"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3832" name="Google Shape;3832;p58"/>
            <p:cNvCxnSpPr>
              <a:stCxn id="3831" idx="0"/>
              <a:endCxn id="3833"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3834" name="Google Shape;3834;p58"/>
            <p:cNvCxnSpPr>
              <a:stCxn id="3833" idx="4"/>
              <a:endCxn id="3835"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3836" name="Google Shape;3836;p58"/>
            <p:cNvCxnSpPr>
              <a:stCxn id="3835" idx="0"/>
              <a:endCxn id="3837"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3837" name="Google Shape;3837;p58"/>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3833" name="Google Shape;3833;p58"/>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3830" name="Google Shape;3830;p58"/>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3835" name="Google Shape;3835;p58"/>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3831" name="Google Shape;3831;p58"/>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3838" name="Google Shape;3838;p58"/>
          <p:cNvGrpSpPr/>
          <p:nvPr/>
        </p:nvGrpSpPr>
        <p:grpSpPr>
          <a:xfrm>
            <a:off x="3406504" y="2674269"/>
            <a:ext cx="1675128" cy="313674"/>
            <a:chOff x="998425" y="1182125"/>
            <a:chExt cx="1065400" cy="199500"/>
          </a:xfrm>
        </p:grpSpPr>
        <p:sp>
          <p:nvSpPr>
            <p:cNvPr id="3839" name="Google Shape;3839;p58"/>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8"/>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8"/>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8"/>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8"/>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4" name="Google Shape;3844;p58"/>
          <p:cNvGrpSpPr/>
          <p:nvPr/>
        </p:nvGrpSpPr>
        <p:grpSpPr>
          <a:xfrm>
            <a:off x="3406503" y="3630235"/>
            <a:ext cx="1675129" cy="525345"/>
            <a:chOff x="5194708" y="3484366"/>
            <a:chExt cx="3148148" cy="987304"/>
          </a:xfrm>
        </p:grpSpPr>
        <p:grpSp>
          <p:nvGrpSpPr>
            <p:cNvPr id="3845" name="Google Shape;3845;p58"/>
            <p:cNvGrpSpPr/>
            <p:nvPr/>
          </p:nvGrpSpPr>
          <p:grpSpPr>
            <a:xfrm>
              <a:off x="7531521" y="3484366"/>
              <a:ext cx="811335" cy="987304"/>
              <a:chOff x="3379425" y="1617275"/>
              <a:chExt cx="1090650" cy="1327200"/>
            </a:xfrm>
          </p:grpSpPr>
          <p:sp>
            <p:nvSpPr>
              <p:cNvPr id="3846" name="Google Shape;3846;p58"/>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8"/>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8"/>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9" name="Google Shape;3849;p58"/>
            <p:cNvGrpSpPr/>
            <p:nvPr/>
          </p:nvGrpSpPr>
          <p:grpSpPr>
            <a:xfrm>
              <a:off x="6752546" y="3484366"/>
              <a:ext cx="811428" cy="987304"/>
              <a:chOff x="2332275" y="1617275"/>
              <a:chExt cx="1090775" cy="1327200"/>
            </a:xfrm>
          </p:grpSpPr>
          <p:sp>
            <p:nvSpPr>
              <p:cNvPr id="3850" name="Google Shape;3850;p58"/>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8"/>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8"/>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3" name="Google Shape;3853;p58"/>
            <p:cNvGrpSpPr/>
            <p:nvPr/>
          </p:nvGrpSpPr>
          <p:grpSpPr>
            <a:xfrm>
              <a:off x="5973664" y="3484366"/>
              <a:ext cx="811335" cy="987304"/>
              <a:chOff x="1285250" y="1617275"/>
              <a:chExt cx="1090650" cy="1327200"/>
            </a:xfrm>
          </p:grpSpPr>
          <p:sp>
            <p:nvSpPr>
              <p:cNvPr id="3854" name="Google Shape;3854;p58"/>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8"/>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8"/>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7" name="Google Shape;3857;p58"/>
            <p:cNvGrpSpPr/>
            <p:nvPr/>
          </p:nvGrpSpPr>
          <p:grpSpPr>
            <a:xfrm>
              <a:off x="5194708" y="3484366"/>
              <a:ext cx="811409" cy="987304"/>
              <a:chOff x="238125" y="1617275"/>
              <a:chExt cx="1090750" cy="1327200"/>
            </a:xfrm>
          </p:grpSpPr>
          <p:sp>
            <p:nvSpPr>
              <p:cNvPr id="3858" name="Google Shape;3858;p58"/>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8"/>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8"/>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61" name="Google Shape;3861;p58"/>
          <p:cNvGrpSpPr/>
          <p:nvPr/>
        </p:nvGrpSpPr>
        <p:grpSpPr>
          <a:xfrm>
            <a:off x="6840188" y="2276124"/>
            <a:ext cx="1579046" cy="522230"/>
            <a:chOff x="6853641" y="2534077"/>
            <a:chExt cx="1515545" cy="501229"/>
          </a:xfrm>
        </p:grpSpPr>
        <p:grpSp>
          <p:nvGrpSpPr>
            <p:cNvPr id="3862" name="Google Shape;3862;p58"/>
            <p:cNvGrpSpPr/>
            <p:nvPr/>
          </p:nvGrpSpPr>
          <p:grpSpPr>
            <a:xfrm>
              <a:off x="6853641" y="2618923"/>
              <a:ext cx="1515545" cy="324556"/>
              <a:chOff x="6853641" y="2618923"/>
              <a:chExt cx="1515545" cy="324556"/>
            </a:xfrm>
          </p:grpSpPr>
          <p:sp>
            <p:nvSpPr>
              <p:cNvPr id="3863" name="Google Shape;3863;p58"/>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8"/>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8"/>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8"/>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8"/>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68" name="Google Shape;3868;p58"/>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8"/>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8"/>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8"/>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8"/>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3" name="Google Shape;3873;p58"/>
          <p:cNvGrpSpPr/>
          <p:nvPr/>
        </p:nvGrpSpPr>
        <p:grpSpPr>
          <a:xfrm>
            <a:off x="3435080" y="3151165"/>
            <a:ext cx="1617976" cy="346616"/>
            <a:chOff x="1808063" y="4294338"/>
            <a:chExt cx="3370782" cy="721817"/>
          </a:xfrm>
        </p:grpSpPr>
        <p:sp>
          <p:nvSpPr>
            <p:cNvPr id="3874" name="Google Shape;3874;p58"/>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8"/>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8"/>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8"/>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8"/>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8"/>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8"/>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8"/>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8"/>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8"/>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4" name="Google Shape;3884;p58"/>
          <p:cNvGrpSpPr/>
          <p:nvPr/>
        </p:nvGrpSpPr>
        <p:grpSpPr>
          <a:xfrm>
            <a:off x="5261076" y="3817915"/>
            <a:ext cx="1417067" cy="350605"/>
            <a:chOff x="4234950" y="2101012"/>
            <a:chExt cx="4219974" cy="1044090"/>
          </a:xfrm>
        </p:grpSpPr>
        <p:sp>
          <p:nvSpPr>
            <p:cNvPr id="3885" name="Google Shape;3885;p58"/>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8"/>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8"/>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8"/>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8"/>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8"/>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8"/>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8"/>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8"/>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8"/>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8"/>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8"/>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8"/>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8"/>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8"/>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8"/>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1" name="Google Shape;3901;p58"/>
          <p:cNvGrpSpPr/>
          <p:nvPr/>
        </p:nvGrpSpPr>
        <p:grpSpPr>
          <a:xfrm>
            <a:off x="6836548" y="1808672"/>
            <a:ext cx="1586327" cy="371557"/>
            <a:chOff x="1247650" y="2075423"/>
            <a:chExt cx="6648477" cy="1557238"/>
          </a:xfrm>
        </p:grpSpPr>
        <p:sp>
          <p:nvSpPr>
            <p:cNvPr id="3902" name="Google Shape;3902;p58"/>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8"/>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8"/>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8"/>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8"/>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8"/>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8" name="Google Shape;3908;p58"/>
          <p:cNvGrpSpPr/>
          <p:nvPr/>
        </p:nvGrpSpPr>
        <p:grpSpPr>
          <a:xfrm>
            <a:off x="5267818" y="961862"/>
            <a:ext cx="1415601" cy="1648533"/>
            <a:chOff x="1839112" y="2209163"/>
            <a:chExt cx="1918159" cy="2233784"/>
          </a:xfrm>
        </p:grpSpPr>
        <p:sp>
          <p:nvSpPr>
            <p:cNvPr id="3909" name="Google Shape;3909;p58"/>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8"/>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8"/>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912" name="Google Shape;3912;p58"/>
            <p:cNvCxnSpPr>
              <a:stCxn id="3909" idx="6"/>
              <a:endCxn id="3910"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3913" name="Google Shape;3913;p58"/>
            <p:cNvCxnSpPr>
              <a:stCxn id="3910" idx="4"/>
              <a:endCxn id="3914"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3915" name="Google Shape;3915;p58"/>
            <p:cNvCxnSpPr>
              <a:stCxn id="3914" idx="6"/>
              <a:endCxn id="3911"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3916" name="Google Shape;3916;p58"/>
            <p:cNvCxnSpPr>
              <a:stCxn id="3911" idx="4"/>
              <a:endCxn id="3917"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3914" name="Google Shape;3914;p58"/>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8"/>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8"/>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919" name="Google Shape;3919;p58"/>
            <p:cNvCxnSpPr>
              <a:endCxn id="3918"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3920" name="Google Shape;3920;p58"/>
          <p:cNvGrpSpPr/>
          <p:nvPr/>
        </p:nvGrpSpPr>
        <p:grpSpPr>
          <a:xfrm>
            <a:off x="3425084" y="979946"/>
            <a:ext cx="1637968" cy="154942"/>
            <a:chOff x="238125" y="2506075"/>
            <a:chExt cx="7115411" cy="673075"/>
          </a:xfrm>
        </p:grpSpPr>
        <p:sp>
          <p:nvSpPr>
            <p:cNvPr id="3921" name="Google Shape;3921;p58"/>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8"/>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8"/>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8"/>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8"/>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6" name="Google Shape;3926;p58"/>
          <p:cNvGrpSpPr/>
          <p:nvPr/>
        </p:nvGrpSpPr>
        <p:grpSpPr>
          <a:xfrm>
            <a:off x="1965820" y="1294664"/>
            <a:ext cx="1262932" cy="785408"/>
            <a:chOff x="548861" y="389676"/>
            <a:chExt cx="3843371" cy="2390163"/>
          </a:xfrm>
        </p:grpSpPr>
        <p:cxnSp>
          <p:nvCxnSpPr>
            <p:cNvPr id="3927" name="Google Shape;3927;p58"/>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3928" name="Google Shape;3928;p58"/>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3929" name="Google Shape;3929;p58"/>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3930" name="Google Shape;3930;p58"/>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3931" name="Google Shape;3931;p58"/>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3932" name="Google Shape;3932;p58"/>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933" name="Google Shape;3933;p58"/>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3934" name="Google Shape;3934;p58"/>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8"/>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8"/>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8"/>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8"/>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8"/>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0" name="Google Shape;3940;p58"/>
          <p:cNvGrpSpPr/>
          <p:nvPr/>
        </p:nvGrpSpPr>
        <p:grpSpPr>
          <a:xfrm>
            <a:off x="753952" y="2401541"/>
            <a:ext cx="1412054" cy="633562"/>
            <a:chOff x="1187400" y="2529299"/>
            <a:chExt cx="6769193" cy="2241903"/>
          </a:xfrm>
        </p:grpSpPr>
        <p:sp>
          <p:nvSpPr>
            <p:cNvPr id="3941" name="Google Shape;3941;p58"/>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3942" name="Google Shape;3942;p58"/>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3943" name="Google Shape;3943;p58"/>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3944" name="Google Shape;3944;p58"/>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3945" name="Google Shape;3945;p58"/>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3946" name="Google Shape;3946;p58"/>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3947" name="Google Shape;3947;p58"/>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3948" name="Google Shape;3948;p58"/>
            <p:cNvCxnSpPr>
              <a:stCxn id="3941" idx="2"/>
              <a:endCxn id="3942"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3949" name="Google Shape;3949;p58"/>
            <p:cNvCxnSpPr>
              <a:stCxn id="3943" idx="0"/>
              <a:endCxn id="3941"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3950" name="Google Shape;3950;p58"/>
            <p:cNvCxnSpPr>
              <a:stCxn id="3943" idx="2"/>
              <a:endCxn id="3945"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3951" name="Google Shape;3951;p58"/>
            <p:cNvCxnSpPr>
              <a:stCxn id="3944" idx="0"/>
              <a:endCxn id="3943"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3952" name="Google Shape;3952;p58"/>
            <p:cNvCxnSpPr>
              <a:stCxn id="3942" idx="2"/>
              <a:endCxn id="3947"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3953" name="Google Shape;3953;p58"/>
            <p:cNvCxnSpPr>
              <a:stCxn id="3946" idx="0"/>
              <a:endCxn id="3942"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3954" name="Google Shape;3954;p58"/>
          <p:cNvGrpSpPr/>
          <p:nvPr/>
        </p:nvGrpSpPr>
        <p:grpSpPr>
          <a:xfrm>
            <a:off x="6840198" y="2894250"/>
            <a:ext cx="1579035" cy="540873"/>
            <a:chOff x="6895650" y="3126697"/>
            <a:chExt cx="1436662" cy="492105"/>
          </a:xfrm>
        </p:grpSpPr>
        <p:sp>
          <p:nvSpPr>
            <p:cNvPr id="3955" name="Google Shape;3955;p58"/>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8"/>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8"/>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8"/>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8"/>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60" name="Google Shape;3960;p58"/>
            <p:cNvGrpSpPr/>
            <p:nvPr/>
          </p:nvGrpSpPr>
          <p:grpSpPr>
            <a:xfrm>
              <a:off x="6995957" y="3335810"/>
              <a:ext cx="1230393" cy="71754"/>
              <a:chOff x="6995957" y="3287964"/>
              <a:chExt cx="1230393" cy="71754"/>
            </a:xfrm>
          </p:grpSpPr>
          <p:sp>
            <p:nvSpPr>
              <p:cNvPr id="3961" name="Google Shape;3961;p58"/>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8"/>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8"/>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8"/>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8"/>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66" name="Google Shape;3966;p58"/>
          <p:cNvGrpSpPr/>
          <p:nvPr/>
        </p:nvGrpSpPr>
        <p:grpSpPr>
          <a:xfrm>
            <a:off x="6838780" y="3531013"/>
            <a:ext cx="1581862" cy="650625"/>
            <a:chOff x="6777990" y="3710194"/>
            <a:chExt cx="1646915" cy="677382"/>
          </a:xfrm>
        </p:grpSpPr>
        <p:grpSp>
          <p:nvGrpSpPr>
            <p:cNvPr id="3967" name="Google Shape;3967;p58"/>
            <p:cNvGrpSpPr/>
            <p:nvPr/>
          </p:nvGrpSpPr>
          <p:grpSpPr>
            <a:xfrm>
              <a:off x="6777990" y="3874492"/>
              <a:ext cx="411129" cy="513083"/>
              <a:chOff x="6777990" y="3874492"/>
              <a:chExt cx="411129" cy="513083"/>
            </a:xfrm>
          </p:grpSpPr>
          <p:cxnSp>
            <p:nvCxnSpPr>
              <p:cNvPr id="3968" name="Google Shape;3968;p58"/>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3969" name="Google Shape;3969;p58"/>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0" name="Google Shape;3970;p58"/>
            <p:cNvGrpSpPr/>
            <p:nvPr/>
          </p:nvGrpSpPr>
          <p:grpSpPr>
            <a:xfrm>
              <a:off x="7188425" y="3710194"/>
              <a:ext cx="411123" cy="520535"/>
              <a:chOff x="7188425" y="3710194"/>
              <a:chExt cx="411123" cy="520535"/>
            </a:xfrm>
          </p:grpSpPr>
          <p:cxnSp>
            <p:nvCxnSpPr>
              <p:cNvPr id="3971" name="Google Shape;3971;p58"/>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3972" name="Google Shape;3972;p58"/>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3" name="Google Shape;3973;p58"/>
            <p:cNvGrpSpPr/>
            <p:nvPr/>
          </p:nvGrpSpPr>
          <p:grpSpPr>
            <a:xfrm>
              <a:off x="7603341" y="3874492"/>
              <a:ext cx="411474" cy="513083"/>
              <a:chOff x="7603341" y="3874492"/>
              <a:chExt cx="411474" cy="513083"/>
            </a:xfrm>
          </p:grpSpPr>
          <p:cxnSp>
            <p:nvCxnSpPr>
              <p:cNvPr id="3974" name="Google Shape;3974;p58"/>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3975" name="Google Shape;3975;p58"/>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6" name="Google Shape;3976;p58"/>
            <p:cNvGrpSpPr/>
            <p:nvPr/>
          </p:nvGrpSpPr>
          <p:grpSpPr>
            <a:xfrm>
              <a:off x="8013776" y="3722847"/>
              <a:ext cx="411129" cy="507881"/>
              <a:chOff x="8013776" y="3722847"/>
              <a:chExt cx="411129" cy="507881"/>
            </a:xfrm>
          </p:grpSpPr>
          <p:cxnSp>
            <p:nvCxnSpPr>
              <p:cNvPr id="3977" name="Google Shape;3977;p58"/>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3978" name="Google Shape;3978;p58"/>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79" name="Google Shape;3979;p58"/>
          <p:cNvGrpSpPr/>
          <p:nvPr/>
        </p:nvGrpSpPr>
        <p:grpSpPr>
          <a:xfrm>
            <a:off x="5258295" y="2703853"/>
            <a:ext cx="1421889" cy="1020603"/>
            <a:chOff x="5190863" y="2824811"/>
            <a:chExt cx="1544860" cy="1108869"/>
          </a:xfrm>
        </p:grpSpPr>
        <p:grpSp>
          <p:nvGrpSpPr>
            <p:cNvPr id="3980" name="Google Shape;3980;p58"/>
            <p:cNvGrpSpPr/>
            <p:nvPr/>
          </p:nvGrpSpPr>
          <p:grpSpPr>
            <a:xfrm>
              <a:off x="5938695" y="3176919"/>
              <a:ext cx="685761" cy="404739"/>
              <a:chOff x="5938695" y="3176919"/>
              <a:chExt cx="685761" cy="404739"/>
            </a:xfrm>
          </p:grpSpPr>
          <p:grpSp>
            <p:nvGrpSpPr>
              <p:cNvPr id="3981" name="Google Shape;3981;p58"/>
              <p:cNvGrpSpPr/>
              <p:nvPr/>
            </p:nvGrpSpPr>
            <p:grpSpPr>
              <a:xfrm>
                <a:off x="5938695" y="3176919"/>
                <a:ext cx="685761" cy="404739"/>
                <a:chOff x="5938695" y="3176919"/>
                <a:chExt cx="685761" cy="404739"/>
              </a:xfrm>
            </p:grpSpPr>
            <p:sp>
              <p:nvSpPr>
                <p:cNvPr id="3982" name="Google Shape;3982;p58"/>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8"/>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4" name="Google Shape;3984;p58"/>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5" name="Google Shape;3985;p58"/>
            <p:cNvGrpSpPr/>
            <p:nvPr/>
          </p:nvGrpSpPr>
          <p:grpSpPr>
            <a:xfrm>
              <a:off x="5305233" y="3176835"/>
              <a:ext cx="685971" cy="404655"/>
              <a:chOff x="5305233" y="3176835"/>
              <a:chExt cx="685971" cy="404655"/>
            </a:xfrm>
          </p:grpSpPr>
          <p:grpSp>
            <p:nvGrpSpPr>
              <p:cNvPr id="3986" name="Google Shape;3986;p58"/>
              <p:cNvGrpSpPr/>
              <p:nvPr/>
            </p:nvGrpSpPr>
            <p:grpSpPr>
              <a:xfrm>
                <a:off x="5305233" y="3176835"/>
                <a:ext cx="685971" cy="404655"/>
                <a:chOff x="5305233" y="3176835"/>
                <a:chExt cx="685971" cy="404655"/>
              </a:xfrm>
            </p:grpSpPr>
            <p:sp>
              <p:nvSpPr>
                <p:cNvPr id="3987" name="Google Shape;3987;p58"/>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8"/>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9" name="Google Shape;3989;p58"/>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90" name="Google Shape;3990;p58"/>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1" name="Google Shape;3991;p58"/>
            <p:cNvGrpSpPr/>
            <p:nvPr/>
          </p:nvGrpSpPr>
          <p:grpSpPr>
            <a:xfrm>
              <a:off x="5657361" y="2824811"/>
              <a:ext cx="1078361" cy="404655"/>
              <a:chOff x="5657361" y="2824811"/>
              <a:chExt cx="1078361" cy="404655"/>
            </a:xfrm>
          </p:grpSpPr>
          <p:grpSp>
            <p:nvGrpSpPr>
              <p:cNvPr id="3992" name="Google Shape;3992;p58"/>
              <p:cNvGrpSpPr/>
              <p:nvPr/>
            </p:nvGrpSpPr>
            <p:grpSpPr>
              <a:xfrm>
                <a:off x="5657361" y="2824811"/>
                <a:ext cx="1078361" cy="404655"/>
                <a:chOff x="5657361" y="2824811"/>
                <a:chExt cx="1078361" cy="404655"/>
              </a:xfrm>
            </p:grpSpPr>
            <p:grpSp>
              <p:nvGrpSpPr>
                <p:cNvPr id="3993" name="Google Shape;3993;p58"/>
                <p:cNvGrpSpPr/>
                <p:nvPr/>
              </p:nvGrpSpPr>
              <p:grpSpPr>
                <a:xfrm>
                  <a:off x="5938485" y="2824811"/>
                  <a:ext cx="797237" cy="404655"/>
                  <a:chOff x="5938485" y="2824811"/>
                  <a:chExt cx="797237" cy="404655"/>
                </a:xfrm>
              </p:grpSpPr>
              <p:sp>
                <p:nvSpPr>
                  <p:cNvPr id="3994" name="Google Shape;3994;p58"/>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8"/>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96" name="Google Shape;3996;p58"/>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97" name="Google Shape;3997;p58"/>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8" name="Google Shape;3998;p58"/>
            <p:cNvGrpSpPr/>
            <p:nvPr/>
          </p:nvGrpSpPr>
          <p:grpSpPr>
            <a:xfrm>
              <a:off x="5190863" y="3528942"/>
              <a:ext cx="1078026" cy="404739"/>
              <a:chOff x="5190863" y="3528942"/>
              <a:chExt cx="1078026" cy="404739"/>
            </a:xfrm>
          </p:grpSpPr>
          <p:sp>
            <p:nvSpPr>
              <p:cNvPr id="3999" name="Google Shape;3999;p58"/>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00" name="Google Shape;4000;p58"/>
              <p:cNvGrpSpPr/>
              <p:nvPr/>
            </p:nvGrpSpPr>
            <p:grpSpPr>
              <a:xfrm>
                <a:off x="5190863" y="3528942"/>
                <a:ext cx="1078026" cy="404739"/>
                <a:chOff x="5190863" y="3528942"/>
                <a:chExt cx="1078026" cy="404739"/>
              </a:xfrm>
            </p:grpSpPr>
            <p:sp>
              <p:nvSpPr>
                <p:cNvPr id="4001" name="Google Shape;4001;p58"/>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8"/>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003" name="Google Shape;4003;p58"/>
          <p:cNvGrpSpPr/>
          <p:nvPr/>
        </p:nvGrpSpPr>
        <p:grpSpPr>
          <a:xfrm>
            <a:off x="724302" y="1268321"/>
            <a:ext cx="1086719" cy="879487"/>
            <a:chOff x="803162" y="1474292"/>
            <a:chExt cx="1086719" cy="879487"/>
          </a:xfrm>
        </p:grpSpPr>
        <p:grpSp>
          <p:nvGrpSpPr>
            <p:cNvPr id="4004" name="Google Shape;4004;p58"/>
            <p:cNvGrpSpPr/>
            <p:nvPr/>
          </p:nvGrpSpPr>
          <p:grpSpPr>
            <a:xfrm>
              <a:off x="803162" y="1625948"/>
              <a:ext cx="445856" cy="576579"/>
              <a:chOff x="803162" y="1625948"/>
              <a:chExt cx="445856" cy="576579"/>
            </a:xfrm>
          </p:grpSpPr>
          <p:sp>
            <p:nvSpPr>
              <p:cNvPr id="4005" name="Google Shape;4005;p58"/>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06" name="Google Shape;4006;p58"/>
              <p:cNvGrpSpPr/>
              <p:nvPr/>
            </p:nvGrpSpPr>
            <p:grpSpPr>
              <a:xfrm>
                <a:off x="1056023" y="1625948"/>
                <a:ext cx="192995" cy="576579"/>
                <a:chOff x="1056023" y="1625948"/>
                <a:chExt cx="192995" cy="576579"/>
              </a:xfrm>
            </p:grpSpPr>
            <p:sp>
              <p:nvSpPr>
                <p:cNvPr id="4007" name="Google Shape;4007;p58"/>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8"/>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8"/>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8"/>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8"/>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12" name="Google Shape;4012;p58"/>
            <p:cNvGrpSpPr/>
            <p:nvPr/>
          </p:nvGrpSpPr>
          <p:grpSpPr>
            <a:xfrm>
              <a:off x="1371406" y="1474292"/>
              <a:ext cx="518475" cy="879487"/>
              <a:chOff x="1398231" y="1474292"/>
              <a:chExt cx="518475" cy="879487"/>
            </a:xfrm>
          </p:grpSpPr>
          <p:grpSp>
            <p:nvGrpSpPr>
              <p:cNvPr id="4013" name="Google Shape;4013;p58"/>
              <p:cNvGrpSpPr/>
              <p:nvPr/>
            </p:nvGrpSpPr>
            <p:grpSpPr>
              <a:xfrm>
                <a:off x="1398231" y="1474292"/>
                <a:ext cx="518475" cy="341643"/>
                <a:chOff x="1398231" y="1474292"/>
                <a:chExt cx="518475" cy="341643"/>
              </a:xfrm>
            </p:grpSpPr>
            <p:sp>
              <p:nvSpPr>
                <p:cNvPr id="4014" name="Google Shape;4014;p58"/>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15" name="Google Shape;4015;p58"/>
                <p:cNvGrpSpPr/>
                <p:nvPr/>
              </p:nvGrpSpPr>
              <p:grpSpPr>
                <a:xfrm>
                  <a:off x="1616453" y="1474292"/>
                  <a:ext cx="300253" cy="341643"/>
                  <a:chOff x="1616453" y="1475379"/>
                  <a:chExt cx="300253" cy="341643"/>
                </a:xfrm>
              </p:grpSpPr>
              <p:sp>
                <p:nvSpPr>
                  <p:cNvPr id="4016" name="Google Shape;4016;p58"/>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8"/>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8"/>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8"/>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8"/>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8"/>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8"/>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23" name="Google Shape;4023;p58"/>
                  <p:cNvGrpSpPr/>
                  <p:nvPr/>
                </p:nvGrpSpPr>
                <p:grpSpPr>
                  <a:xfrm>
                    <a:off x="1839639" y="1475379"/>
                    <a:ext cx="77067" cy="341643"/>
                    <a:chOff x="1839639" y="1475379"/>
                    <a:chExt cx="77067" cy="341643"/>
                  </a:xfrm>
                </p:grpSpPr>
                <p:sp>
                  <p:nvSpPr>
                    <p:cNvPr id="4024" name="Google Shape;4024;p58"/>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8"/>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026" name="Google Shape;4026;p58"/>
              <p:cNvGrpSpPr/>
              <p:nvPr/>
            </p:nvGrpSpPr>
            <p:grpSpPr>
              <a:xfrm>
                <a:off x="1398451" y="2012951"/>
                <a:ext cx="518255" cy="340828"/>
                <a:chOff x="1398451" y="2012951"/>
                <a:chExt cx="518255" cy="340828"/>
              </a:xfrm>
            </p:grpSpPr>
            <p:sp>
              <p:nvSpPr>
                <p:cNvPr id="4027" name="Google Shape;4027;p58"/>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28" name="Google Shape;4028;p58"/>
                <p:cNvGrpSpPr/>
                <p:nvPr/>
              </p:nvGrpSpPr>
              <p:grpSpPr>
                <a:xfrm>
                  <a:off x="1616453" y="2012951"/>
                  <a:ext cx="300253" cy="340828"/>
                  <a:chOff x="1616453" y="2013538"/>
                  <a:chExt cx="300253" cy="340828"/>
                </a:xfrm>
              </p:grpSpPr>
              <p:sp>
                <p:nvSpPr>
                  <p:cNvPr id="4029" name="Google Shape;4029;p58"/>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8"/>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8"/>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8"/>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8"/>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8"/>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8"/>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36" name="Google Shape;4036;p58"/>
                  <p:cNvGrpSpPr/>
                  <p:nvPr/>
                </p:nvGrpSpPr>
                <p:grpSpPr>
                  <a:xfrm>
                    <a:off x="1839639" y="2013538"/>
                    <a:ext cx="77067" cy="340828"/>
                    <a:chOff x="1839639" y="2013538"/>
                    <a:chExt cx="77067" cy="340828"/>
                  </a:xfrm>
                </p:grpSpPr>
                <p:sp>
                  <p:nvSpPr>
                    <p:cNvPr id="4037" name="Google Shape;4037;p58"/>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8"/>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4039" name="Google Shape;4039;p58"/>
          <p:cNvGrpSpPr/>
          <p:nvPr/>
        </p:nvGrpSpPr>
        <p:grpSpPr>
          <a:xfrm>
            <a:off x="721126" y="3399508"/>
            <a:ext cx="1368681" cy="682918"/>
            <a:chOff x="724986" y="3605478"/>
            <a:chExt cx="1368681" cy="682918"/>
          </a:xfrm>
        </p:grpSpPr>
        <p:grpSp>
          <p:nvGrpSpPr>
            <p:cNvPr id="4040" name="Google Shape;4040;p58"/>
            <p:cNvGrpSpPr/>
            <p:nvPr/>
          </p:nvGrpSpPr>
          <p:grpSpPr>
            <a:xfrm>
              <a:off x="1289102" y="3823629"/>
              <a:ext cx="240442" cy="250435"/>
              <a:chOff x="-165066" y="3843615"/>
              <a:chExt cx="221259" cy="230455"/>
            </a:xfrm>
          </p:grpSpPr>
          <p:sp>
            <p:nvSpPr>
              <p:cNvPr id="4041" name="Google Shape;4041;p58"/>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8"/>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8"/>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8"/>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8"/>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8"/>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8"/>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8"/>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8"/>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8"/>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8"/>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8"/>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8"/>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8"/>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8"/>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8"/>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8"/>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8"/>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8"/>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8"/>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1" name="Google Shape;4061;p58"/>
            <p:cNvGrpSpPr/>
            <p:nvPr/>
          </p:nvGrpSpPr>
          <p:grpSpPr>
            <a:xfrm>
              <a:off x="724986" y="3605478"/>
              <a:ext cx="1368681" cy="682918"/>
              <a:chOff x="724986" y="3605478"/>
              <a:chExt cx="1368681" cy="682918"/>
            </a:xfrm>
          </p:grpSpPr>
          <p:grpSp>
            <p:nvGrpSpPr>
              <p:cNvPr id="4062" name="Google Shape;4062;p58"/>
              <p:cNvGrpSpPr/>
              <p:nvPr/>
            </p:nvGrpSpPr>
            <p:grpSpPr>
              <a:xfrm>
                <a:off x="1498221" y="4047614"/>
                <a:ext cx="529172" cy="240783"/>
                <a:chOff x="1498221" y="4047614"/>
                <a:chExt cx="529172" cy="240783"/>
              </a:xfrm>
            </p:grpSpPr>
            <p:grpSp>
              <p:nvGrpSpPr>
                <p:cNvPr id="4063" name="Google Shape;4063;p58"/>
                <p:cNvGrpSpPr/>
                <p:nvPr/>
              </p:nvGrpSpPr>
              <p:grpSpPr>
                <a:xfrm>
                  <a:off x="1826655" y="4224370"/>
                  <a:ext cx="200738" cy="25631"/>
                  <a:chOff x="1826655" y="4224370"/>
                  <a:chExt cx="200738" cy="25631"/>
                </a:xfrm>
              </p:grpSpPr>
              <p:sp>
                <p:nvSpPr>
                  <p:cNvPr id="4064" name="Google Shape;4064;p58"/>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8"/>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6" name="Google Shape;4066;p58"/>
                <p:cNvGrpSpPr/>
                <p:nvPr/>
              </p:nvGrpSpPr>
              <p:grpSpPr>
                <a:xfrm>
                  <a:off x="1498221" y="4047614"/>
                  <a:ext cx="328444" cy="240783"/>
                  <a:chOff x="1498221" y="4047614"/>
                  <a:chExt cx="328444" cy="240783"/>
                </a:xfrm>
              </p:grpSpPr>
              <p:sp>
                <p:nvSpPr>
                  <p:cNvPr id="4067" name="Google Shape;4067;p58"/>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68" name="Google Shape;4068;p58"/>
                  <p:cNvGrpSpPr/>
                  <p:nvPr/>
                </p:nvGrpSpPr>
                <p:grpSpPr>
                  <a:xfrm>
                    <a:off x="1498221" y="4047614"/>
                    <a:ext cx="150566" cy="190416"/>
                    <a:chOff x="1498221" y="4047614"/>
                    <a:chExt cx="150566" cy="190416"/>
                  </a:xfrm>
                </p:grpSpPr>
                <p:sp>
                  <p:nvSpPr>
                    <p:cNvPr id="4069" name="Google Shape;4069;p58"/>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8"/>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071" name="Google Shape;4071;p58"/>
              <p:cNvGrpSpPr/>
              <p:nvPr/>
            </p:nvGrpSpPr>
            <p:grpSpPr>
              <a:xfrm>
                <a:off x="1560718" y="3800594"/>
                <a:ext cx="532948" cy="302090"/>
                <a:chOff x="1560718" y="3800594"/>
                <a:chExt cx="532948" cy="302090"/>
              </a:xfrm>
            </p:grpSpPr>
            <p:grpSp>
              <p:nvGrpSpPr>
                <p:cNvPr id="4072" name="Google Shape;4072;p58"/>
                <p:cNvGrpSpPr/>
                <p:nvPr/>
              </p:nvGrpSpPr>
              <p:grpSpPr>
                <a:xfrm>
                  <a:off x="1912179" y="3827344"/>
                  <a:ext cx="181487" cy="25631"/>
                  <a:chOff x="1912179" y="3827344"/>
                  <a:chExt cx="181487" cy="25631"/>
                </a:xfrm>
              </p:grpSpPr>
              <p:sp>
                <p:nvSpPr>
                  <p:cNvPr id="4073" name="Google Shape;4073;p58"/>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8"/>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5" name="Google Shape;4075;p58"/>
                <p:cNvGrpSpPr/>
                <p:nvPr/>
              </p:nvGrpSpPr>
              <p:grpSpPr>
                <a:xfrm>
                  <a:off x="1912179" y="4044505"/>
                  <a:ext cx="181487" cy="25622"/>
                  <a:chOff x="1912179" y="4044506"/>
                  <a:chExt cx="181487" cy="25622"/>
                </a:xfrm>
              </p:grpSpPr>
              <p:sp>
                <p:nvSpPr>
                  <p:cNvPr id="4076" name="Google Shape;4076;p58"/>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8"/>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8" name="Google Shape;4078;p58"/>
                <p:cNvGrpSpPr/>
                <p:nvPr/>
              </p:nvGrpSpPr>
              <p:grpSpPr>
                <a:xfrm>
                  <a:off x="1560718" y="3800594"/>
                  <a:ext cx="351472" cy="302090"/>
                  <a:chOff x="1560718" y="3800594"/>
                  <a:chExt cx="351472" cy="302090"/>
                </a:xfrm>
              </p:grpSpPr>
              <p:grpSp>
                <p:nvGrpSpPr>
                  <p:cNvPr id="4079" name="Google Shape;4079;p58"/>
                  <p:cNvGrpSpPr/>
                  <p:nvPr/>
                </p:nvGrpSpPr>
                <p:grpSpPr>
                  <a:xfrm>
                    <a:off x="1560718" y="3842857"/>
                    <a:ext cx="173586" cy="217131"/>
                    <a:chOff x="1560718" y="3842857"/>
                    <a:chExt cx="173586" cy="217131"/>
                  </a:xfrm>
                </p:grpSpPr>
                <p:sp>
                  <p:nvSpPr>
                    <p:cNvPr id="4080" name="Google Shape;4080;p58"/>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8"/>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8"/>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3" name="Google Shape;4083;p58"/>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8"/>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085" name="Google Shape;4085;p58"/>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86" name="Google Shape;4086;p58"/>
              <p:cNvGrpSpPr/>
              <p:nvPr/>
            </p:nvGrpSpPr>
            <p:grpSpPr>
              <a:xfrm>
                <a:off x="785350" y="3605478"/>
                <a:ext cx="535311" cy="249245"/>
                <a:chOff x="785350" y="3605478"/>
                <a:chExt cx="535311" cy="249245"/>
              </a:xfrm>
            </p:grpSpPr>
            <p:grpSp>
              <p:nvGrpSpPr>
                <p:cNvPr id="4087" name="Google Shape;4087;p58"/>
                <p:cNvGrpSpPr/>
                <p:nvPr/>
              </p:nvGrpSpPr>
              <p:grpSpPr>
                <a:xfrm>
                  <a:off x="785350" y="3605478"/>
                  <a:ext cx="376191" cy="102736"/>
                  <a:chOff x="785350" y="3605478"/>
                  <a:chExt cx="376191" cy="102736"/>
                </a:xfrm>
              </p:grpSpPr>
              <p:sp>
                <p:nvSpPr>
                  <p:cNvPr id="4088" name="Google Shape;4088;p58"/>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8"/>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8"/>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1" name="Google Shape;4091;p58"/>
                <p:cNvGrpSpPr/>
                <p:nvPr/>
              </p:nvGrpSpPr>
              <p:grpSpPr>
                <a:xfrm>
                  <a:off x="1161530" y="3655851"/>
                  <a:ext cx="159131" cy="198872"/>
                  <a:chOff x="1161530" y="3655851"/>
                  <a:chExt cx="159131" cy="198872"/>
                </a:xfrm>
              </p:grpSpPr>
              <p:sp>
                <p:nvSpPr>
                  <p:cNvPr id="4092" name="Google Shape;4092;p58"/>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8"/>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94" name="Google Shape;4094;p58"/>
              <p:cNvGrpSpPr/>
              <p:nvPr/>
            </p:nvGrpSpPr>
            <p:grpSpPr>
              <a:xfrm>
                <a:off x="785350" y="4047614"/>
                <a:ext cx="535311" cy="240783"/>
                <a:chOff x="785350" y="4047614"/>
                <a:chExt cx="535311" cy="240783"/>
              </a:xfrm>
            </p:grpSpPr>
            <p:grpSp>
              <p:nvGrpSpPr>
                <p:cNvPr id="4095" name="Google Shape;4095;p58"/>
                <p:cNvGrpSpPr/>
                <p:nvPr/>
              </p:nvGrpSpPr>
              <p:grpSpPr>
                <a:xfrm>
                  <a:off x="1161636" y="4047614"/>
                  <a:ext cx="159025" cy="190415"/>
                  <a:chOff x="1161636" y="4047614"/>
                  <a:chExt cx="159025" cy="190415"/>
                </a:xfrm>
              </p:grpSpPr>
              <p:sp>
                <p:nvSpPr>
                  <p:cNvPr id="4096" name="Google Shape;4096;p58"/>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8"/>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8" name="Google Shape;4098;p58"/>
                <p:cNvGrpSpPr/>
                <p:nvPr/>
              </p:nvGrpSpPr>
              <p:grpSpPr>
                <a:xfrm>
                  <a:off x="785350" y="4185661"/>
                  <a:ext cx="376191" cy="102736"/>
                  <a:chOff x="785350" y="4185661"/>
                  <a:chExt cx="376191" cy="102736"/>
                </a:xfrm>
              </p:grpSpPr>
              <p:sp>
                <p:nvSpPr>
                  <p:cNvPr id="4099" name="Google Shape;4099;p58"/>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8"/>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8"/>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02" name="Google Shape;4102;p58"/>
              <p:cNvGrpSpPr/>
              <p:nvPr/>
            </p:nvGrpSpPr>
            <p:grpSpPr>
              <a:xfrm>
                <a:off x="1501054" y="3605478"/>
                <a:ext cx="526340" cy="249240"/>
                <a:chOff x="1501054" y="3605478"/>
                <a:chExt cx="526340" cy="249240"/>
              </a:xfrm>
            </p:grpSpPr>
            <p:grpSp>
              <p:nvGrpSpPr>
                <p:cNvPr id="4103" name="Google Shape;4103;p58"/>
                <p:cNvGrpSpPr/>
                <p:nvPr/>
              </p:nvGrpSpPr>
              <p:grpSpPr>
                <a:xfrm>
                  <a:off x="1834208" y="3643867"/>
                  <a:ext cx="193185" cy="25622"/>
                  <a:chOff x="1834208" y="3643867"/>
                  <a:chExt cx="193185" cy="25622"/>
                </a:xfrm>
              </p:grpSpPr>
              <p:sp>
                <p:nvSpPr>
                  <p:cNvPr id="4104" name="Google Shape;4104;p58"/>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8"/>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6" name="Google Shape;4106;p58"/>
                <p:cNvGrpSpPr/>
                <p:nvPr/>
              </p:nvGrpSpPr>
              <p:grpSpPr>
                <a:xfrm>
                  <a:off x="1501054" y="3605478"/>
                  <a:ext cx="333165" cy="249240"/>
                  <a:chOff x="1501054" y="3605478"/>
                  <a:chExt cx="333165" cy="249240"/>
                </a:xfrm>
              </p:grpSpPr>
              <p:sp>
                <p:nvSpPr>
                  <p:cNvPr id="4107" name="Google Shape;4107;p58"/>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08" name="Google Shape;4108;p58"/>
                  <p:cNvGrpSpPr/>
                  <p:nvPr/>
                </p:nvGrpSpPr>
                <p:grpSpPr>
                  <a:xfrm>
                    <a:off x="1501054" y="3655851"/>
                    <a:ext cx="155286" cy="198867"/>
                    <a:chOff x="1501054" y="3655851"/>
                    <a:chExt cx="155286" cy="198867"/>
                  </a:xfrm>
                </p:grpSpPr>
                <p:sp>
                  <p:nvSpPr>
                    <p:cNvPr id="4109" name="Google Shape;4109;p58"/>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8"/>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111" name="Google Shape;4111;p58"/>
              <p:cNvGrpSpPr/>
              <p:nvPr/>
            </p:nvGrpSpPr>
            <p:grpSpPr>
              <a:xfrm>
                <a:off x="724986" y="3800594"/>
                <a:ext cx="532950" cy="302090"/>
                <a:chOff x="724986" y="3800594"/>
                <a:chExt cx="532950" cy="302090"/>
              </a:xfrm>
            </p:grpSpPr>
            <p:grpSp>
              <p:nvGrpSpPr>
                <p:cNvPr id="4112" name="Google Shape;4112;p58"/>
                <p:cNvGrpSpPr/>
                <p:nvPr/>
              </p:nvGrpSpPr>
              <p:grpSpPr>
                <a:xfrm>
                  <a:off x="724986" y="4044367"/>
                  <a:ext cx="181314" cy="25626"/>
                  <a:chOff x="724986" y="4044367"/>
                  <a:chExt cx="181314" cy="25626"/>
                </a:xfrm>
              </p:grpSpPr>
              <p:sp>
                <p:nvSpPr>
                  <p:cNvPr id="4113" name="Google Shape;4113;p58"/>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8"/>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5" name="Google Shape;4115;p58"/>
                <p:cNvGrpSpPr/>
                <p:nvPr/>
              </p:nvGrpSpPr>
              <p:grpSpPr>
                <a:xfrm>
                  <a:off x="906290" y="3800594"/>
                  <a:ext cx="351646" cy="302090"/>
                  <a:chOff x="906290" y="3800594"/>
                  <a:chExt cx="351646" cy="302090"/>
                </a:xfrm>
              </p:grpSpPr>
              <p:grpSp>
                <p:nvGrpSpPr>
                  <p:cNvPr id="4116" name="Google Shape;4116;p58"/>
                  <p:cNvGrpSpPr/>
                  <p:nvPr/>
                </p:nvGrpSpPr>
                <p:grpSpPr>
                  <a:xfrm>
                    <a:off x="1084172" y="3842857"/>
                    <a:ext cx="173764" cy="217131"/>
                    <a:chOff x="1084172" y="3842857"/>
                    <a:chExt cx="173764" cy="217131"/>
                  </a:xfrm>
                </p:grpSpPr>
                <p:grpSp>
                  <p:nvGrpSpPr>
                    <p:cNvPr id="4117" name="Google Shape;4117;p58"/>
                    <p:cNvGrpSpPr/>
                    <p:nvPr/>
                  </p:nvGrpSpPr>
                  <p:grpSpPr>
                    <a:xfrm>
                      <a:off x="1156862" y="3936509"/>
                      <a:ext cx="101073" cy="25622"/>
                      <a:chOff x="1156862" y="3936509"/>
                      <a:chExt cx="101073" cy="25622"/>
                    </a:xfrm>
                  </p:grpSpPr>
                  <p:sp>
                    <p:nvSpPr>
                      <p:cNvPr id="4118" name="Google Shape;4118;p58"/>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8"/>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20" name="Google Shape;4120;p58"/>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21" name="Google Shape;4121;p58"/>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8"/>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3" name="Google Shape;4123;p58"/>
                <p:cNvGrpSpPr/>
                <p:nvPr/>
              </p:nvGrpSpPr>
              <p:grpSpPr>
                <a:xfrm>
                  <a:off x="724986" y="3830189"/>
                  <a:ext cx="189533" cy="25626"/>
                  <a:chOff x="724986" y="3830189"/>
                  <a:chExt cx="189533" cy="25626"/>
                </a:xfrm>
              </p:grpSpPr>
              <p:sp>
                <p:nvSpPr>
                  <p:cNvPr id="4124" name="Google Shape;4124;p58"/>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8"/>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4126" name="Google Shape;4126;p58"/>
          <p:cNvGrpSpPr/>
          <p:nvPr/>
        </p:nvGrpSpPr>
        <p:grpSpPr>
          <a:xfrm>
            <a:off x="2249438" y="2249669"/>
            <a:ext cx="948701" cy="935378"/>
            <a:chOff x="2253298" y="2428317"/>
            <a:chExt cx="948701" cy="935378"/>
          </a:xfrm>
        </p:grpSpPr>
        <p:sp>
          <p:nvSpPr>
            <p:cNvPr id="4127" name="Google Shape;4127;p58"/>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8"/>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8"/>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8"/>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8"/>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8"/>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8"/>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8"/>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8"/>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8"/>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8"/>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8"/>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8"/>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8"/>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8"/>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8"/>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8"/>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8"/>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8"/>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8"/>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8"/>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8"/>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8"/>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8"/>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8"/>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8"/>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8"/>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8"/>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8"/>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8"/>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8"/>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8"/>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8"/>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4163"/>
        <p:cNvGrpSpPr/>
        <p:nvPr/>
      </p:nvGrpSpPr>
      <p:grpSpPr>
        <a:xfrm>
          <a:off x="0" y="0"/>
          <a:ext cx="0" cy="0"/>
          <a:chOff x="0" y="0"/>
          <a:chExt cx="0" cy="0"/>
        </a:xfrm>
      </p:grpSpPr>
      <p:graphicFrame>
        <p:nvGraphicFramePr>
          <p:cNvPr id="4164" name="Google Shape;4164;p59"/>
          <p:cNvGraphicFramePr/>
          <p:nvPr/>
        </p:nvGraphicFramePr>
        <p:xfrm>
          <a:off x="3342575" y="2130461"/>
          <a:ext cx="3000000" cy="3000000"/>
        </p:xfrm>
        <a:graphic>
          <a:graphicData uri="http://schemas.openxmlformats.org/drawingml/2006/table">
            <a:tbl>
              <a:tblPr>
                <a:noFill/>
                <a:tableStyleId>{DCB763DE-65B5-4D63-BB31-BC02D93AD25C}</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165" name="Google Shape;4165;p59"/>
          <p:cNvGrpSpPr/>
          <p:nvPr/>
        </p:nvGrpSpPr>
        <p:grpSpPr>
          <a:xfrm>
            <a:off x="3339745" y="952988"/>
            <a:ext cx="2363393" cy="1017867"/>
            <a:chOff x="3292400" y="1219146"/>
            <a:chExt cx="2615240" cy="1110239"/>
          </a:xfrm>
        </p:grpSpPr>
        <p:sp>
          <p:nvSpPr>
            <p:cNvPr id="4166" name="Google Shape;4166;p59"/>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400">
                <a:solidFill>
                  <a:srgbClr val="FFFFFF"/>
                </a:solidFill>
              </a:endParaRPr>
            </a:p>
          </p:txBody>
        </p:sp>
        <p:sp>
          <p:nvSpPr>
            <p:cNvPr id="4167" name="Google Shape;4167;p59"/>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68" name="Google Shape;4168;p59"/>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4169" name="Google Shape;4169;p59"/>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4170" name="Google Shape;4170;p59"/>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4171" name="Google Shape;4171;p59"/>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4172" name="Google Shape;4172;p59"/>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4173" name="Google Shape;4173;p59"/>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4174" name="Google Shape;4174;p59"/>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4175" name="Google Shape;4175;p59"/>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4176" name="Google Shape;4176;p59"/>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77" name="Google Shape;4177;p59"/>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178" name="Google Shape;4178;p59"/>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79" name="Google Shape;4179;p59"/>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180" name="Google Shape;4180;p59"/>
            <p:cNvGrpSpPr/>
            <p:nvPr/>
          </p:nvGrpSpPr>
          <p:grpSpPr>
            <a:xfrm>
              <a:off x="3748438" y="1378608"/>
              <a:ext cx="2159202" cy="903971"/>
              <a:chOff x="1683525" y="2179850"/>
              <a:chExt cx="4519050" cy="2134525"/>
            </a:xfrm>
          </p:grpSpPr>
          <p:sp>
            <p:nvSpPr>
              <p:cNvPr id="4181" name="Google Shape;4181;p5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82" name="Google Shape;4182;p5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83" name="Google Shape;4183;p5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84" name="Google Shape;4184;p5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85" name="Google Shape;4185;p5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86" name="Google Shape;4186;p5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87" name="Google Shape;4187;p5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88" name="Google Shape;4188;p5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89" name="Google Shape;4189;p5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90" name="Google Shape;4190;p5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91" name="Google Shape;4191;p5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92" name="Google Shape;4192;p5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graphicFrame>
        <p:nvGraphicFramePr>
          <p:cNvPr id="4193" name="Google Shape;4193;p59"/>
          <p:cNvGraphicFramePr/>
          <p:nvPr/>
        </p:nvGraphicFramePr>
        <p:xfrm>
          <a:off x="5935838" y="2130461"/>
          <a:ext cx="3000000" cy="3000000"/>
        </p:xfrm>
        <a:graphic>
          <a:graphicData uri="http://schemas.openxmlformats.org/drawingml/2006/table">
            <a:tbl>
              <a:tblPr>
                <a:noFill/>
                <a:tableStyleId>{DCB763DE-65B5-4D63-BB31-BC02D93AD25C}</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10"/>
                      </a:srgbClr>
                    </a:solidFill>
                  </a:tcPr>
                </a:tc>
                <a:extLst>
                  <a:ext uri="{0D108BD9-81ED-4DB2-BD59-A6C34878D82A}">
                    <a16:rowId xmlns:a16="http://schemas.microsoft.com/office/drawing/2014/main" val="10003"/>
                  </a:ext>
                </a:extLst>
              </a:tr>
            </a:tbl>
          </a:graphicData>
        </a:graphic>
      </p:graphicFrame>
      <p:grpSp>
        <p:nvGrpSpPr>
          <p:cNvPr id="4194" name="Google Shape;4194;p59"/>
          <p:cNvGrpSpPr/>
          <p:nvPr/>
        </p:nvGrpSpPr>
        <p:grpSpPr>
          <a:xfrm>
            <a:off x="5910045" y="3189058"/>
            <a:ext cx="2522867" cy="1001454"/>
            <a:chOff x="1904318" y="789980"/>
            <a:chExt cx="1489472" cy="606868"/>
          </a:xfrm>
        </p:grpSpPr>
        <p:cxnSp>
          <p:nvCxnSpPr>
            <p:cNvPr id="4195" name="Google Shape;4195;p5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196" name="Google Shape;4196;p5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197" name="Google Shape;4197;p5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4198" name="Google Shape;4198;p59"/>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4199" name="Google Shape;4199;p59"/>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4200" name="Google Shape;4200;p59"/>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4201" name="Google Shape;4201;p59"/>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4202" name="Google Shape;4202;p59"/>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9"/>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9"/>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9"/>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9"/>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9"/>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9"/>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4209" name="Google Shape;4209;p59"/>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210" name="Google Shape;4210;p59"/>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211" name="Google Shape;4211;p59"/>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2" name="Google Shape;4212;p59"/>
          <p:cNvGrpSpPr/>
          <p:nvPr/>
        </p:nvGrpSpPr>
        <p:grpSpPr>
          <a:xfrm>
            <a:off x="712562" y="998017"/>
            <a:ext cx="2394370" cy="976502"/>
            <a:chOff x="749309" y="1112739"/>
            <a:chExt cx="2371603" cy="976502"/>
          </a:xfrm>
        </p:grpSpPr>
        <p:sp>
          <p:nvSpPr>
            <p:cNvPr id="4213" name="Google Shape;4213;p59"/>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9"/>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9"/>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9"/>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9"/>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9"/>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9"/>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9"/>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9"/>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9"/>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9"/>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9"/>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9"/>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9"/>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9"/>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9"/>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9"/>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9"/>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9"/>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9"/>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9"/>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9"/>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9"/>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9"/>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9"/>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9"/>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9"/>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9"/>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9"/>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9"/>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9"/>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9"/>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4245" name="Google Shape;4245;p59"/>
          <p:cNvGraphicFramePr/>
          <p:nvPr/>
        </p:nvGraphicFramePr>
        <p:xfrm>
          <a:off x="5935863" y="996311"/>
          <a:ext cx="3000000" cy="3000000"/>
        </p:xfrm>
        <a:graphic>
          <a:graphicData uri="http://schemas.openxmlformats.org/drawingml/2006/table">
            <a:tbl>
              <a:tblPr>
                <a:noFill/>
                <a:tableStyleId>{DCB763DE-65B5-4D63-BB31-BC02D93AD25C}</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pSp>
        <p:nvGrpSpPr>
          <p:cNvPr id="4246" name="Google Shape;4246;p59"/>
          <p:cNvGrpSpPr/>
          <p:nvPr/>
        </p:nvGrpSpPr>
        <p:grpSpPr>
          <a:xfrm>
            <a:off x="4086505" y="2517104"/>
            <a:ext cx="1517436" cy="74460"/>
            <a:chOff x="3980086" y="2804397"/>
            <a:chExt cx="1227600" cy="66900"/>
          </a:xfrm>
        </p:grpSpPr>
        <p:sp>
          <p:nvSpPr>
            <p:cNvPr id="4247" name="Google Shape;4247;p5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9" name="Google Shape;4249;p59"/>
          <p:cNvGrpSpPr/>
          <p:nvPr/>
        </p:nvGrpSpPr>
        <p:grpSpPr>
          <a:xfrm>
            <a:off x="4711569" y="2809692"/>
            <a:ext cx="892956" cy="74460"/>
            <a:chOff x="3980086" y="2804397"/>
            <a:chExt cx="1227600" cy="66900"/>
          </a:xfrm>
        </p:grpSpPr>
        <p:sp>
          <p:nvSpPr>
            <p:cNvPr id="4250" name="Google Shape;4250;p5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2" name="Google Shape;4252;p59"/>
          <p:cNvGrpSpPr/>
          <p:nvPr/>
        </p:nvGrpSpPr>
        <p:grpSpPr>
          <a:xfrm>
            <a:off x="3344661" y="3168575"/>
            <a:ext cx="2363244" cy="1005943"/>
            <a:chOff x="3358415" y="3361302"/>
            <a:chExt cx="2363244" cy="1024695"/>
          </a:xfrm>
        </p:grpSpPr>
        <p:grpSp>
          <p:nvGrpSpPr>
            <p:cNvPr id="4253" name="Google Shape;4253;p59"/>
            <p:cNvGrpSpPr/>
            <p:nvPr/>
          </p:nvGrpSpPr>
          <p:grpSpPr>
            <a:xfrm>
              <a:off x="3358415" y="3361302"/>
              <a:ext cx="441300" cy="1024695"/>
              <a:chOff x="3358415" y="3361302"/>
              <a:chExt cx="441300" cy="1024695"/>
            </a:xfrm>
          </p:grpSpPr>
          <p:sp>
            <p:nvSpPr>
              <p:cNvPr id="4254" name="Google Shape;4254;p59"/>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9"/>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9"/>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9"/>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9"/>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9"/>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0" name="Google Shape;4260;p59"/>
            <p:cNvGrpSpPr/>
            <p:nvPr/>
          </p:nvGrpSpPr>
          <p:grpSpPr>
            <a:xfrm>
              <a:off x="3838901" y="3361302"/>
              <a:ext cx="441300" cy="1024695"/>
              <a:chOff x="3838901" y="3361302"/>
              <a:chExt cx="441300" cy="1024695"/>
            </a:xfrm>
          </p:grpSpPr>
          <p:sp>
            <p:nvSpPr>
              <p:cNvPr id="4261" name="Google Shape;4261;p59"/>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9"/>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9"/>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9"/>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9"/>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9"/>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7" name="Google Shape;4267;p59"/>
            <p:cNvGrpSpPr/>
            <p:nvPr/>
          </p:nvGrpSpPr>
          <p:grpSpPr>
            <a:xfrm>
              <a:off x="4319387" y="3361302"/>
              <a:ext cx="441300" cy="1024695"/>
              <a:chOff x="4319387" y="3361302"/>
              <a:chExt cx="441300" cy="1024695"/>
            </a:xfrm>
          </p:grpSpPr>
          <p:sp>
            <p:nvSpPr>
              <p:cNvPr id="4268" name="Google Shape;4268;p59"/>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9"/>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9"/>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9"/>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9"/>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9"/>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4" name="Google Shape;4274;p59"/>
            <p:cNvGrpSpPr/>
            <p:nvPr/>
          </p:nvGrpSpPr>
          <p:grpSpPr>
            <a:xfrm>
              <a:off x="4799873" y="3361302"/>
              <a:ext cx="441300" cy="1024695"/>
              <a:chOff x="4799873" y="3361302"/>
              <a:chExt cx="441300" cy="1024695"/>
            </a:xfrm>
          </p:grpSpPr>
          <p:sp>
            <p:nvSpPr>
              <p:cNvPr id="4275" name="Google Shape;4275;p59"/>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9"/>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9"/>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9"/>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9"/>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9"/>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1" name="Google Shape;4281;p59"/>
            <p:cNvGrpSpPr/>
            <p:nvPr/>
          </p:nvGrpSpPr>
          <p:grpSpPr>
            <a:xfrm>
              <a:off x="5280360" y="3361302"/>
              <a:ext cx="441300" cy="1024695"/>
              <a:chOff x="5280360" y="3361302"/>
              <a:chExt cx="441300" cy="1024695"/>
            </a:xfrm>
          </p:grpSpPr>
          <p:sp>
            <p:nvSpPr>
              <p:cNvPr id="4282" name="Google Shape;4282;p59"/>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9"/>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9"/>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9"/>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9"/>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9"/>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4288" name="Google Shape;4288;p59"/>
          <p:cNvGraphicFramePr/>
          <p:nvPr/>
        </p:nvGraphicFramePr>
        <p:xfrm>
          <a:off x="711088" y="2130461"/>
          <a:ext cx="3000000" cy="3000000"/>
        </p:xfrm>
        <a:graphic>
          <a:graphicData uri="http://schemas.openxmlformats.org/drawingml/2006/table">
            <a:tbl>
              <a:tblPr>
                <a:noFill/>
                <a:tableStyleId>{DCB763DE-65B5-4D63-BB31-BC02D93AD25C}</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289" name="Google Shape;4289;p59"/>
          <p:cNvGrpSpPr/>
          <p:nvPr/>
        </p:nvGrpSpPr>
        <p:grpSpPr>
          <a:xfrm>
            <a:off x="712613" y="3180186"/>
            <a:ext cx="2403614" cy="1005900"/>
            <a:chOff x="726450" y="3372825"/>
            <a:chExt cx="2403614" cy="1005900"/>
          </a:xfrm>
        </p:grpSpPr>
        <p:grpSp>
          <p:nvGrpSpPr>
            <p:cNvPr id="4290" name="Google Shape;4290;p59"/>
            <p:cNvGrpSpPr/>
            <p:nvPr/>
          </p:nvGrpSpPr>
          <p:grpSpPr>
            <a:xfrm>
              <a:off x="726450" y="3696000"/>
              <a:ext cx="2403614" cy="500898"/>
              <a:chOff x="726450" y="3696000"/>
              <a:chExt cx="2403614" cy="500898"/>
            </a:xfrm>
          </p:grpSpPr>
          <p:sp>
            <p:nvSpPr>
              <p:cNvPr id="4291" name="Google Shape;4291;p59"/>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292" name="Google Shape;4292;p59"/>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293" name="Google Shape;4293;p59"/>
            <p:cNvGrpSpPr/>
            <p:nvPr/>
          </p:nvGrpSpPr>
          <p:grpSpPr>
            <a:xfrm>
              <a:off x="1348050" y="3372825"/>
              <a:ext cx="1720425" cy="1005900"/>
              <a:chOff x="1348050" y="3372825"/>
              <a:chExt cx="1720425" cy="1005900"/>
            </a:xfrm>
          </p:grpSpPr>
          <p:sp>
            <p:nvSpPr>
              <p:cNvPr id="4294" name="Google Shape;4294;p59"/>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295" name="Google Shape;4295;p59"/>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296" name="Google Shape;4296;p59"/>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297" name="Google Shape;4297;p59"/>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298" name="Google Shape;4298;p59"/>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299" name="Google Shape;4299;p59"/>
            <p:cNvGrpSpPr/>
            <p:nvPr/>
          </p:nvGrpSpPr>
          <p:grpSpPr>
            <a:xfrm>
              <a:off x="1455707" y="3731058"/>
              <a:ext cx="1491150" cy="417657"/>
              <a:chOff x="1455707" y="3731058"/>
              <a:chExt cx="1491150" cy="417657"/>
            </a:xfrm>
          </p:grpSpPr>
          <p:grpSp>
            <p:nvGrpSpPr>
              <p:cNvPr id="4300" name="Google Shape;4300;p59"/>
              <p:cNvGrpSpPr/>
              <p:nvPr/>
            </p:nvGrpSpPr>
            <p:grpSpPr>
              <a:xfrm>
                <a:off x="1472938" y="3745828"/>
                <a:ext cx="72126" cy="53788"/>
                <a:chOff x="1472938" y="3745828"/>
                <a:chExt cx="72126" cy="53788"/>
              </a:xfrm>
            </p:grpSpPr>
            <p:sp>
              <p:nvSpPr>
                <p:cNvPr id="4301" name="Google Shape;4301;p59"/>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9"/>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3" name="Google Shape;4303;p59"/>
              <p:cNvGrpSpPr/>
              <p:nvPr/>
            </p:nvGrpSpPr>
            <p:grpSpPr>
              <a:xfrm>
                <a:off x="1819181" y="4089633"/>
                <a:ext cx="72126" cy="53788"/>
                <a:chOff x="1819181" y="4089633"/>
                <a:chExt cx="72126" cy="53788"/>
              </a:xfrm>
            </p:grpSpPr>
            <p:sp>
              <p:nvSpPr>
                <p:cNvPr id="4304" name="Google Shape;4304;p59"/>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9"/>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6" name="Google Shape;4306;p59"/>
              <p:cNvGrpSpPr/>
              <p:nvPr/>
            </p:nvGrpSpPr>
            <p:grpSpPr>
              <a:xfrm>
                <a:off x="1455707" y="4084171"/>
                <a:ext cx="64321" cy="64544"/>
                <a:chOff x="1455707" y="4084171"/>
                <a:chExt cx="64321" cy="64544"/>
              </a:xfrm>
            </p:grpSpPr>
            <p:sp>
              <p:nvSpPr>
                <p:cNvPr id="4307" name="Google Shape;4307;p59"/>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9"/>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9" name="Google Shape;4309;p59"/>
              <p:cNvGrpSpPr/>
              <p:nvPr/>
            </p:nvGrpSpPr>
            <p:grpSpPr>
              <a:xfrm>
                <a:off x="1818610" y="3731058"/>
                <a:ext cx="64321" cy="64544"/>
                <a:chOff x="1818610" y="3731058"/>
                <a:chExt cx="64321" cy="64544"/>
              </a:xfrm>
            </p:grpSpPr>
            <p:sp>
              <p:nvSpPr>
                <p:cNvPr id="4310" name="Google Shape;4310;p59"/>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9"/>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2" name="Google Shape;4312;p59"/>
              <p:cNvGrpSpPr/>
              <p:nvPr/>
            </p:nvGrpSpPr>
            <p:grpSpPr>
              <a:xfrm>
                <a:off x="2172491" y="4089633"/>
                <a:ext cx="72126" cy="53788"/>
                <a:chOff x="2172491" y="4089633"/>
                <a:chExt cx="72126" cy="53788"/>
              </a:xfrm>
            </p:grpSpPr>
            <p:sp>
              <p:nvSpPr>
                <p:cNvPr id="4313" name="Google Shape;4313;p59"/>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9"/>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5" name="Google Shape;4315;p59"/>
              <p:cNvGrpSpPr/>
              <p:nvPr/>
            </p:nvGrpSpPr>
            <p:grpSpPr>
              <a:xfrm>
                <a:off x="2171920" y="3731058"/>
                <a:ext cx="64321" cy="64544"/>
                <a:chOff x="2171920" y="3731058"/>
                <a:chExt cx="64321" cy="64544"/>
              </a:xfrm>
            </p:grpSpPr>
            <p:sp>
              <p:nvSpPr>
                <p:cNvPr id="4316" name="Google Shape;4316;p59"/>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9"/>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8" name="Google Shape;4318;p59"/>
              <p:cNvGrpSpPr/>
              <p:nvPr/>
            </p:nvGrpSpPr>
            <p:grpSpPr>
              <a:xfrm>
                <a:off x="2874730" y="3745828"/>
                <a:ext cx="72126" cy="53788"/>
                <a:chOff x="2874730" y="3745828"/>
                <a:chExt cx="72126" cy="53788"/>
              </a:xfrm>
            </p:grpSpPr>
            <p:sp>
              <p:nvSpPr>
                <p:cNvPr id="4319" name="Google Shape;4319;p59"/>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9"/>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1" name="Google Shape;4321;p59"/>
              <p:cNvGrpSpPr/>
              <p:nvPr/>
            </p:nvGrpSpPr>
            <p:grpSpPr>
              <a:xfrm>
                <a:off x="2878589" y="4081481"/>
                <a:ext cx="64321" cy="64544"/>
                <a:chOff x="2878589" y="4081481"/>
                <a:chExt cx="64321" cy="64544"/>
              </a:xfrm>
            </p:grpSpPr>
            <p:sp>
              <p:nvSpPr>
                <p:cNvPr id="4322" name="Google Shape;4322;p59"/>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9"/>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4" name="Google Shape;4324;p59"/>
              <p:cNvGrpSpPr/>
              <p:nvPr/>
            </p:nvGrpSpPr>
            <p:grpSpPr>
              <a:xfrm>
                <a:off x="2525796" y="4089633"/>
                <a:ext cx="72126" cy="53788"/>
                <a:chOff x="2525796" y="4089633"/>
                <a:chExt cx="72126" cy="53788"/>
              </a:xfrm>
            </p:grpSpPr>
            <p:sp>
              <p:nvSpPr>
                <p:cNvPr id="4325" name="Google Shape;4325;p59"/>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9"/>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7" name="Google Shape;4327;p59"/>
              <p:cNvGrpSpPr/>
              <p:nvPr/>
            </p:nvGrpSpPr>
            <p:grpSpPr>
              <a:xfrm>
                <a:off x="2525225" y="3731058"/>
                <a:ext cx="64321" cy="64544"/>
                <a:chOff x="2525225" y="3731058"/>
                <a:chExt cx="64321" cy="64544"/>
              </a:xfrm>
            </p:grpSpPr>
            <p:sp>
              <p:nvSpPr>
                <p:cNvPr id="4328" name="Google Shape;4328;p59"/>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9"/>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4333"/>
        <p:cNvGrpSpPr/>
        <p:nvPr/>
      </p:nvGrpSpPr>
      <p:grpSpPr>
        <a:xfrm>
          <a:off x="0" y="0"/>
          <a:ext cx="0" cy="0"/>
          <a:chOff x="0" y="0"/>
          <a:chExt cx="0" cy="0"/>
        </a:xfrm>
      </p:grpSpPr>
      <p:grpSp>
        <p:nvGrpSpPr>
          <p:cNvPr id="4334" name="Google Shape;4334;p60"/>
          <p:cNvGrpSpPr/>
          <p:nvPr/>
        </p:nvGrpSpPr>
        <p:grpSpPr>
          <a:xfrm>
            <a:off x="716996" y="971307"/>
            <a:ext cx="845921" cy="690752"/>
            <a:chOff x="732428" y="1198513"/>
            <a:chExt cx="845921" cy="690752"/>
          </a:xfrm>
        </p:grpSpPr>
        <p:grpSp>
          <p:nvGrpSpPr>
            <p:cNvPr id="4335" name="Google Shape;4335;p60"/>
            <p:cNvGrpSpPr/>
            <p:nvPr/>
          </p:nvGrpSpPr>
          <p:grpSpPr>
            <a:xfrm>
              <a:off x="823030" y="1198513"/>
              <a:ext cx="755319" cy="690752"/>
              <a:chOff x="823030" y="1198513"/>
              <a:chExt cx="755319" cy="690752"/>
            </a:xfrm>
          </p:grpSpPr>
          <p:sp>
            <p:nvSpPr>
              <p:cNvPr id="4336" name="Google Shape;4336;p60"/>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60"/>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8" name="Google Shape;4338;p60"/>
            <p:cNvGrpSpPr/>
            <p:nvPr/>
          </p:nvGrpSpPr>
          <p:grpSpPr>
            <a:xfrm>
              <a:off x="732428" y="1239937"/>
              <a:ext cx="739912" cy="607886"/>
              <a:chOff x="732428" y="1239937"/>
              <a:chExt cx="739912" cy="607886"/>
            </a:xfrm>
          </p:grpSpPr>
          <p:sp>
            <p:nvSpPr>
              <p:cNvPr id="4339" name="Google Shape;4339;p60"/>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60"/>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1" name="Google Shape;4341;p60"/>
            <p:cNvGrpSpPr/>
            <p:nvPr/>
          </p:nvGrpSpPr>
          <p:grpSpPr>
            <a:xfrm>
              <a:off x="732428" y="1277018"/>
              <a:ext cx="702832" cy="533758"/>
              <a:chOff x="732428" y="1277018"/>
              <a:chExt cx="702832" cy="533758"/>
            </a:xfrm>
          </p:grpSpPr>
          <p:sp>
            <p:nvSpPr>
              <p:cNvPr id="4342" name="Google Shape;4342;p60"/>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60"/>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4" name="Google Shape;4344;p60"/>
            <p:cNvGrpSpPr/>
            <p:nvPr/>
          </p:nvGrpSpPr>
          <p:grpSpPr>
            <a:xfrm>
              <a:off x="931170" y="1306653"/>
              <a:ext cx="647179" cy="474455"/>
              <a:chOff x="931170" y="1306653"/>
              <a:chExt cx="647179" cy="474455"/>
            </a:xfrm>
          </p:grpSpPr>
          <p:sp>
            <p:nvSpPr>
              <p:cNvPr id="4345" name="Google Shape;4345;p60"/>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60"/>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47" name="Google Shape;4347;p60"/>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8" name="Google Shape;4348;p60"/>
          <p:cNvGrpSpPr/>
          <p:nvPr/>
        </p:nvGrpSpPr>
        <p:grpSpPr>
          <a:xfrm>
            <a:off x="3948605" y="971313"/>
            <a:ext cx="634656" cy="699982"/>
            <a:chOff x="5985650" y="2860025"/>
            <a:chExt cx="1396075" cy="1539775"/>
          </a:xfrm>
        </p:grpSpPr>
        <p:sp>
          <p:nvSpPr>
            <p:cNvPr id="4349" name="Google Shape;4349;p60"/>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60"/>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60"/>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60"/>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60"/>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60"/>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60"/>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60"/>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60"/>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60"/>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60"/>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60"/>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60"/>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60"/>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60"/>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60"/>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60"/>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60"/>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60"/>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60"/>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60"/>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60"/>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60"/>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60"/>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60"/>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60"/>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60"/>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60"/>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60"/>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60"/>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60"/>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60"/>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1" name="Google Shape;4381;p60"/>
          <p:cNvGrpSpPr/>
          <p:nvPr/>
        </p:nvGrpSpPr>
        <p:grpSpPr>
          <a:xfrm>
            <a:off x="4704254" y="971307"/>
            <a:ext cx="725845" cy="699975"/>
            <a:chOff x="4249973" y="1201875"/>
            <a:chExt cx="1958568" cy="1888762"/>
          </a:xfrm>
        </p:grpSpPr>
        <p:sp>
          <p:nvSpPr>
            <p:cNvPr id="4382" name="Google Shape;4382;p60"/>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83" name="Google Shape;4383;p60"/>
            <p:cNvGrpSpPr/>
            <p:nvPr/>
          </p:nvGrpSpPr>
          <p:grpSpPr>
            <a:xfrm>
              <a:off x="5853086" y="1789142"/>
              <a:ext cx="355454" cy="1048099"/>
              <a:chOff x="5576108" y="2016725"/>
              <a:chExt cx="565200" cy="1666560"/>
            </a:xfrm>
          </p:grpSpPr>
          <p:sp>
            <p:nvSpPr>
              <p:cNvPr id="4384" name="Google Shape;4384;p60"/>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385" name="Google Shape;4385;p6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6" name="Google Shape;4386;p60"/>
            <p:cNvGrpSpPr/>
            <p:nvPr/>
          </p:nvGrpSpPr>
          <p:grpSpPr>
            <a:xfrm>
              <a:off x="4869455" y="2691676"/>
              <a:ext cx="1013897" cy="398961"/>
              <a:chOff x="4012057" y="3451825"/>
              <a:chExt cx="1612175" cy="634379"/>
            </a:xfrm>
          </p:grpSpPr>
          <p:sp>
            <p:nvSpPr>
              <p:cNvPr id="4387" name="Google Shape;4387;p60"/>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388" name="Google Shape;4388;p6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9" name="Google Shape;4389;p60"/>
            <p:cNvGrpSpPr/>
            <p:nvPr/>
          </p:nvGrpSpPr>
          <p:grpSpPr>
            <a:xfrm>
              <a:off x="4276937" y="2155961"/>
              <a:ext cx="651965" cy="891358"/>
              <a:chOff x="3069908" y="2599997"/>
              <a:chExt cx="1036675" cy="1417328"/>
            </a:xfrm>
          </p:grpSpPr>
          <p:sp>
            <p:nvSpPr>
              <p:cNvPr id="4390" name="Google Shape;4390;p60"/>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391" name="Google Shape;4391;p6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2" name="Google Shape;4392;p60"/>
            <p:cNvGrpSpPr/>
            <p:nvPr/>
          </p:nvGrpSpPr>
          <p:grpSpPr>
            <a:xfrm>
              <a:off x="5054918" y="1201875"/>
              <a:ext cx="999548" cy="602711"/>
              <a:chOff x="4306958" y="1082925"/>
              <a:chExt cx="1589359" cy="958358"/>
            </a:xfrm>
          </p:grpSpPr>
          <p:sp>
            <p:nvSpPr>
              <p:cNvPr id="4393" name="Google Shape;4393;p60"/>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394" name="Google Shape;4394;p6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5" name="Google Shape;4395;p60"/>
            <p:cNvGrpSpPr/>
            <p:nvPr/>
          </p:nvGrpSpPr>
          <p:grpSpPr>
            <a:xfrm>
              <a:off x="4249973" y="1303451"/>
              <a:ext cx="799317" cy="841334"/>
              <a:chOff x="3027033" y="1244439"/>
              <a:chExt cx="1270977" cy="1337786"/>
            </a:xfrm>
          </p:grpSpPr>
          <p:sp>
            <p:nvSpPr>
              <p:cNvPr id="4396" name="Google Shape;4396;p60"/>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397" name="Google Shape;4397;p6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98" name="Google Shape;4398;p60"/>
          <p:cNvGrpSpPr/>
          <p:nvPr/>
        </p:nvGrpSpPr>
        <p:grpSpPr>
          <a:xfrm>
            <a:off x="4057119" y="1858087"/>
            <a:ext cx="750769" cy="683784"/>
            <a:chOff x="4204684" y="2104422"/>
            <a:chExt cx="699822" cy="637382"/>
          </a:xfrm>
        </p:grpSpPr>
        <p:grpSp>
          <p:nvGrpSpPr>
            <p:cNvPr id="4399" name="Google Shape;4399;p60"/>
            <p:cNvGrpSpPr/>
            <p:nvPr/>
          </p:nvGrpSpPr>
          <p:grpSpPr>
            <a:xfrm>
              <a:off x="4204684" y="2430067"/>
              <a:ext cx="342957" cy="311738"/>
              <a:chOff x="4204684" y="2430067"/>
              <a:chExt cx="342957" cy="311738"/>
            </a:xfrm>
          </p:grpSpPr>
          <p:sp>
            <p:nvSpPr>
              <p:cNvPr id="4400" name="Google Shape;4400;p60"/>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60"/>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2" name="Google Shape;4402;p60"/>
            <p:cNvGrpSpPr/>
            <p:nvPr/>
          </p:nvGrpSpPr>
          <p:grpSpPr>
            <a:xfrm>
              <a:off x="4561586" y="2430067"/>
              <a:ext cx="342920" cy="311738"/>
              <a:chOff x="4561586" y="2430067"/>
              <a:chExt cx="342920" cy="311738"/>
            </a:xfrm>
          </p:grpSpPr>
          <p:sp>
            <p:nvSpPr>
              <p:cNvPr id="4403" name="Google Shape;4403;p60"/>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60"/>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5" name="Google Shape;4405;p60"/>
            <p:cNvGrpSpPr/>
            <p:nvPr/>
          </p:nvGrpSpPr>
          <p:grpSpPr>
            <a:xfrm>
              <a:off x="4561586" y="2104422"/>
              <a:ext cx="342920" cy="311738"/>
              <a:chOff x="4561586" y="2104422"/>
              <a:chExt cx="342920" cy="311738"/>
            </a:xfrm>
          </p:grpSpPr>
          <p:sp>
            <p:nvSpPr>
              <p:cNvPr id="4406" name="Google Shape;4406;p60"/>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60"/>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8" name="Google Shape;4408;p60"/>
            <p:cNvGrpSpPr/>
            <p:nvPr/>
          </p:nvGrpSpPr>
          <p:grpSpPr>
            <a:xfrm>
              <a:off x="4204684" y="2104422"/>
              <a:ext cx="342957" cy="311664"/>
              <a:chOff x="4204684" y="2104422"/>
              <a:chExt cx="342957" cy="311664"/>
            </a:xfrm>
          </p:grpSpPr>
          <p:sp>
            <p:nvSpPr>
              <p:cNvPr id="4409" name="Google Shape;4409;p60"/>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60"/>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11" name="Google Shape;4411;p60"/>
          <p:cNvGrpSpPr/>
          <p:nvPr/>
        </p:nvGrpSpPr>
        <p:grpSpPr>
          <a:xfrm>
            <a:off x="5521552" y="971301"/>
            <a:ext cx="660591" cy="688867"/>
            <a:chOff x="5830645" y="1267368"/>
            <a:chExt cx="530340" cy="553040"/>
          </a:xfrm>
        </p:grpSpPr>
        <p:sp>
          <p:nvSpPr>
            <p:cNvPr id="4412" name="Google Shape;4412;p60"/>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13" name="Google Shape;4413;p60"/>
            <p:cNvGrpSpPr/>
            <p:nvPr/>
          </p:nvGrpSpPr>
          <p:grpSpPr>
            <a:xfrm>
              <a:off x="5830645" y="1267368"/>
              <a:ext cx="259743" cy="269909"/>
              <a:chOff x="5830645" y="1267368"/>
              <a:chExt cx="259743" cy="269909"/>
            </a:xfrm>
          </p:grpSpPr>
          <p:sp>
            <p:nvSpPr>
              <p:cNvPr id="4414" name="Google Shape;4414;p60"/>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60"/>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6" name="Google Shape;4416;p60"/>
            <p:cNvGrpSpPr/>
            <p:nvPr/>
          </p:nvGrpSpPr>
          <p:grpSpPr>
            <a:xfrm>
              <a:off x="6101293" y="1267368"/>
              <a:ext cx="259692" cy="269909"/>
              <a:chOff x="6101293" y="1267368"/>
              <a:chExt cx="259692" cy="269909"/>
            </a:xfrm>
          </p:grpSpPr>
          <p:sp>
            <p:nvSpPr>
              <p:cNvPr id="4417" name="Google Shape;4417;p60"/>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60"/>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9" name="Google Shape;4419;p60"/>
            <p:cNvGrpSpPr/>
            <p:nvPr/>
          </p:nvGrpSpPr>
          <p:grpSpPr>
            <a:xfrm>
              <a:off x="5830645" y="1550500"/>
              <a:ext cx="259692" cy="269909"/>
              <a:chOff x="5830645" y="1550500"/>
              <a:chExt cx="259692" cy="269909"/>
            </a:xfrm>
          </p:grpSpPr>
          <p:sp>
            <p:nvSpPr>
              <p:cNvPr id="4420" name="Google Shape;4420;p60"/>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60"/>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2" name="Google Shape;4422;p60"/>
            <p:cNvGrpSpPr/>
            <p:nvPr/>
          </p:nvGrpSpPr>
          <p:grpSpPr>
            <a:xfrm>
              <a:off x="6101293" y="1550500"/>
              <a:ext cx="259692" cy="269909"/>
              <a:chOff x="6101293" y="1550500"/>
              <a:chExt cx="259692" cy="269909"/>
            </a:xfrm>
          </p:grpSpPr>
          <p:sp>
            <p:nvSpPr>
              <p:cNvPr id="4423" name="Google Shape;4423;p60"/>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60"/>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25" name="Google Shape;4425;p60"/>
          <p:cNvGrpSpPr/>
          <p:nvPr/>
        </p:nvGrpSpPr>
        <p:grpSpPr>
          <a:xfrm>
            <a:off x="723705" y="1861761"/>
            <a:ext cx="697154" cy="679574"/>
            <a:chOff x="2679875" y="2361475"/>
            <a:chExt cx="780425" cy="760575"/>
          </a:xfrm>
        </p:grpSpPr>
        <p:sp>
          <p:nvSpPr>
            <p:cNvPr id="4426" name="Google Shape;4426;p60"/>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60"/>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6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60"/>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6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6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2" name="Google Shape;4432;p60"/>
          <p:cNvGrpSpPr/>
          <p:nvPr/>
        </p:nvGrpSpPr>
        <p:grpSpPr>
          <a:xfrm>
            <a:off x="3122864" y="971353"/>
            <a:ext cx="735829" cy="684547"/>
            <a:chOff x="3351965" y="1148808"/>
            <a:chExt cx="750770" cy="698375"/>
          </a:xfrm>
        </p:grpSpPr>
        <p:grpSp>
          <p:nvGrpSpPr>
            <p:cNvPr id="4433" name="Google Shape;4433;p60"/>
            <p:cNvGrpSpPr/>
            <p:nvPr/>
          </p:nvGrpSpPr>
          <p:grpSpPr>
            <a:xfrm>
              <a:off x="3586796" y="1148808"/>
              <a:ext cx="294857" cy="286830"/>
              <a:chOff x="3750225" y="1774000"/>
              <a:chExt cx="149575" cy="145525"/>
            </a:xfrm>
          </p:grpSpPr>
          <p:sp>
            <p:nvSpPr>
              <p:cNvPr id="4434" name="Google Shape;4434;p6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6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6" name="Google Shape;4436;p60"/>
            <p:cNvGrpSpPr/>
            <p:nvPr/>
          </p:nvGrpSpPr>
          <p:grpSpPr>
            <a:xfrm>
              <a:off x="3779245" y="1375768"/>
              <a:ext cx="323490" cy="286978"/>
              <a:chOff x="3847850" y="1889150"/>
              <a:chExt cx="164100" cy="145600"/>
            </a:xfrm>
          </p:grpSpPr>
          <p:sp>
            <p:nvSpPr>
              <p:cNvPr id="4437" name="Google Shape;4437;p6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6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9" name="Google Shape;4439;p60"/>
            <p:cNvGrpSpPr/>
            <p:nvPr/>
          </p:nvGrpSpPr>
          <p:grpSpPr>
            <a:xfrm>
              <a:off x="3351965" y="1330435"/>
              <a:ext cx="295449" cy="285401"/>
              <a:chOff x="3631100" y="1866150"/>
              <a:chExt cx="149875" cy="144800"/>
            </a:xfrm>
          </p:grpSpPr>
          <p:sp>
            <p:nvSpPr>
              <p:cNvPr id="4440" name="Google Shape;4440;p60"/>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60"/>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2" name="Google Shape;4442;p60"/>
            <p:cNvGrpSpPr/>
            <p:nvPr/>
          </p:nvGrpSpPr>
          <p:grpSpPr>
            <a:xfrm>
              <a:off x="3548208" y="1560352"/>
              <a:ext cx="294808" cy="286830"/>
              <a:chOff x="3730650" y="1982800"/>
              <a:chExt cx="149550" cy="145525"/>
            </a:xfrm>
          </p:grpSpPr>
          <p:sp>
            <p:nvSpPr>
              <p:cNvPr id="4443" name="Google Shape;4443;p6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6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45" name="Google Shape;4445;p60"/>
          <p:cNvGrpSpPr/>
          <p:nvPr/>
        </p:nvGrpSpPr>
        <p:grpSpPr>
          <a:xfrm>
            <a:off x="7624517" y="971307"/>
            <a:ext cx="804565" cy="677795"/>
            <a:chOff x="7636443" y="1204988"/>
            <a:chExt cx="804565" cy="677795"/>
          </a:xfrm>
        </p:grpSpPr>
        <p:grpSp>
          <p:nvGrpSpPr>
            <p:cNvPr id="4446" name="Google Shape;4446;p60"/>
            <p:cNvGrpSpPr/>
            <p:nvPr/>
          </p:nvGrpSpPr>
          <p:grpSpPr>
            <a:xfrm>
              <a:off x="7636443" y="1509705"/>
              <a:ext cx="804565" cy="373078"/>
              <a:chOff x="7636443" y="1509705"/>
              <a:chExt cx="804565" cy="373078"/>
            </a:xfrm>
          </p:grpSpPr>
          <p:sp>
            <p:nvSpPr>
              <p:cNvPr id="4447" name="Google Shape;4447;p60"/>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60"/>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9" name="Google Shape;4449;p60"/>
            <p:cNvGrpSpPr/>
            <p:nvPr/>
          </p:nvGrpSpPr>
          <p:grpSpPr>
            <a:xfrm>
              <a:off x="7636443" y="1408133"/>
              <a:ext cx="804565" cy="373078"/>
              <a:chOff x="7636443" y="1408133"/>
              <a:chExt cx="804565" cy="373078"/>
            </a:xfrm>
          </p:grpSpPr>
          <p:sp>
            <p:nvSpPr>
              <p:cNvPr id="4450" name="Google Shape;4450;p60"/>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60"/>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2" name="Google Shape;4452;p60"/>
            <p:cNvGrpSpPr/>
            <p:nvPr/>
          </p:nvGrpSpPr>
          <p:grpSpPr>
            <a:xfrm>
              <a:off x="7636443" y="1306560"/>
              <a:ext cx="804565" cy="373078"/>
              <a:chOff x="7636443" y="1306560"/>
              <a:chExt cx="804565" cy="373078"/>
            </a:xfrm>
          </p:grpSpPr>
          <p:sp>
            <p:nvSpPr>
              <p:cNvPr id="4453" name="Google Shape;4453;p60"/>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60"/>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5" name="Google Shape;4455;p60"/>
            <p:cNvGrpSpPr/>
            <p:nvPr/>
          </p:nvGrpSpPr>
          <p:grpSpPr>
            <a:xfrm>
              <a:off x="7636443" y="1204988"/>
              <a:ext cx="804565" cy="373078"/>
              <a:chOff x="7636443" y="1204988"/>
              <a:chExt cx="804565" cy="373078"/>
            </a:xfrm>
          </p:grpSpPr>
          <p:sp>
            <p:nvSpPr>
              <p:cNvPr id="4456" name="Google Shape;4456;p60"/>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60"/>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58" name="Google Shape;4458;p60"/>
          <p:cNvGrpSpPr/>
          <p:nvPr/>
        </p:nvGrpSpPr>
        <p:grpSpPr>
          <a:xfrm>
            <a:off x="4963363" y="1878721"/>
            <a:ext cx="661339" cy="661188"/>
            <a:chOff x="3990000" y="975400"/>
            <a:chExt cx="3934200" cy="3933300"/>
          </a:xfrm>
        </p:grpSpPr>
        <p:sp>
          <p:nvSpPr>
            <p:cNvPr id="4459" name="Google Shape;4459;p60"/>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60"/>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60"/>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60"/>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3" name="Google Shape;4463;p60"/>
          <p:cNvGrpSpPr/>
          <p:nvPr/>
        </p:nvGrpSpPr>
        <p:grpSpPr>
          <a:xfrm>
            <a:off x="6607011" y="1857359"/>
            <a:ext cx="868881" cy="684241"/>
            <a:chOff x="6598259" y="2078634"/>
            <a:chExt cx="868881" cy="684241"/>
          </a:xfrm>
        </p:grpSpPr>
        <p:sp>
          <p:nvSpPr>
            <p:cNvPr id="4464" name="Google Shape;4464;p60"/>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60"/>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60"/>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60"/>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60"/>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60"/>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70" name="Google Shape;4470;p60"/>
            <p:cNvGrpSpPr/>
            <p:nvPr/>
          </p:nvGrpSpPr>
          <p:grpSpPr>
            <a:xfrm>
              <a:off x="6808175" y="2078634"/>
              <a:ext cx="452229" cy="684241"/>
              <a:chOff x="6808175" y="2078634"/>
              <a:chExt cx="452229" cy="684241"/>
            </a:xfrm>
          </p:grpSpPr>
          <p:sp>
            <p:nvSpPr>
              <p:cNvPr id="4471" name="Google Shape;4471;p60"/>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60"/>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60"/>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60"/>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60"/>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60"/>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77" name="Google Shape;4477;p60"/>
              <p:cNvGrpSpPr/>
              <p:nvPr/>
            </p:nvGrpSpPr>
            <p:grpSpPr>
              <a:xfrm>
                <a:off x="6821586" y="2078634"/>
                <a:ext cx="426871" cy="684241"/>
                <a:chOff x="6821586" y="2078634"/>
                <a:chExt cx="426871" cy="684241"/>
              </a:xfrm>
            </p:grpSpPr>
            <p:grpSp>
              <p:nvGrpSpPr>
                <p:cNvPr id="4478" name="Google Shape;4478;p60"/>
                <p:cNvGrpSpPr/>
                <p:nvPr/>
              </p:nvGrpSpPr>
              <p:grpSpPr>
                <a:xfrm>
                  <a:off x="6821586" y="2078634"/>
                  <a:ext cx="426871" cy="684241"/>
                  <a:chOff x="6821586" y="2078634"/>
                  <a:chExt cx="426871" cy="684241"/>
                </a:xfrm>
              </p:grpSpPr>
              <p:sp>
                <p:nvSpPr>
                  <p:cNvPr id="4479" name="Google Shape;4479;p60"/>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60"/>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60"/>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60"/>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60"/>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60"/>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60"/>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60"/>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60"/>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60"/>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60"/>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60"/>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60"/>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60"/>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60"/>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60"/>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60"/>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60"/>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60"/>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98" name="Google Shape;4498;p60"/>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60"/>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60"/>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60"/>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60"/>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60"/>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504" name="Google Shape;4504;p60"/>
          <p:cNvGrpSpPr/>
          <p:nvPr/>
        </p:nvGrpSpPr>
        <p:grpSpPr>
          <a:xfrm>
            <a:off x="5780178" y="1862968"/>
            <a:ext cx="671358" cy="671358"/>
            <a:chOff x="6535625" y="760425"/>
            <a:chExt cx="1665900" cy="1665900"/>
          </a:xfrm>
        </p:grpSpPr>
        <p:sp>
          <p:nvSpPr>
            <p:cNvPr id="4505" name="Google Shape;4505;p60"/>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60"/>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60"/>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60"/>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9" name="Google Shape;4509;p60"/>
          <p:cNvGrpSpPr/>
          <p:nvPr/>
        </p:nvGrpSpPr>
        <p:grpSpPr>
          <a:xfrm>
            <a:off x="716994" y="3531369"/>
            <a:ext cx="1340789" cy="640830"/>
            <a:chOff x="238125" y="1151100"/>
            <a:chExt cx="7139450" cy="3412300"/>
          </a:xfrm>
        </p:grpSpPr>
        <p:sp>
          <p:nvSpPr>
            <p:cNvPr id="4510" name="Google Shape;4510;p60"/>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60"/>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60"/>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60"/>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60"/>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60"/>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60"/>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60"/>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60"/>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60"/>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60"/>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60"/>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2" name="Google Shape;4522;p60"/>
          <p:cNvGrpSpPr/>
          <p:nvPr/>
        </p:nvGrpSpPr>
        <p:grpSpPr>
          <a:xfrm>
            <a:off x="5584217" y="2734650"/>
            <a:ext cx="985357" cy="585764"/>
            <a:chOff x="5145061" y="2881789"/>
            <a:chExt cx="1107641" cy="658458"/>
          </a:xfrm>
        </p:grpSpPr>
        <p:grpSp>
          <p:nvGrpSpPr>
            <p:cNvPr id="4523" name="Google Shape;4523;p60"/>
            <p:cNvGrpSpPr/>
            <p:nvPr/>
          </p:nvGrpSpPr>
          <p:grpSpPr>
            <a:xfrm>
              <a:off x="5722989" y="3244587"/>
              <a:ext cx="529713" cy="295659"/>
              <a:chOff x="5722989" y="3244587"/>
              <a:chExt cx="529713" cy="295659"/>
            </a:xfrm>
          </p:grpSpPr>
          <p:sp>
            <p:nvSpPr>
              <p:cNvPr id="4524" name="Google Shape;4524;p60"/>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525" name="Google Shape;4525;p60"/>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526" name="Google Shape;4526;p60"/>
            <p:cNvGrpSpPr/>
            <p:nvPr/>
          </p:nvGrpSpPr>
          <p:grpSpPr>
            <a:xfrm>
              <a:off x="5145061" y="3244587"/>
              <a:ext cx="536807" cy="295659"/>
              <a:chOff x="5145061" y="3244587"/>
              <a:chExt cx="536807" cy="295659"/>
            </a:xfrm>
          </p:grpSpPr>
          <p:sp>
            <p:nvSpPr>
              <p:cNvPr id="4527" name="Google Shape;4527;p60"/>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528" name="Google Shape;4528;p60"/>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529" name="Google Shape;4529;p60"/>
            <p:cNvGrpSpPr/>
            <p:nvPr/>
          </p:nvGrpSpPr>
          <p:grpSpPr>
            <a:xfrm>
              <a:off x="5341327" y="2898245"/>
              <a:ext cx="532309" cy="614891"/>
              <a:chOff x="5341327" y="2898245"/>
              <a:chExt cx="532309" cy="614891"/>
            </a:xfrm>
          </p:grpSpPr>
          <p:sp>
            <p:nvSpPr>
              <p:cNvPr id="4530" name="Google Shape;4530;p60"/>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531" name="Google Shape;4531;p60"/>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532" name="Google Shape;4532;p60"/>
            <p:cNvGrpSpPr/>
            <p:nvPr/>
          </p:nvGrpSpPr>
          <p:grpSpPr>
            <a:xfrm>
              <a:off x="5532290" y="2881789"/>
              <a:ext cx="620516" cy="305456"/>
              <a:chOff x="5532290" y="2881789"/>
              <a:chExt cx="620516" cy="305456"/>
            </a:xfrm>
          </p:grpSpPr>
          <p:sp>
            <p:nvSpPr>
              <p:cNvPr id="4533" name="Google Shape;4533;p60"/>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534" name="Google Shape;4534;p60"/>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4535" name="Google Shape;4535;p60"/>
          <p:cNvGrpSpPr/>
          <p:nvPr/>
        </p:nvGrpSpPr>
        <p:grpSpPr>
          <a:xfrm>
            <a:off x="8163140" y="3526708"/>
            <a:ext cx="269068" cy="645491"/>
            <a:chOff x="7026852" y="3311869"/>
            <a:chExt cx="434331" cy="1041954"/>
          </a:xfrm>
        </p:grpSpPr>
        <p:sp>
          <p:nvSpPr>
            <p:cNvPr id="4536" name="Google Shape;4536;p60"/>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60"/>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60"/>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9" name="Google Shape;4539;p60"/>
          <p:cNvGrpSpPr/>
          <p:nvPr/>
        </p:nvGrpSpPr>
        <p:grpSpPr>
          <a:xfrm>
            <a:off x="6179721" y="3565945"/>
            <a:ext cx="293882" cy="293836"/>
            <a:chOff x="4873519" y="3311869"/>
            <a:chExt cx="499374" cy="499296"/>
          </a:xfrm>
        </p:grpSpPr>
        <p:sp>
          <p:nvSpPr>
            <p:cNvPr id="4540" name="Google Shape;4540;p60"/>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60"/>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2" name="Google Shape;4542;p60"/>
          <p:cNvGrpSpPr/>
          <p:nvPr/>
        </p:nvGrpSpPr>
        <p:grpSpPr>
          <a:xfrm>
            <a:off x="6179721" y="3878317"/>
            <a:ext cx="293882" cy="293882"/>
            <a:chOff x="4873519" y="3875839"/>
            <a:chExt cx="499374" cy="499374"/>
          </a:xfrm>
        </p:grpSpPr>
        <p:sp>
          <p:nvSpPr>
            <p:cNvPr id="4543" name="Google Shape;4543;p60"/>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60"/>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5" name="Google Shape;4545;p60"/>
          <p:cNvGrpSpPr/>
          <p:nvPr/>
        </p:nvGrpSpPr>
        <p:grpSpPr>
          <a:xfrm>
            <a:off x="2410248" y="1850269"/>
            <a:ext cx="698104" cy="698208"/>
            <a:chOff x="2565073" y="2075876"/>
            <a:chExt cx="672482" cy="672518"/>
          </a:xfrm>
        </p:grpSpPr>
        <p:sp>
          <p:nvSpPr>
            <p:cNvPr id="4546" name="Google Shape;4546;p60"/>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60"/>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60"/>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60"/>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60"/>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60"/>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2" name="Google Shape;4552;p60"/>
          <p:cNvGrpSpPr/>
          <p:nvPr/>
        </p:nvGrpSpPr>
        <p:grpSpPr>
          <a:xfrm>
            <a:off x="5633660" y="3534870"/>
            <a:ext cx="438354" cy="637329"/>
            <a:chOff x="1697726" y="3244179"/>
            <a:chExt cx="788124" cy="1146069"/>
          </a:xfrm>
        </p:grpSpPr>
        <p:sp>
          <p:nvSpPr>
            <p:cNvPr id="4553" name="Google Shape;4553;p6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6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55" name="Google Shape;4555;p60"/>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56" name="Google Shape;4556;p60"/>
          <p:cNvGrpSpPr/>
          <p:nvPr/>
        </p:nvGrpSpPr>
        <p:grpSpPr>
          <a:xfrm>
            <a:off x="7634874" y="1863232"/>
            <a:ext cx="799565" cy="670282"/>
            <a:chOff x="7617850" y="2063282"/>
            <a:chExt cx="799565" cy="670282"/>
          </a:xfrm>
        </p:grpSpPr>
        <p:cxnSp>
          <p:nvCxnSpPr>
            <p:cNvPr id="4557" name="Google Shape;4557;p60"/>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558" name="Google Shape;4558;p60"/>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559" name="Google Shape;4559;p60"/>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560" name="Google Shape;4560;p60"/>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561" name="Google Shape;4561;p60"/>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4562" name="Google Shape;4562;p60"/>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4563" name="Google Shape;4563;p60"/>
            <p:cNvGrpSpPr/>
            <p:nvPr/>
          </p:nvGrpSpPr>
          <p:grpSpPr>
            <a:xfrm>
              <a:off x="7734309" y="2063282"/>
              <a:ext cx="570957" cy="620095"/>
              <a:chOff x="7734309" y="2063282"/>
              <a:chExt cx="570957" cy="620095"/>
            </a:xfrm>
          </p:grpSpPr>
          <p:grpSp>
            <p:nvGrpSpPr>
              <p:cNvPr id="4564" name="Google Shape;4564;p60"/>
              <p:cNvGrpSpPr/>
              <p:nvPr/>
            </p:nvGrpSpPr>
            <p:grpSpPr>
              <a:xfrm>
                <a:off x="8031573" y="2063282"/>
                <a:ext cx="273693" cy="620095"/>
                <a:chOff x="8031573" y="2063282"/>
                <a:chExt cx="273693" cy="620095"/>
              </a:xfrm>
            </p:grpSpPr>
            <p:sp>
              <p:nvSpPr>
                <p:cNvPr id="4565" name="Google Shape;4565;p60"/>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60"/>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60"/>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60"/>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9" name="Google Shape;4569;p60"/>
              <p:cNvGrpSpPr/>
              <p:nvPr/>
            </p:nvGrpSpPr>
            <p:grpSpPr>
              <a:xfrm flipH="1">
                <a:off x="7734309" y="2063282"/>
                <a:ext cx="273693" cy="620095"/>
                <a:chOff x="8031573" y="2063282"/>
                <a:chExt cx="273693" cy="620095"/>
              </a:xfrm>
            </p:grpSpPr>
            <p:sp>
              <p:nvSpPr>
                <p:cNvPr id="4570" name="Google Shape;4570;p60"/>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60"/>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60"/>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60"/>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4574" name="Google Shape;4574;p60"/>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60"/>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76" name="Google Shape;4576;p60"/>
          <p:cNvGrpSpPr/>
          <p:nvPr/>
        </p:nvGrpSpPr>
        <p:grpSpPr>
          <a:xfrm>
            <a:off x="7821480" y="2716716"/>
            <a:ext cx="602567" cy="601884"/>
            <a:chOff x="1186975" y="238125"/>
            <a:chExt cx="5244275" cy="5238325"/>
          </a:xfrm>
        </p:grpSpPr>
        <p:sp>
          <p:nvSpPr>
            <p:cNvPr id="4577" name="Google Shape;4577;p6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60"/>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60"/>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60"/>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1" name="Google Shape;4581;p60"/>
          <p:cNvGrpSpPr/>
          <p:nvPr/>
        </p:nvGrpSpPr>
        <p:grpSpPr>
          <a:xfrm>
            <a:off x="3264218" y="1856199"/>
            <a:ext cx="651848" cy="687338"/>
            <a:chOff x="3400515" y="2056248"/>
            <a:chExt cx="698134" cy="735987"/>
          </a:xfrm>
        </p:grpSpPr>
        <p:grpSp>
          <p:nvGrpSpPr>
            <p:cNvPr id="4582" name="Google Shape;4582;p60"/>
            <p:cNvGrpSpPr/>
            <p:nvPr/>
          </p:nvGrpSpPr>
          <p:grpSpPr>
            <a:xfrm>
              <a:off x="3400515" y="2283913"/>
              <a:ext cx="312919" cy="219900"/>
              <a:chOff x="3400515" y="2283913"/>
              <a:chExt cx="312919" cy="219900"/>
            </a:xfrm>
          </p:grpSpPr>
          <p:sp>
            <p:nvSpPr>
              <p:cNvPr id="4583" name="Google Shape;4583;p60"/>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584" name="Google Shape;4584;p60"/>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4585" name="Google Shape;4585;p60"/>
            <p:cNvGrpSpPr/>
            <p:nvPr/>
          </p:nvGrpSpPr>
          <p:grpSpPr>
            <a:xfrm>
              <a:off x="3547823" y="2461089"/>
              <a:ext cx="219900" cy="331146"/>
              <a:chOff x="3547823" y="2461089"/>
              <a:chExt cx="219900" cy="331146"/>
            </a:xfrm>
          </p:grpSpPr>
          <p:sp>
            <p:nvSpPr>
              <p:cNvPr id="4586" name="Google Shape;4586;p60"/>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587" name="Google Shape;4587;p60"/>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4588" name="Google Shape;4588;p60"/>
            <p:cNvGrpSpPr/>
            <p:nvPr/>
          </p:nvGrpSpPr>
          <p:grpSpPr>
            <a:xfrm>
              <a:off x="3734138" y="2461089"/>
              <a:ext cx="219900" cy="331146"/>
              <a:chOff x="3734138" y="2461089"/>
              <a:chExt cx="219900" cy="331146"/>
            </a:xfrm>
          </p:grpSpPr>
          <p:sp>
            <p:nvSpPr>
              <p:cNvPr id="4589" name="Google Shape;4589;p60"/>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590" name="Google Shape;4590;p60"/>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4591" name="Google Shape;4591;p60"/>
            <p:cNvGrpSpPr/>
            <p:nvPr/>
          </p:nvGrpSpPr>
          <p:grpSpPr>
            <a:xfrm>
              <a:off x="3787560" y="2281742"/>
              <a:ext cx="311089" cy="219900"/>
              <a:chOff x="3787560" y="2281742"/>
              <a:chExt cx="311089" cy="219900"/>
            </a:xfrm>
          </p:grpSpPr>
          <p:sp>
            <p:nvSpPr>
              <p:cNvPr id="4592" name="Google Shape;4592;p60"/>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593" name="Google Shape;4593;p60"/>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4594" name="Google Shape;4594;p60"/>
            <p:cNvGrpSpPr/>
            <p:nvPr/>
          </p:nvGrpSpPr>
          <p:grpSpPr>
            <a:xfrm>
              <a:off x="3637290" y="2056248"/>
              <a:ext cx="219900" cy="330736"/>
              <a:chOff x="3637290" y="2056248"/>
              <a:chExt cx="219900" cy="330736"/>
            </a:xfrm>
          </p:grpSpPr>
          <p:sp>
            <p:nvSpPr>
              <p:cNvPr id="4595" name="Google Shape;4595;p60"/>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4596" name="Google Shape;4596;p60"/>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4597" name="Google Shape;4597;p60"/>
          <p:cNvGrpSpPr/>
          <p:nvPr/>
        </p:nvGrpSpPr>
        <p:grpSpPr>
          <a:xfrm>
            <a:off x="2555923" y="2726206"/>
            <a:ext cx="1268144" cy="592394"/>
            <a:chOff x="238125" y="1188750"/>
            <a:chExt cx="7140450" cy="3335550"/>
          </a:xfrm>
        </p:grpSpPr>
        <p:sp>
          <p:nvSpPr>
            <p:cNvPr id="4598" name="Google Shape;4598;p6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6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6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6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6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3" name="Google Shape;4603;p60"/>
          <p:cNvGrpSpPr/>
          <p:nvPr/>
        </p:nvGrpSpPr>
        <p:grpSpPr>
          <a:xfrm>
            <a:off x="6663824" y="2728360"/>
            <a:ext cx="1053944" cy="590147"/>
            <a:chOff x="238125" y="1335475"/>
            <a:chExt cx="5418735" cy="3034175"/>
          </a:xfrm>
        </p:grpSpPr>
        <p:sp>
          <p:nvSpPr>
            <p:cNvPr id="4604" name="Google Shape;4604;p6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6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6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7" name="Google Shape;4607;p60"/>
          <p:cNvGrpSpPr/>
          <p:nvPr/>
        </p:nvGrpSpPr>
        <p:grpSpPr>
          <a:xfrm>
            <a:off x="4094633" y="3533260"/>
            <a:ext cx="1268207" cy="638939"/>
            <a:chOff x="3967651" y="3645904"/>
            <a:chExt cx="1479304" cy="745292"/>
          </a:xfrm>
        </p:grpSpPr>
        <p:grpSp>
          <p:nvGrpSpPr>
            <p:cNvPr id="4608" name="Google Shape;4608;p60"/>
            <p:cNvGrpSpPr/>
            <p:nvPr/>
          </p:nvGrpSpPr>
          <p:grpSpPr>
            <a:xfrm>
              <a:off x="3967651" y="4009026"/>
              <a:ext cx="1479304" cy="382170"/>
              <a:chOff x="3967651" y="4009026"/>
              <a:chExt cx="1479304" cy="382170"/>
            </a:xfrm>
          </p:grpSpPr>
          <p:grpSp>
            <p:nvGrpSpPr>
              <p:cNvPr id="4609" name="Google Shape;4609;p60"/>
              <p:cNvGrpSpPr/>
              <p:nvPr/>
            </p:nvGrpSpPr>
            <p:grpSpPr>
              <a:xfrm>
                <a:off x="4892216" y="4195630"/>
                <a:ext cx="554739" cy="195566"/>
                <a:chOff x="3604375" y="4892160"/>
                <a:chExt cx="1651500" cy="582215"/>
              </a:xfrm>
            </p:grpSpPr>
            <p:sp>
              <p:nvSpPr>
                <p:cNvPr id="4610" name="Google Shape;4610;p60"/>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60"/>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2" name="Google Shape;4612;p60"/>
              <p:cNvGrpSpPr/>
              <p:nvPr/>
            </p:nvGrpSpPr>
            <p:grpSpPr>
              <a:xfrm>
                <a:off x="3967651" y="4146303"/>
                <a:ext cx="579402" cy="244893"/>
                <a:chOff x="851875" y="4745310"/>
                <a:chExt cx="1724925" cy="729065"/>
              </a:xfrm>
            </p:grpSpPr>
            <p:sp>
              <p:nvSpPr>
                <p:cNvPr id="4613" name="Google Shape;4613;p60"/>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60"/>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5" name="Google Shape;4615;p60"/>
              <p:cNvGrpSpPr/>
              <p:nvPr/>
            </p:nvGrpSpPr>
            <p:grpSpPr>
              <a:xfrm>
                <a:off x="4460753" y="4009026"/>
                <a:ext cx="493110" cy="382170"/>
                <a:chOff x="2319875" y="4336625"/>
                <a:chExt cx="1468025" cy="1137750"/>
              </a:xfrm>
            </p:grpSpPr>
            <p:sp>
              <p:nvSpPr>
                <p:cNvPr id="4616" name="Google Shape;4616;p60"/>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60"/>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18" name="Google Shape;4618;p60"/>
            <p:cNvGrpSpPr/>
            <p:nvPr/>
          </p:nvGrpSpPr>
          <p:grpSpPr>
            <a:xfrm>
              <a:off x="4479443" y="3645904"/>
              <a:ext cx="455965" cy="388789"/>
              <a:chOff x="2957425" y="238100"/>
              <a:chExt cx="1910200" cy="1628775"/>
            </a:xfrm>
          </p:grpSpPr>
          <p:sp>
            <p:nvSpPr>
              <p:cNvPr id="4619" name="Google Shape;4619;p60"/>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60"/>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60"/>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60"/>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60"/>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60"/>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60"/>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60"/>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60"/>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60"/>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29" name="Google Shape;4629;p60"/>
          <p:cNvGrpSpPr/>
          <p:nvPr/>
        </p:nvGrpSpPr>
        <p:grpSpPr>
          <a:xfrm>
            <a:off x="2480746" y="3534460"/>
            <a:ext cx="1243128" cy="637739"/>
            <a:chOff x="2496310" y="3693351"/>
            <a:chExt cx="1342906" cy="688926"/>
          </a:xfrm>
        </p:grpSpPr>
        <p:grpSp>
          <p:nvGrpSpPr>
            <p:cNvPr id="4630" name="Google Shape;4630;p60"/>
            <p:cNvGrpSpPr/>
            <p:nvPr/>
          </p:nvGrpSpPr>
          <p:grpSpPr>
            <a:xfrm>
              <a:off x="2496310" y="3693351"/>
              <a:ext cx="1342906" cy="688875"/>
              <a:chOff x="2496310" y="3693351"/>
              <a:chExt cx="1342906" cy="688875"/>
            </a:xfrm>
          </p:grpSpPr>
          <p:sp>
            <p:nvSpPr>
              <p:cNvPr id="4631" name="Google Shape;4631;p60"/>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60"/>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60"/>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60"/>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60"/>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60"/>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637" name="Google Shape;4637;p60"/>
              <p:cNvCxnSpPr>
                <a:stCxn id="4635"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4638" name="Google Shape;4638;p60"/>
              <p:cNvCxnSpPr>
                <a:stCxn id="4632"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4639" name="Google Shape;4639;p60"/>
              <p:cNvCxnSpPr>
                <a:stCxn id="4633"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4640" name="Google Shape;4640;p60"/>
              <p:cNvCxnSpPr>
                <a:stCxn id="4636"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4641" name="Google Shape;4641;p60"/>
              <p:cNvCxnSpPr>
                <a:stCxn id="4634"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4642" name="Google Shape;4642;p60"/>
            <p:cNvGrpSpPr/>
            <p:nvPr/>
          </p:nvGrpSpPr>
          <p:grpSpPr>
            <a:xfrm>
              <a:off x="2675275" y="3930557"/>
              <a:ext cx="1003306" cy="451719"/>
              <a:chOff x="2675275" y="4174282"/>
              <a:chExt cx="1003306" cy="451719"/>
            </a:xfrm>
          </p:grpSpPr>
          <p:sp>
            <p:nvSpPr>
              <p:cNvPr id="4643" name="Google Shape;4643;p60"/>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60"/>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60"/>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46" name="Google Shape;4646;p60"/>
          <p:cNvGrpSpPr/>
          <p:nvPr/>
        </p:nvGrpSpPr>
        <p:grpSpPr>
          <a:xfrm>
            <a:off x="1654417" y="971307"/>
            <a:ext cx="574511" cy="874709"/>
            <a:chOff x="1715404" y="1112080"/>
            <a:chExt cx="642270" cy="977984"/>
          </a:xfrm>
        </p:grpSpPr>
        <p:grpSp>
          <p:nvGrpSpPr>
            <p:cNvPr id="4647" name="Google Shape;4647;p60"/>
            <p:cNvGrpSpPr/>
            <p:nvPr/>
          </p:nvGrpSpPr>
          <p:grpSpPr>
            <a:xfrm>
              <a:off x="1715404" y="1112080"/>
              <a:ext cx="642270" cy="977984"/>
              <a:chOff x="1715404" y="1112080"/>
              <a:chExt cx="642270" cy="977984"/>
            </a:xfrm>
          </p:grpSpPr>
          <p:sp>
            <p:nvSpPr>
              <p:cNvPr id="4648" name="Google Shape;4648;p60"/>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60"/>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0" name="Google Shape;4650;p60"/>
            <p:cNvGrpSpPr/>
            <p:nvPr/>
          </p:nvGrpSpPr>
          <p:grpSpPr>
            <a:xfrm>
              <a:off x="1768927" y="1165603"/>
              <a:ext cx="535225" cy="851367"/>
              <a:chOff x="1768927" y="1165603"/>
              <a:chExt cx="535225" cy="851367"/>
            </a:xfrm>
          </p:grpSpPr>
          <p:sp>
            <p:nvSpPr>
              <p:cNvPr id="4651" name="Google Shape;4651;p60"/>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60"/>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3" name="Google Shape;4653;p60"/>
            <p:cNvGrpSpPr/>
            <p:nvPr/>
          </p:nvGrpSpPr>
          <p:grpSpPr>
            <a:xfrm>
              <a:off x="1822449" y="1219125"/>
              <a:ext cx="428180" cy="718859"/>
              <a:chOff x="1822449" y="1219125"/>
              <a:chExt cx="428180" cy="718859"/>
            </a:xfrm>
          </p:grpSpPr>
          <p:sp>
            <p:nvSpPr>
              <p:cNvPr id="4654" name="Google Shape;4654;p60"/>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60"/>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6" name="Google Shape;4656;p60"/>
            <p:cNvGrpSpPr/>
            <p:nvPr/>
          </p:nvGrpSpPr>
          <p:grpSpPr>
            <a:xfrm>
              <a:off x="1875972" y="1272648"/>
              <a:ext cx="321135" cy="586939"/>
              <a:chOff x="1875972" y="1272648"/>
              <a:chExt cx="321135" cy="586939"/>
            </a:xfrm>
          </p:grpSpPr>
          <p:sp>
            <p:nvSpPr>
              <p:cNvPr id="4657" name="Google Shape;4657;p60"/>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60"/>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59" name="Google Shape;4659;p60"/>
          <p:cNvGrpSpPr/>
          <p:nvPr/>
        </p:nvGrpSpPr>
        <p:grpSpPr>
          <a:xfrm>
            <a:off x="7761578" y="3528028"/>
            <a:ext cx="293855" cy="644170"/>
            <a:chOff x="241025" y="3151575"/>
            <a:chExt cx="293855" cy="644170"/>
          </a:xfrm>
        </p:grpSpPr>
        <p:sp>
          <p:nvSpPr>
            <p:cNvPr id="4660" name="Google Shape;4660;p60"/>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60"/>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2" name="Google Shape;4662;p60"/>
          <p:cNvGrpSpPr/>
          <p:nvPr/>
        </p:nvGrpSpPr>
        <p:grpSpPr>
          <a:xfrm>
            <a:off x="709562" y="2728028"/>
            <a:ext cx="1779649" cy="591620"/>
            <a:chOff x="246070" y="1983375"/>
            <a:chExt cx="1855347" cy="616849"/>
          </a:xfrm>
        </p:grpSpPr>
        <p:sp>
          <p:nvSpPr>
            <p:cNvPr id="4663" name="Google Shape;4663;p60"/>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60"/>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60"/>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60"/>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60"/>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60"/>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60"/>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60"/>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60"/>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2" name="Google Shape;4672;p60"/>
          <p:cNvGrpSpPr/>
          <p:nvPr/>
        </p:nvGrpSpPr>
        <p:grpSpPr>
          <a:xfrm>
            <a:off x="2320428" y="971307"/>
            <a:ext cx="711055" cy="745993"/>
            <a:chOff x="2496269" y="1171698"/>
            <a:chExt cx="761953" cy="799392"/>
          </a:xfrm>
        </p:grpSpPr>
        <p:grpSp>
          <p:nvGrpSpPr>
            <p:cNvPr id="4673" name="Google Shape;4673;p60"/>
            <p:cNvGrpSpPr/>
            <p:nvPr/>
          </p:nvGrpSpPr>
          <p:grpSpPr>
            <a:xfrm>
              <a:off x="2496269" y="1171698"/>
              <a:ext cx="761953" cy="723022"/>
              <a:chOff x="2496269" y="1171698"/>
              <a:chExt cx="761953" cy="723022"/>
            </a:xfrm>
          </p:grpSpPr>
          <p:sp>
            <p:nvSpPr>
              <p:cNvPr id="4674" name="Google Shape;4674;p60"/>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60"/>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76" name="Google Shape;4676;p60"/>
              <p:cNvGrpSpPr/>
              <p:nvPr/>
            </p:nvGrpSpPr>
            <p:grpSpPr>
              <a:xfrm>
                <a:off x="2496269" y="1171698"/>
                <a:ext cx="761953" cy="723022"/>
                <a:chOff x="2496269" y="1120652"/>
                <a:chExt cx="761953" cy="723022"/>
              </a:xfrm>
            </p:grpSpPr>
            <p:grpSp>
              <p:nvGrpSpPr>
                <p:cNvPr id="4677" name="Google Shape;4677;p60"/>
                <p:cNvGrpSpPr/>
                <p:nvPr/>
              </p:nvGrpSpPr>
              <p:grpSpPr>
                <a:xfrm>
                  <a:off x="2496269" y="1120652"/>
                  <a:ext cx="761953" cy="723022"/>
                  <a:chOff x="2496269" y="1120652"/>
                  <a:chExt cx="761953" cy="723022"/>
                </a:xfrm>
              </p:grpSpPr>
              <p:grpSp>
                <p:nvGrpSpPr>
                  <p:cNvPr id="4678" name="Google Shape;4678;p60"/>
                  <p:cNvGrpSpPr/>
                  <p:nvPr/>
                </p:nvGrpSpPr>
                <p:grpSpPr>
                  <a:xfrm>
                    <a:off x="2496269" y="1304589"/>
                    <a:ext cx="407089" cy="305057"/>
                    <a:chOff x="2496269" y="1304589"/>
                    <a:chExt cx="407089" cy="305057"/>
                  </a:xfrm>
                </p:grpSpPr>
                <p:sp>
                  <p:nvSpPr>
                    <p:cNvPr id="4679" name="Google Shape;4679;p60"/>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60"/>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1" name="Google Shape;4681;p60"/>
                  <p:cNvGrpSpPr/>
                  <p:nvPr/>
                </p:nvGrpSpPr>
                <p:grpSpPr>
                  <a:xfrm>
                    <a:off x="2586468" y="1493376"/>
                    <a:ext cx="358850" cy="349656"/>
                    <a:chOff x="2586468" y="1493376"/>
                    <a:chExt cx="358850" cy="349656"/>
                  </a:xfrm>
                </p:grpSpPr>
                <p:sp>
                  <p:nvSpPr>
                    <p:cNvPr id="4682" name="Google Shape;4682;p60"/>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60"/>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4" name="Google Shape;4684;p60"/>
                  <p:cNvGrpSpPr/>
                  <p:nvPr/>
                </p:nvGrpSpPr>
                <p:grpSpPr>
                  <a:xfrm>
                    <a:off x="2807939" y="1494024"/>
                    <a:ext cx="358857" cy="349650"/>
                    <a:chOff x="2807939" y="1494024"/>
                    <a:chExt cx="358857" cy="349650"/>
                  </a:xfrm>
                </p:grpSpPr>
                <p:sp>
                  <p:nvSpPr>
                    <p:cNvPr id="4685" name="Google Shape;4685;p60"/>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60"/>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7" name="Google Shape;4687;p60"/>
                  <p:cNvGrpSpPr/>
                  <p:nvPr/>
                </p:nvGrpSpPr>
                <p:grpSpPr>
                  <a:xfrm>
                    <a:off x="2851133" y="1305635"/>
                    <a:ext cx="407089" cy="305057"/>
                    <a:chOff x="2851133" y="1305635"/>
                    <a:chExt cx="407089" cy="305057"/>
                  </a:xfrm>
                </p:grpSpPr>
                <p:sp>
                  <p:nvSpPr>
                    <p:cNvPr id="4688" name="Google Shape;4688;p60"/>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60"/>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0" name="Google Shape;4690;p60"/>
                  <p:cNvGrpSpPr/>
                  <p:nvPr/>
                </p:nvGrpSpPr>
                <p:grpSpPr>
                  <a:xfrm>
                    <a:off x="2727495" y="1120652"/>
                    <a:ext cx="300271" cy="396358"/>
                    <a:chOff x="2727495" y="1120652"/>
                    <a:chExt cx="300271" cy="396358"/>
                  </a:xfrm>
                </p:grpSpPr>
                <p:sp>
                  <p:nvSpPr>
                    <p:cNvPr id="4691" name="Google Shape;4691;p60"/>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60"/>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93" name="Google Shape;4693;p60"/>
                <p:cNvGrpSpPr/>
                <p:nvPr/>
              </p:nvGrpSpPr>
              <p:grpSpPr>
                <a:xfrm>
                  <a:off x="2722305" y="1350460"/>
                  <a:ext cx="308357" cy="308344"/>
                  <a:chOff x="2722305" y="1350460"/>
                  <a:chExt cx="308357" cy="308344"/>
                </a:xfrm>
              </p:grpSpPr>
              <p:sp>
                <p:nvSpPr>
                  <p:cNvPr id="4694" name="Google Shape;4694;p60"/>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95" name="Google Shape;4695;p60"/>
                  <p:cNvGrpSpPr/>
                  <p:nvPr/>
                </p:nvGrpSpPr>
                <p:grpSpPr>
                  <a:xfrm>
                    <a:off x="2725064" y="1364529"/>
                    <a:ext cx="297954" cy="280182"/>
                    <a:chOff x="2725064" y="1364529"/>
                    <a:chExt cx="297954" cy="280182"/>
                  </a:xfrm>
                </p:grpSpPr>
                <p:sp>
                  <p:nvSpPr>
                    <p:cNvPr id="4696" name="Google Shape;4696;p60"/>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60"/>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60"/>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60"/>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60"/>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4701" name="Google Shape;4701;p60"/>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60"/>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60"/>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60"/>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60"/>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6" name="Google Shape;4706;p60"/>
          <p:cNvGrpSpPr/>
          <p:nvPr/>
        </p:nvGrpSpPr>
        <p:grpSpPr>
          <a:xfrm>
            <a:off x="3909129" y="2727412"/>
            <a:ext cx="1569144" cy="591015"/>
            <a:chOff x="3820100" y="3023049"/>
            <a:chExt cx="1303926" cy="491162"/>
          </a:xfrm>
        </p:grpSpPr>
        <p:grpSp>
          <p:nvGrpSpPr>
            <p:cNvPr id="4707" name="Google Shape;4707;p60"/>
            <p:cNvGrpSpPr/>
            <p:nvPr/>
          </p:nvGrpSpPr>
          <p:grpSpPr>
            <a:xfrm>
              <a:off x="3820100" y="3023072"/>
              <a:ext cx="1303926" cy="491139"/>
              <a:chOff x="3820100" y="3023072"/>
              <a:chExt cx="1303926" cy="491139"/>
            </a:xfrm>
          </p:grpSpPr>
          <p:sp>
            <p:nvSpPr>
              <p:cNvPr id="4708" name="Google Shape;4708;p60"/>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60"/>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0" name="Google Shape;4710;p60"/>
            <p:cNvGrpSpPr/>
            <p:nvPr/>
          </p:nvGrpSpPr>
          <p:grpSpPr>
            <a:xfrm>
              <a:off x="4132439" y="3023645"/>
              <a:ext cx="393633" cy="177096"/>
              <a:chOff x="4132439" y="3023645"/>
              <a:chExt cx="393633" cy="177096"/>
            </a:xfrm>
          </p:grpSpPr>
          <p:sp>
            <p:nvSpPr>
              <p:cNvPr id="4711" name="Google Shape;4711;p60"/>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60"/>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3" name="Google Shape;4713;p60"/>
            <p:cNvGrpSpPr/>
            <p:nvPr/>
          </p:nvGrpSpPr>
          <p:grpSpPr>
            <a:xfrm>
              <a:off x="3921811" y="3023049"/>
              <a:ext cx="1002397" cy="388943"/>
              <a:chOff x="3921811" y="3023049"/>
              <a:chExt cx="1002397" cy="388943"/>
            </a:xfrm>
          </p:grpSpPr>
          <p:sp>
            <p:nvSpPr>
              <p:cNvPr id="4714" name="Google Shape;4714;p60"/>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60"/>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6" name="Google Shape;4716;p60"/>
            <p:cNvGrpSpPr/>
            <p:nvPr/>
          </p:nvGrpSpPr>
          <p:grpSpPr>
            <a:xfrm>
              <a:off x="4023645" y="3023049"/>
              <a:ext cx="683032" cy="286722"/>
              <a:chOff x="4023645" y="3023049"/>
              <a:chExt cx="683032" cy="286722"/>
            </a:xfrm>
          </p:grpSpPr>
          <p:sp>
            <p:nvSpPr>
              <p:cNvPr id="4717" name="Google Shape;4717;p60"/>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60"/>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19" name="Google Shape;4719;p60"/>
          <p:cNvGrpSpPr/>
          <p:nvPr/>
        </p:nvGrpSpPr>
        <p:grpSpPr>
          <a:xfrm>
            <a:off x="1541251" y="1854258"/>
            <a:ext cx="713522" cy="688025"/>
            <a:chOff x="1706078" y="2092648"/>
            <a:chExt cx="660913" cy="637296"/>
          </a:xfrm>
        </p:grpSpPr>
        <p:sp>
          <p:nvSpPr>
            <p:cNvPr id="4720" name="Google Shape;4720;p60"/>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21" name="Google Shape;4721;p60"/>
            <p:cNvGrpSpPr/>
            <p:nvPr/>
          </p:nvGrpSpPr>
          <p:grpSpPr>
            <a:xfrm>
              <a:off x="1706078" y="2092648"/>
              <a:ext cx="660913" cy="575241"/>
              <a:chOff x="1706078" y="2092648"/>
              <a:chExt cx="660913" cy="575241"/>
            </a:xfrm>
          </p:grpSpPr>
          <p:sp>
            <p:nvSpPr>
              <p:cNvPr id="4722" name="Google Shape;4722;p60"/>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60"/>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60"/>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25" name="Google Shape;4725;p60"/>
          <p:cNvGrpSpPr/>
          <p:nvPr/>
        </p:nvGrpSpPr>
        <p:grpSpPr>
          <a:xfrm>
            <a:off x="6303109" y="971806"/>
            <a:ext cx="1317459" cy="684168"/>
            <a:chOff x="238125" y="999450"/>
            <a:chExt cx="7140700" cy="3708225"/>
          </a:xfrm>
        </p:grpSpPr>
        <p:sp>
          <p:nvSpPr>
            <p:cNvPr id="4726" name="Google Shape;4726;p6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6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6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6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60"/>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6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6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6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6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4738"/>
        <p:cNvGrpSpPr/>
        <p:nvPr/>
      </p:nvGrpSpPr>
      <p:grpSpPr>
        <a:xfrm>
          <a:off x="0" y="0"/>
          <a:ext cx="0" cy="0"/>
          <a:chOff x="0" y="0"/>
          <a:chExt cx="0" cy="0"/>
        </a:xfrm>
      </p:grpSpPr>
      <p:grpSp>
        <p:nvGrpSpPr>
          <p:cNvPr id="4739" name="Google Shape;4739;p61"/>
          <p:cNvGrpSpPr/>
          <p:nvPr/>
        </p:nvGrpSpPr>
        <p:grpSpPr>
          <a:xfrm>
            <a:off x="717027" y="967622"/>
            <a:ext cx="1636117" cy="1526144"/>
            <a:chOff x="729238" y="1179665"/>
            <a:chExt cx="1636117" cy="1526144"/>
          </a:xfrm>
        </p:grpSpPr>
        <p:grpSp>
          <p:nvGrpSpPr>
            <p:cNvPr id="4740" name="Google Shape;4740;p61"/>
            <p:cNvGrpSpPr/>
            <p:nvPr/>
          </p:nvGrpSpPr>
          <p:grpSpPr>
            <a:xfrm>
              <a:off x="729238" y="1179665"/>
              <a:ext cx="80700" cy="1526144"/>
              <a:chOff x="729238" y="1179665"/>
              <a:chExt cx="80700" cy="1526144"/>
            </a:xfrm>
          </p:grpSpPr>
          <p:sp>
            <p:nvSpPr>
              <p:cNvPr id="4741" name="Google Shape;4741;p61"/>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61"/>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61"/>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61"/>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61"/>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61"/>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61"/>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61"/>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61"/>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61"/>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1" name="Google Shape;4751;p61"/>
            <p:cNvGrpSpPr/>
            <p:nvPr/>
          </p:nvGrpSpPr>
          <p:grpSpPr>
            <a:xfrm>
              <a:off x="903098" y="1179665"/>
              <a:ext cx="80700" cy="1526144"/>
              <a:chOff x="903098" y="1179665"/>
              <a:chExt cx="80700" cy="1526144"/>
            </a:xfrm>
          </p:grpSpPr>
          <p:sp>
            <p:nvSpPr>
              <p:cNvPr id="4752" name="Google Shape;4752;p61"/>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61"/>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61"/>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61"/>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61"/>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61"/>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61"/>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61"/>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61"/>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61"/>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2" name="Google Shape;4762;p61"/>
            <p:cNvGrpSpPr/>
            <p:nvPr/>
          </p:nvGrpSpPr>
          <p:grpSpPr>
            <a:xfrm>
              <a:off x="1076958" y="1179665"/>
              <a:ext cx="80700" cy="1526144"/>
              <a:chOff x="1076958" y="1179665"/>
              <a:chExt cx="80700" cy="1526144"/>
            </a:xfrm>
          </p:grpSpPr>
          <p:sp>
            <p:nvSpPr>
              <p:cNvPr id="4763" name="Google Shape;4763;p61"/>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61"/>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61"/>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61"/>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61"/>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61"/>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61"/>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61"/>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61"/>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61"/>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3" name="Google Shape;4773;p61"/>
            <p:cNvGrpSpPr/>
            <p:nvPr/>
          </p:nvGrpSpPr>
          <p:grpSpPr>
            <a:xfrm>
              <a:off x="1247707" y="1179665"/>
              <a:ext cx="80700" cy="1526144"/>
              <a:chOff x="1247707" y="1179665"/>
              <a:chExt cx="80700" cy="1526144"/>
            </a:xfrm>
          </p:grpSpPr>
          <p:sp>
            <p:nvSpPr>
              <p:cNvPr id="4774" name="Google Shape;4774;p61"/>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61"/>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61"/>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61"/>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61"/>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61"/>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61"/>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61"/>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61"/>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61"/>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4" name="Google Shape;4784;p61"/>
            <p:cNvGrpSpPr/>
            <p:nvPr/>
          </p:nvGrpSpPr>
          <p:grpSpPr>
            <a:xfrm>
              <a:off x="1421567" y="1179665"/>
              <a:ext cx="80700" cy="1526144"/>
              <a:chOff x="1421567" y="1179665"/>
              <a:chExt cx="80700" cy="1526144"/>
            </a:xfrm>
          </p:grpSpPr>
          <p:sp>
            <p:nvSpPr>
              <p:cNvPr id="4785" name="Google Shape;4785;p61"/>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61"/>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61"/>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61"/>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61"/>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61"/>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61"/>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61"/>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61"/>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61"/>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5" name="Google Shape;4795;p61"/>
            <p:cNvGrpSpPr/>
            <p:nvPr/>
          </p:nvGrpSpPr>
          <p:grpSpPr>
            <a:xfrm>
              <a:off x="1592327" y="1179665"/>
              <a:ext cx="80700" cy="1526144"/>
              <a:chOff x="1592327" y="1179665"/>
              <a:chExt cx="80700" cy="1526144"/>
            </a:xfrm>
          </p:grpSpPr>
          <p:sp>
            <p:nvSpPr>
              <p:cNvPr id="4796" name="Google Shape;4796;p61"/>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61"/>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61"/>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61"/>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61"/>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61"/>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61"/>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61"/>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61"/>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61"/>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6" name="Google Shape;4806;p61"/>
            <p:cNvGrpSpPr/>
            <p:nvPr/>
          </p:nvGrpSpPr>
          <p:grpSpPr>
            <a:xfrm>
              <a:off x="1766187" y="1179665"/>
              <a:ext cx="80700" cy="1526144"/>
              <a:chOff x="1766187" y="1179665"/>
              <a:chExt cx="80700" cy="1526144"/>
            </a:xfrm>
          </p:grpSpPr>
          <p:sp>
            <p:nvSpPr>
              <p:cNvPr id="4807" name="Google Shape;4807;p61"/>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61"/>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61"/>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61"/>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61"/>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61"/>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61"/>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61"/>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61"/>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61"/>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7" name="Google Shape;4817;p61"/>
            <p:cNvGrpSpPr/>
            <p:nvPr/>
          </p:nvGrpSpPr>
          <p:grpSpPr>
            <a:xfrm>
              <a:off x="1936935" y="1179665"/>
              <a:ext cx="80700" cy="1526144"/>
              <a:chOff x="1936935" y="1179665"/>
              <a:chExt cx="80700" cy="1526144"/>
            </a:xfrm>
          </p:grpSpPr>
          <p:sp>
            <p:nvSpPr>
              <p:cNvPr id="4818" name="Google Shape;4818;p61"/>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61"/>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61"/>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61"/>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61"/>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61"/>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61"/>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61"/>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61"/>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61"/>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8" name="Google Shape;4828;p61"/>
            <p:cNvGrpSpPr/>
            <p:nvPr/>
          </p:nvGrpSpPr>
          <p:grpSpPr>
            <a:xfrm>
              <a:off x="2110795" y="1179665"/>
              <a:ext cx="80700" cy="1526144"/>
              <a:chOff x="2110795" y="1179665"/>
              <a:chExt cx="80700" cy="1526144"/>
            </a:xfrm>
          </p:grpSpPr>
          <p:sp>
            <p:nvSpPr>
              <p:cNvPr id="4829" name="Google Shape;4829;p61"/>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61"/>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61"/>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61"/>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61"/>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61"/>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61"/>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61"/>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61"/>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61"/>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9" name="Google Shape;4839;p61"/>
            <p:cNvGrpSpPr/>
            <p:nvPr/>
          </p:nvGrpSpPr>
          <p:grpSpPr>
            <a:xfrm>
              <a:off x="2284655" y="1179665"/>
              <a:ext cx="80700" cy="1526144"/>
              <a:chOff x="2284655" y="1179665"/>
              <a:chExt cx="80700" cy="1526144"/>
            </a:xfrm>
          </p:grpSpPr>
          <p:sp>
            <p:nvSpPr>
              <p:cNvPr id="4840" name="Google Shape;4840;p61"/>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61"/>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61"/>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61"/>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61"/>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61"/>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61"/>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61"/>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61"/>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61"/>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50" name="Google Shape;4850;p61"/>
          <p:cNvGrpSpPr/>
          <p:nvPr/>
        </p:nvGrpSpPr>
        <p:grpSpPr>
          <a:xfrm>
            <a:off x="2611693" y="986760"/>
            <a:ext cx="1364248" cy="1102133"/>
            <a:chOff x="2623904" y="1198803"/>
            <a:chExt cx="1364248" cy="1102133"/>
          </a:xfrm>
        </p:grpSpPr>
        <p:grpSp>
          <p:nvGrpSpPr>
            <p:cNvPr id="4851" name="Google Shape;4851;p61"/>
            <p:cNvGrpSpPr/>
            <p:nvPr/>
          </p:nvGrpSpPr>
          <p:grpSpPr>
            <a:xfrm>
              <a:off x="2623907" y="1198803"/>
              <a:ext cx="1364245" cy="273000"/>
              <a:chOff x="2623907" y="1198803"/>
              <a:chExt cx="1364245" cy="273000"/>
            </a:xfrm>
          </p:grpSpPr>
          <p:sp>
            <p:nvSpPr>
              <p:cNvPr id="4852" name="Google Shape;4852;p61"/>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61"/>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61"/>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61"/>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61"/>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7" name="Google Shape;4857;p61"/>
            <p:cNvGrpSpPr/>
            <p:nvPr/>
          </p:nvGrpSpPr>
          <p:grpSpPr>
            <a:xfrm>
              <a:off x="2623904" y="1476964"/>
              <a:ext cx="1364245" cy="273000"/>
              <a:chOff x="2623904" y="1476964"/>
              <a:chExt cx="1364245" cy="273000"/>
            </a:xfrm>
          </p:grpSpPr>
          <p:sp>
            <p:nvSpPr>
              <p:cNvPr id="4858" name="Google Shape;4858;p61"/>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61"/>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61"/>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61"/>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61"/>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3" name="Google Shape;4863;p61"/>
            <p:cNvGrpSpPr/>
            <p:nvPr/>
          </p:nvGrpSpPr>
          <p:grpSpPr>
            <a:xfrm>
              <a:off x="2623907" y="1749775"/>
              <a:ext cx="1364245" cy="273000"/>
              <a:chOff x="2623907" y="1749775"/>
              <a:chExt cx="1364245" cy="273000"/>
            </a:xfrm>
          </p:grpSpPr>
          <p:sp>
            <p:nvSpPr>
              <p:cNvPr id="4864" name="Google Shape;4864;p61"/>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61"/>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61"/>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61"/>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61"/>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9" name="Google Shape;4869;p61"/>
            <p:cNvGrpSpPr/>
            <p:nvPr/>
          </p:nvGrpSpPr>
          <p:grpSpPr>
            <a:xfrm>
              <a:off x="2623904" y="2027936"/>
              <a:ext cx="1364245" cy="273000"/>
              <a:chOff x="2623904" y="2027936"/>
              <a:chExt cx="1364245" cy="273000"/>
            </a:xfrm>
          </p:grpSpPr>
          <p:sp>
            <p:nvSpPr>
              <p:cNvPr id="4870" name="Google Shape;4870;p61"/>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61"/>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61"/>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61"/>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61"/>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5" name="Google Shape;4875;p61"/>
          <p:cNvGrpSpPr/>
          <p:nvPr/>
        </p:nvGrpSpPr>
        <p:grpSpPr>
          <a:xfrm>
            <a:off x="2601154" y="2445833"/>
            <a:ext cx="1387541" cy="159124"/>
            <a:chOff x="3200660" y="2180272"/>
            <a:chExt cx="2563824" cy="378237"/>
          </a:xfrm>
        </p:grpSpPr>
        <p:sp>
          <p:nvSpPr>
            <p:cNvPr id="4876" name="Google Shape;4876;p61"/>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61"/>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61"/>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61"/>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61"/>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61"/>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61"/>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61"/>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61"/>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61"/>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61"/>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61"/>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61"/>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61"/>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61"/>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61"/>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61"/>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61"/>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4" name="Google Shape;4894;p61"/>
          <p:cNvGrpSpPr/>
          <p:nvPr/>
        </p:nvGrpSpPr>
        <p:grpSpPr>
          <a:xfrm>
            <a:off x="2597679" y="2723597"/>
            <a:ext cx="1390502" cy="159625"/>
            <a:chOff x="3530150" y="2790075"/>
            <a:chExt cx="1962600" cy="225300"/>
          </a:xfrm>
        </p:grpSpPr>
        <p:sp>
          <p:nvSpPr>
            <p:cNvPr id="4895" name="Google Shape;4895;p61"/>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61"/>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7" name="Google Shape;4897;p61"/>
          <p:cNvGrpSpPr/>
          <p:nvPr/>
        </p:nvGrpSpPr>
        <p:grpSpPr>
          <a:xfrm>
            <a:off x="2597736" y="3001862"/>
            <a:ext cx="1411629" cy="154175"/>
            <a:chOff x="3558802" y="4011244"/>
            <a:chExt cx="1866000" cy="111600"/>
          </a:xfrm>
        </p:grpSpPr>
        <p:sp>
          <p:nvSpPr>
            <p:cNvPr id="4898" name="Google Shape;4898;p61"/>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61"/>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0" name="Google Shape;4900;p61"/>
          <p:cNvGrpSpPr/>
          <p:nvPr/>
        </p:nvGrpSpPr>
        <p:grpSpPr>
          <a:xfrm>
            <a:off x="2598024" y="2207432"/>
            <a:ext cx="1383503" cy="119761"/>
            <a:chOff x="3465975" y="2270258"/>
            <a:chExt cx="1986364" cy="171947"/>
          </a:xfrm>
        </p:grpSpPr>
        <p:sp>
          <p:nvSpPr>
            <p:cNvPr id="4901" name="Google Shape;4901;p61"/>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61"/>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61"/>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61"/>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61"/>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61"/>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61"/>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61"/>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9" name="Google Shape;4909;p61"/>
          <p:cNvGrpSpPr/>
          <p:nvPr/>
        </p:nvGrpSpPr>
        <p:grpSpPr>
          <a:xfrm>
            <a:off x="2609031" y="3571205"/>
            <a:ext cx="1369531" cy="195460"/>
            <a:chOff x="723300" y="4253549"/>
            <a:chExt cx="2276482" cy="324900"/>
          </a:xfrm>
        </p:grpSpPr>
        <p:sp>
          <p:nvSpPr>
            <p:cNvPr id="4910" name="Google Shape;4910;p61"/>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61"/>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61"/>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61"/>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61"/>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5" name="Google Shape;4915;p61"/>
          <p:cNvGrpSpPr/>
          <p:nvPr/>
        </p:nvGrpSpPr>
        <p:grpSpPr>
          <a:xfrm>
            <a:off x="2598592" y="3272446"/>
            <a:ext cx="1389066" cy="180119"/>
            <a:chOff x="705948" y="3788465"/>
            <a:chExt cx="2308953" cy="299400"/>
          </a:xfrm>
        </p:grpSpPr>
        <p:sp>
          <p:nvSpPr>
            <p:cNvPr id="4916" name="Google Shape;4916;p61"/>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61"/>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61"/>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61"/>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61"/>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1" name="Google Shape;4921;p61"/>
          <p:cNvGrpSpPr/>
          <p:nvPr/>
        </p:nvGrpSpPr>
        <p:grpSpPr>
          <a:xfrm>
            <a:off x="4195583" y="1876400"/>
            <a:ext cx="1433821" cy="191501"/>
            <a:chOff x="4273350" y="2088443"/>
            <a:chExt cx="1433821" cy="191501"/>
          </a:xfrm>
        </p:grpSpPr>
        <p:grpSp>
          <p:nvGrpSpPr>
            <p:cNvPr id="4922" name="Google Shape;4922;p61"/>
            <p:cNvGrpSpPr/>
            <p:nvPr/>
          </p:nvGrpSpPr>
          <p:grpSpPr>
            <a:xfrm>
              <a:off x="4273350" y="2088443"/>
              <a:ext cx="1433821" cy="0"/>
              <a:chOff x="5224975" y="2962250"/>
              <a:chExt cx="1544400" cy="0"/>
            </a:xfrm>
          </p:grpSpPr>
          <p:cxnSp>
            <p:nvCxnSpPr>
              <p:cNvPr id="4923" name="Google Shape;4923;p61"/>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4924" name="Google Shape;4924;p61"/>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4925" name="Google Shape;4925;p61"/>
            <p:cNvGrpSpPr/>
            <p:nvPr/>
          </p:nvGrpSpPr>
          <p:grpSpPr>
            <a:xfrm>
              <a:off x="4273350" y="2279944"/>
              <a:ext cx="1433821" cy="0"/>
              <a:chOff x="5224975" y="2962250"/>
              <a:chExt cx="1544400" cy="0"/>
            </a:xfrm>
          </p:grpSpPr>
          <p:cxnSp>
            <p:nvCxnSpPr>
              <p:cNvPr id="4926" name="Google Shape;4926;p61"/>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4927" name="Google Shape;4927;p61"/>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4928" name="Google Shape;4928;p61"/>
          <p:cNvGrpSpPr/>
          <p:nvPr/>
        </p:nvGrpSpPr>
        <p:grpSpPr>
          <a:xfrm>
            <a:off x="2646529" y="3885304"/>
            <a:ext cx="1304609" cy="294074"/>
            <a:chOff x="2658741" y="4097347"/>
            <a:chExt cx="1304609" cy="294074"/>
          </a:xfrm>
        </p:grpSpPr>
        <p:grpSp>
          <p:nvGrpSpPr>
            <p:cNvPr id="4929" name="Google Shape;4929;p61"/>
            <p:cNvGrpSpPr/>
            <p:nvPr/>
          </p:nvGrpSpPr>
          <p:grpSpPr>
            <a:xfrm>
              <a:off x="2658741" y="4097347"/>
              <a:ext cx="118572" cy="294074"/>
              <a:chOff x="3343310" y="4475555"/>
              <a:chExt cx="127717" cy="316753"/>
            </a:xfrm>
          </p:grpSpPr>
          <p:sp>
            <p:nvSpPr>
              <p:cNvPr id="4930" name="Google Shape;4930;p6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6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2" name="Google Shape;4932;p61"/>
            <p:cNvGrpSpPr/>
            <p:nvPr/>
          </p:nvGrpSpPr>
          <p:grpSpPr>
            <a:xfrm>
              <a:off x="3815519" y="4098388"/>
              <a:ext cx="147831" cy="291991"/>
              <a:chOff x="3527539" y="4476677"/>
              <a:chExt cx="159232" cy="314510"/>
            </a:xfrm>
          </p:grpSpPr>
          <p:sp>
            <p:nvSpPr>
              <p:cNvPr id="4933" name="Google Shape;4933;p6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6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5" name="Google Shape;4935;p61"/>
            <p:cNvGrpSpPr/>
            <p:nvPr/>
          </p:nvGrpSpPr>
          <p:grpSpPr>
            <a:xfrm>
              <a:off x="3511696" y="4098388"/>
              <a:ext cx="147831" cy="291991"/>
              <a:chOff x="3527539" y="4476677"/>
              <a:chExt cx="159232" cy="314510"/>
            </a:xfrm>
          </p:grpSpPr>
          <p:sp>
            <p:nvSpPr>
              <p:cNvPr id="4936" name="Google Shape;4936;p6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6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8" name="Google Shape;4938;p61"/>
            <p:cNvGrpSpPr/>
            <p:nvPr/>
          </p:nvGrpSpPr>
          <p:grpSpPr>
            <a:xfrm>
              <a:off x="3207874" y="4098388"/>
              <a:ext cx="147831" cy="291991"/>
              <a:chOff x="3527539" y="4476677"/>
              <a:chExt cx="159232" cy="314510"/>
            </a:xfrm>
          </p:grpSpPr>
          <p:sp>
            <p:nvSpPr>
              <p:cNvPr id="4939" name="Google Shape;4939;p6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6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1" name="Google Shape;4941;p61"/>
            <p:cNvGrpSpPr/>
            <p:nvPr/>
          </p:nvGrpSpPr>
          <p:grpSpPr>
            <a:xfrm>
              <a:off x="2933305" y="4097347"/>
              <a:ext cx="118572" cy="294074"/>
              <a:chOff x="3343310" y="4475555"/>
              <a:chExt cx="127717" cy="316753"/>
            </a:xfrm>
          </p:grpSpPr>
          <p:sp>
            <p:nvSpPr>
              <p:cNvPr id="4942" name="Google Shape;4942;p6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6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44" name="Google Shape;4944;p61"/>
          <p:cNvGrpSpPr/>
          <p:nvPr/>
        </p:nvGrpSpPr>
        <p:grpSpPr>
          <a:xfrm>
            <a:off x="4197138" y="963998"/>
            <a:ext cx="1430711" cy="751237"/>
            <a:chOff x="5159450" y="1919950"/>
            <a:chExt cx="1541050" cy="862500"/>
          </a:xfrm>
        </p:grpSpPr>
        <p:sp>
          <p:nvSpPr>
            <p:cNvPr id="4945" name="Google Shape;4945;p61"/>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4946" name="Google Shape;4946;p61"/>
            <p:cNvGrpSpPr/>
            <p:nvPr/>
          </p:nvGrpSpPr>
          <p:grpSpPr>
            <a:xfrm>
              <a:off x="5159450" y="1919950"/>
              <a:ext cx="1541050" cy="862500"/>
              <a:chOff x="5159450" y="1919950"/>
              <a:chExt cx="1541050" cy="862500"/>
            </a:xfrm>
          </p:grpSpPr>
          <p:cxnSp>
            <p:nvCxnSpPr>
              <p:cNvPr id="4947" name="Google Shape;4947;p61"/>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4948" name="Google Shape;4948;p61"/>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4949" name="Google Shape;4949;p61"/>
          <p:cNvGrpSpPr/>
          <p:nvPr/>
        </p:nvGrpSpPr>
        <p:grpSpPr>
          <a:xfrm>
            <a:off x="4245275" y="2227768"/>
            <a:ext cx="1334436" cy="967914"/>
            <a:chOff x="4294923" y="2439811"/>
            <a:chExt cx="1334436" cy="967914"/>
          </a:xfrm>
        </p:grpSpPr>
        <p:grpSp>
          <p:nvGrpSpPr>
            <p:cNvPr id="4950" name="Google Shape;4950;p61"/>
            <p:cNvGrpSpPr/>
            <p:nvPr/>
          </p:nvGrpSpPr>
          <p:grpSpPr>
            <a:xfrm>
              <a:off x="4960455" y="2469658"/>
              <a:ext cx="668904" cy="885524"/>
              <a:chOff x="4960455" y="2469658"/>
              <a:chExt cx="668904" cy="885524"/>
            </a:xfrm>
          </p:grpSpPr>
          <p:sp>
            <p:nvSpPr>
              <p:cNvPr id="4951" name="Google Shape;4951;p61"/>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61"/>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61"/>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61"/>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61"/>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61"/>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7" name="Google Shape;4957;p61"/>
            <p:cNvGrpSpPr/>
            <p:nvPr/>
          </p:nvGrpSpPr>
          <p:grpSpPr>
            <a:xfrm>
              <a:off x="4294923" y="2469658"/>
              <a:ext cx="668951" cy="885524"/>
              <a:chOff x="4294923" y="2469658"/>
              <a:chExt cx="668951" cy="885524"/>
            </a:xfrm>
          </p:grpSpPr>
          <p:sp>
            <p:nvSpPr>
              <p:cNvPr id="4958" name="Google Shape;4958;p61"/>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61"/>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61"/>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61"/>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61"/>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61"/>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64" name="Google Shape;4964;p61"/>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5" name="Google Shape;4965;p61"/>
          <p:cNvGrpSpPr/>
          <p:nvPr/>
        </p:nvGrpSpPr>
        <p:grpSpPr>
          <a:xfrm>
            <a:off x="4231478" y="3282213"/>
            <a:ext cx="1430949" cy="897289"/>
            <a:chOff x="4351371" y="3547942"/>
            <a:chExt cx="1345130" cy="843475"/>
          </a:xfrm>
        </p:grpSpPr>
        <p:grpSp>
          <p:nvGrpSpPr>
            <p:cNvPr id="4966" name="Google Shape;4966;p61"/>
            <p:cNvGrpSpPr/>
            <p:nvPr/>
          </p:nvGrpSpPr>
          <p:grpSpPr>
            <a:xfrm>
              <a:off x="4351371" y="4209917"/>
              <a:ext cx="1345130" cy="181500"/>
              <a:chOff x="4351371" y="4209917"/>
              <a:chExt cx="1345130" cy="181500"/>
            </a:xfrm>
          </p:grpSpPr>
          <p:sp>
            <p:nvSpPr>
              <p:cNvPr id="4967" name="Google Shape;4967;p61"/>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68" name="Google Shape;4968;p61"/>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4969" name="Google Shape;4969;p61"/>
            <p:cNvGrpSpPr/>
            <p:nvPr/>
          </p:nvGrpSpPr>
          <p:grpSpPr>
            <a:xfrm>
              <a:off x="4403010" y="3985221"/>
              <a:ext cx="1109518" cy="181500"/>
              <a:chOff x="4403010" y="3985221"/>
              <a:chExt cx="1109518" cy="181500"/>
            </a:xfrm>
          </p:grpSpPr>
          <p:sp>
            <p:nvSpPr>
              <p:cNvPr id="4970" name="Google Shape;4970;p61"/>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71" name="Google Shape;4971;p61"/>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4972" name="Google Shape;4972;p61"/>
            <p:cNvGrpSpPr/>
            <p:nvPr/>
          </p:nvGrpSpPr>
          <p:grpSpPr>
            <a:xfrm>
              <a:off x="4618704" y="3766582"/>
              <a:ext cx="807858" cy="181500"/>
              <a:chOff x="4618704" y="3766582"/>
              <a:chExt cx="807858" cy="181500"/>
            </a:xfrm>
          </p:grpSpPr>
          <p:sp>
            <p:nvSpPr>
              <p:cNvPr id="4973" name="Google Shape;4973;p61"/>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74" name="Google Shape;4974;p61"/>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4975" name="Google Shape;4975;p61"/>
            <p:cNvGrpSpPr/>
            <p:nvPr/>
          </p:nvGrpSpPr>
          <p:grpSpPr>
            <a:xfrm>
              <a:off x="4735238" y="3547942"/>
              <a:ext cx="462839" cy="181500"/>
              <a:chOff x="4735238" y="3547942"/>
              <a:chExt cx="462839" cy="181500"/>
            </a:xfrm>
          </p:grpSpPr>
          <p:sp>
            <p:nvSpPr>
              <p:cNvPr id="4976" name="Google Shape;4976;p61"/>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77" name="Google Shape;4977;p61"/>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4978" name="Google Shape;4978;p61"/>
          <p:cNvGrpSpPr/>
          <p:nvPr/>
        </p:nvGrpSpPr>
        <p:grpSpPr>
          <a:xfrm>
            <a:off x="7407836" y="2217537"/>
            <a:ext cx="1020955" cy="928853"/>
            <a:chOff x="926675" y="238125"/>
            <a:chExt cx="5755100" cy="5232975"/>
          </a:xfrm>
        </p:grpSpPr>
        <p:sp>
          <p:nvSpPr>
            <p:cNvPr id="4979" name="Google Shape;4979;p61"/>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61"/>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61"/>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61"/>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3" name="Google Shape;4983;p61"/>
          <p:cNvGrpSpPr/>
          <p:nvPr/>
        </p:nvGrpSpPr>
        <p:grpSpPr>
          <a:xfrm>
            <a:off x="715210" y="2616272"/>
            <a:ext cx="1695374" cy="1560837"/>
            <a:chOff x="727421" y="2828315"/>
            <a:chExt cx="1695374" cy="1560837"/>
          </a:xfrm>
        </p:grpSpPr>
        <p:grpSp>
          <p:nvGrpSpPr>
            <p:cNvPr id="4984" name="Google Shape;4984;p61"/>
            <p:cNvGrpSpPr/>
            <p:nvPr/>
          </p:nvGrpSpPr>
          <p:grpSpPr>
            <a:xfrm>
              <a:off x="727421" y="2828315"/>
              <a:ext cx="1695374" cy="1560837"/>
              <a:chOff x="734799" y="2782450"/>
              <a:chExt cx="1571100" cy="1577400"/>
            </a:xfrm>
          </p:grpSpPr>
          <p:cxnSp>
            <p:nvCxnSpPr>
              <p:cNvPr id="4985" name="Google Shape;4985;p61"/>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4986" name="Google Shape;4986;p61"/>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4987" name="Google Shape;4987;p61"/>
            <p:cNvGrpSpPr/>
            <p:nvPr/>
          </p:nvGrpSpPr>
          <p:grpSpPr>
            <a:xfrm>
              <a:off x="819108" y="2882501"/>
              <a:ext cx="1556791" cy="1426186"/>
              <a:chOff x="819108" y="2882501"/>
              <a:chExt cx="1556791" cy="1426186"/>
            </a:xfrm>
          </p:grpSpPr>
          <p:grpSp>
            <p:nvGrpSpPr>
              <p:cNvPr id="4988" name="Google Shape;4988;p61"/>
              <p:cNvGrpSpPr/>
              <p:nvPr/>
            </p:nvGrpSpPr>
            <p:grpSpPr>
              <a:xfrm>
                <a:off x="819108" y="2882501"/>
                <a:ext cx="103104" cy="1426186"/>
                <a:chOff x="4674013" y="3100904"/>
                <a:chExt cx="122758" cy="1698043"/>
              </a:xfrm>
            </p:grpSpPr>
            <p:sp>
              <p:nvSpPr>
                <p:cNvPr id="4989" name="Google Shape;4989;p61"/>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61"/>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61"/>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61"/>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61"/>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61"/>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61"/>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6" name="Google Shape;4996;p61"/>
              <p:cNvGrpSpPr/>
              <p:nvPr/>
            </p:nvGrpSpPr>
            <p:grpSpPr>
              <a:xfrm>
                <a:off x="1062475" y="2882501"/>
                <a:ext cx="103104" cy="1426186"/>
                <a:chOff x="4940438" y="3100904"/>
                <a:chExt cx="122758" cy="1698043"/>
              </a:xfrm>
            </p:grpSpPr>
            <p:sp>
              <p:nvSpPr>
                <p:cNvPr id="4997" name="Google Shape;4997;p61"/>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61"/>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61"/>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61"/>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61"/>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61"/>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61"/>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4" name="Google Shape;5004;p61"/>
              <p:cNvGrpSpPr/>
              <p:nvPr/>
            </p:nvGrpSpPr>
            <p:grpSpPr>
              <a:xfrm>
                <a:off x="1299324" y="2882501"/>
                <a:ext cx="103104" cy="1426186"/>
                <a:chOff x="5206863" y="3100904"/>
                <a:chExt cx="122758" cy="1698043"/>
              </a:xfrm>
            </p:grpSpPr>
            <p:sp>
              <p:nvSpPr>
                <p:cNvPr id="5005" name="Google Shape;5005;p6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6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6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6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6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6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6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2" name="Google Shape;5012;p61"/>
              <p:cNvGrpSpPr/>
              <p:nvPr/>
            </p:nvGrpSpPr>
            <p:grpSpPr>
              <a:xfrm>
                <a:off x="1786057" y="2882501"/>
                <a:ext cx="103104" cy="1426186"/>
                <a:chOff x="6006138" y="3143629"/>
                <a:chExt cx="122758" cy="1698043"/>
              </a:xfrm>
            </p:grpSpPr>
            <p:sp>
              <p:nvSpPr>
                <p:cNvPr id="5013" name="Google Shape;5013;p6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6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6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6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6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6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6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0" name="Google Shape;5020;p61"/>
              <p:cNvGrpSpPr/>
              <p:nvPr/>
            </p:nvGrpSpPr>
            <p:grpSpPr>
              <a:xfrm>
                <a:off x="2029422" y="2882501"/>
                <a:ext cx="103104" cy="1426186"/>
                <a:chOff x="6805413" y="3100904"/>
                <a:chExt cx="122758" cy="1698043"/>
              </a:xfrm>
            </p:grpSpPr>
            <p:sp>
              <p:nvSpPr>
                <p:cNvPr id="5021" name="Google Shape;5021;p61"/>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61"/>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61"/>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61"/>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61"/>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61"/>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61"/>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8" name="Google Shape;5028;p61"/>
              <p:cNvGrpSpPr/>
              <p:nvPr/>
            </p:nvGrpSpPr>
            <p:grpSpPr>
              <a:xfrm>
                <a:off x="2272795" y="2882501"/>
                <a:ext cx="103104" cy="1426186"/>
                <a:chOff x="5206863" y="3100904"/>
                <a:chExt cx="122758" cy="1698043"/>
              </a:xfrm>
            </p:grpSpPr>
            <p:sp>
              <p:nvSpPr>
                <p:cNvPr id="5029" name="Google Shape;5029;p6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6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6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6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6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6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6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6" name="Google Shape;5036;p61"/>
              <p:cNvGrpSpPr/>
              <p:nvPr/>
            </p:nvGrpSpPr>
            <p:grpSpPr>
              <a:xfrm>
                <a:off x="1542694" y="2882501"/>
                <a:ext cx="103104" cy="1426186"/>
                <a:chOff x="6006138" y="3143629"/>
                <a:chExt cx="122758" cy="1698043"/>
              </a:xfrm>
            </p:grpSpPr>
            <p:sp>
              <p:nvSpPr>
                <p:cNvPr id="5037" name="Google Shape;5037;p6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6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6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6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6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6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6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044" name="Google Shape;5044;p61"/>
          <p:cNvGrpSpPr/>
          <p:nvPr/>
        </p:nvGrpSpPr>
        <p:grpSpPr>
          <a:xfrm>
            <a:off x="5671260" y="3305994"/>
            <a:ext cx="2749952" cy="870677"/>
            <a:chOff x="238125" y="1725700"/>
            <a:chExt cx="7139025" cy="2260325"/>
          </a:xfrm>
        </p:grpSpPr>
        <p:sp>
          <p:nvSpPr>
            <p:cNvPr id="5045" name="Google Shape;5045;p61"/>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61"/>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61"/>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61"/>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61"/>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61"/>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61"/>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61"/>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61"/>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61"/>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5" name="Google Shape;5055;p61"/>
          <p:cNvGrpSpPr/>
          <p:nvPr/>
        </p:nvGrpSpPr>
        <p:grpSpPr>
          <a:xfrm>
            <a:off x="5941424" y="2247740"/>
            <a:ext cx="1105452" cy="916747"/>
            <a:chOff x="5249100" y="1210600"/>
            <a:chExt cx="3502700" cy="2904775"/>
          </a:xfrm>
        </p:grpSpPr>
        <p:sp>
          <p:nvSpPr>
            <p:cNvPr id="5056" name="Google Shape;5056;p61"/>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61"/>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61"/>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61"/>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60" name="Google Shape;5060;p61"/>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5061" name="Google Shape;5061;p61"/>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5062" name="Google Shape;5062;p61"/>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5063" name="Google Shape;5063;p61"/>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5064" name="Google Shape;5064;p61"/>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5" name="Google Shape;5065;p61"/>
          <p:cNvGrpSpPr/>
          <p:nvPr/>
        </p:nvGrpSpPr>
        <p:grpSpPr>
          <a:xfrm>
            <a:off x="7123972" y="967158"/>
            <a:ext cx="1304650" cy="1124856"/>
            <a:chOff x="7287122" y="1165658"/>
            <a:chExt cx="1219413" cy="1051365"/>
          </a:xfrm>
        </p:grpSpPr>
        <p:grpSp>
          <p:nvGrpSpPr>
            <p:cNvPr id="5066" name="Google Shape;5066;p61"/>
            <p:cNvGrpSpPr/>
            <p:nvPr/>
          </p:nvGrpSpPr>
          <p:grpSpPr>
            <a:xfrm>
              <a:off x="7287122" y="1969723"/>
              <a:ext cx="1219413" cy="247300"/>
              <a:chOff x="7287122" y="1969723"/>
              <a:chExt cx="1219413" cy="247300"/>
            </a:xfrm>
          </p:grpSpPr>
          <p:sp>
            <p:nvSpPr>
              <p:cNvPr id="5067" name="Google Shape;5067;p61"/>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8" name="Google Shape;5068;p61"/>
              <p:cNvGrpSpPr/>
              <p:nvPr/>
            </p:nvGrpSpPr>
            <p:grpSpPr>
              <a:xfrm>
                <a:off x="7287122" y="2063892"/>
                <a:ext cx="1151753" cy="73428"/>
                <a:chOff x="7287122" y="2063892"/>
                <a:chExt cx="1151753" cy="73428"/>
              </a:xfrm>
            </p:grpSpPr>
            <p:sp>
              <p:nvSpPr>
                <p:cNvPr id="5069" name="Google Shape;5069;p61"/>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70" name="Google Shape;5070;p61"/>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5071" name="Google Shape;5071;p61"/>
            <p:cNvGrpSpPr/>
            <p:nvPr/>
          </p:nvGrpSpPr>
          <p:grpSpPr>
            <a:xfrm>
              <a:off x="7287122" y="1712201"/>
              <a:ext cx="1219403" cy="246767"/>
              <a:chOff x="7287122" y="1712201"/>
              <a:chExt cx="1219403" cy="246767"/>
            </a:xfrm>
          </p:grpSpPr>
          <p:sp>
            <p:nvSpPr>
              <p:cNvPr id="5072" name="Google Shape;5072;p61"/>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73" name="Google Shape;5073;p61"/>
              <p:cNvGrpSpPr/>
              <p:nvPr/>
            </p:nvGrpSpPr>
            <p:grpSpPr>
              <a:xfrm>
                <a:off x="7287122" y="1842861"/>
                <a:ext cx="1005303" cy="73419"/>
                <a:chOff x="7287122" y="1842861"/>
                <a:chExt cx="1005303" cy="73419"/>
              </a:xfrm>
            </p:grpSpPr>
            <p:sp>
              <p:nvSpPr>
                <p:cNvPr id="5074" name="Google Shape;5074;p61"/>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75" name="Google Shape;5075;p61"/>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5076" name="Google Shape;5076;p61"/>
            <p:cNvGrpSpPr/>
            <p:nvPr/>
          </p:nvGrpSpPr>
          <p:grpSpPr>
            <a:xfrm>
              <a:off x="7287122" y="1447520"/>
              <a:ext cx="1219403" cy="286667"/>
              <a:chOff x="7287122" y="1447520"/>
              <a:chExt cx="1219403" cy="286667"/>
            </a:xfrm>
          </p:grpSpPr>
          <p:sp>
            <p:nvSpPr>
              <p:cNvPr id="5077" name="Google Shape;5077;p61"/>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78" name="Google Shape;5078;p61"/>
              <p:cNvGrpSpPr/>
              <p:nvPr/>
            </p:nvGrpSpPr>
            <p:grpSpPr>
              <a:xfrm>
                <a:off x="7287122" y="1581977"/>
                <a:ext cx="852803" cy="73428"/>
                <a:chOff x="7287122" y="1581977"/>
                <a:chExt cx="852803" cy="73428"/>
              </a:xfrm>
            </p:grpSpPr>
            <p:sp>
              <p:nvSpPr>
                <p:cNvPr id="5079" name="Google Shape;5079;p61"/>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80" name="Google Shape;5080;p61"/>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5081" name="Google Shape;5081;p61"/>
            <p:cNvGrpSpPr/>
            <p:nvPr/>
          </p:nvGrpSpPr>
          <p:grpSpPr>
            <a:xfrm>
              <a:off x="7287122" y="1165658"/>
              <a:ext cx="1219403" cy="344253"/>
              <a:chOff x="7287122" y="1165658"/>
              <a:chExt cx="1219403" cy="344253"/>
            </a:xfrm>
          </p:grpSpPr>
          <p:sp>
            <p:nvSpPr>
              <p:cNvPr id="5082" name="Google Shape;5082;p61"/>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83" name="Google Shape;5083;p61"/>
              <p:cNvGrpSpPr/>
              <p:nvPr/>
            </p:nvGrpSpPr>
            <p:grpSpPr>
              <a:xfrm>
                <a:off x="7287122" y="1341025"/>
                <a:ext cx="695703" cy="73419"/>
                <a:chOff x="7287122" y="1341025"/>
                <a:chExt cx="695703" cy="73419"/>
              </a:xfrm>
            </p:grpSpPr>
            <p:sp>
              <p:nvSpPr>
                <p:cNvPr id="5084" name="Google Shape;5084;p61"/>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85" name="Google Shape;5085;p61"/>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5086" name="Google Shape;5086;p61"/>
          <p:cNvGrpSpPr/>
          <p:nvPr/>
        </p:nvGrpSpPr>
        <p:grpSpPr>
          <a:xfrm>
            <a:off x="5790464" y="973181"/>
            <a:ext cx="1397729" cy="1098540"/>
            <a:chOff x="5900602" y="1193063"/>
            <a:chExt cx="1299851" cy="1021707"/>
          </a:xfrm>
        </p:grpSpPr>
        <p:grpSp>
          <p:nvGrpSpPr>
            <p:cNvPr id="5087" name="Google Shape;5087;p61"/>
            <p:cNvGrpSpPr/>
            <p:nvPr/>
          </p:nvGrpSpPr>
          <p:grpSpPr>
            <a:xfrm>
              <a:off x="6520337" y="1193063"/>
              <a:ext cx="341815" cy="799959"/>
              <a:chOff x="6520337" y="1193063"/>
              <a:chExt cx="341815" cy="799959"/>
            </a:xfrm>
          </p:grpSpPr>
          <p:grpSp>
            <p:nvGrpSpPr>
              <p:cNvPr id="5088" name="Google Shape;5088;p61"/>
              <p:cNvGrpSpPr/>
              <p:nvPr/>
            </p:nvGrpSpPr>
            <p:grpSpPr>
              <a:xfrm>
                <a:off x="6520337" y="1589527"/>
                <a:ext cx="213950" cy="403494"/>
                <a:chOff x="6520337" y="1589527"/>
                <a:chExt cx="213950" cy="403494"/>
              </a:xfrm>
            </p:grpSpPr>
            <p:sp>
              <p:nvSpPr>
                <p:cNvPr id="5089" name="Google Shape;5089;p61"/>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61"/>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1" name="Google Shape;5091;p61"/>
              <p:cNvGrpSpPr/>
              <p:nvPr/>
            </p:nvGrpSpPr>
            <p:grpSpPr>
              <a:xfrm>
                <a:off x="6577204" y="1193063"/>
                <a:ext cx="284947" cy="464512"/>
                <a:chOff x="6577204" y="1193063"/>
                <a:chExt cx="284947" cy="464512"/>
              </a:xfrm>
            </p:grpSpPr>
            <p:sp>
              <p:nvSpPr>
                <p:cNvPr id="5092" name="Google Shape;5092;p61"/>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93" name="Google Shape;5093;p61"/>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5094" name="Google Shape;5094;p61"/>
            <p:cNvGrpSpPr/>
            <p:nvPr/>
          </p:nvGrpSpPr>
          <p:grpSpPr>
            <a:xfrm>
              <a:off x="6238903" y="1193063"/>
              <a:ext cx="300475" cy="900152"/>
              <a:chOff x="6238903" y="1193063"/>
              <a:chExt cx="300475" cy="900152"/>
            </a:xfrm>
          </p:grpSpPr>
          <p:grpSp>
            <p:nvGrpSpPr>
              <p:cNvPr id="5095" name="Google Shape;5095;p61"/>
              <p:cNvGrpSpPr/>
              <p:nvPr/>
            </p:nvGrpSpPr>
            <p:grpSpPr>
              <a:xfrm>
                <a:off x="6290865" y="1489315"/>
                <a:ext cx="248514" cy="603900"/>
                <a:chOff x="6290865" y="1489315"/>
                <a:chExt cx="248514" cy="603900"/>
              </a:xfrm>
            </p:grpSpPr>
            <p:sp>
              <p:nvSpPr>
                <p:cNvPr id="5096" name="Google Shape;5096;p61"/>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61"/>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8" name="Google Shape;5098;p61"/>
              <p:cNvGrpSpPr/>
              <p:nvPr/>
            </p:nvGrpSpPr>
            <p:grpSpPr>
              <a:xfrm>
                <a:off x="6238903" y="1193063"/>
                <a:ext cx="284947" cy="333087"/>
                <a:chOff x="6238903" y="1193063"/>
                <a:chExt cx="284947" cy="333087"/>
              </a:xfrm>
            </p:grpSpPr>
            <p:sp>
              <p:nvSpPr>
                <p:cNvPr id="5099" name="Google Shape;5099;p61"/>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00" name="Google Shape;5100;p61"/>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5101" name="Google Shape;5101;p61"/>
            <p:cNvGrpSpPr/>
            <p:nvPr/>
          </p:nvGrpSpPr>
          <p:grpSpPr>
            <a:xfrm>
              <a:off x="5900602" y="1193063"/>
              <a:ext cx="444345" cy="1021707"/>
              <a:chOff x="5900602" y="1193063"/>
              <a:chExt cx="444345" cy="1021707"/>
            </a:xfrm>
          </p:grpSpPr>
          <p:grpSp>
            <p:nvGrpSpPr>
              <p:cNvPr id="5102" name="Google Shape;5102;p61"/>
              <p:cNvGrpSpPr/>
              <p:nvPr/>
            </p:nvGrpSpPr>
            <p:grpSpPr>
              <a:xfrm>
                <a:off x="6046501" y="1367785"/>
                <a:ext cx="298446" cy="846986"/>
                <a:chOff x="6046501" y="1367785"/>
                <a:chExt cx="298446" cy="846986"/>
              </a:xfrm>
            </p:grpSpPr>
            <p:sp>
              <p:nvSpPr>
                <p:cNvPr id="5103" name="Google Shape;5103;p61"/>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61"/>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5" name="Google Shape;5105;p61"/>
              <p:cNvGrpSpPr/>
              <p:nvPr/>
            </p:nvGrpSpPr>
            <p:grpSpPr>
              <a:xfrm>
                <a:off x="5900602" y="1193063"/>
                <a:ext cx="284947" cy="182312"/>
                <a:chOff x="5900602" y="1193063"/>
                <a:chExt cx="284947" cy="182312"/>
              </a:xfrm>
            </p:grpSpPr>
            <p:sp>
              <p:nvSpPr>
                <p:cNvPr id="5106" name="Google Shape;5106;p61"/>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07" name="Google Shape;5107;p61"/>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5108" name="Google Shape;5108;p61"/>
            <p:cNvGrpSpPr/>
            <p:nvPr/>
          </p:nvGrpSpPr>
          <p:grpSpPr>
            <a:xfrm>
              <a:off x="6738300" y="1193063"/>
              <a:ext cx="462153" cy="707634"/>
              <a:chOff x="6738300" y="1193063"/>
              <a:chExt cx="462153" cy="707634"/>
            </a:xfrm>
          </p:grpSpPr>
          <p:grpSp>
            <p:nvGrpSpPr>
              <p:cNvPr id="5109" name="Google Shape;5109;p61"/>
              <p:cNvGrpSpPr/>
              <p:nvPr/>
            </p:nvGrpSpPr>
            <p:grpSpPr>
              <a:xfrm>
                <a:off x="6915505" y="1193063"/>
                <a:ext cx="284947" cy="597387"/>
                <a:chOff x="6915505" y="1193063"/>
                <a:chExt cx="284947" cy="597387"/>
              </a:xfrm>
            </p:grpSpPr>
            <p:sp>
              <p:nvSpPr>
                <p:cNvPr id="5110" name="Google Shape;5110;p61"/>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11" name="Google Shape;5111;p61"/>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5112" name="Google Shape;5112;p61"/>
              <p:cNvGrpSpPr/>
              <p:nvPr/>
            </p:nvGrpSpPr>
            <p:grpSpPr>
              <a:xfrm>
                <a:off x="6738300" y="1684725"/>
                <a:ext cx="230066" cy="215971"/>
                <a:chOff x="6738300" y="1684725"/>
                <a:chExt cx="230066" cy="215971"/>
              </a:xfrm>
            </p:grpSpPr>
            <p:sp>
              <p:nvSpPr>
                <p:cNvPr id="5113" name="Google Shape;5113;p61"/>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61"/>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118"/>
        <p:cNvGrpSpPr/>
        <p:nvPr/>
      </p:nvGrpSpPr>
      <p:grpSpPr>
        <a:xfrm>
          <a:off x="0" y="0"/>
          <a:ext cx="0" cy="0"/>
          <a:chOff x="0" y="0"/>
          <a:chExt cx="0" cy="0"/>
        </a:xfrm>
      </p:grpSpPr>
      <p:grpSp>
        <p:nvGrpSpPr>
          <p:cNvPr id="5119" name="Google Shape;5119;p62"/>
          <p:cNvGrpSpPr/>
          <p:nvPr/>
        </p:nvGrpSpPr>
        <p:grpSpPr>
          <a:xfrm>
            <a:off x="826133" y="2318098"/>
            <a:ext cx="387992" cy="329326"/>
            <a:chOff x="839307" y="2318098"/>
            <a:chExt cx="387992" cy="329326"/>
          </a:xfrm>
        </p:grpSpPr>
        <p:sp>
          <p:nvSpPr>
            <p:cNvPr id="5120" name="Google Shape;5120;p62"/>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62"/>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62"/>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62"/>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62"/>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62"/>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62"/>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62"/>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62"/>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62"/>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0" name="Google Shape;5130;p62"/>
          <p:cNvGrpSpPr/>
          <p:nvPr/>
        </p:nvGrpSpPr>
        <p:grpSpPr>
          <a:xfrm>
            <a:off x="1401816" y="2289671"/>
            <a:ext cx="387073" cy="385996"/>
            <a:chOff x="1414990" y="2289671"/>
            <a:chExt cx="387073" cy="385996"/>
          </a:xfrm>
        </p:grpSpPr>
        <p:sp>
          <p:nvSpPr>
            <p:cNvPr id="5131" name="Google Shape;5131;p62"/>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62"/>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62"/>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62"/>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62"/>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62"/>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62"/>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62"/>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62"/>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62"/>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62"/>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62"/>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62"/>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62"/>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62"/>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62"/>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62"/>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62"/>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9" name="Google Shape;5149;p62"/>
          <p:cNvGrpSpPr/>
          <p:nvPr/>
        </p:nvGrpSpPr>
        <p:grpSpPr>
          <a:xfrm>
            <a:off x="1976737" y="2306065"/>
            <a:ext cx="387099" cy="353207"/>
            <a:chOff x="1989911" y="2306065"/>
            <a:chExt cx="387099" cy="353207"/>
          </a:xfrm>
        </p:grpSpPr>
        <p:sp>
          <p:nvSpPr>
            <p:cNvPr id="5150" name="Google Shape;5150;p62"/>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62"/>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62"/>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62"/>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62"/>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62"/>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62"/>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7" name="Google Shape;5157;p62"/>
          <p:cNvGrpSpPr/>
          <p:nvPr/>
        </p:nvGrpSpPr>
        <p:grpSpPr>
          <a:xfrm>
            <a:off x="2579927" y="2288778"/>
            <a:ext cx="204663" cy="363007"/>
            <a:chOff x="2593102" y="2288778"/>
            <a:chExt cx="204663" cy="363007"/>
          </a:xfrm>
        </p:grpSpPr>
        <p:sp>
          <p:nvSpPr>
            <p:cNvPr id="5158" name="Google Shape;5158;p62"/>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62"/>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62"/>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62"/>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62"/>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62"/>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62"/>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62"/>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62"/>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7" name="Google Shape;5167;p62"/>
          <p:cNvGrpSpPr/>
          <p:nvPr/>
        </p:nvGrpSpPr>
        <p:grpSpPr>
          <a:xfrm>
            <a:off x="2957699" y="2329763"/>
            <a:ext cx="403651" cy="305996"/>
            <a:chOff x="2970874" y="2329763"/>
            <a:chExt cx="403651" cy="305996"/>
          </a:xfrm>
        </p:grpSpPr>
        <p:sp>
          <p:nvSpPr>
            <p:cNvPr id="5168" name="Google Shape;5168;p62"/>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62"/>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62"/>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62"/>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62"/>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62"/>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62"/>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62"/>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62"/>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7" name="Google Shape;5177;p62"/>
          <p:cNvGrpSpPr/>
          <p:nvPr/>
        </p:nvGrpSpPr>
        <p:grpSpPr>
          <a:xfrm>
            <a:off x="3532620" y="2318755"/>
            <a:ext cx="387835" cy="327933"/>
            <a:chOff x="3545795" y="2318755"/>
            <a:chExt cx="387835" cy="327933"/>
          </a:xfrm>
        </p:grpSpPr>
        <p:sp>
          <p:nvSpPr>
            <p:cNvPr id="5178" name="Google Shape;5178;p62"/>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62"/>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62"/>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81" name="Google Shape;5181;p62"/>
            <p:cNvGrpSpPr/>
            <p:nvPr/>
          </p:nvGrpSpPr>
          <p:grpSpPr>
            <a:xfrm>
              <a:off x="3545795" y="2322301"/>
              <a:ext cx="387835" cy="324387"/>
              <a:chOff x="3545795" y="2322301"/>
              <a:chExt cx="387835" cy="324387"/>
            </a:xfrm>
          </p:grpSpPr>
          <p:sp>
            <p:nvSpPr>
              <p:cNvPr id="5182" name="Google Shape;5182;p62"/>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62"/>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62"/>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62"/>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62"/>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62"/>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62"/>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89" name="Google Shape;5189;p62"/>
          <p:cNvGrpSpPr/>
          <p:nvPr/>
        </p:nvGrpSpPr>
        <p:grpSpPr>
          <a:xfrm>
            <a:off x="4705294" y="2306984"/>
            <a:ext cx="364294" cy="351552"/>
            <a:chOff x="4718468" y="2306984"/>
            <a:chExt cx="364294" cy="351552"/>
          </a:xfrm>
        </p:grpSpPr>
        <p:sp>
          <p:nvSpPr>
            <p:cNvPr id="5190" name="Google Shape;5190;p62"/>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62"/>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62"/>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62"/>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62"/>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62"/>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62"/>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62"/>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62"/>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62"/>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0" name="Google Shape;5200;p62"/>
          <p:cNvGrpSpPr/>
          <p:nvPr/>
        </p:nvGrpSpPr>
        <p:grpSpPr>
          <a:xfrm>
            <a:off x="4134734" y="2303017"/>
            <a:ext cx="361194" cy="359355"/>
            <a:chOff x="4147908" y="2303017"/>
            <a:chExt cx="361194" cy="359355"/>
          </a:xfrm>
        </p:grpSpPr>
        <p:sp>
          <p:nvSpPr>
            <p:cNvPr id="5201" name="Google Shape;5201;p62"/>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62"/>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62"/>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62"/>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62"/>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62"/>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62"/>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62"/>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62"/>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62"/>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62"/>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62"/>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62"/>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62"/>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5" name="Google Shape;5215;p62"/>
          <p:cNvGrpSpPr/>
          <p:nvPr/>
        </p:nvGrpSpPr>
        <p:grpSpPr>
          <a:xfrm>
            <a:off x="5278954" y="2299891"/>
            <a:ext cx="367027" cy="365214"/>
            <a:chOff x="5292128" y="2299891"/>
            <a:chExt cx="367027" cy="365214"/>
          </a:xfrm>
        </p:grpSpPr>
        <p:sp>
          <p:nvSpPr>
            <p:cNvPr id="5216" name="Google Shape;5216;p62"/>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62"/>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62"/>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62"/>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62"/>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62"/>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2" name="Google Shape;5222;p62"/>
          <p:cNvGrpSpPr/>
          <p:nvPr/>
        </p:nvGrpSpPr>
        <p:grpSpPr>
          <a:xfrm>
            <a:off x="5860443" y="2309901"/>
            <a:ext cx="345720" cy="345720"/>
            <a:chOff x="5873617" y="2309901"/>
            <a:chExt cx="345720" cy="345720"/>
          </a:xfrm>
        </p:grpSpPr>
        <p:sp>
          <p:nvSpPr>
            <p:cNvPr id="5223" name="Google Shape;5223;p62"/>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62"/>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62"/>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62"/>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62"/>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62"/>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62"/>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62"/>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62"/>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62"/>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62"/>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62"/>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62"/>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62"/>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62"/>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62"/>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62"/>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62"/>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62"/>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2" name="Google Shape;5242;p62"/>
          <p:cNvGrpSpPr/>
          <p:nvPr/>
        </p:nvGrpSpPr>
        <p:grpSpPr>
          <a:xfrm>
            <a:off x="6850154" y="2297710"/>
            <a:ext cx="391460" cy="370127"/>
            <a:chOff x="6863329" y="2297710"/>
            <a:chExt cx="391460" cy="370127"/>
          </a:xfrm>
        </p:grpSpPr>
        <p:sp>
          <p:nvSpPr>
            <p:cNvPr id="5243" name="Google Shape;5243;p62"/>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62"/>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62"/>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62"/>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62"/>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62"/>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62"/>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62"/>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62"/>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2" name="Google Shape;5252;p62"/>
          <p:cNvGrpSpPr/>
          <p:nvPr/>
        </p:nvGrpSpPr>
        <p:grpSpPr>
          <a:xfrm>
            <a:off x="7408313" y="2318518"/>
            <a:ext cx="342620" cy="328459"/>
            <a:chOff x="7421488" y="2318518"/>
            <a:chExt cx="342620" cy="328459"/>
          </a:xfrm>
        </p:grpSpPr>
        <p:sp>
          <p:nvSpPr>
            <p:cNvPr id="5253" name="Google Shape;5253;p62"/>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62"/>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62"/>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62"/>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62"/>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62"/>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62"/>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0" name="Google Shape;5260;p62"/>
          <p:cNvGrpSpPr/>
          <p:nvPr/>
        </p:nvGrpSpPr>
        <p:grpSpPr>
          <a:xfrm>
            <a:off x="2495198" y="2779889"/>
            <a:ext cx="337523" cy="337680"/>
            <a:chOff x="2508373" y="2779889"/>
            <a:chExt cx="337523" cy="337680"/>
          </a:xfrm>
        </p:grpSpPr>
        <p:sp>
          <p:nvSpPr>
            <p:cNvPr id="5261" name="Google Shape;5261;p62"/>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62"/>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62"/>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62"/>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62"/>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62"/>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7" name="Google Shape;5267;p62"/>
          <p:cNvGrpSpPr/>
          <p:nvPr/>
        </p:nvGrpSpPr>
        <p:grpSpPr>
          <a:xfrm>
            <a:off x="2137900" y="4141593"/>
            <a:ext cx="410613" cy="372229"/>
            <a:chOff x="1884401" y="4141593"/>
            <a:chExt cx="410613" cy="372229"/>
          </a:xfrm>
        </p:grpSpPr>
        <p:sp>
          <p:nvSpPr>
            <p:cNvPr id="5268" name="Google Shape;5268;p62"/>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62"/>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62"/>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62"/>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62"/>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62"/>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62"/>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5" name="Google Shape;5275;p62"/>
          <p:cNvGrpSpPr/>
          <p:nvPr/>
        </p:nvGrpSpPr>
        <p:grpSpPr>
          <a:xfrm>
            <a:off x="1417658" y="2773689"/>
            <a:ext cx="294515" cy="349897"/>
            <a:chOff x="1430832" y="2773689"/>
            <a:chExt cx="294515" cy="349897"/>
          </a:xfrm>
        </p:grpSpPr>
        <p:sp>
          <p:nvSpPr>
            <p:cNvPr id="5276" name="Google Shape;5276;p62"/>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62"/>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62"/>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62"/>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62"/>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62"/>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62"/>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62"/>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62"/>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62"/>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62"/>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62"/>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62"/>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9" name="Google Shape;5289;p62"/>
          <p:cNvGrpSpPr/>
          <p:nvPr/>
        </p:nvGrpSpPr>
        <p:grpSpPr>
          <a:xfrm>
            <a:off x="3069042" y="2788586"/>
            <a:ext cx="288866" cy="320236"/>
            <a:chOff x="3082217" y="2788586"/>
            <a:chExt cx="288866" cy="320236"/>
          </a:xfrm>
        </p:grpSpPr>
        <p:sp>
          <p:nvSpPr>
            <p:cNvPr id="5290" name="Google Shape;5290;p62"/>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62"/>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62"/>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62"/>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62"/>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62"/>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62"/>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7" name="Google Shape;5297;p62"/>
          <p:cNvGrpSpPr/>
          <p:nvPr/>
        </p:nvGrpSpPr>
        <p:grpSpPr>
          <a:xfrm>
            <a:off x="3597382" y="2780704"/>
            <a:ext cx="325017" cy="336052"/>
            <a:chOff x="3610557" y="2780704"/>
            <a:chExt cx="325017" cy="336052"/>
          </a:xfrm>
        </p:grpSpPr>
        <p:sp>
          <p:nvSpPr>
            <p:cNvPr id="5298" name="Google Shape;5298;p62"/>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62"/>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62"/>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1" name="Google Shape;5301;p62"/>
          <p:cNvGrpSpPr/>
          <p:nvPr/>
        </p:nvGrpSpPr>
        <p:grpSpPr>
          <a:xfrm>
            <a:off x="4165893" y="2811495"/>
            <a:ext cx="286475" cy="274390"/>
            <a:chOff x="4179067" y="2811495"/>
            <a:chExt cx="286475" cy="274390"/>
          </a:xfrm>
        </p:grpSpPr>
        <p:sp>
          <p:nvSpPr>
            <p:cNvPr id="5302" name="Google Shape;5302;p62"/>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62"/>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62"/>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62"/>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62"/>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62"/>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62"/>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62"/>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62"/>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1" name="Google Shape;5311;p62"/>
          <p:cNvGrpSpPr/>
          <p:nvPr/>
        </p:nvGrpSpPr>
        <p:grpSpPr>
          <a:xfrm>
            <a:off x="4673583" y="2762156"/>
            <a:ext cx="371047" cy="374199"/>
            <a:chOff x="4686757" y="2762156"/>
            <a:chExt cx="371047" cy="374199"/>
          </a:xfrm>
        </p:grpSpPr>
        <p:sp>
          <p:nvSpPr>
            <p:cNvPr id="5312" name="Google Shape;5312;p62"/>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62"/>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62"/>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62"/>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62"/>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62"/>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62"/>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9" name="Google Shape;5319;p62"/>
          <p:cNvGrpSpPr/>
          <p:nvPr/>
        </p:nvGrpSpPr>
        <p:grpSpPr>
          <a:xfrm>
            <a:off x="5208438" y="2784802"/>
            <a:ext cx="406567" cy="327855"/>
            <a:chOff x="5221613" y="2784802"/>
            <a:chExt cx="406567" cy="327855"/>
          </a:xfrm>
        </p:grpSpPr>
        <p:sp>
          <p:nvSpPr>
            <p:cNvPr id="5320" name="Google Shape;5320;p62"/>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62"/>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62"/>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62"/>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62"/>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62"/>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62"/>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62"/>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62"/>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62"/>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62"/>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62"/>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62"/>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62"/>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62"/>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62"/>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62"/>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62"/>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62"/>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62"/>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62"/>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62"/>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62"/>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62"/>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62"/>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62"/>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62"/>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62"/>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62"/>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62"/>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0" name="Google Shape;5350;p62"/>
          <p:cNvGrpSpPr/>
          <p:nvPr/>
        </p:nvGrpSpPr>
        <p:grpSpPr>
          <a:xfrm>
            <a:off x="5799412" y="2760921"/>
            <a:ext cx="303605" cy="375434"/>
            <a:chOff x="5812586" y="2760921"/>
            <a:chExt cx="303605" cy="375434"/>
          </a:xfrm>
        </p:grpSpPr>
        <p:sp>
          <p:nvSpPr>
            <p:cNvPr id="5351" name="Google Shape;5351;p62"/>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62"/>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62"/>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62"/>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62"/>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62"/>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62"/>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62"/>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62"/>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62"/>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62"/>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2" name="Google Shape;5362;p62"/>
          <p:cNvGrpSpPr/>
          <p:nvPr/>
        </p:nvGrpSpPr>
        <p:grpSpPr>
          <a:xfrm>
            <a:off x="6321499" y="2759633"/>
            <a:ext cx="378508" cy="378166"/>
            <a:chOff x="6334673" y="2759633"/>
            <a:chExt cx="378508" cy="378166"/>
          </a:xfrm>
        </p:grpSpPr>
        <p:sp>
          <p:nvSpPr>
            <p:cNvPr id="5363" name="Google Shape;5363;p62"/>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62"/>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62"/>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62"/>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7" name="Google Shape;5367;p62"/>
          <p:cNvGrpSpPr/>
          <p:nvPr/>
        </p:nvGrpSpPr>
        <p:grpSpPr>
          <a:xfrm>
            <a:off x="7999471" y="2806477"/>
            <a:ext cx="319763" cy="284505"/>
            <a:chOff x="8012645" y="2806477"/>
            <a:chExt cx="319763" cy="284505"/>
          </a:xfrm>
        </p:grpSpPr>
        <p:sp>
          <p:nvSpPr>
            <p:cNvPr id="5368" name="Google Shape;5368;p62"/>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62"/>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62"/>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62"/>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62"/>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62"/>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62"/>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62"/>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62"/>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62"/>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8" name="Google Shape;5378;p62"/>
          <p:cNvGrpSpPr/>
          <p:nvPr/>
        </p:nvGrpSpPr>
        <p:grpSpPr>
          <a:xfrm>
            <a:off x="2707935" y="4162138"/>
            <a:ext cx="385339" cy="388071"/>
            <a:chOff x="2454435" y="4162138"/>
            <a:chExt cx="385339" cy="388071"/>
          </a:xfrm>
        </p:grpSpPr>
        <p:sp>
          <p:nvSpPr>
            <p:cNvPr id="5379" name="Google Shape;5379;p62"/>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62"/>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62"/>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62"/>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62"/>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62"/>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62"/>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62"/>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62"/>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62"/>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62"/>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0" name="Google Shape;5390;p62"/>
          <p:cNvGrpSpPr/>
          <p:nvPr/>
        </p:nvGrpSpPr>
        <p:grpSpPr>
          <a:xfrm>
            <a:off x="3855439" y="4161192"/>
            <a:ext cx="275178" cy="388912"/>
            <a:chOff x="3601939" y="4161192"/>
            <a:chExt cx="275178" cy="388912"/>
          </a:xfrm>
        </p:grpSpPr>
        <p:sp>
          <p:nvSpPr>
            <p:cNvPr id="5391" name="Google Shape;5391;p62"/>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62"/>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62"/>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62"/>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62"/>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62"/>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62"/>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62"/>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62"/>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62"/>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1" name="Google Shape;5401;p62"/>
          <p:cNvGrpSpPr/>
          <p:nvPr/>
        </p:nvGrpSpPr>
        <p:grpSpPr>
          <a:xfrm>
            <a:off x="822849" y="3215146"/>
            <a:ext cx="375802" cy="371677"/>
            <a:chOff x="836023" y="3215146"/>
            <a:chExt cx="375802" cy="371677"/>
          </a:xfrm>
        </p:grpSpPr>
        <p:sp>
          <p:nvSpPr>
            <p:cNvPr id="5402" name="Google Shape;5402;p62"/>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62"/>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62"/>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62"/>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62"/>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62"/>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62"/>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62"/>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62"/>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62"/>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62"/>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62"/>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62"/>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62"/>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62"/>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62"/>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8" name="Google Shape;5418;p62"/>
          <p:cNvGrpSpPr/>
          <p:nvPr/>
        </p:nvGrpSpPr>
        <p:grpSpPr>
          <a:xfrm>
            <a:off x="1343123" y="3210890"/>
            <a:ext cx="431368" cy="380189"/>
            <a:chOff x="1356297" y="3210890"/>
            <a:chExt cx="431368" cy="380189"/>
          </a:xfrm>
        </p:grpSpPr>
        <p:sp>
          <p:nvSpPr>
            <p:cNvPr id="5419" name="Google Shape;5419;p62"/>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62"/>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62"/>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62"/>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62"/>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62"/>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62"/>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62"/>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62"/>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62"/>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62"/>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62"/>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62"/>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2" name="Google Shape;5432;p62"/>
          <p:cNvGrpSpPr/>
          <p:nvPr/>
        </p:nvGrpSpPr>
        <p:grpSpPr>
          <a:xfrm>
            <a:off x="1890563" y="3215540"/>
            <a:ext cx="411874" cy="370731"/>
            <a:chOff x="1903737" y="3215540"/>
            <a:chExt cx="411874" cy="370731"/>
          </a:xfrm>
        </p:grpSpPr>
        <p:sp>
          <p:nvSpPr>
            <p:cNvPr id="5433" name="Google Shape;5433;p62"/>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62"/>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62"/>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62"/>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62"/>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62"/>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62"/>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62"/>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62"/>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2" name="Google Shape;5442;p62"/>
          <p:cNvGrpSpPr/>
          <p:nvPr/>
        </p:nvGrpSpPr>
        <p:grpSpPr>
          <a:xfrm>
            <a:off x="2455290" y="3248854"/>
            <a:ext cx="397818" cy="304078"/>
            <a:chOff x="2468465" y="3248854"/>
            <a:chExt cx="397818" cy="304078"/>
          </a:xfrm>
        </p:grpSpPr>
        <p:sp>
          <p:nvSpPr>
            <p:cNvPr id="5443" name="Google Shape;5443;p62"/>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62"/>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62"/>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62"/>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62"/>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62"/>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9" name="Google Shape;5449;p62"/>
          <p:cNvGrpSpPr/>
          <p:nvPr/>
        </p:nvGrpSpPr>
        <p:grpSpPr>
          <a:xfrm>
            <a:off x="3003992" y="3216013"/>
            <a:ext cx="394376" cy="369812"/>
            <a:chOff x="3017166" y="3216013"/>
            <a:chExt cx="394376" cy="369812"/>
          </a:xfrm>
        </p:grpSpPr>
        <p:sp>
          <p:nvSpPr>
            <p:cNvPr id="5450" name="Google Shape;5450;p62"/>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62"/>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2" name="Google Shape;5452;p62"/>
          <p:cNvGrpSpPr/>
          <p:nvPr/>
        </p:nvGrpSpPr>
        <p:grpSpPr>
          <a:xfrm>
            <a:off x="4196868" y="3213228"/>
            <a:ext cx="199014" cy="375408"/>
            <a:chOff x="4210043" y="3213228"/>
            <a:chExt cx="199014" cy="375408"/>
          </a:xfrm>
        </p:grpSpPr>
        <p:sp>
          <p:nvSpPr>
            <p:cNvPr id="5453" name="Google Shape;5453;p62"/>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62"/>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62"/>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62"/>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62"/>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62"/>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62"/>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62"/>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62"/>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62"/>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3" name="Google Shape;5463;p62"/>
          <p:cNvGrpSpPr/>
          <p:nvPr/>
        </p:nvGrpSpPr>
        <p:grpSpPr>
          <a:xfrm>
            <a:off x="4804971" y="3203323"/>
            <a:ext cx="77845" cy="395165"/>
            <a:chOff x="4818146" y="3203323"/>
            <a:chExt cx="77845" cy="395165"/>
          </a:xfrm>
        </p:grpSpPr>
        <p:sp>
          <p:nvSpPr>
            <p:cNvPr id="5464" name="Google Shape;5464;p62"/>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62"/>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62"/>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62"/>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62"/>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62"/>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62"/>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62"/>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2" name="Google Shape;5472;p62"/>
          <p:cNvGrpSpPr/>
          <p:nvPr/>
        </p:nvGrpSpPr>
        <p:grpSpPr>
          <a:xfrm>
            <a:off x="5215716" y="3235428"/>
            <a:ext cx="344091" cy="332767"/>
            <a:chOff x="5228890" y="3235428"/>
            <a:chExt cx="344091" cy="332767"/>
          </a:xfrm>
        </p:grpSpPr>
        <p:sp>
          <p:nvSpPr>
            <p:cNvPr id="5473" name="Google Shape;5473;p62"/>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62"/>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62"/>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62"/>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62"/>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8" name="Google Shape;5478;p62"/>
          <p:cNvGrpSpPr/>
          <p:nvPr/>
        </p:nvGrpSpPr>
        <p:grpSpPr>
          <a:xfrm>
            <a:off x="5744739" y="3227047"/>
            <a:ext cx="388544" cy="347927"/>
            <a:chOff x="5757913" y="3227047"/>
            <a:chExt cx="388544" cy="347927"/>
          </a:xfrm>
        </p:grpSpPr>
        <p:sp>
          <p:nvSpPr>
            <p:cNvPr id="5479" name="Google Shape;5479;p62"/>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62"/>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81" name="Google Shape;5481;p62"/>
          <p:cNvSpPr/>
          <p:nvPr/>
        </p:nvSpPr>
        <p:spPr>
          <a:xfrm>
            <a:off x="7189280" y="3377641"/>
            <a:ext cx="17340" cy="197149"/>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82" name="Google Shape;5482;p62"/>
          <p:cNvGrpSpPr/>
          <p:nvPr/>
        </p:nvGrpSpPr>
        <p:grpSpPr>
          <a:xfrm>
            <a:off x="6881681" y="3227074"/>
            <a:ext cx="324938" cy="347717"/>
            <a:chOff x="6894856" y="3227074"/>
            <a:chExt cx="324938" cy="347717"/>
          </a:xfrm>
        </p:grpSpPr>
        <p:sp>
          <p:nvSpPr>
            <p:cNvPr id="5483" name="Google Shape;5483;p62"/>
            <p:cNvSpPr/>
            <p:nvPr/>
          </p:nvSpPr>
          <p:spPr>
            <a:xfrm>
              <a:off x="6898849" y="3377589"/>
              <a:ext cx="316925" cy="4377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62"/>
            <p:cNvSpPr/>
            <p:nvPr/>
          </p:nvSpPr>
          <p:spPr>
            <a:xfrm>
              <a:off x="6996346" y="3227074"/>
              <a:ext cx="128867" cy="61977"/>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62"/>
            <p:cNvSpPr/>
            <p:nvPr/>
          </p:nvSpPr>
          <p:spPr>
            <a:xfrm>
              <a:off x="6996346" y="3262778"/>
              <a:ext cx="128867" cy="26273"/>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62"/>
            <p:cNvSpPr/>
            <p:nvPr/>
          </p:nvSpPr>
          <p:spPr>
            <a:xfrm>
              <a:off x="6918186" y="3280092"/>
              <a:ext cx="278278" cy="260439"/>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62"/>
            <p:cNvSpPr/>
            <p:nvPr/>
          </p:nvSpPr>
          <p:spPr>
            <a:xfrm>
              <a:off x="7177127" y="3279908"/>
              <a:ext cx="19337" cy="260623"/>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62"/>
            <p:cNvSpPr/>
            <p:nvPr/>
          </p:nvSpPr>
          <p:spPr>
            <a:xfrm>
              <a:off x="6918186" y="3367579"/>
              <a:ext cx="278278" cy="172952"/>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62"/>
            <p:cNvSpPr/>
            <p:nvPr/>
          </p:nvSpPr>
          <p:spPr>
            <a:xfrm>
              <a:off x="6958619" y="3418784"/>
              <a:ext cx="197385" cy="10588"/>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62"/>
            <p:cNvSpPr/>
            <p:nvPr/>
          </p:nvSpPr>
          <p:spPr>
            <a:xfrm>
              <a:off x="6992511" y="3441378"/>
              <a:ext cx="129970" cy="10588"/>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62"/>
            <p:cNvSpPr/>
            <p:nvPr/>
          </p:nvSpPr>
          <p:spPr>
            <a:xfrm>
              <a:off x="7021489" y="3463789"/>
              <a:ext cx="70016" cy="10588"/>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62"/>
            <p:cNvSpPr/>
            <p:nvPr/>
          </p:nvSpPr>
          <p:spPr>
            <a:xfrm>
              <a:off x="6894856" y="3377510"/>
              <a:ext cx="324938" cy="19728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62"/>
            <p:cNvSpPr/>
            <p:nvPr/>
          </p:nvSpPr>
          <p:spPr>
            <a:xfrm>
              <a:off x="6955361" y="3318371"/>
              <a:ext cx="32630" cy="32630"/>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62"/>
            <p:cNvSpPr/>
            <p:nvPr/>
          </p:nvSpPr>
          <p:spPr>
            <a:xfrm>
              <a:off x="7009115" y="3313090"/>
              <a:ext cx="36466" cy="10588"/>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62"/>
            <p:cNvSpPr/>
            <p:nvPr/>
          </p:nvSpPr>
          <p:spPr>
            <a:xfrm>
              <a:off x="7009115" y="3341149"/>
              <a:ext cx="113366" cy="10588"/>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62"/>
            <p:cNvSpPr/>
            <p:nvPr/>
          </p:nvSpPr>
          <p:spPr>
            <a:xfrm>
              <a:off x="6961010" y="3385234"/>
              <a:ext cx="69806" cy="10614"/>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62"/>
            <p:cNvSpPr/>
            <p:nvPr/>
          </p:nvSpPr>
          <p:spPr>
            <a:xfrm>
              <a:off x="6921443" y="3539060"/>
              <a:ext cx="57248" cy="10588"/>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8" name="Google Shape;5498;p62"/>
          <p:cNvGrpSpPr/>
          <p:nvPr/>
        </p:nvGrpSpPr>
        <p:grpSpPr>
          <a:xfrm>
            <a:off x="7401772" y="3220873"/>
            <a:ext cx="360091" cy="360117"/>
            <a:chOff x="7414946" y="3220873"/>
            <a:chExt cx="360091" cy="360117"/>
          </a:xfrm>
        </p:grpSpPr>
        <p:sp>
          <p:nvSpPr>
            <p:cNvPr id="5499" name="Google Shape;5499;p62"/>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62"/>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62"/>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62"/>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62"/>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62"/>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62"/>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62"/>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62"/>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62"/>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62"/>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0" name="Google Shape;5510;p62"/>
          <p:cNvGrpSpPr/>
          <p:nvPr/>
        </p:nvGrpSpPr>
        <p:grpSpPr>
          <a:xfrm>
            <a:off x="8014052" y="3215041"/>
            <a:ext cx="231829" cy="371782"/>
            <a:chOff x="8027227" y="3215041"/>
            <a:chExt cx="231829" cy="371782"/>
          </a:xfrm>
        </p:grpSpPr>
        <p:sp>
          <p:nvSpPr>
            <p:cNvPr id="5511" name="Google Shape;5511;p62"/>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62"/>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62"/>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62"/>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62"/>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62"/>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62"/>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62"/>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62"/>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62"/>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1" name="Google Shape;5521;p62"/>
          <p:cNvGrpSpPr/>
          <p:nvPr/>
        </p:nvGrpSpPr>
        <p:grpSpPr>
          <a:xfrm>
            <a:off x="4347102" y="4146138"/>
            <a:ext cx="395638" cy="420544"/>
            <a:chOff x="4093603" y="4146138"/>
            <a:chExt cx="395638" cy="420544"/>
          </a:xfrm>
        </p:grpSpPr>
        <p:sp>
          <p:nvSpPr>
            <p:cNvPr id="5522" name="Google Shape;5522;p62"/>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62"/>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62"/>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62"/>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62"/>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62"/>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62"/>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62"/>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62"/>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62"/>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62"/>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62"/>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62"/>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62"/>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62"/>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62"/>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62"/>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9" name="Google Shape;5539;p62"/>
          <p:cNvGrpSpPr/>
          <p:nvPr/>
        </p:nvGrpSpPr>
        <p:grpSpPr>
          <a:xfrm>
            <a:off x="4897905" y="4162322"/>
            <a:ext cx="392065" cy="387887"/>
            <a:chOff x="4644406" y="4162322"/>
            <a:chExt cx="392065" cy="387887"/>
          </a:xfrm>
        </p:grpSpPr>
        <p:sp>
          <p:nvSpPr>
            <p:cNvPr id="5540" name="Google Shape;5540;p62"/>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62"/>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62"/>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62"/>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62"/>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62"/>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6" name="Google Shape;5546;p62"/>
          <p:cNvGrpSpPr/>
          <p:nvPr/>
        </p:nvGrpSpPr>
        <p:grpSpPr>
          <a:xfrm>
            <a:off x="5981882" y="4221698"/>
            <a:ext cx="417128" cy="269162"/>
            <a:chOff x="5728383" y="4221698"/>
            <a:chExt cx="417128" cy="269162"/>
          </a:xfrm>
        </p:grpSpPr>
        <p:sp>
          <p:nvSpPr>
            <p:cNvPr id="5547" name="Google Shape;5547;p62"/>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62"/>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62"/>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62"/>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62"/>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62"/>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62"/>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62"/>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62"/>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62"/>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62"/>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62"/>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9" name="Google Shape;5559;p62"/>
          <p:cNvGrpSpPr/>
          <p:nvPr/>
        </p:nvGrpSpPr>
        <p:grpSpPr>
          <a:xfrm>
            <a:off x="821036" y="3696905"/>
            <a:ext cx="371782" cy="342751"/>
            <a:chOff x="834210" y="3696905"/>
            <a:chExt cx="371782" cy="342751"/>
          </a:xfrm>
        </p:grpSpPr>
        <p:sp>
          <p:nvSpPr>
            <p:cNvPr id="5560" name="Google Shape;5560;p62"/>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62"/>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62"/>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62"/>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62"/>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62"/>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62"/>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62"/>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62"/>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62"/>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62"/>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62"/>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2" name="Google Shape;5572;p62"/>
          <p:cNvGrpSpPr/>
          <p:nvPr/>
        </p:nvGrpSpPr>
        <p:grpSpPr>
          <a:xfrm>
            <a:off x="1346223" y="3682271"/>
            <a:ext cx="395296" cy="371966"/>
            <a:chOff x="1359398" y="3682271"/>
            <a:chExt cx="395296" cy="371966"/>
          </a:xfrm>
        </p:grpSpPr>
        <p:sp>
          <p:nvSpPr>
            <p:cNvPr id="5573" name="Google Shape;5573;p62"/>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62"/>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62"/>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62"/>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62"/>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62"/>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62"/>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0" name="Google Shape;5580;p62"/>
          <p:cNvGrpSpPr/>
          <p:nvPr/>
        </p:nvGrpSpPr>
        <p:grpSpPr>
          <a:xfrm>
            <a:off x="1894924" y="3682271"/>
            <a:ext cx="395296" cy="371966"/>
            <a:chOff x="1908099" y="3682271"/>
            <a:chExt cx="395296" cy="371966"/>
          </a:xfrm>
        </p:grpSpPr>
        <p:sp>
          <p:nvSpPr>
            <p:cNvPr id="5581" name="Google Shape;5581;p62"/>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62"/>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62"/>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62"/>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62"/>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62"/>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62"/>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8" name="Google Shape;5588;p62"/>
          <p:cNvGrpSpPr/>
          <p:nvPr/>
        </p:nvGrpSpPr>
        <p:grpSpPr>
          <a:xfrm>
            <a:off x="2443625" y="3682271"/>
            <a:ext cx="395270" cy="371966"/>
            <a:chOff x="2456800" y="3682271"/>
            <a:chExt cx="395270" cy="371966"/>
          </a:xfrm>
        </p:grpSpPr>
        <p:sp>
          <p:nvSpPr>
            <p:cNvPr id="5589" name="Google Shape;5589;p62"/>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62"/>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62"/>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62"/>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62"/>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62"/>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62"/>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62"/>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62"/>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8" name="Google Shape;5598;p62"/>
          <p:cNvGrpSpPr/>
          <p:nvPr/>
        </p:nvGrpSpPr>
        <p:grpSpPr>
          <a:xfrm>
            <a:off x="3001075" y="3682271"/>
            <a:ext cx="391092" cy="371940"/>
            <a:chOff x="3014250" y="3682271"/>
            <a:chExt cx="391092" cy="371940"/>
          </a:xfrm>
        </p:grpSpPr>
        <p:sp>
          <p:nvSpPr>
            <p:cNvPr id="5599" name="Google Shape;5599;p62"/>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62"/>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62"/>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2" name="Google Shape;5602;p62"/>
          <p:cNvGrpSpPr/>
          <p:nvPr/>
        </p:nvGrpSpPr>
        <p:grpSpPr>
          <a:xfrm>
            <a:off x="3555950" y="3702947"/>
            <a:ext cx="388728" cy="330692"/>
            <a:chOff x="3569125" y="3702947"/>
            <a:chExt cx="388728" cy="330692"/>
          </a:xfrm>
        </p:grpSpPr>
        <p:sp>
          <p:nvSpPr>
            <p:cNvPr id="5603" name="Google Shape;5603;p62"/>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62"/>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62"/>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62"/>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7" name="Google Shape;5607;p62"/>
          <p:cNvGrpSpPr/>
          <p:nvPr/>
        </p:nvGrpSpPr>
        <p:grpSpPr>
          <a:xfrm>
            <a:off x="4098819" y="3682455"/>
            <a:ext cx="387992" cy="371625"/>
            <a:chOff x="4111994" y="3682455"/>
            <a:chExt cx="387992" cy="371625"/>
          </a:xfrm>
        </p:grpSpPr>
        <p:sp>
          <p:nvSpPr>
            <p:cNvPr id="5608" name="Google Shape;5608;p62"/>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62"/>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0" name="Google Shape;5610;p62"/>
          <p:cNvGrpSpPr/>
          <p:nvPr/>
        </p:nvGrpSpPr>
        <p:grpSpPr>
          <a:xfrm>
            <a:off x="4661734" y="3682271"/>
            <a:ext cx="371966" cy="371966"/>
            <a:chOff x="4674908" y="3682271"/>
            <a:chExt cx="371966" cy="371966"/>
          </a:xfrm>
        </p:grpSpPr>
        <p:sp>
          <p:nvSpPr>
            <p:cNvPr id="5611" name="Google Shape;5611;p62"/>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62"/>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62"/>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62"/>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5" name="Google Shape;5615;p62"/>
          <p:cNvGrpSpPr/>
          <p:nvPr/>
        </p:nvGrpSpPr>
        <p:grpSpPr>
          <a:xfrm>
            <a:off x="5210435" y="3731112"/>
            <a:ext cx="371782" cy="274285"/>
            <a:chOff x="5223609" y="3731112"/>
            <a:chExt cx="371782" cy="274285"/>
          </a:xfrm>
        </p:grpSpPr>
        <p:sp>
          <p:nvSpPr>
            <p:cNvPr id="5616" name="Google Shape;5616;p62"/>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62"/>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18" name="Google Shape;5618;p62"/>
          <p:cNvSpPr/>
          <p:nvPr/>
        </p:nvSpPr>
        <p:spPr>
          <a:xfrm>
            <a:off x="5799044" y="3723834"/>
            <a:ext cx="291966" cy="28905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19" name="Google Shape;5619;p62"/>
          <p:cNvGrpSpPr/>
          <p:nvPr/>
        </p:nvGrpSpPr>
        <p:grpSpPr>
          <a:xfrm>
            <a:off x="6306734" y="3696721"/>
            <a:ext cx="373963" cy="343119"/>
            <a:chOff x="6319908" y="3696721"/>
            <a:chExt cx="373963" cy="343119"/>
          </a:xfrm>
        </p:grpSpPr>
        <p:sp>
          <p:nvSpPr>
            <p:cNvPr id="5620" name="Google Shape;5620;p62"/>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62"/>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62"/>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62"/>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62"/>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62"/>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62"/>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62"/>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62"/>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9" name="Google Shape;5629;p62"/>
          <p:cNvGrpSpPr/>
          <p:nvPr/>
        </p:nvGrpSpPr>
        <p:grpSpPr>
          <a:xfrm>
            <a:off x="6858167" y="3740044"/>
            <a:ext cx="371966" cy="256420"/>
            <a:chOff x="6871342" y="3740044"/>
            <a:chExt cx="371966" cy="256420"/>
          </a:xfrm>
        </p:grpSpPr>
        <p:sp>
          <p:nvSpPr>
            <p:cNvPr id="5630" name="Google Shape;5630;p62"/>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62"/>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62"/>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62"/>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62"/>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62"/>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62"/>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62"/>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62"/>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62"/>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62"/>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62"/>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2" name="Google Shape;5642;p62"/>
          <p:cNvGrpSpPr/>
          <p:nvPr/>
        </p:nvGrpSpPr>
        <p:grpSpPr>
          <a:xfrm>
            <a:off x="7389187" y="3681535"/>
            <a:ext cx="402757" cy="372728"/>
            <a:chOff x="7402362" y="3681535"/>
            <a:chExt cx="402757" cy="372728"/>
          </a:xfrm>
        </p:grpSpPr>
        <p:sp>
          <p:nvSpPr>
            <p:cNvPr id="5643" name="Google Shape;5643;p62"/>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62"/>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62"/>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62"/>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62"/>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62"/>
            <p:cNvSpPr/>
            <p:nvPr/>
          </p:nvSpPr>
          <p:spPr>
            <a:xfrm>
              <a:off x="7511524" y="3731295"/>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62"/>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62"/>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62"/>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62"/>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62"/>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62"/>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62"/>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62"/>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62"/>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62"/>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9" name="Google Shape;5659;p62"/>
          <p:cNvGrpSpPr/>
          <p:nvPr/>
        </p:nvGrpSpPr>
        <p:grpSpPr>
          <a:xfrm>
            <a:off x="7947530" y="3736235"/>
            <a:ext cx="378902" cy="264065"/>
            <a:chOff x="7960705" y="3736235"/>
            <a:chExt cx="378902" cy="264065"/>
          </a:xfrm>
        </p:grpSpPr>
        <p:sp>
          <p:nvSpPr>
            <p:cNvPr id="5660" name="Google Shape;5660;p62"/>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62"/>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62"/>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62"/>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62"/>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62"/>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62"/>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62"/>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62"/>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62"/>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62"/>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62"/>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62"/>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62"/>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4" name="Google Shape;5674;p62"/>
          <p:cNvGrpSpPr/>
          <p:nvPr/>
        </p:nvGrpSpPr>
        <p:grpSpPr>
          <a:xfrm>
            <a:off x="6654327" y="4162270"/>
            <a:ext cx="166200" cy="388019"/>
            <a:chOff x="6400828" y="4162270"/>
            <a:chExt cx="166200" cy="388019"/>
          </a:xfrm>
        </p:grpSpPr>
        <p:sp>
          <p:nvSpPr>
            <p:cNvPr id="5675" name="Google Shape;5675;p62"/>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62"/>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62"/>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62"/>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62"/>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62"/>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62"/>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2" name="Google Shape;5682;p62"/>
          <p:cNvGrpSpPr/>
          <p:nvPr/>
        </p:nvGrpSpPr>
        <p:grpSpPr>
          <a:xfrm>
            <a:off x="7173314" y="4162270"/>
            <a:ext cx="225260" cy="388019"/>
            <a:chOff x="6919815" y="4162270"/>
            <a:chExt cx="225260" cy="388019"/>
          </a:xfrm>
        </p:grpSpPr>
        <p:sp>
          <p:nvSpPr>
            <p:cNvPr id="5683" name="Google Shape;5683;p62"/>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62"/>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62"/>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62"/>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62"/>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62"/>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62"/>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62"/>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1" name="Google Shape;5691;p62"/>
          <p:cNvGrpSpPr/>
          <p:nvPr/>
        </p:nvGrpSpPr>
        <p:grpSpPr>
          <a:xfrm>
            <a:off x="7639099" y="4177035"/>
            <a:ext cx="388728" cy="358383"/>
            <a:chOff x="7385600" y="4177035"/>
            <a:chExt cx="388728" cy="358383"/>
          </a:xfrm>
        </p:grpSpPr>
        <p:sp>
          <p:nvSpPr>
            <p:cNvPr id="5692" name="Google Shape;5692;p62"/>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62"/>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62"/>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62"/>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62"/>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62"/>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62"/>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9" name="Google Shape;5699;p62"/>
          <p:cNvGrpSpPr/>
          <p:nvPr/>
        </p:nvGrpSpPr>
        <p:grpSpPr>
          <a:xfrm>
            <a:off x="3611911" y="3259862"/>
            <a:ext cx="369207" cy="258259"/>
            <a:chOff x="3625085" y="3259862"/>
            <a:chExt cx="369207" cy="258259"/>
          </a:xfrm>
        </p:grpSpPr>
        <p:sp>
          <p:nvSpPr>
            <p:cNvPr id="5700" name="Google Shape;5700;p62"/>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62"/>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62"/>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62"/>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62"/>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62"/>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62"/>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62"/>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62"/>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62"/>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62"/>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62"/>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62"/>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3" name="Google Shape;5713;p62"/>
          <p:cNvGrpSpPr/>
          <p:nvPr/>
        </p:nvGrpSpPr>
        <p:grpSpPr>
          <a:xfrm>
            <a:off x="6304185" y="3276808"/>
            <a:ext cx="363217" cy="248590"/>
            <a:chOff x="6317360" y="3276808"/>
            <a:chExt cx="363217" cy="248590"/>
          </a:xfrm>
        </p:grpSpPr>
        <p:sp>
          <p:nvSpPr>
            <p:cNvPr id="5714" name="Google Shape;5714;p62"/>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62"/>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62"/>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62"/>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62"/>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62"/>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62"/>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62"/>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62"/>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62"/>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62"/>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62"/>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62"/>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62"/>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62"/>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62"/>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62"/>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62"/>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62"/>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62"/>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62"/>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62"/>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62"/>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62"/>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62"/>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62"/>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62"/>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1" name="Google Shape;5741;p62"/>
          <p:cNvGrpSpPr/>
          <p:nvPr/>
        </p:nvGrpSpPr>
        <p:grpSpPr>
          <a:xfrm>
            <a:off x="5337891" y="4183682"/>
            <a:ext cx="504064" cy="325595"/>
            <a:chOff x="5084391" y="4183682"/>
            <a:chExt cx="504064" cy="325595"/>
          </a:xfrm>
        </p:grpSpPr>
        <p:sp>
          <p:nvSpPr>
            <p:cNvPr id="5742" name="Google Shape;5742;p62"/>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62"/>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62"/>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62"/>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62"/>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62"/>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62"/>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62"/>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62"/>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62"/>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62"/>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62"/>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62"/>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62"/>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62"/>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62"/>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8" name="Google Shape;5758;p62"/>
          <p:cNvGrpSpPr/>
          <p:nvPr/>
        </p:nvGrpSpPr>
        <p:grpSpPr>
          <a:xfrm>
            <a:off x="7934420" y="2347996"/>
            <a:ext cx="379795" cy="267165"/>
            <a:chOff x="7947595" y="2347996"/>
            <a:chExt cx="379795" cy="267165"/>
          </a:xfrm>
        </p:grpSpPr>
        <p:sp>
          <p:nvSpPr>
            <p:cNvPr id="5759" name="Google Shape;5759;p62"/>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62"/>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62"/>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62"/>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62"/>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62"/>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62"/>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62"/>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62"/>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8" name="Google Shape;5768;p62"/>
          <p:cNvGrpSpPr/>
          <p:nvPr/>
        </p:nvGrpSpPr>
        <p:grpSpPr>
          <a:xfrm>
            <a:off x="6387469" y="2310269"/>
            <a:ext cx="275362" cy="338784"/>
            <a:chOff x="6400644" y="2310269"/>
            <a:chExt cx="275362" cy="338784"/>
          </a:xfrm>
        </p:grpSpPr>
        <p:sp>
          <p:nvSpPr>
            <p:cNvPr id="5769" name="Google Shape;5769;p62"/>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62"/>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62"/>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62"/>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62"/>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62"/>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62"/>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62"/>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62"/>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62"/>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62"/>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62"/>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62"/>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2" name="Google Shape;5782;p62"/>
          <p:cNvGrpSpPr/>
          <p:nvPr/>
        </p:nvGrpSpPr>
        <p:grpSpPr>
          <a:xfrm>
            <a:off x="1595767" y="4161009"/>
            <a:ext cx="359565" cy="358094"/>
            <a:chOff x="1342268" y="4161009"/>
            <a:chExt cx="359565" cy="358094"/>
          </a:xfrm>
        </p:grpSpPr>
        <p:sp>
          <p:nvSpPr>
            <p:cNvPr id="5783" name="Google Shape;5783;p62"/>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62"/>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62"/>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62"/>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62"/>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62"/>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62"/>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62"/>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62"/>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2" name="Google Shape;5792;p62"/>
          <p:cNvGrpSpPr/>
          <p:nvPr/>
        </p:nvGrpSpPr>
        <p:grpSpPr>
          <a:xfrm>
            <a:off x="1899837" y="2764940"/>
            <a:ext cx="417523" cy="374252"/>
            <a:chOff x="1913012" y="2764940"/>
            <a:chExt cx="417523" cy="374252"/>
          </a:xfrm>
        </p:grpSpPr>
        <p:sp>
          <p:nvSpPr>
            <p:cNvPr id="5793" name="Google Shape;5793;p62"/>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62"/>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62"/>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62"/>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62"/>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62"/>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62"/>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62"/>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62"/>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62"/>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62"/>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62"/>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5" name="Google Shape;5805;p62"/>
          <p:cNvGrpSpPr/>
          <p:nvPr/>
        </p:nvGrpSpPr>
        <p:grpSpPr>
          <a:xfrm>
            <a:off x="817568" y="2763601"/>
            <a:ext cx="384734" cy="381556"/>
            <a:chOff x="830742" y="2763601"/>
            <a:chExt cx="384734" cy="381556"/>
          </a:xfrm>
        </p:grpSpPr>
        <p:sp>
          <p:nvSpPr>
            <p:cNvPr id="5806" name="Google Shape;5806;p62"/>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62"/>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62"/>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62"/>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62"/>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62"/>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62"/>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62"/>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62"/>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62"/>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62"/>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62"/>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62"/>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62"/>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62"/>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62"/>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62"/>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62"/>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62"/>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62"/>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62"/>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7" name="Google Shape;5827;p62"/>
          <p:cNvGrpSpPr/>
          <p:nvPr/>
        </p:nvGrpSpPr>
        <p:grpSpPr>
          <a:xfrm>
            <a:off x="3260997" y="4183419"/>
            <a:ext cx="375434" cy="329667"/>
            <a:chOff x="3007498" y="4183419"/>
            <a:chExt cx="375434" cy="329667"/>
          </a:xfrm>
        </p:grpSpPr>
        <p:sp>
          <p:nvSpPr>
            <p:cNvPr id="5828" name="Google Shape;5828;p62"/>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62"/>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62"/>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62"/>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62"/>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62"/>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62"/>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62"/>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62"/>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62"/>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62"/>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62"/>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62"/>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62"/>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62"/>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62"/>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62"/>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62"/>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62"/>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62"/>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8" name="Google Shape;5848;p62"/>
          <p:cNvGrpSpPr/>
          <p:nvPr/>
        </p:nvGrpSpPr>
        <p:grpSpPr>
          <a:xfrm>
            <a:off x="6906101" y="2766990"/>
            <a:ext cx="274550" cy="354728"/>
            <a:chOff x="7606826" y="2419290"/>
            <a:chExt cx="274550" cy="354728"/>
          </a:xfrm>
        </p:grpSpPr>
        <p:sp>
          <p:nvSpPr>
            <p:cNvPr id="5849" name="Google Shape;5849;p62"/>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62"/>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62"/>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62"/>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62"/>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62"/>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62"/>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62"/>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62"/>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62"/>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62"/>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62"/>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62"/>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62"/>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62"/>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4" name="Google Shape;5864;p62"/>
          <p:cNvGrpSpPr/>
          <p:nvPr/>
        </p:nvGrpSpPr>
        <p:grpSpPr>
          <a:xfrm>
            <a:off x="7536994" y="2777003"/>
            <a:ext cx="263316" cy="354728"/>
            <a:chOff x="8062968" y="2419290"/>
            <a:chExt cx="263316" cy="354728"/>
          </a:xfrm>
        </p:grpSpPr>
        <p:sp>
          <p:nvSpPr>
            <p:cNvPr id="5865" name="Google Shape;5865;p62"/>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62"/>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62"/>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62"/>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62"/>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62"/>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62"/>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62"/>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62"/>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62"/>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62"/>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62"/>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62"/>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62"/>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62"/>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62"/>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62"/>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82" name="Google Shape;5882;p62"/>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resize </a:t>
            </a:r>
            <a:r>
              <a:rPr lang="en" sz="1100">
                <a:solidFill>
                  <a:schemeClr val="lt1"/>
                </a:solidFill>
              </a:rPr>
              <a:t>these icons without losing quality.</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change the stroke and fill color</a:t>
            </a:r>
            <a:r>
              <a:rPr lang="en" sz="1100">
                <a:solidFill>
                  <a:schemeClr val="lt1"/>
                </a:solidFill>
              </a:rPr>
              <a:t>; just select the icon and click on the </a:t>
            </a:r>
            <a:r>
              <a:rPr lang="en" sz="1100" b="1">
                <a:solidFill>
                  <a:schemeClr val="hlink"/>
                </a:solidFill>
              </a:rPr>
              <a:t>paint bucket/pen</a:t>
            </a:r>
            <a:r>
              <a:rPr lang="en" sz="1100">
                <a:solidFill>
                  <a:schemeClr val="lt1"/>
                </a:solidFill>
              </a:rPr>
              <a:t>.</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In Google Slides, you can also use </a:t>
            </a:r>
            <a:r>
              <a:rPr lang="en" sz="1100" b="1">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5883" name="Google Shape;5883;p62"/>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grpSp>
        <p:nvGrpSpPr>
          <p:cNvPr id="5884" name="Google Shape;5884;p62"/>
          <p:cNvGrpSpPr/>
          <p:nvPr/>
        </p:nvGrpSpPr>
        <p:grpSpPr>
          <a:xfrm>
            <a:off x="1089824" y="4149725"/>
            <a:ext cx="364280" cy="363684"/>
            <a:chOff x="836325" y="4149725"/>
            <a:chExt cx="364280" cy="363684"/>
          </a:xfrm>
        </p:grpSpPr>
        <p:sp>
          <p:nvSpPr>
            <p:cNvPr id="5885" name="Google Shape;5885;p62"/>
            <p:cNvSpPr/>
            <p:nvPr/>
          </p:nvSpPr>
          <p:spPr>
            <a:xfrm>
              <a:off x="836325" y="4428035"/>
              <a:ext cx="86394" cy="85374"/>
            </a:xfrm>
            <a:custGeom>
              <a:avLst/>
              <a:gdLst/>
              <a:ahLst/>
              <a:cxnLst/>
              <a:rect l="l" t="t" r="r" b="b"/>
              <a:pathLst>
                <a:path w="10325" h="10203" extrusionOk="0">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62"/>
            <p:cNvSpPr/>
            <p:nvPr/>
          </p:nvSpPr>
          <p:spPr>
            <a:xfrm>
              <a:off x="836325" y="4373908"/>
              <a:ext cx="60045" cy="58999"/>
            </a:xfrm>
            <a:custGeom>
              <a:avLst/>
              <a:gdLst/>
              <a:ahLst/>
              <a:cxnLst/>
              <a:rect l="l" t="t" r="r" b="b"/>
              <a:pathLst>
                <a:path w="7176" h="7051" extrusionOk="0">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62"/>
            <p:cNvSpPr/>
            <p:nvPr/>
          </p:nvSpPr>
          <p:spPr>
            <a:xfrm>
              <a:off x="916801" y="4454384"/>
              <a:ext cx="60045" cy="58999"/>
            </a:xfrm>
            <a:custGeom>
              <a:avLst/>
              <a:gdLst/>
              <a:ahLst/>
              <a:cxnLst/>
              <a:rect l="l" t="t" r="r" b="b"/>
              <a:pathLst>
                <a:path w="7176" h="7051" extrusionOk="0">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62"/>
            <p:cNvSpPr/>
            <p:nvPr/>
          </p:nvSpPr>
          <p:spPr>
            <a:xfrm>
              <a:off x="901229" y="4149725"/>
              <a:ext cx="298594" cy="157234"/>
            </a:xfrm>
            <a:custGeom>
              <a:avLst/>
              <a:gdLst/>
              <a:ahLst/>
              <a:cxnLst/>
              <a:rect l="l" t="t" r="r" b="b"/>
              <a:pathLst>
                <a:path w="35685" h="18791" extrusionOk="0">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62"/>
            <p:cNvSpPr/>
            <p:nvPr/>
          </p:nvSpPr>
          <p:spPr>
            <a:xfrm>
              <a:off x="951985" y="4150026"/>
              <a:ext cx="248255" cy="248163"/>
            </a:xfrm>
            <a:custGeom>
              <a:avLst/>
              <a:gdLst/>
              <a:ahLst/>
              <a:cxnLst/>
              <a:rect l="l" t="t" r="r" b="b"/>
              <a:pathLst>
                <a:path w="29669" h="29658" extrusionOk="0">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62"/>
            <p:cNvSpPr/>
            <p:nvPr/>
          </p:nvSpPr>
          <p:spPr>
            <a:xfrm>
              <a:off x="1046141" y="4150445"/>
              <a:ext cx="154464" cy="298017"/>
            </a:xfrm>
            <a:custGeom>
              <a:avLst/>
              <a:gdLst/>
              <a:ahLst/>
              <a:cxnLst/>
              <a:rect l="l" t="t" r="r" b="b"/>
              <a:pathLst>
                <a:path w="18460" h="35616" extrusionOk="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62"/>
            <p:cNvSpPr/>
            <p:nvPr/>
          </p:nvSpPr>
          <p:spPr>
            <a:xfrm>
              <a:off x="952454" y="4150244"/>
              <a:ext cx="247787" cy="247946"/>
            </a:xfrm>
            <a:custGeom>
              <a:avLst/>
              <a:gdLst/>
              <a:ahLst/>
              <a:cxnLst/>
              <a:rect l="l" t="t" r="r" b="b"/>
              <a:pathLst>
                <a:path w="29613" h="29632" extrusionOk="0">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5895"/>
        <p:cNvGrpSpPr/>
        <p:nvPr/>
      </p:nvGrpSpPr>
      <p:grpSpPr>
        <a:xfrm>
          <a:off x="0" y="0"/>
          <a:ext cx="0" cy="0"/>
          <a:chOff x="0" y="0"/>
          <a:chExt cx="0" cy="0"/>
        </a:xfrm>
      </p:grpSpPr>
      <p:grpSp>
        <p:nvGrpSpPr>
          <p:cNvPr id="5896" name="Google Shape;5896;p63"/>
          <p:cNvGrpSpPr/>
          <p:nvPr/>
        </p:nvGrpSpPr>
        <p:grpSpPr>
          <a:xfrm>
            <a:off x="7071588" y="2263554"/>
            <a:ext cx="362163" cy="347098"/>
            <a:chOff x="7075663" y="2444129"/>
            <a:chExt cx="362163" cy="347098"/>
          </a:xfrm>
        </p:grpSpPr>
        <p:sp>
          <p:nvSpPr>
            <p:cNvPr id="5897" name="Google Shape;5897;p63"/>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63"/>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63"/>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63"/>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63"/>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63"/>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63"/>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63"/>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5" name="Google Shape;5905;p63"/>
          <p:cNvGrpSpPr/>
          <p:nvPr/>
        </p:nvGrpSpPr>
        <p:grpSpPr>
          <a:xfrm>
            <a:off x="6634100" y="2256009"/>
            <a:ext cx="372197" cy="362163"/>
            <a:chOff x="6638175" y="2436584"/>
            <a:chExt cx="372197" cy="362163"/>
          </a:xfrm>
        </p:grpSpPr>
        <p:sp>
          <p:nvSpPr>
            <p:cNvPr id="5906" name="Google Shape;5906;p63"/>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63"/>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63"/>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63"/>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63"/>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63"/>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63"/>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63"/>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63"/>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63"/>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63"/>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63"/>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63"/>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9" name="Google Shape;5919;p63"/>
          <p:cNvGrpSpPr/>
          <p:nvPr/>
        </p:nvGrpSpPr>
        <p:grpSpPr>
          <a:xfrm>
            <a:off x="6188831" y="2258865"/>
            <a:ext cx="371699" cy="356084"/>
            <a:chOff x="6192906" y="2439440"/>
            <a:chExt cx="371699" cy="356084"/>
          </a:xfrm>
        </p:grpSpPr>
        <p:sp>
          <p:nvSpPr>
            <p:cNvPr id="5920" name="Google Shape;5920;p63"/>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63"/>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63"/>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63"/>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63"/>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63"/>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63"/>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63"/>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63"/>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63"/>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63"/>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63"/>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63"/>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3" name="Google Shape;5933;p63"/>
          <p:cNvGrpSpPr/>
          <p:nvPr/>
        </p:nvGrpSpPr>
        <p:grpSpPr>
          <a:xfrm>
            <a:off x="5758392" y="2256009"/>
            <a:ext cx="362163" cy="362163"/>
            <a:chOff x="5762467" y="2436584"/>
            <a:chExt cx="362163" cy="362163"/>
          </a:xfrm>
        </p:grpSpPr>
        <p:sp>
          <p:nvSpPr>
            <p:cNvPr id="5934" name="Google Shape;5934;p63"/>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63"/>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63"/>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63"/>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63"/>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63"/>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63"/>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63"/>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63"/>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63"/>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63"/>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63"/>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63"/>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63"/>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63"/>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63"/>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63"/>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63"/>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63"/>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63"/>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63"/>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63"/>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63"/>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63"/>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63"/>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9" name="Google Shape;5959;p63"/>
          <p:cNvGrpSpPr/>
          <p:nvPr/>
        </p:nvGrpSpPr>
        <p:grpSpPr>
          <a:xfrm>
            <a:off x="5319646" y="2256454"/>
            <a:ext cx="362922" cy="361219"/>
            <a:chOff x="5323721" y="2437029"/>
            <a:chExt cx="362922" cy="361219"/>
          </a:xfrm>
        </p:grpSpPr>
        <p:sp>
          <p:nvSpPr>
            <p:cNvPr id="5960" name="Google Shape;5960;p63"/>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63"/>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63"/>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63"/>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63"/>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63"/>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63"/>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63"/>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63"/>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63"/>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63"/>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63"/>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63"/>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63"/>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63"/>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63"/>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63"/>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7" name="Google Shape;5977;p63"/>
          <p:cNvGrpSpPr/>
          <p:nvPr/>
        </p:nvGrpSpPr>
        <p:grpSpPr>
          <a:xfrm>
            <a:off x="4871862" y="2288156"/>
            <a:ext cx="407122" cy="315448"/>
            <a:chOff x="4875937" y="2468731"/>
            <a:chExt cx="407122" cy="315448"/>
          </a:xfrm>
        </p:grpSpPr>
        <p:sp>
          <p:nvSpPr>
            <p:cNvPr id="5978" name="Google Shape;5978;p63"/>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63"/>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63"/>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63"/>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63"/>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63"/>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63"/>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63"/>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63"/>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63"/>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63"/>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63"/>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63"/>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63"/>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63"/>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63"/>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63"/>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63"/>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63"/>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7" name="Google Shape;5997;p63"/>
          <p:cNvGrpSpPr/>
          <p:nvPr/>
        </p:nvGrpSpPr>
        <p:grpSpPr>
          <a:xfrm>
            <a:off x="4889207" y="3624199"/>
            <a:ext cx="242114" cy="362163"/>
            <a:chOff x="4893282" y="3804774"/>
            <a:chExt cx="242114" cy="362163"/>
          </a:xfrm>
        </p:grpSpPr>
        <p:sp>
          <p:nvSpPr>
            <p:cNvPr id="5998" name="Google Shape;5998;p63"/>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63"/>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63"/>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63"/>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63"/>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63"/>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63"/>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63"/>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63"/>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63"/>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63"/>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63"/>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63"/>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63"/>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63"/>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63"/>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63"/>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63"/>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63"/>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63"/>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63"/>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63"/>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63"/>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63"/>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63"/>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63"/>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4" name="Google Shape;6024;p63"/>
          <p:cNvGrpSpPr/>
          <p:nvPr/>
        </p:nvGrpSpPr>
        <p:grpSpPr>
          <a:xfrm>
            <a:off x="6244087" y="3624199"/>
            <a:ext cx="231058" cy="362425"/>
            <a:chOff x="6248162" y="3804774"/>
            <a:chExt cx="231058" cy="362425"/>
          </a:xfrm>
        </p:grpSpPr>
        <p:sp>
          <p:nvSpPr>
            <p:cNvPr id="6025" name="Google Shape;6025;p63"/>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63"/>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63"/>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63"/>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9" name="Google Shape;6029;p63"/>
          <p:cNvGrpSpPr/>
          <p:nvPr/>
        </p:nvGrpSpPr>
        <p:grpSpPr>
          <a:xfrm>
            <a:off x="5342493" y="3624199"/>
            <a:ext cx="233337" cy="362163"/>
            <a:chOff x="5346568" y="3804774"/>
            <a:chExt cx="233337" cy="362163"/>
          </a:xfrm>
        </p:grpSpPr>
        <p:sp>
          <p:nvSpPr>
            <p:cNvPr id="6030" name="Google Shape;6030;p63"/>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63"/>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63"/>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63"/>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63"/>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63"/>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63"/>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63"/>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63"/>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63"/>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63"/>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63"/>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63"/>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63"/>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63"/>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63"/>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63"/>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63"/>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63"/>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9" name="Google Shape;6049;p63"/>
          <p:cNvGrpSpPr/>
          <p:nvPr/>
        </p:nvGrpSpPr>
        <p:grpSpPr>
          <a:xfrm>
            <a:off x="6700910" y="3624566"/>
            <a:ext cx="209967" cy="361639"/>
            <a:chOff x="6704985" y="3805141"/>
            <a:chExt cx="209967" cy="361639"/>
          </a:xfrm>
        </p:grpSpPr>
        <p:sp>
          <p:nvSpPr>
            <p:cNvPr id="6050" name="Google Shape;6050;p63"/>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63"/>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63"/>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63"/>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63"/>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63"/>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63"/>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63"/>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63"/>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63"/>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63"/>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63"/>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2" name="Google Shape;6062;p63"/>
          <p:cNvGrpSpPr/>
          <p:nvPr/>
        </p:nvGrpSpPr>
        <p:grpSpPr>
          <a:xfrm>
            <a:off x="7509809" y="2267694"/>
            <a:ext cx="363184" cy="338792"/>
            <a:chOff x="7513884" y="2448269"/>
            <a:chExt cx="363184" cy="338792"/>
          </a:xfrm>
        </p:grpSpPr>
        <p:sp>
          <p:nvSpPr>
            <p:cNvPr id="6063" name="Google Shape;6063;p63"/>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63"/>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63"/>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63"/>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63"/>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63"/>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9" name="Google Shape;6069;p63"/>
          <p:cNvGrpSpPr/>
          <p:nvPr/>
        </p:nvGrpSpPr>
        <p:grpSpPr>
          <a:xfrm>
            <a:off x="5773692" y="3624251"/>
            <a:ext cx="258699" cy="362136"/>
            <a:chOff x="5777767" y="3804826"/>
            <a:chExt cx="258699" cy="362136"/>
          </a:xfrm>
        </p:grpSpPr>
        <p:sp>
          <p:nvSpPr>
            <p:cNvPr id="6070" name="Google Shape;6070;p63"/>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63"/>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63"/>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3" name="Google Shape;6073;p63"/>
          <p:cNvGrpSpPr/>
          <p:nvPr/>
        </p:nvGrpSpPr>
        <p:grpSpPr>
          <a:xfrm>
            <a:off x="7949026" y="2256009"/>
            <a:ext cx="361691" cy="362163"/>
            <a:chOff x="7953101" y="2436584"/>
            <a:chExt cx="361691" cy="362163"/>
          </a:xfrm>
        </p:grpSpPr>
        <p:sp>
          <p:nvSpPr>
            <p:cNvPr id="6074" name="Google Shape;6074;p63"/>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63"/>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63"/>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63"/>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63"/>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63"/>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63"/>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63"/>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63"/>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3" name="Google Shape;6083;p63"/>
          <p:cNvGrpSpPr/>
          <p:nvPr/>
        </p:nvGrpSpPr>
        <p:grpSpPr>
          <a:xfrm>
            <a:off x="4855278" y="3174555"/>
            <a:ext cx="373481" cy="362267"/>
            <a:chOff x="4859353" y="3355130"/>
            <a:chExt cx="373481" cy="362267"/>
          </a:xfrm>
        </p:grpSpPr>
        <p:sp>
          <p:nvSpPr>
            <p:cNvPr id="6084" name="Google Shape;6084;p63"/>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63"/>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63"/>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63"/>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63"/>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63"/>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63"/>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63"/>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63"/>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63"/>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63"/>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63"/>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63"/>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63"/>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8" name="Google Shape;6098;p63"/>
          <p:cNvGrpSpPr/>
          <p:nvPr/>
        </p:nvGrpSpPr>
        <p:grpSpPr>
          <a:xfrm>
            <a:off x="6633603" y="1320407"/>
            <a:ext cx="378721" cy="362005"/>
            <a:chOff x="6637678" y="1500982"/>
            <a:chExt cx="378721" cy="362005"/>
          </a:xfrm>
        </p:grpSpPr>
        <p:sp>
          <p:nvSpPr>
            <p:cNvPr id="6099" name="Google Shape;6099;p63"/>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63"/>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63"/>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63"/>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63"/>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63"/>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63"/>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63"/>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63"/>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63"/>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63"/>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63"/>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63"/>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63"/>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63"/>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63"/>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5" name="Google Shape;6115;p63"/>
          <p:cNvGrpSpPr/>
          <p:nvPr/>
        </p:nvGrpSpPr>
        <p:grpSpPr>
          <a:xfrm>
            <a:off x="5823918" y="3174921"/>
            <a:ext cx="223041" cy="362163"/>
            <a:chOff x="5827993" y="3355496"/>
            <a:chExt cx="223041" cy="362163"/>
          </a:xfrm>
        </p:grpSpPr>
        <p:sp>
          <p:nvSpPr>
            <p:cNvPr id="6116" name="Google Shape;6116;p63"/>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63"/>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63"/>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63"/>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63"/>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63"/>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63"/>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63"/>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63"/>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63"/>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63"/>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63"/>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63"/>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63"/>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63"/>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1" name="Google Shape;6131;p63"/>
          <p:cNvGrpSpPr/>
          <p:nvPr/>
        </p:nvGrpSpPr>
        <p:grpSpPr>
          <a:xfrm>
            <a:off x="7524638" y="1320066"/>
            <a:ext cx="370520" cy="361586"/>
            <a:chOff x="7528713" y="1500641"/>
            <a:chExt cx="370520" cy="361586"/>
          </a:xfrm>
        </p:grpSpPr>
        <p:sp>
          <p:nvSpPr>
            <p:cNvPr id="6132" name="Google Shape;6132;p63"/>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63"/>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63"/>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63"/>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63"/>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63"/>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63"/>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9" name="Google Shape;6139;p63"/>
          <p:cNvGrpSpPr/>
          <p:nvPr/>
        </p:nvGrpSpPr>
        <p:grpSpPr>
          <a:xfrm>
            <a:off x="5313123" y="3174921"/>
            <a:ext cx="367429" cy="362163"/>
            <a:chOff x="5317198" y="3355496"/>
            <a:chExt cx="367429" cy="362163"/>
          </a:xfrm>
        </p:grpSpPr>
        <p:sp>
          <p:nvSpPr>
            <p:cNvPr id="6140" name="Google Shape;6140;p63"/>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63"/>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63"/>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63"/>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63"/>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63"/>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63"/>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63"/>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63"/>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63"/>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63"/>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63"/>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63"/>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63"/>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63"/>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63"/>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6" name="Google Shape;6156;p63"/>
          <p:cNvGrpSpPr/>
          <p:nvPr/>
        </p:nvGrpSpPr>
        <p:grpSpPr>
          <a:xfrm>
            <a:off x="5298896" y="1319988"/>
            <a:ext cx="383175" cy="362241"/>
            <a:chOff x="5302971" y="1500563"/>
            <a:chExt cx="383175" cy="362241"/>
          </a:xfrm>
        </p:grpSpPr>
        <p:sp>
          <p:nvSpPr>
            <p:cNvPr id="6157" name="Google Shape;6157;p63"/>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63"/>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9" name="Google Shape;6159;p63"/>
          <p:cNvGrpSpPr/>
          <p:nvPr/>
        </p:nvGrpSpPr>
        <p:grpSpPr>
          <a:xfrm>
            <a:off x="6198630" y="1344878"/>
            <a:ext cx="364180" cy="312461"/>
            <a:chOff x="6202705" y="1525453"/>
            <a:chExt cx="364180" cy="312461"/>
          </a:xfrm>
        </p:grpSpPr>
        <p:sp>
          <p:nvSpPr>
            <p:cNvPr id="6160" name="Google Shape;6160;p63"/>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63"/>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63"/>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63"/>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63"/>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63"/>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63"/>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7" name="Google Shape;6167;p63"/>
          <p:cNvGrpSpPr/>
          <p:nvPr/>
        </p:nvGrpSpPr>
        <p:grpSpPr>
          <a:xfrm>
            <a:off x="7083142" y="1323027"/>
            <a:ext cx="362398" cy="356163"/>
            <a:chOff x="7087217" y="1503602"/>
            <a:chExt cx="362398" cy="356163"/>
          </a:xfrm>
        </p:grpSpPr>
        <p:sp>
          <p:nvSpPr>
            <p:cNvPr id="6168" name="Google Shape;6168;p63"/>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63"/>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63"/>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63"/>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63"/>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63"/>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63"/>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63"/>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63"/>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63"/>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63"/>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63"/>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63"/>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63"/>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63"/>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63"/>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63"/>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63"/>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63"/>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63"/>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63"/>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9" name="Google Shape;6189;p63"/>
          <p:cNvGrpSpPr/>
          <p:nvPr/>
        </p:nvGrpSpPr>
        <p:grpSpPr>
          <a:xfrm>
            <a:off x="7964877" y="1320302"/>
            <a:ext cx="378747" cy="361455"/>
            <a:chOff x="7968952" y="1500877"/>
            <a:chExt cx="378747" cy="361455"/>
          </a:xfrm>
        </p:grpSpPr>
        <p:sp>
          <p:nvSpPr>
            <p:cNvPr id="6190" name="Google Shape;6190;p63"/>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63"/>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63"/>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63"/>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63"/>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63"/>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63"/>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63"/>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63"/>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63"/>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63"/>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63"/>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63"/>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63"/>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63"/>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5" name="Google Shape;6205;p63"/>
          <p:cNvGrpSpPr/>
          <p:nvPr/>
        </p:nvGrpSpPr>
        <p:grpSpPr>
          <a:xfrm>
            <a:off x="5757370" y="1361148"/>
            <a:ext cx="362163" cy="279737"/>
            <a:chOff x="5761445" y="1541723"/>
            <a:chExt cx="362163" cy="279737"/>
          </a:xfrm>
        </p:grpSpPr>
        <p:sp>
          <p:nvSpPr>
            <p:cNvPr id="6206" name="Google Shape;6206;p63"/>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63"/>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63"/>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63"/>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63"/>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63"/>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2" name="Google Shape;6212;p63"/>
          <p:cNvGrpSpPr/>
          <p:nvPr/>
        </p:nvGrpSpPr>
        <p:grpSpPr>
          <a:xfrm>
            <a:off x="6200883" y="3175000"/>
            <a:ext cx="358390" cy="362320"/>
            <a:chOff x="6204958" y="3355575"/>
            <a:chExt cx="358390" cy="362320"/>
          </a:xfrm>
        </p:grpSpPr>
        <p:sp>
          <p:nvSpPr>
            <p:cNvPr id="6213" name="Google Shape;6213;p63"/>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63"/>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63"/>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63"/>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63"/>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63"/>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63"/>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63"/>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63"/>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63"/>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63"/>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63"/>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63"/>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63"/>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63"/>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63"/>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9" name="Google Shape;6229;p63"/>
          <p:cNvGrpSpPr/>
          <p:nvPr/>
        </p:nvGrpSpPr>
        <p:grpSpPr>
          <a:xfrm>
            <a:off x="4935895" y="1319280"/>
            <a:ext cx="242979" cy="362660"/>
            <a:chOff x="4939970" y="1499855"/>
            <a:chExt cx="242979" cy="362660"/>
          </a:xfrm>
        </p:grpSpPr>
        <p:sp>
          <p:nvSpPr>
            <p:cNvPr id="6230" name="Google Shape;6230;p63"/>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63"/>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63"/>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63"/>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63"/>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63"/>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6" name="Google Shape;6236;p63"/>
          <p:cNvGrpSpPr/>
          <p:nvPr/>
        </p:nvGrpSpPr>
        <p:grpSpPr>
          <a:xfrm>
            <a:off x="8019373" y="3174921"/>
            <a:ext cx="284322" cy="362163"/>
            <a:chOff x="8023448" y="3355496"/>
            <a:chExt cx="284322" cy="362163"/>
          </a:xfrm>
        </p:grpSpPr>
        <p:sp>
          <p:nvSpPr>
            <p:cNvPr id="6237" name="Google Shape;6237;p63"/>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63"/>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63"/>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63"/>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63"/>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63"/>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63"/>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63"/>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63"/>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6" name="Google Shape;6246;p63"/>
          <p:cNvGrpSpPr/>
          <p:nvPr/>
        </p:nvGrpSpPr>
        <p:grpSpPr>
          <a:xfrm>
            <a:off x="6640126" y="3174921"/>
            <a:ext cx="366695" cy="361979"/>
            <a:chOff x="6644201" y="3355496"/>
            <a:chExt cx="366695" cy="361979"/>
          </a:xfrm>
        </p:grpSpPr>
        <p:sp>
          <p:nvSpPr>
            <p:cNvPr id="6247" name="Google Shape;6247;p63"/>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63"/>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63"/>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63"/>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63"/>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63"/>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63"/>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63"/>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63"/>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63"/>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63"/>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63"/>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63"/>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63"/>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63"/>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63"/>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63"/>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63"/>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63"/>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63"/>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63"/>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63"/>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9" name="Google Shape;6269;p63"/>
          <p:cNvGrpSpPr/>
          <p:nvPr/>
        </p:nvGrpSpPr>
        <p:grpSpPr>
          <a:xfrm>
            <a:off x="7951070" y="1838617"/>
            <a:ext cx="365176" cy="271013"/>
            <a:chOff x="7955145" y="2019192"/>
            <a:chExt cx="365176" cy="271013"/>
          </a:xfrm>
        </p:grpSpPr>
        <p:sp>
          <p:nvSpPr>
            <p:cNvPr id="6270" name="Google Shape;6270;p63"/>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63"/>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63"/>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63"/>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63"/>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63"/>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6" name="Google Shape;6276;p63"/>
          <p:cNvGrpSpPr/>
          <p:nvPr/>
        </p:nvGrpSpPr>
        <p:grpSpPr>
          <a:xfrm>
            <a:off x="7514080" y="1828896"/>
            <a:ext cx="361927" cy="290270"/>
            <a:chOff x="7518155" y="2009471"/>
            <a:chExt cx="361927" cy="290270"/>
          </a:xfrm>
        </p:grpSpPr>
        <p:sp>
          <p:nvSpPr>
            <p:cNvPr id="6277" name="Google Shape;6277;p63"/>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63"/>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63"/>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63"/>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63"/>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63"/>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63"/>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63"/>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63"/>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63"/>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63"/>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63"/>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63"/>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0" name="Google Shape;6290;p63"/>
          <p:cNvGrpSpPr/>
          <p:nvPr/>
        </p:nvGrpSpPr>
        <p:grpSpPr>
          <a:xfrm>
            <a:off x="7075597" y="1810478"/>
            <a:ext cx="362163" cy="327264"/>
            <a:chOff x="7079672" y="1991053"/>
            <a:chExt cx="362163" cy="327264"/>
          </a:xfrm>
        </p:grpSpPr>
        <p:sp>
          <p:nvSpPr>
            <p:cNvPr id="6291" name="Google Shape;6291;p63"/>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63"/>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63"/>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63"/>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63"/>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63"/>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63"/>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63"/>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63"/>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63"/>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63"/>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63"/>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63"/>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63"/>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63"/>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63"/>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7" name="Google Shape;6307;p63"/>
          <p:cNvGrpSpPr/>
          <p:nvPr/>
        </p:nvGrpSpPr>
        <p:grpSpPr>
          <a:xfrm>
            <a:off x="6637113" y="1854939"/>
            <a:ext cx="361901" cy="238132"/>
            <a:chOff x="6641188" y="2035514"/>
            <a:chExt cx="361901" cy="238132"/>
          </a:xfrm>
        </p:grpSpPr>
        <p:sp>
          <p:nvSpPr>
            <p:cNvPr id="6308" name="Google Shape;6308;p63"/>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63"/>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63"/>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63"/>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63"/>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63"/>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63"/>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63"/>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63"/>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63"/>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63"/>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63"/>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63"/>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63"/>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63"/>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63"/>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63"/>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63"/>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63"/>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7" name="Google Shape;6327;p63"/>
          <p:cNvGrpSpPr/>
          <p:nvPr/>
        </p:nvGrpSpPr>
        <p:grpSpPr>
          <a:xfrm>
            <a:off x="6198368" y="1806102"/>
            <a:ext cx="362425" cy="335884"/>
            <a:chOff x="6202443" y="1986677"/>
            <a:chExt cx="362425" cy="335884"/>
          </a:xfrm>
        </p:grpSpPr>
        <p:sp>
          <p:nvSpPr>
            <p:cNvPr id="6328" name="Google Shape;6328;p63"/>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63"/>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63"/>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63"/>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63"/>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63"/>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63"/>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63"/>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63"/>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63"/>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63"/>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63"/>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63"/>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63"/>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63"/>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63"/>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63"/>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63"/>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63"/>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63"/>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8" name="Google Shape;6348;p63"/>
          <p:cNvGrpSpPr/>
          <p:nvPr/>
        </p:nvGrpSpPr>
        <p:grpSpPr>
          <a:xfrm>
            <a:off x="5760147" y="1836023"/>
            <a:ext cx="374293" cy="276069"/>
            <a:chOff x="5764222" y="2016598"/>
            <a:chExt cx="374293" cy="276069"/>
          </a:xfrm>
        </p:grpSpPr>
        <p:sp>
          <p:nvSpPr>
            <p:cNvPr id="6349" name="Google Shape;6349;p63"/>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63"/>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63"/>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63"/>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63"/>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63"/>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63"/>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63"/>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63"/>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63"/>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63"/>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0" name="Google Shape;6360;p63"/>
          <p:cNvGrpSpPr/>
          <p:nvPr/>
        </p:nvGrpSpPr>
        <p:grpSpPr>
          <a:xfrm>
            <a:off x="5321402" y="1835866"/>
            <a:ext cx="361927" cy="276515"/>
            <a:chOff x="5325477" y="2016441"/>
            <a:chExt cx="361927" cy="276515"/>
          </a:xfrm>
        </p:grpSpPr>
        <p:sp>
          <p:nvSpPr>
            <p:cNvPr id="6361" name="Google Shape;6361;p63"/>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63"/>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63"/>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63"/>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63"/>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63"/>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63"/>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63"/>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63"/>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63"/>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63"/>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63"/>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63"/>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63"/>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63"/>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63"/>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63"/>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63"/>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63"/>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63"/>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1" name="Google Shape;6381;p63"/>
          <p:cNvGrpSpPr/>
          <p:nvPr/>
        </p:nvGrpSpPr>
        <p:grpSpPr>
          <a:xfrm>
            <a:off x="4866596" y="1836625"/>
            <a:ext cx="364180" cy="274812"/>
            <a:chOff x="4870671" y="2017200"/>
            <a:chExt cx="364180" cy="274812"/>
          </a:xfrm>
        </p:grpSpPr>
        <p:sp>
          <p:nvSpPr>
            <p:cNvPr id="6382" name="Google Shape;6382;p63"/>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63"/>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63"/>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63"/>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63"/>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63"/>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63"/>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63"/>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63"/>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63"/>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63"/>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63"/>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63"/>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5" name="Google Shape;6395;p63"/>
          <p:cNvGrpSpPr/>
          <p:nvPr/>
        </p:nvGrpSpPr>
        <p:grpSpPr>
          <a:xfrm>
            <a:off x="7140651" y="3174921"/>
            <a:ext cx="260690" cy="362032"/>
            <a:chOff x="7144726" y="3355496"/>
            <a:chExt cx="260690" cy="362032"/>
          </a:xfrm>
        </p:grpSpPr>
        <p:sp>
          <p:nvSpPr>
            <p:cNvPr id="6396" name="Google Shape;6396;p63"/>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63"/>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63"/>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63"/>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63"/>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63"/>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2" name="Google Shape;6402;p63"/>
          <p:cNvGrpSpPr/>
          <p:nvPr/>
        </p:nvGrpSpPr>
        <p:grpSpPr>
          <a:xfrm>
            <a:off x="6701644" y="4097476"/>
            <a:ext cx="261712" cy="361770"/>
            <a:chOff x="6705719" y="4278051"/>
            <a:chExt cx="261712" cy="361770"/>
          </a:xfrm>
        </p:grpSpPr>
        <p:sp>
          <p:nvSpPr>
            <p:cNvPr id="6403" name="Google Shape;6403;p63"/>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63"/>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63"/>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63"/>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63"/>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63"/>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63"/>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63"/>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63"/>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63"/>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63"/>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63"/>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63"/>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63"/>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63"/>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8" name="Google Shape;6418;p63"/>
          <p:cNvGrpSpPr/>
          <p:nvPr/>
        </p:nvGrpSpPr>
        <p:grpSpPr>
          <a:xfrm>
            <a:off x="5746575" y="2711077"/>
            <a:ext cx="320216" cy="361403"/>
            <a:chOff x="5750650" y="2891652"/>
            <a:chExt cx="320216" cy="361403"/>
          </a:xfrm>
        </p:grpSpPr>
        <p:sp>
          <p:nvSpPr>
            <p:cNvPr id="6419" name="Google Shape;6419;p63"/>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63"/>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63"/>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63"/>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63"/>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63"/>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63"/>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63"/>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63"/>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63"/>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63"/>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63"/>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63"/>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63"/>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63"/>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4" name="Google Shape;6434;p63"/>
          <p:cNvGrpSpPr/>
          <p:nvPr/>
        </p:nvGrpSpPr>
        <p:grpSpPr>
          <a:xfrm>
            <a:off x="6653934" y="2710815"/>
            <a:ext cx="315972" cy="361927"/>
            <a:chOff x="6658009" y="2891390"/>
            <a:chExt cx="315972" cy="361927"/>
          </a:xfrm>
        </p:grpSpPr>
        <p:sp>
          <p:nvSpPr>
            <p:cNvPr id="6435" name="Google Shape;6435;p63"/>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63"/>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63"/>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63"/>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63"/>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63"/>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63"/>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2" name="Google Shape;6442;p63"/>
          <p:cNvGrpSpPr/>
          <p:nvPr/>
        </p:nvGrpSpPr>
        <p:grpSpPr>
          <a:xfrm>
            <a:off x="6199390" y="2710631"/>
            <a:ext cx="320478" cy="362110"/>
            <a:chOff x="6203465" y="2891206"/>
            <a:chExt cx="320478" cy="362110"/>
          </a:xfrm>
        </p:grpSpPr>
        <p:sp>
          <p:nvSpPr>
            <p:cNvPr id="6443" name="Google Shape;6443;p63"/>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63"/>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63"/>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63"/>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63"/>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8" name="Google Shape;6448;p63"/>
          <p:cNvGrpSpPr/>
          <p:nvPr/>
        </p:nvGrpSpPr>
        <p:grpSpPr>
          <a:xfrm>
            <a:off x="7563205" y="2710684"/>
            <a:ext cx="307116" cy="362294"/>
            <a:chOff x="7567280" y="2891259"/>
            <a:chExt cx="307116" cy="362294"/>
          </a:xfrm>
        </p:grpSpPr>
        <p:sp>
          <p:nvSpPr>
            <p:cNvPr id="6449" name="Google Shape;6449;p63"/>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63"/>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63"/>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63"/>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63"/>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63"/>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63"/>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63"/>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63"/>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63"/>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63"/>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63"/>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1" name="Google Shape;6461;p63"/>
          <p:cNvGrpSpPr/>
          <p:nvPr/>
        </p:nvGrpSpPr>
        <p:grpSpPr>
          <a:xfrm>
            <a:off x="7108504" y="2710946"/>
            <a:ext cx="338556" cy="361534"/>
            <a:chOff x="7112579" y="2891521"/>
            <a:chExt cx="338556" cy="361534"/>
          </a:xfrm>
        </p:grpSpPr>
        <p:sp>
          <p:nvSpPr>
            <p:cNvPr id="6462" name="Google Shape;6462;p63"/>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63"/>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4" name="Google Shape;6464;p63"/>
          <p:cNvGrpSpPr/>
          <p:nvPr/>
        </p:nvGrpSpPr>
        <p:grpSpPr>
          <a:xfrm>
            <a:off x="7151184" y="3624461"/>
            <a:ext cx="207478" cy="361272"/>
            <a:chOff x="7155259" y="3805036"/>
            <a:chExt cx="207478" cy="361272"/>
          </a:xfrm>
        </p:grpSpPr>
        <p:sp>
          <p:nvSpPr>
            <p:cNvPr id="6465" name="Google Shape;6465;p63"/>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63"/>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63"/>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63"/>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63"/>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63"/>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63"/>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63"/>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63"/>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63"/>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63"/>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63"/>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7" name="Google Shape;6477;p63"/>
          <p:cNvGrpSpPr/>
          <p:nvPr/>
        </p:nvGrpSpPr>
        <p:grpSpPr>
          <a:xfrm>
            <a:off x="4911293" y="2710815"/>
            <a:ext cx="182850" cy="361927"/>
            <a:chOff x="4915368" y="2891390"/>
            <a:chExt cx="182850" cy="361927"/>
          </a:xfrm>
        </p:grpSpPr>
        <p:sp>
          <p:nvSpPr>
            <p:cNvPr id="6478" name="Google Shape;6478;p63"/>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63"/>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63"/>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63"/>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63"/>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63"/>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63"/>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63"/>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63"/>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63"/>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63"/>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9" name="Google Shape;6489;p63"/>
          <p:cNvGrpSpPr/>
          <p:nvPr/>
        </p:nvGrpSpPr>
        <p:grpSpPr>
          <a:xfrm>
            <a:off x="8024639" y="2711077"/>
            <a:ext cx="289589" cy="361403"/>
            <a:chOff x="8028714" y="2891652"/>
            <a:chExt cx="289589" cy="361403"/>
          </a:xfrm>
        </p:grpSpPr>
        <p:sp>
          <p:nvSpPr>
            <p:cNvPr id="6490" name="Google Shape;6490;p63"/>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63"/>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63"/>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63"/>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63"/>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63"/>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63"/>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63"/>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63"/>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63"/>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63"/>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63"/>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63"/>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63"/>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63"/>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63"/>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63"/>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63"/>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63"/>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63"/>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0" name="Google Shape;6510;p63"/>
          <p:cNvGrpSpPr/>
          <p:nvPr/>
        </p:nvGrpSpPr>
        <p:grpSpPr>
          <a:xfrm>
            <a:off x="7547747" y="3624199"/>
            <a:ext cx="293335" cy="361927"/>
            <a:chOff x="7551822" y="3804774"/>
            <a:chExt cx="293335" cy="361927"/>
          </a:xfrm>
        </p:grpSpPr>
        <p:sp>
          <p:nvSpPr>
            <p:cNvPr id="6511" name="Google Shape;6511;p63"/>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63"/>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63"/>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63"/>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63"/>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63"/>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63"/>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63"/>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63"/>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63"/>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63"/>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2" name="Google Shape;6522;p63"/>
          <p:cNvGrpSpPr/>
          <p:nvPr/>
        </p:nvGrpSpPr>
        <p:grpSpPr>
          <a:xfrm>
            <a:off x="6259650" y="4097083"/>
            <a:ext cx="210491" cy="362163"/>
            <a:chOff x="6263725" y="4277658"/>
            <a:chExt cx="210491" cy="362163"/>
          </a:xfrm>
        </p:grpSpPr>
        <p:sp>
          <p:nvSpPr>
            <p:cNvPr id="6523" name="Google Shape;6523;p63"/>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63"/>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63"/>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63"/>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63"/>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63"/>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63"/>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63"/>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63"/>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63"/>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63"/>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63"/>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63"/>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63"/>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63"/>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8" name="Google Shape;6538;p63"/>
          <p:cNvGrpSpPr/>
          <p:nvPr/>
        </p:nvGrpSpPr>
        <p:grpSpPr>
          <a:xfrm>
            <a:off x="7983715" y="3624120"/>
            <a:ext cx="336303" cy="362005"/>
            <a:chOff x="7987790" y="3804695"/>
            <a:chExt cx="336303" cy="362005"/>
          </a:xfrm>
        </p:grpSpPr>
        <p:sp>
          <p:nvSpPr>
            <p:cNvPr id="6539" name="Google Shape;6539;p63"/>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63"/>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63"/>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63"/>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63"/>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63"/>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63"/>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63"/>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63"/>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63"/>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9" name="Google Shape;6549;p63"/>
          <p:cNvGrpSpPr/>
          <p:nvPr/>
        </p:nvGrpSpPr>
        <p:grpSpPr>
          <a:xfrm>
            <a:off x="5269369" y="2710710"/>
            <a:ext cx="371123" cy="362267"/>
            <a:chOff x="5273444" y="2891285"/>
            <a:chExt cx="371123" cy="362267"/>
          </a:xfrm>
        </p:grpSpPr>
        <p:sp>
          <p:nvSpPr>
            <p:cNvPr id="6550" name="Google Shape;6550;p63"/>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63"/>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63"/>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63"/>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63"/>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63"/>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63"/>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63"/>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63"/>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63"/>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63"/>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63"/>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63"/>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63"/>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4" name="Google Shape;6564;p63"/>
          <p:cNvGrpSpPr/>
          <p:nvPr/>
        </p:nvGrpSpPr>
        <p:grpSpPr>
          <a:xfrm>
            <a:off x="7626322" y="3177824"/>
            <a:ext cx="214759" cy="357030"/>
            <a:chOff x="2235125" y="238075"/>
            <a:chExt cx="3144350" cy="5227375"/>
          </a:xfrm>
        </p:grpSpPr>
        <p:sp>
          <p:nvSpPr>
            <p:cNvPr id="6565" name="Google Shape;6565;p63"/>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63"/>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63"/>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63"/>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63"/>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63"/>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63"/>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63"/>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63"/>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4" name="Google Shape;6574;p63"/>
          <p:cNvGrpSpPr/>
          <p:nvPr/>
        </p:nvGrpSpPr>
        <p:grpSpPr>
          <a:xfrm>
            <a:off x="2818791" y="4097368"/>
            <a:ext cx="342496" cy="351944"/>
            <a:chOff x="2810729" y="4267107"/>
            <a:chExt cx="342496" cy="351944"/>
          </a:xfrm>
        </p:grpSpPr>
        <p:sp>
          <p:nvSpPr>
            <p:cNvPr id="6575" name="Google Shape;6575;p63"/>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63"/>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63"/>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63"/>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63"/>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63"/>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63"/>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63"/>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63"/>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63"/>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63"/>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63"/>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63"/>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63"/>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63"/>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63"/>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63"/>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63"/>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63"/>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63"/>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63"/>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63"/>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63"/>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63"/>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63"/>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63"/>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63"/>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63"/>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63"/>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63"/>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5" name="Google Shape;6605;p63"/>
          <p:cNvGrpSpPr/>
          <p:nvPr/>
        </p:nvGrpSpPr>
        <p:grpSpPr>
          <a:xfrm>
            <a:off x="1787231" y="3635885"/>
            <a:ext cx="282381" cy="343454"/>
            <a:chOff x="1779168" y="3805625"/>
            <a:chExt cx="282381" cy="343454"/>
          </a:xfrm>
        </p:grpSpPr>
        <p:sp>
          <p:nvSpPr>
            <p:cNvPr id="6606" name="Google Shape;6606;p63"/>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63"/>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63"/>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63"/>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63"/>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63"/>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63"/>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63"/>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63"/>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63"/>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63"/>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63"/>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63"/>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63"/>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63"/>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63"/>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63"/>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63"/>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63"/>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63"/>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63"/>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63"/>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63"/>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63"/>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63"/>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63"/>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63"/>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63"/>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4" name="Google Shape;6634;p63"/>
          <p:cNvGrpSpPr/>
          <p:nvPr/>
        </p:nvGrpSpPr>
        <p:grpSpPr>
          <a:xfrm>
            <a:off x="2601585" y="2237289"/>
            <a:ext cx="391606" cy="364535"/>
            <a:chOff x="2593522" y="2407029"/>
            <a:chExt cx="391606" cy="364535"/>
          </a:xfrm>
        </p:grpSpPr>
        <p:sp>
          <p:nvSpPr>
            <p:cNvPr id="6635" name="Google Shape;6635;p63"/>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63"/>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63"/>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63"/>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63"/>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63"/>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63"/>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63"/>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63"/>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63"/>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63"/>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63"/>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63"/>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63"/>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63"/>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63"/>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63"/>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63"/>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63"/>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63"/>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63"/>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63"/>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63"/>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63"/>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63"/>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63"/>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63"/>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63"/>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63"/>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63"/>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63"/>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63"/>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63"/>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63"/>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63"/>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63"/>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63"/>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63"/>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63"/>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4" name="Google Shape;6674;p63"/>
          <p:cNvGrpSpPr/>
          <p:nvPr/>
        </p:nvGrpSpPr>
        <p:grpSpPr>
          <a:xfrm>
            <a:off x="3963109" y="2262503"/>
            <a:ext cx="322912" cy="334396"/>
            <a:chOff x="3955047" y="2432242"/>
            <a:chExt cx="322912" cy="334396"/>
          </a:xfrm>
        </p:grpSpPr>
        <p:sp>
          <p:nvSpPr>
            <p:cNvPr id="6675" name="Google Shape;6675;p63"/>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63"/>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63"/>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8" name="Google Shape;6678;p63"/>
          <p:cNvGrpSpPr/>
          <p:nvPr/>
        </p:nvGrpSpPr>
        <p:grpSpPr>
          <a:xfrm>
            <a:off x="1810528" y="1793115"/>
            <a:ext cx="265373" cy="351944"/>
            <a:chOff x="1802465" y="1962854"/>
            <a:chExt cx="265373" cy="351944"/>
          </a:xfrm>
        </p:grpSpPr>
        <p:sp>
          <p:nvSpPr>
            <p:cNvPr id="6679" name="Google Shape;6679;p63"/>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63"/>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63"/>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63"/>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63"/>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63"/>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63"/>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6" name="Google Shape;6686;p63"/>
          <p:cNvGrpSpPr/>
          <p:nvPr/>
        </p:nvGrpSpPr>
        <p:grpSpPr>
          <a:xfrm>
            <a:off x="3520133" y="1786482"/>
            <a:ext cx="373983" cy="363622"/>
            <a:chOff x="3512070" y="1956222"/>
            <a:chExt cx="373983" cy="363622"/>
          </a:xfrm>
        </p:grpSpPr>
        <p:sp>
          <p:nvSpPr>
            <p:cNvPr id="6687" name="Google Shape;6687;p63"/>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63"/>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63"/>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63"/>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63"/>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63"/>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63"/>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63"/>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63"/>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63"/>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63"/>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63"/>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63"/>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63"/>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63"/>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63"/>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63"/>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4" name="Google Shape;6704;p63"/>
          <p:cNvGrpSpPr/>
          <p:nvPr/>
        </p:nvGrpSpPr>
        <p:grpSpPr>
          <a:xfrm>
            <a:off x="850746" y="2225012"/>
            <a:ext cx="345640" cy="356660"/>
            <a:chOff x="842683" y="2394751"/>
            <a:chExt cx="345640" cy="356660"/>
          </a:xfrm>
        </p:grpSpPr>
        <p:sp>
          <p:nvSpPr>
            <p:cNvPr id="6705" name="Google Shape;6705;p63"/>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63"/>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63"/>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63"/>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63"/>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63"/>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63"/>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63"/>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63"/>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63"/>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63"/>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63"/>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63"/>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63"/>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63"/>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63"/>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1" name="Google Shape;6721;p63"/>
          <p:cNvGrpSpPr/>
          <p:nvPr/>
        </p:nvGrpSpPr>
        <p:grpSpPr>
          <a:xfrm>
            <a:off x="1298678" y="2229728"/>
            <a:ext cx="336836" cy="342511"/>
            <a:chOff x="1290615" y="2399467"/>
            <a:chExt cx="336836" cy="342511"/>
          </a:xfrm>
        </p:grpSpPr>
        <p:sp>
          <p:nvSpPr>
            <p:cNvPr id="6722" name="Google Shape;6722;p63"/>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63"/>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63"/>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63"/>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63"/>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63"/>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63"/>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63"/>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63"/>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63"/>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63"/>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63"/>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63"/>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63"/>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63"/>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63"/>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63"/>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63"/>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63"/>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1" name="Google Shape;6741;p63"/>
          <p:cNvGrpSpPr/>
          <p:nvPr/>
        </p:nvGrpSpPr>
        <p:grpSpPr>
          <a:xfrm>
            <a:off x="1756372" y="2238861"/>
            <a:ext cx="308508" cy="333378"/>
            <a:chOff x="1748310" y="2408601"/>
            <a:chExt cx="308508" cy="333378"/>
          </a:xfrm>
        </p:grpSpPr>
        <p:sp>
          <p:nvSpPr>
            <p:cNvPr id="6742" name="Google Shape;6742;p63"/>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63"/>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63"/>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63"/>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63"/>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63"/>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63"/>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63"/>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0" name="Google Shape;6750;p63"/>
          <p:cNvGrpSpPr/>
          <p:nvPr/>
        </p:nvGrpSpPr>
        <p:grpSpPr>
          <a:xfrm>
            <a:off x="3052676" y="2248294"/>
            <a:ext cx="376184" cy="315141"/>
            <a:chOff x="3044614" y="2418033"/>
            <a:chExt cx="376184" cy="315141"/>
          </a:xfrm>
        </p:grpSpPr>
        <p:sp>
          <p:nvSpPr>
            <p:cNvPr id="6751" name="Google Shape;6751;p63"/>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63"/>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63"/>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63"/>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63"/>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63"/>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63"/>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63"/>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63"/>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0" name="Google Shape;6760;p63"/>
          <p:cNvGrpSpPr/>
          <p:nvPr/>
        </p:nvGrpSpPr>
        <p:grpSpPr>
          <a:xfrm>
            <a:off x="3951700" y="3645333"/>
            <a:ext cx="357933" cy="342676"/>
            <a:chOff x="3943638" y="3815072"/>
            <a:chExt cx="357933" cy="342676"/>
          </a:xfrm>
        </p:grpSpPr>
        <p:sp>
          <p:nvSpPr>
            <p:cNvPr id="6761" name="Google Shape;6761;p63"/>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63"/>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63"/>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63"/>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63"/>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63"/>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63"/>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63"/>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63"/>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0" name="Google Shape;6770;p63"/>
          <p:cNvGrpSpPr/>
          <p:nvPr/>
        </p:nvGrpSpPr>
        <p:grpSpPr>
          <a:xfrm>
            <a:off x="3516345" y="3640602"/>
            <a:ext cx="351644" cy="351959"/>
            <a:chOff x="3508282" y="3810341"/>
            <a:chExt cx="351644" cy="351959"/>
          </a:xfrm>
        </p:grpSpPr>
        <p:sp>
          <p:nvSpPr>
            <p:cNvPr id="6771" name="Google Shape;6771;p63"/>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63"/>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63"/>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63"/>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63"/>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63"/>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63"/>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63"/>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63"/>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63"/>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63"/>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63"/>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63"/>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4" name="Google Shape;6784;p63"/>
          <p:cNvGrpSpPr/>
          <p:nvPr/>
        </p:nvGrpSpPr>
        <p:grpSpPr>
          <a:xfrm>
            <a:off x="2232648" y="1793115"/>
            <a:ext cx="303163" cy="351809"/>
            <a:chOff x="2224585" y="1962854"/>
            <a:chExt cx="303163" cy="351809"/>
          </a:xfrm>
        </p:grpSpPr>
        <p:sp>
          <p:nvSpPr>
            <p:cNvPr id="6785" name="Google Shape;6785;p63"/>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63"/>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63"/>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63"/>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63"/>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63"/>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63"/>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63"/>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3" name="Google Shape;6793;p63"/>
          <p:cNvGrpSpPr/>
          <p:nvPr/>
        </p:nvGrpSpPr>
        <p:grpSpPr>
          <a:xfrm>
            <a:off x="2630856" y="1821128"/>
            <a:ext cx="389090" cy="296231"/>
            <a:chOff x="2622794" y="1990868"/>
            <a:chExt cx="389090" cy="296231"/>
          </a:xfrm>
        </p:grpSpPr>
        <p:sp>
          <p:nvSpPr>
            <p:cNvPr id="6794" name="Google Shape;6794;p63"/>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63"/>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63"/>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63"/>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63"/>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63"/>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63"/>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63"/>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63"/>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3" name="Google Shape;6803;p63"/>
          <p:cNvGrpSpPr/>
          <p:nvPr/>
        </p:nvGrpSpPr>
        <p:grpSpPr>
          <a:xfrm>
            <a:off x="3985388" y="1782409"/>
            <a:ext cx="327074" cy="375241"/>
            <a:chOff x="3977326" y="1952149"/>
            <a:chExt cx="327074" cy="375241"/>
          </a:xfrm>
        </p:grpSpPr>
        <p:sp>
          <p:nvSpPr>
            <p:cNvPr id="6804" name="Google Shape;6804;p63"/>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63"/>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63"/>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63"/>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63"/>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63"/>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63"/>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63"/>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63"/>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63"/>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63"/>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63"/>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63"/>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63"/>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63"/>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63"/>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63"/>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1" name="Google Shape;6821;p63"/>
          <p:cNvGrpSpPr/>
          <p:nvPr/>
        </p:nvGrpSpPr>
        <p:grpSpPr>
          <a:xfrm>
            <a:off x="1349674" y="3170315"/>
            <a:ext cx="259399" cy="370524"/>
            <a:chOff x="1341612" y="3340055"/>
            <a:chExt cx="259399" cy="370524"/>
          </a:xfrm>
        </p:grpSpPr>
        <p:sp>
          <p:nvSpPr>
            <p:cNvPr id="6822" name="Google Shape;6822;p63"/>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63"/>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63"/>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63"/>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63"/>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63"/>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63"/>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63"/>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63"/>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63"/>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63"/>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63"/>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63"/>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63"/>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63"/>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63"/>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63"/>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63"/>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0" name="Google Shape;6840;p63"/>
          <p:cNvGrpSpPr/>
          <p:nvPr/>
        </p:nvGrpSpPr>
        <p:grpSpPr>
          <a:xfrm>
            <a:off x="2187955" y="3675233"/>
            <a:ext cx="351629" cy="282381"/>
            <a:chOff x="2179892" y="3844972"/>
            <a:chExt cx="351629" cy="282381"/>
          </a:xfrm>
        </p:grpSpPr>
        <p:sp>
          <p:nvSpPr>
            <p:cNvPr id="6841" name="Google Shape;6841;p63"/>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63"/>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63"/>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63"/>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63"/>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63"/>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63"/>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63"/>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63"/>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63"/>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63"/>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63"/>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63"/>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63"/>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63"/>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63"/>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63"/>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63"/>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63"/>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63"/>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1" name="Google Shape;6861;p63"/>
          <p:cNvGrpSpPr/>
          <p:nvPr/>
        </p:nvGrpSpPr>
        <p:grpSpPr>
          <a:xfrm>
            <a:off x="3139232" y="3647145"/>
            <a:ext cx="220051" cy="338169"/>
            <a:chOff x="3131170" y="3816884"/>
            <a:chExt cx="220051" cy="338169"/>
          </a:xfrm>
        </p:grpSpPr>
        <p:sp>
          <p:nvSpPr>
            <p:cNvPr id="6862" name="Google Shape;6862;p63"/>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63"/>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63"/>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63"/>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63"/>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63"/>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63"/>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63"/>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63"/>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1" name="Google Shape;6871;p63"/>
          <p:cNvGrpSpPr/>
          <p:nvPr/>
        </p:nvGrpSpPr>
        <p:grpSpPr>
          <a:xfrm>
            <a:off x="911564" y="3189824"/>
            <a:ext cx="247990" cy="333393"/>
            <a:chOff x="903502" y="3359564"/>
            <a:chExt cx="247990" cy="333393"/>
          </a:xfrm>
        </p:grpSpPr>
        <p:sp>
          <p:nvSpPr>
            <p:cNvPr id="6872" name="Google Shape;6872;p63"/>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63"/>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63"/>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63"/>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63"/>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63"/>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63"/>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63"/>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63"/>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63"/>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63"/>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63"/>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63"/>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63"/>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63"/>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63"/>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63"/>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63"/>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63"/>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63"/>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63"/>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63"/>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4" name="Google Shape;6894;p63"/>
          <p:cNvGrpSpPr/>
          <p:nvPr/>
        </p:nvGrpSpPr>
        <p:grpSpPr>
          <a:xfrm>
            <a:off x="2624253" y="2720721"/>
            <a:ext cx="365793" cy="361152"/>
            <a:chOff x="2616191" y="2890461"/>
            <a:chExt cx="365793" cy="361152"/>
          </a:xfrm>
        </p:grpSpPr>
        <p:sp>
          <p:nvSpPr>
            <p:cNvPr id="6895" name="Google Shape;6895;p63"/>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63"/>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63"/>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63"/>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63"/>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63"/>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63"/>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63"/>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63"/>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63"/>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63"/>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6" name="Google Shape;6906;p63"/>
          <p:cNvGrpSpPr/>
          <p:nvPr/>
        </p:nvGrpSpPr>
        <p:grpSpPr>
          <a:xfrm>
            <a:off x="3058022" y="1776121"/>
            <a:ext cx="402940" cy="388536"/>
            <a:chOff x="3049959" y="1945861"/>
            <a:chExt cx="402940" cy="388536"/>
          </a:xfrm>
        </p:grpSpPr>
        <p:sp>
          <p:nvSpPr>
            <p:cNvPr id="6907" name="Google Shape;6907;p63"/>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63"/>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63"/>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63"/>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63"/>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63"/>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3" name="Google Shape;6913;p63"/>
          <p:cNvGrpSpPr/>
          <p:nvPr/>
        </p:nvGrpSpPr>
        <p:grpSpPr>
          <a:xfrm>
            <a:off x="2491088" y="4098940"/>
            <a:ext cx="202428" cy="349114"/>
            <a:chOff x="2483025" y="4268679"/>
            <a:chExt cx="202428" cy="349114"/>
          </a:xfrm>
        </p:grpSpPr>
        <p:sp>
          <p:nvSpPr>
            <p:cNvPr id="6914" name="Google Shape;6914;p63"/>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63"/>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63"/>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63"/>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63"/>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63"/>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0" name="Google Shape;6920;p63"/>
          <p:cNvGrpSpPr/>
          <p:nvPr/>
        </p:nvGrpSpPr>
        <p:grpSpPr>
          <a:xfrm>
            <a:off x="870569" y="2716244"/>
            <a:ext cx="329590" cy="365000"/>
            <a:chOff x="862507" y="2885984"/>
            <a:chExt cx="329590" cy="365000"/>
          </a:xfrm>
        </p:grpSpPr>
        <p:sp>
          <p:nvSpPr>
            <p:cNvPr id="6921" name="Google Shape;6921;p63"/>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63"/>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63"/>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63"/>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63"/>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63"/>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63"/>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8" name="Google Shape;6928;p63"/>
          <p:cNvGrpSpPr/>
          <p:nvPr/>
        </p:nvGrpSpPr>
        <p:grpSpPr>
          <a:xfrm>
            <a:off x="3090138" y="2702065"/>
            <a:ext cx="318884" cy="379807"/>
            <a:chOff x="3082075" y="2871805"/>
            <a:chExt cx="318884" cy="379807"/>
          </a:xfrm>
        </p:grpSpPr>
        <p:sp>
          <p:nvSpPr>
            <p:cNvPr id="6929" name="Google Shape;6929;p63"/>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63"/>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63"/>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63"/>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63"/>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63"/>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63"/>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63"/>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63"/>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63"/>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63"/>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63"/>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63"/>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63"/>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63"/>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63"/>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63"/>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63"/>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63"/>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63"/>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9" name="Google Shape;6949;p63"/>
          <p:cNvGrpSpPr/>
          <p:nvPr/>
        </p:nvGrpSpPr>
        <p:grpSpPr>
          <a:xfrm>
            <a:off x="2602843" y="1346755"/>
            <a:ext cx="410187" cy="324244"/>
            <a:chOff x="2594780" y="1516494"/>
            <a:chExt cx="410187" cy="324244"/>
          </a:xfrm>
        </p:grpSpPr>
        <p:sp>
          <p:nvSpPr>
            <p:cNvPr id="6950" name="Google Shape;6950;p63"/>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63"/>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63"/>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63"/>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63"/>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63"/>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63"/>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63"/>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8" name="Google Shape;6958;p63"/>
          <p:cNvGrpSpPr/>
          <p:nvPr/>
        </p:nvGrpSpPr>
        <p:grpSpPr>
          <a:xfrm>
            <a:off x="1751027" y="1333220"/>
            <a:ext cx="333692" cy="333363"/>
            <a:chOff x="1742965" y="1502959"/>
            <a:chExt cx="333692" cy="333363"/>
          </a:xfrm>
        </p:grpSpPr>
        <p:sp>
          <p:nvSpPr>
            <p:cNvPr id="6959" name="Google Shape;6959;p63"/>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63"/>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63"/>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63"/>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3" name="Google Shape;6963;p63"/>
          <p:cNvGrpSpPr/>
          <p:nvPr/>
        </p:nvGrpSpPr>
        <p:grpSpPr>
          <a:xfrm>
            <a:off x="3059594" y="1347069"/>
            <a:ext cx="390034" cy="296545"/>
            <a:chOff x="3051531" y="1516809"/>
            <a:chExt cx="390034" cy="296545"/>
          </a:xfrm>
        </p:grpSpPr>
        <p:sp>
          <p:nvSpPr>
            <p:cNvPr id="6964" name="Google Shape;6964;p63"/>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63"/>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63"/>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63"/>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63"/>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63"/>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63"/>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63"/>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63"/>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63"/>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63"/>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63"/>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63"/>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63"/>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63"/>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9" name="Google Shape;6979;p63"/>
          <p:cNvGrpSpPr/>
          <p:nvPr/>
        </p:nvGrpSpPr>
        <p:grpSpPr>
          <a:xfrm>
            <a:off x="3522963" y="1319280"/>
            <a:ext cx="354145" cy="351869"/>
            <a:chOff x="3514900" y="1489020"/>
            <a:chExt cx="354145" cy="351869"/>
          </a:xfrm>
        </p:grpSpPr>
        <p:sp>
          <p:nvSpPr>
            <p:cNvPr id="6980" name="Google Shape;6980;p63"/>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63"/>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63"/>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63"/>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63"/>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63"/>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63"/>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63"/>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63"/>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63"/>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63"/>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63"/>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63"/>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63"/>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63"/>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63"/>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63"/>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63"/>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63"/>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63"/>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63"/>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63"/>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2" name="Google Shape;7002;p63"/>
          <p:cNvGrpSpPr/>
          <p:nvPr/>
        </p:nvGrpSpPr>
        <p:grpSpPr>
          <a:xfrm>
            <a:off x="3074387" y="3180706"/>
            <a:ext cx="346598" cy="333183"/>
            <a:chOff x="3066324" y="3350446"/>
            <a:chExt cx="346598" cy="333183"/>
          </a:xfrm>
        </p:grpSpPr>
        <p:sp>
          <p:nvSpPr>
            <p:cNvPr id="7003" name="Google Shape;7003;p63"/>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63"/>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63"/>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63"/>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63"/>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63"/>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63"/>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63"/>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63"/>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63"/>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3" name="Google Shape;7013;p63"/>
          <p:cNvGrpSpPr/>
          <p:nvPr/>
        </p:nvGrpSpPr>
        <p:grpSpPr>
          <a:xfrm>
            <a:off x="1290817" y="1782350"/>
            <a:ext cx="363278" cy="363338"/>
            <a:chOff x="1282755" y="1952089"/>
            <a:chExt cx="363278" cy="363338"/>
          </a:xfrm>
        </p:grpSpPr>
        <p:sp>
          <p:nvSpPr>
            <p:cNvPr id="7014" name="Google Shape;7014;p63"/>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63"/>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63"/>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63"/>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63"/>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63"/>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63"/>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1" name="Google Shape;7021;p63"/>
          <p:cNvGrpSpPr/>
          <p:nvPr/>
        </p:nvGrpSpPr>
        <p:grpSpPr>
          <a:xfrm>
            <a:off x="3518156" y="2739542"/>
            <a:ext cx="355133" cy="343574"/>
            <a:chOff x="3510094" y="2909281"/>
            <a:chExt cx="355133" cy="343574"/>
          </a:xfrm>
        </p:grpSpPr>
        <p:sp>
          <p:nvSpPr>
            <p:cNvPr id="7022" name="Google Shape;7022;p63"/>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63"/>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63"/>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63"/>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63"/>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63"/>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63"/>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63"/>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63"/>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63"/>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63"/>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63"/>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63"/>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35" name="Google Shape;7035;p63"/>
          <p:cNvSpPr/>
          <p:nvPr/>
        </p:nvSpPr>
        <p:spPr>
          <a:xfrm>
            <a:off x="2521946" y="1642342"/>
            <a:ext cx="32745" cy="26456"/>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36" name="Google Shape;7036;p63"/>
          <p:cNvGrpSpPr/>
          <p:nvPr/>
        </p:nvGrpSpPr>
        <p:grpSpPr>
          <a:xfrm>
            <a:off x="2171904" y="1337232"/>
            <a:ext cx="382787" cy="331566"/>
            <a:chOff x="2163842" y="1506972"/>
            <a:chExt cx="382787" cy="331566"/>
          </a:xfrm>
        </p:grpSpPr>
        <p:sp>
          <p:nvSpPr>
            <p:cNvPr id="7037" name="Google Shape;7037;p63"/>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63"/>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63"/>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63"/>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63"/>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63"/>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63"/>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63"/>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5" name="Google Shape;7045;p63"/>
          <p:cNvGrpSpPr/>
          <p:nvPr/>
        </p:nvGrpSpPr>
        <p:grpSpPr>
          <a:xfrm>
            <a:off x="1746940" y="3179913"/>
            <a:ext cx="357918" cy="350536"/>
            <a:chOff x="1738877" y="3349652"/>
            <a:chExt cx="357918" cy="350536"/>
          </a:xfrm>
        </p:grpSpPr>
        <p:sp>
          <p:nvSpPr>
            <p:cNvPr id="7046" name="Google Shape;7046;p63"/>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63"/>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63"/>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63"/>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63"/>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63"/>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63"/>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63"/>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63"/>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63"/>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63"/>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63"/>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63"/>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63"/>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63"/>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63"/>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63"/>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63"/>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4" name="Google Shape;7064;p63"/>
          <p:cNvGrpSpPr/>
          <p:nvPr/>
        </p:nvGrpSpPr>
        <p:grpSpPr>
          <a:xfrm>
            <a:off x="1979882" y="4107115"/>
            <a:ext cx="383281" cy="333947"/>
            <a:chOff x="1971819" y="4276854"/>
            <a:chExt cx="383281" cy="333947"/>
          </a:xfrm>
        </p:grpSpPr>
        <p:sp>
          <p:nvSpPr>
            <p:cNvPr id="7065" name="Google Shape;7065;p63"/>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63"/>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63"/>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63"/>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63"/>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63"/>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63"/>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63"/>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63"/>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63"/>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5" name="Google Shape;7075;p63"/>
          <p:cNvGrpSpPr/>
          <p:nvPr/>
        </p:nvGrpSpPr>
        <p:grpSpPr>
          <a:xfrm>
            <a:off x="1833181" y="2716080"/>
            <a:ext cx="175987" cy="361391"/>
            <a:chOff x="1825119" y="2885819"/>
            <a:chExt cx="175987" cy="361391"/>
          </a:xfrm>
        </p:grpSpPr>
        <p:sp>
          <p:nvSpPr>
            <p:cNvPr id="7076" name="Google Shape;7076;p63"/>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63"/>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63"/>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63"/>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63"/>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63"/>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63"/>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63"/>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63"/>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63"/>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6" name="Google Shape;7086;p63"/>
          <p:cNvGrpSpPr/>
          <p:nvPr/>
        </p:nvGrpSpPr>
        <p:grpSpPr>
          <a:xfrm>
            <a:off x="3512886" y="3236104"/>
            <a:ext cx="369896" cy="226339"/>
            <a:chOff x="3504824" y="3405844"/>
            <a:chExt cx="369896" cy="226339"/>
          </a:xfrm>
        </p:grpSpPr>
        <p:sp>
          <p:nvSpPr>
            <p:cNvPr id="7087" name="Google Shape;7087;p63"/>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63"/>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63"/>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63"/>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63"/>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63"/>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63"/>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63"/>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63"/>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63"/>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63"/>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63"/>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63"/>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63"/>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63"/>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63"/>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3" name="Google Shape;7103;p63"/>
          <p:cNvGrpSpPr/>
          <p:nvPr/>
        </p:nvGrpSpPr>
        <p:grpSpPr>
          <a:xfrm>
            <a:off x="1303724" y="3649855"/>
            <a:ext cx="345640" cy="342900"/>
            <a:chOff x="1295661" y="3819594"/>
            <a:chExt cx="345640" cy="342900"/>
          </a:xfrm>
        </p:grpSpPr>
        <p:sp>
          <p:nvSpPr>
            <p:cNvPr id="7104" name="Google Shape;7104;p63"/>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63"/>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63"/>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63"/>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63"/>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63"/>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63"/>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63"/>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63"/>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63"/>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63"/>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63"/>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63"/>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63"/>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63"/>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63"/>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63"/>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1" name="Google Shape;7121;p63"/>
          <p:cNvGrpSpPr/>
          <p:nvPr/>
        </p:nvGrpSpPr>
        <p:grpSpPr>
          <a:xfrm>
            <a:off x="3494635" y="2263730"/>
            <a:ext cx="379328" cy="281738"/>
            <a:chOff x="3486572" y="2433470"/>
            <a:chExt cx="379328" cy="281738"/>
          </a:xfrm>
        </p:grpSpPr>
        <p:sp>
          <p:nvSpPr>
            <p:cNvPr id="7122" name="Google Shape;7122;p63"/>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63"/>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63"/>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63"/>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63"/>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63"/>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63"/>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29" name="Google Shape;7129;p63"/>
          <p:cNvSpPr/>
          <p:nvPr/>
        </p:nvSpPr>
        <p:spPr>
          <a:xfrm>
            <a:off x="3759992" y="2539793"/>
            <a:ext cx="38105" cy="32535"/>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30" name="Google Shape;7130;p63"/>
          <p:cNvGrpSpPr/>
          <p:nvPr/>
        </p:nvGrpSpPr>
        <p:grpSpPr>
          <a:xfrm>
            <a:off x="4005212" y="3159894"/>
            <a:ext cx="270733" cy="355762"/>
            <a:chOff x="3997149" y="3329634"/>
            <a:chExt cx="270733" cy="355762"/>
          </a:xfrm>
        </p:grpSpPr>
        <p:sp>
          <p:nvSpPr>
            <p:cNvPr id="7131" name="Google Shape;7131;p63"/>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63"/>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63"/>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63"/>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63"/>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63"/>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63"/>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63"/>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63"/>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63"/>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63"/>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63"/>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63"/>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63"/>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63"/>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63"/>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63"/>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63"/>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63"/>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63"/>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63"/>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2" name="Google Shape;7152;p63"/>
          <p:cNvGrpSpPr/>
          <p:nvPr/>
        </p:nvGrpSpPr>
        <p:grpSpPr>
          <a:xfrm>
            <a:off x="3962406" y="2729615"/>
            <a:ext cx="345655" cy="343529"/>
            <a:chOff x="3954343" y="2899354"/>
            <a:chExt cx="345655" cy="343529"/>
          </a:xfrm>
        </p:grpSpPr>
        <p:sp>
          <p:nvSpPr>
            <p:cNvPr id="7153" name="Google Shape;7153;p63"/>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63"/>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63"/>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63"/>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63"/>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63"/>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63"/>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63"/>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63"/>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63"/>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63"/>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63"/>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5" name="Google Shape;7165;p63"/>
          <p:cNvGrpSpPr/>
          <p:nvPr/>
        </p:nvGrpSpPr>
        <p:grpSpPr>
          <a:xfrm>
            <a:off x="2174105" y="3181605"/>
            <a:ext cx="369566" cy="349803"/>
            <a:chOff x="2166043" y="3351344"/>
            <a:chExt cx="369566" cy="349803"/>
          </a:xfrm>
        </p:grpSpPr>
        <p:sp>
          <p:nvSpPr>
            <p:cNvPr id="7166" name="Google Shape;7166;p63"/>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63"/>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63"/>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63"/>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63"/>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63"/>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63"/>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63"/>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63"/>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5" name="Google Shape;7175;p63"/>
          <p:cNvGrpSpPr/>
          <p:nvPr/>
        </p:nvGrpSpPr>
        <p:grpSpPr>
          <a:xfrm>
            <a:off x="2627712" y="3182593"/>
            <a:ext cx="365793" cy="329275"/>
            <a:chOff x="2619649" y="3352332"/>
            <a:chExt cx="365793" cy="329275"/>
          </a:xfrm>
        </p:grpSpPr>
        <p:sp>
          <p:nvSpPr>
            <p:cNvPr id="7176" name="Google Shape;7176;p63"/>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63"/>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63"/>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63"/>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63"/>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63"/>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63"/>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63"/>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63"/>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63"/>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6" name="Google Shape;7186;p63"/>
          <p:cNvGrpSpPr/>
          <p:nvPr/>
        </p:nvGrpSpPr>
        <p:grpSpPr>
          <a:xfrm>
            <a:off x="1304197" y="1345501"/>
            <a:ext cx="340624" cy="351944"/>
            <a:chOff x="1293760" y="1498228"/>
            <a:chExt cx="340624" cy="351944"/>
          </a:xfrm>
        </p:grpSpPr>
        <p:sp>
          <p:nvSpPr>
            <p:cNvPr id="7187" name="Google Shape;7187;p63"/>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63"/>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63"/>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63"/>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63"/>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63"/>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63"/>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63"/>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63"/>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63"/>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63"/>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63"/>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63"/>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63"/>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1" name="Google Shape;7201;p63"/>
          <p:cNvGrpSpPr/>
          <p:nvPr/>
        </p:nvGrpSpPr>
        <p:grpSpPr>
          <a:xfrm>
            <a:off x="857663" y="1782335"/>
            <a:ext cx="406713" cy="383745"/>
            <a:chOff x="849601" y="1952074"/>
            <a:chExt cx="406713" cy="383745"/>
          </a:xfrm>
        </p:grpSpPr>
        <p:sp>
          <p:nvSpPr>
            <p:cNvPr id="7202" name="Google Shape;7202;p63"/>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63"/>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63"/>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63"/>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63"/>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63"/>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63"/>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9" name="Google Shape;7209;p63"/>
          <p:cNvGrpSpPr/>
          <p:nvPr/>
        </p:nvGrpSpPr>
        <p:grpSpPr>
          <a:xfrm>
            <a:off x="2261934" y="2723626"/>
            <a:ext cx="203985" cy="355417"/>
            <a:chOff x="2253871" y="2893365"/>
            <a:chExt cx="203985" cy="355417"/>
          </a:xfrm>
        </p:grpSpPr>
        <p:sp>
          <p:nvSpPr>
            <p:cNvPr id="7210" name="Google Shape;7210;p63"/>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63"/>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63"/>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63"/>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63"/>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63"/>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63"/>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63"/>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63"/>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63"/>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63"/>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1" name="Google Shape;7221;p63"/>
          <p:cNvGrpSpPr/>
          <p:nvPr/>
        </p:nvGrpSpPr>
        <p:grpSpPr>
          <a:xfrm>
            <a:off x="2199603" y="2238861"/>
            <a:ext cx="308823" cy="342571"/>
            <a:chOff x="2191541" y="2408601"/>
            <a:chExt cx="308823" cy="342571"/>
          </a:xfrm>
        </p:grpSpPr>
        <p:sp>
          <p:nvSpPr>
            <p:cNvPr id="7222" name="Google Shape;7222;p63"/>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63"/>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63"/>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63"/>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63"/>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63"/>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3"/>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63"/>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63"/>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63"/>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63"/>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63"/>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63"/>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5" name="Google Shape;7235;p63"/>
          <p:cNvGrpSpPr/>
          <p:nvPr/>
        </p:nvGrpSpPr>
        <p:grpSpPr>
          <a:xfrm>
            <a:off x="855462" y="1333848"/>
            <a:ext cx="342496" cy="341553"/>
            <a:chOff x="847400" y="1503588"/>
            <a:chExt cx="342496" cy="341553"/>
          </a:xfrm>
        </p:grpSpPr>
        <p:sp>
          <p:nvSpPr>
            <p:cNvPr id="7236" name="Google Shape;7236;p63"/>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63"/>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63"/>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63"/>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63"/>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63"/>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63"/>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63"/>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63"/>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63"/>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63"/>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63"/>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63"/>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63"/>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63"/>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63"/>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63"/>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63"/>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63"/>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63"/>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6" name="Google Shape;7256;p63"/>
          <p:cNvGrpSpPr/>
          <p:nvPr/>
        </p:nvGrpSpPr>
        <p:grpSpPr>
          <a:xfrm>
            <a:off x="1338026" y="2729929"/>
            <a:ext cx="280495" cy="361077"/>
            <a:chOff x="1329963" y="2899669"/>
            <a:chExt cx="280495" cy="361077"/>
          </a:xfrm>
        </p:grpSpPr>
        <p:sp>
          <p:nvSpPr>
            <p:cNvPr id="7257" name="Google Shape;7257;p63"/>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63"/>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63"/>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63"/>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63"/>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63"/>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63"/>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4" name="Google Shape;7264;p63"/>
          <p:cNvGrpSpPr/>
          <p:nvPr/>
        </p:nvGrpSpPr>
        <p:grpSpPr>
          <a:xfrm>
            <a:off x="945492" y="3631169"/>
            <a:ext cx="195496" cy="343439"/>
            <a:chOff x="937429" y="3800908"/>
            <a:chExt cx="195496" cy="343439"/>
          </a:xfrm>
        </p:grpSpPr>
        <p:sp>
          <p:nvSpPr>
            <p:cNvPr id="7265" name="Google Shape;7265;p63"/>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3"/>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3"/>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63"/>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63"/>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63"/>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63"/>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63"/>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63"/>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63"/>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63"/>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63"/>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63"/>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8" name="Google Shape;7278;p63"/>
          <p:cNvGrpSpPr/>
          <p:nvPr/>
        </p:nvGrpSpPr>
        <p:grpSpPr>
          <a:xfrm>
            <a:off x="2695722" y="3640916"/>
            <a:ext cx="365164" cy="342511"/>
            <a:chOff x="2611459" y="3810655"/>
            <a:chExt cx="365164" cy="342511"/>
          </a:xfrm>
        </p:grpSpPr>
        <p:sp>
          <p:nvSpPr>
            <p:cNvPr id="7279" name="Google Shape;7279;p63"/>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63"/>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63"/>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63"/>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63"/>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63"/>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63"/>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63"/>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63"/>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63"/>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63"/>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0" name="Google Shape;7290;p63"/>
          <p:cNvGrpSpPr/>
          <p:nvPr/>
        </p:nvGrpSpPr>
        <p:grpSpPr>
          <a:xfrm>
            <a:off x="3960519" y="1354540"/>
            <a:ext cx="370195" cy="300154"/>
            <a:chOff x="3952456" y="1524280"/>
            <a:chExt cx="370195" cy="300154"/>
          </a:xfrm>
        </p:grpSpPr>
        <p:sp>
          <p:nvSpPr>
            <p:cNvPr id="7291" name="Google Shape;7291;p63"/>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63"/>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63"/>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63"/>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63"/>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63"/>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97" name="Google Shape;7297;p63"/>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Educational Icons</a:t>
            </a:r>
            <a:endParaRPr sz="2400">
              <a:solidFill>
                <a:schemeClr val="lt1"/>
              </a:solidFill>
            </a:endParaRPr>
          </a:p>
        </p:txBody>
      </p:sp>
      <p:sp>
        <p:nvSpPr>
          <p:cNvPr id="7298" name="Google Shape;7298;p63"/>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302"/>
        <p:cNvGrpSpPr/>
        <p:nvPr/>
      </p:nvGrpSpPr>
      <p:grpSpPr>
        <a:xfrm>
          <a:off x="0" y="0"/>
          <a:ext cx="0" cy="0"/>
          <a:chOff x="0" y="0"/>
          <a:chExt cx="0" cy="0"/>
        </a:xfrm>
      </p:grpSpPr>
      <p:grpSp>
        <p:nvGrpSpPr>
          <p:cNvPr id="7303" name="Google Shape;7303;p64"/>
          <p:cNvGrpSpPr/>
          <p:nvPr/>
        </p:nvGrpSpPr>
        <p:grpSpPr>
          <a:xfrm>
            <a:off x="894207" y="1345785"/>
            <a:ext cx="257112" cy="362808"/>
            <a:chOff x="908482" y="1502585"/>
            <a:chExt cx="257112" cy="362808"/>
          </a:xfrm>
        </p:grpSpPr>
        <p:sp>
          <p:nvSpPr>
            <p:cNvPr id="7304" name="Google Shape;7304;p64"/>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64"/>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64"/>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64"/>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64"/>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64"/>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64"/>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64"/>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64"/>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64"/>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64"/>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64"/>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64"/>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64"/>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64"/>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64"/>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64"/>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64"/>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64"/>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64"/>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4" name="Google Shape;7324;p64"/>
          <p:cNvGrpSpPr/>
          <p:nvPr/>
        </p:nvGrpSpPr>
        <p:grpSpPr>
          <a:xfrm>
            <a:off x="1289262" y="1345916"/>
            <a:ext cx="362939" cy="362677"/>
            <a:chOff x="1303537" y="1502716"/>
            <a:chExt cx="362939" cy="362677"/>
          </a:xfrm>
        </p:grpSpPr>
        <p:sp>
          <p:nvSpPr>
            <p:cNvPr id="7325" name="Google Shape;7325;p64"/>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64"/>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64"/>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64"/>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64"/>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64"/>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64"/>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64"/>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4"/>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64"/>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64"/>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6" name="Google Shape;7336;p64"/>
          <p:cNvGrpSpPr/>
          <p:nvPr/>
        </p:nvGrpSpPr>
        <p:grpSpPr>
          <a:xfrm>
            <a:off x="1737626" y="1345916"/>
            <a:ext cx="362677" cy="362677"/>
            <a:chOff x="1751901" y="1502716"/>
            <a:chExt cx="362677" cy="362677"/>
          </a:xfrm>
        </p:grpSpPr>
        <p:sp>
          <p:nvSpPr>
            <p:cNvPr id="7337" name="Google Shape;7337;p64"/>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64"/>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64"/>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64"/>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64"/>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64"/>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64"/>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4"/>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64"/>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64"/>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64"/>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64"/>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64"/>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64"/>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64"/>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64"/>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64"/>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64"/>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64"/>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6" name="Google Shape;7356;p64"/>
          <p:cNvGrpSpPr/>
          <p:nvPr/>
        </p:nvGrpSpPr>
        <p:grpSpPr>
          <a:xfrm>
            <a:off x="3080903" y="1345916"/>
            <a:ext cx="334290" cy="362677"/>
            <a:chOff x="3095178" y="1502716"/>
            <a:chExt cx="334290" cy="362677"/>
          </a:xfrm>
        </p:grpSpPr>
        <p:sp>
          <p:nvSpPr>
            <p:cNvPr id="7357" name="Google Shape;7357;p64"/>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64"/>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4"/>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64"/>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64"/>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64"/>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64"/>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64"/>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64"/>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64"/>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4"/>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64"/>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64"/>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64"/>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64"/>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64"/>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64"/>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4" name="Google Shape;7374;p64"/>
          <p:cNvGrpSpPr/>
          <p:nvPr/>
        </p:nvGrpSpPr>
        <p:grpSpPr>
          <a:xfrm>
            <a:off x="3528006" y="1348805"/>
            <a:ext cx="366196" cy="357005"/>
            <a:chOff x="3542281" y="1505605"/>
            <a:chExt cx="366196" cy="357005"/>
          </a:xfrm>
        </p:grpSpPr>
        <p:sp>
          <p:nvSpPr>
            <p:cNvPr id="7375" name="Google Shape;7375;p64"/>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64"/>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64"/>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64"/>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64"/>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64"/>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64"/>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64"/>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64"/>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64"/>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64"/>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64"/>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64"/>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64"/>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64"/>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64"/>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64"/>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4"/>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64"/>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64"/>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64"/>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64"/>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64"/>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64"/>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64"/>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0" name="Google Shape;7400;p64"/>
          <p:cNvGrpSpPr/>
          <p:nvPr/>
        </p:nvGrpSpPr>
        <p:grpSpPr>
          <a:xfrm>
            <a:off x="1734107" y="3227997"/>
            <a:ext cx="364673" cy="340067"/>
            <a:chOff x="1748382" y="3384797"/>
            <a:chExt cx="364673" cy="340067"/>
          </a:xfrm>
        </p:grpSpPr>
        <p:sp>
          <p:nvSpPr>
            <p:cNvPr id="7401" name="Google Shape;7401;p64"/>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64"/>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64"/>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64"/>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64"/>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64"/>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64"/>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64"/>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64"/>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64"/>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64"/>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64"/>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64"/>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64"/>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64"/>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6" name="Google Shape;7416;p64"/>
          <p:cNvGrpSpPr/>
          <p:nvPr/>
        </p:nvGrpSpPr>
        <p:grpSpPr>
          <a:xfrm>
            <a:off x="2168368" y="3229520"/>
            <a:ext cx="382030" cy="320451"/>
            <a:chOff x="2182643" y="3386320"/>
            <a:chExt cx="382030" cy="320451"/>
          </a:xfrm>
        </p:grpSpPr>
        <p:sp>
          <p:nvSpPr>
            <p:cNvPr id="7417" name="Google Shape;7417;p64"/>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64"/>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64"/>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64"/>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64"/>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64"/>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64"/>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64"/>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64"/>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64"/>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64"/>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64"/>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64"/>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64"/>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64"/>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2" name="Google Shape;7432;p64"/>
          <p:cNvGrpSpPr/>
          <p:nvPr/>
        </p:nvGrpSpPr>
        <p:grpSpPr>
          <a:xfrm>
            <a:off x="3070111" y="3232540"/>
            <a:ext cx="353880" cy="330745"/>
            <a:chOff x="3084386" y="3389340"/>
            <a:chExt cx="353880" cy="330745"/>
          </a:xfrm>
        </p:grpSpPr>
        <p:sp>
          <p:nvSpPr>
            <p:cNvPr id="7433" name="Google Shape;7433;p64"/>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4"/>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64"/>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64"/>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64"/>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64"/>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64"/>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4"/>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4"/>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64"/>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64"/>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64"/>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5" name="Google Shape;7445;p64"/>
          <p:cNvGrpSpPr/>
          <p:nvPr/>
        </p:nvGrpSpPr>
        <p:grpSpPr>
          <a:xfrm>
            <a:off x="849224" y="1814106"/>
            <a:ext cx="347078" cy="364016"/>
            <a:chOff x="863499" y="1970906"/>
            <a:chExt cx="347078" cy="364016"/>
          </a:xfrm>
        </p:grpSpPr>
        <p:sp>
          <p:nvSpPr>
            <p:cNvPr id="7446" name="Google Shape;7446;p64"/>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64"/>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64"/>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64"/>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4"/>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64"/>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64"/>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64"/>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64"/>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64"/>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4"/>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4"/>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64"/>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64"/>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0" name="Google Shape;7460;p64"/>
          <p:cNvGrpSpPr/>
          <p:nvPr/>
        </p:nvGrpSpPr>
        <p:grpSpPr>
          <a:xfrm>
            <a:off x="1735604" y="1814106"/>
            <a:ext cx="364436" cy="364174"/>
            <a:chOff x="1749879" y="1970906"/>
            <a:chExt cx="364436" cy="364174"/>
          </a:xfrm>
        </p:grpSpPr>
        <p:sp>
          <p:nvSpPr>
            <p:cNvPr id="7461" name="Google Shape;7461;p64"/>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4"/>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4"/>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64"/>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64"/>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64"/>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64"/>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4"/>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4"/>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4"/>
            <p:cNvSpPr/>
            <p:nvPr/>
          </p:nvSpPr>
          <p:spPr>
            <a:xfrm>
              <a:off x="1932097" y="2076707"/>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64"/>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64"/>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64"/>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4"/>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5" name="Google Shape;7475;p64"/>
          <p:cNvGrpSpPr/>
          <p:nvPr/>
        </p:nvGrpSpPr>
        <p:grpSpPr>
          <a:xfrm>
            <a:off x="2172150" y="1819358"/>
            <a:ext cx="396106" cy="353985"/>
            <a:chOff x="2186425" y="1976158"/>
            <a:chExt cx="396106" cy="353985"/>
          </a:xfrm>
        </p:grpSpPr>
        <p:sp>
          <p:nvSpPr>
            <p:cNvPr id="7476" name="Google Shape;7476;p64"/>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4"/>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64"/>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64"/>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4"/>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4"/>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64"/>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3" name="Google Shape;7483;p64"/>
          <p:cNvGrpSpPr/>
          <p:nvPr/>
        </p:nvGrpSpPr>
        <p:grpSpPr>
          <a:xfrm>
            <a:off x="2644882" y="1860612"/>
            <a:ext cx="319190" cy="271240"/>
            <a:chOff x="2659157" y="2017412"/>
            <a:chExt cx="319190" cy="271240"/>
          </a:xfrm>
        </p:grpSpPr>
        <p:sp>
          <p:nvSpPr>
            <p:cNvPr id="7484" name="Google Shape;7484;p64"/>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64"/>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64"/>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64"/>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64"/>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64"/>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64"/>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4"/>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4"/>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64"/>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64"/>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4"/>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64"/>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64"/>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4"/>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64"/>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64"/>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4"/>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64"/>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64"/>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4"/>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4"/>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64"/>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64"/>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64"/>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64"/>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0" name="Google Shape;7510;p64"/>
          <p:cNvGrpSpPr/>
          <p:nvPr/>
        </p:nvGrpSpPr>
        <p:grpSpPr>
          <a:xfrm>
            <a:off x="3097500" y="1836716"/>
            <a:ext cx="318928" cy="319217"/>
            <a:chOff x="3111775" y="1993516"/>
            <a:chExt cx="318928" cy="319217"/>
          </a:xfrm>
        </p:grpSpPr>
        <p:sp>
          <p:nvSpPr>
            <p:cNvPr id="7511" name="Google Shape;7511;p64"/>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4"/>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4"/>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4"/>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64"/>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64"/>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4"/>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4"/>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4"/>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4"/>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4"/>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4"/>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4"/>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64"/>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64"/>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64"/>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64"/>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64"/>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4"/>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4"/>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64"/>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64"/>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4"/>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4"/>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64"/>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64"/>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64"/>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64"/>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64"/>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4"/>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1" name="Google Shape;7541;p64"/>
          <p:cNvGrpSpPr/>
          <p:nvPr/>
        </p:nvGrpSpPr>
        <p:grpSpPr>
          <a:xfrm>
            <a:off x="4009510" y="1813607"/>
            <a:ext cx="288807" cy="355377"/>
            <a:chOff x="4023785" y="1970407"/>
            <a:chExt cx="288807" cy="355377"/>
          </a:xfrm>
        </p:grpSpPr>
        <p:sp>
          <p:nvSpPr>
            <p:cNvPr id="7542" name="Google Shape;7542;p64"/>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64"/>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64"/>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4"/>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4"/>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4"/>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64"/>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64"/>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64"/>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64"/>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64"/>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64"/>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4"/>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64"/>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64"/>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64"/>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64"/>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64"/>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64"/>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64"/>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2" name="Google Shape;7562;p64"/>
          <p:cNvGrpSpPr/>
          <p:nvPr/>
        </p:nvGrpSpPr>
        <p:grpSpPr>
          <a:xfrm>
            <a:off x="3530265" y="3224163"/>
            <a:ext cx="320188" cy="319269"/>
            <a:chOff x="3544540" y="3380963"/>
            <a:chExt cx="320188" cy="319269"/>
          </a:xfrm>
        </p:grpSpPr>
        <p:sp>
          <p:nvSpPr>
            <p:cNvPr id="7563" name="Google Shape;7563;p64"/>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64"/>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64"/>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64"/>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64"/>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64"/>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64"/>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64"/>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64"/>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64"/>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64"/>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64"/>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64"/>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64"/>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64"/>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64"/>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9" name="Google Shape;7579;p64"/>
          <p:cNvGrpSpPr/>
          <p:nvPr/>
        </p:nvGrpSpPr>
        <p:grpSpPr>
          <a:xfrm>
            <a:off x="3930362" y="3198034"/>
            <a:ext cx="415696" cy="371605"/>
            <a:chOff x="3944637" y="3354834"/>
            <a:chExt cx="415696" cy="371605"/>
          </a:xfrm>
        </p:grpSpPr>
        <p:sp>
          <p:nvSpPr>
            <p:cNvPr id="7580" name="Google Shape;7580;p64"/>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64"/>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64"/>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64"/>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64"/>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64"/>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64"/>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64"/>
            <p:cNvSpPr/>
            <p:nvPr/>
          </p:nvSpPr>
          <p:spPr>
            <a:xfrm>
              <a:off x="4187647" y="3375265"/>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64"/>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4"/>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64"/>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64"/>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4"/>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4"/>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4"/>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64"/>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64"/>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7" name="Google Shape;7597;p64"/>
          <p:cNvGrpSpPr/>
          <p:nvPr/>
        </p:nvGrpSpPr>
        <p:grpSpPr>
          <a:xfrm>
            <a:off x="1300344" y="3664727"/>
            <a:ext cx="346317" cy="332136"/>
            <a:chOff x="1314619" y="3821527"/>
            <a:chExt cx="346317" cy="332136"/>
          </a:xfrm>
        </p:grpSpPr>
        <p:sp>
          <p:nvSpPr>
            <p:cNvPr id="7598" name="Google Shape;7598;p64"/>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64"/>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64"/>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64"/>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4"/>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64"/>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64"/>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64"/>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6" name="Google Shape;7606;p64"/>
          <p:cNvGrpSpPr/>
          <p:nvPr/>
        </p:nvGrpSpPr>
        <p:grpSpPr>
          <a:xfrm>
            <a:off x="1736864" y="3634134"/>
            <a:ext cx="386258" cy="380507"/>
            <a:chOff x="1751139" y="3790934"/>
            <a:chExt cx="386258" cy="380507"/>
          </a:xfrm>
        </p:grpSpPr>
        <p:sp>
          <p:nvSpPr>
            <p:cNvPr id="7607" name="Google Shape;7607;p64"/>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64"/>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64"/>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64"/>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64"/>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4"/>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4"/>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4"/>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64"/>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64"/>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64"/>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64"/>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64"/>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4"/>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4"/>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64"/>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64"/>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64"/>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5" name="Google Shape;7625;p64"/>
          <p:cNvGrpSpPr/>
          <p:nvPr/>
        </p:nvGrpSpPr>
        <p:grpSpPr>
          <a:xfrm>
            <a:off x="2175406" y="3664806"/>
            <a:ext cx="395607" cy="318928"/>
            <a:chOff x="2189681" y="3821606"/>
            <a:chExt cx="395607" cy="318928"/>
          </a:xfrm>
        </p:grpSpPr>
        <p:sp>
          <p:nvSpPr>
            <p:cNvPr id="7626" name="Google Shape;7626;p64"/>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64"/>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64"/>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64"/>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64"/>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64"/>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4"/>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4"/>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4"/>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4"/>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4"/>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64"/>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64"/>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64"/>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64"/>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64"/>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64"/>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64"/>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4"/>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4"/>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64"/>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64"/>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64"/>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64"/>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64"/>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64"/>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64"/>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64"/>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64"/>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64"/>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56" name="Google Shape;7656;p64"/>
          <p:cNvSpPr/>
          <p:nvPr/>
        </p:nvSpPr>
        <p:spPr>
          <a:xfrm>
            <a:off x="1274189" y="1883249"/>
            <a:ext cx="62341" cy="140885"/>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57" name="Google Shape;7657;p64"/>
          <p:cNvGrpSpPr/>
          <p:nvPr/>
        </p:nvGrpSpPr>
        <p:grpSpPr>
          <a:xfrm>
            <a:off x="1263134" y="1804547"/>
            <a:ext cx="420475" cy="383055"/>
            <a:chOff x="1277409" y="1961347"/>
            <a:chExt cx="420475" cy="383055"/>
          </a:xfrm>
        </p:grpSpPr>
        <p:sp>
          <p:nvSpPr>
            <p:cNvPr id="7658" name="Google Shape;7658;p64"/>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4"/>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64"/>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64"/>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64"/>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64"/>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64"/>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64"/>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64"/>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64"/>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4"/>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4"/>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64"/>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64"/>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64"/>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64"/>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4"/>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64"/>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4"/>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64"/>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64"/>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64"/>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64"/>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64"/>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64"/>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64"/>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64"/>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5" name="Google Shape;7685;p64"/>
          <p:cNvGrpSpPr/>
          <p:nvPr/>
        </p:nvGrpSpPr>
        <p:grpSpPr>
          <a:xfrm>
            <a:off x="2200800" y="2276019"/>
            <a:ext cx="380008" cy="351648"/>
            <a:chOff x="2215075" y="2432819"/>
            <a:chExt cx="380008" cy="351648"/>
          </a:xfrm>
        </p:grpSpPr>
        <p:sp>
          <p:nvSpPr>
            <p:cNvPr id="7686" name="Google Shape;7686;p64"/>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64"/>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64"/>
            <p:cNvSpPr/>
            <p:nvPr/>
          </p:nvSpPr>
          <p:spPr>
            <a:xfrm>
              <a:off x="2471162" y="2720077"/>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4"/>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64"/>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64"/>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4"/>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64"/>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64"/>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64"/>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64"/>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64"/>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64"/>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4"/>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4"/>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4"/>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4"/>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64"/>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64"/>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64"/>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4"/>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64"/>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64"/>
            <p:cNvSpPr/>
            <p:nvPr/>
          </p:nvSpPr>
          <p:spPr>
            <a:xfrm>
              <a:off x="2215075" y="2720077"/>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4"/>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4"/>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4"/>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64"/>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64"/>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64"/>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64"/>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4"/>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7" name="Google Shape;7717;p64"/>
          <p:cNvGrpSpPr/>
          <p:nvPr/>
        </p:nvGrpSpPr>
        <p:grpSpPr>
          <a:xfrm>
            <a:off x="2647141" y="2265542"/>
            <a:ext cx="344059" cy="340671"/>
            <a:chOff x="2661416" y="2422342"/>
            <a:chExt cx="344059" cy="340671"/>
          </a:xfrm>
        </p:grpSpPr>
        <p:sp>
          <p:nvSpPr>
            <p:cNvPr id="7718" name="Google Shape;7718;p64"/>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4"/>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64"/>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64"/>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4"/>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4"/>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4"/>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64"/>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4"/>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4"/>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4"/>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64"/>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4"/>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1" name="Google Shape;7731;p64"/>
          <p:cNvGrpSpPr/>
          <p:nvPr/>
        </p:nvGrpSpPr>
        <p:grpSpPr>
          <a:xfrm>
            <a:off x="4052235" y="2265542"/>
            <a:ext cx="206876" cy="348470"/>
            <a:chOff x="4066510" y="2422342"/>
            <a:chExt cx="206876" cy="348470"/>
          </a:xfrm>
        </p:grpSpPr>
        <p:sp>
          <p:nvSpPr>
            <p:cNvPr id="7732" name="Google Shape;7732;p64"/>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4"/>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4"/>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4"/>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64"/>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4"/>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4"/>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4"/>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64"/>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64"/>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64"/>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4"/>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44" name="Google Shape;7744;p64"/>
          <p:cNvSpPr/>
          <p:nvPr/>
        </p:nvSpPr>
        <p:spPr>
          <a:xfrm>
            <a:off x="2943931" y="3734920"/>
            <a:ext cx="28440" cy="133453"/>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45" name="Google Shape;7745;p64"/>
          <p:cNvGrpSpPr/>
          <p:nvPr/>
        </p:nvGrpSpPr>
        <p:grpSpPr>
          <a:xfrm>
            <a:off x="2603418" y="3660525"/>
            <a:ext cx="420475" cy="326491"/>
            <a:chOff x="2617693" y="3817325"/>
            <a:chExt cx="420475" cy="326491"/>
          </a:xfrm>
        </p:grpSpPr>
        <p:sp>
          <p:nvSpPr>
            <p:cNvPr id="7746" name="Google Shape;7746;p64"/>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64"/>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64"/>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64"/>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64"/>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4"/>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4"/>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64"/>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4"/>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4"/>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64"/>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4"/>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4"/>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4"/>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4"/>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4"/>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4"/>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3" name="Google Shape;7763;p64"/>
          <p:cNvGrpSpPr/>
          <p:nvPr/>
        </p:nvGrpSpPr>
        <p:grpSpPr>
          <a:xfrm>
            <a:off x="3531026" y="2266723"/>
            <a:ext cx="358134" cy="356637"/>
            <a:chOff x="3545301" y="2423523"/>
            <a:chExt cx="358134" cy="356637"/>
          </a:xfrm>
        </p:grpSpPr>
        <p:sp>
          <p:nvSpPr>
            <p:cNvPr id="7764" name="Google Shape;7764;p64"/>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64"/>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64"/>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64"/>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64"/>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4"/>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4"/>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4"/>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4"/>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3" name="Google Shape;7773;p64"/>
          <p:cNvGrpSpPr/>
          <p:nvPr/>
        </p:nvGrpSpPr>
        <p:grpSpPr>
          <a:xfrm>
            <a:off x="3517187" y="3667799"/>
            <a:ext cx="377251" cy="324232"/>
            <a:chOff x="3531462" y="3824599"/>
            <a:chExt cx="377251" cy="324232"/>
          </a:xfrm>
        </p:grpSpPr>
        <p:sp>
          <p:nvSpPr>
            <p:cNvPr id="7774" name="Google Shape;7774;p64"/>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4"/>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4"/>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64"/>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4"/>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4"/>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64"/>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64"/>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64"/>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64"/>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4"/>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5" name="Google Shape;7785;p64"/>
          <p:cNvGrpSpPr/>
          <p:nvPr/>
        </p:nvGrpSpPr>
        <p:grpSpPr>
          <a:xfrm>
            <a:off x="4016311" y="3648446"/>
            <a:ext cx="286523" cy="340566"/>
            <a:chOff x="4030586" y="3805246"/>
            <a:chExt cx="286523" cy="340566"/>
          </a:xfrm>
        </p:grpSpPr>
        <p:sp>
          <p:nvSpPr>
            <p:cNvPr id="7786" name="Google Shape;7786;p64"/>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64"/>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64"/>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4"/>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64"/>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64"/>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4"/>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64"/>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4"/>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4"/>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4"/>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64"/>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4"/>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9" name="Google Shape;7799;p64"/>
          <p:cNvGrpSpPr/>
          <p:nvPr/>
        </p:nvGrpSpPr>
        <p:grpSpPr>
          <a:xfrm>
            <a:off x="2166609" y="2731919"/>
            <a:ext cx="376752" cy="374468"/>
            <a:chOff x="2180884" y="2888719"/>
            <a:chExt cx="376752" cy="374468"/>
          </a:xfrm>
        </p:grpSpPr>
        <p:sp>
          <p:nvSpPr>
            <p:cNvPr id="7800" name="Google Shape;7800;p64"/>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64"/>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64"/>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4"/>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4"/>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4"/>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4"/>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4"/>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4"/>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4"/>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4"/>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64"/>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64"/>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64"/>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4" name="Google Shape;7814;p64"/>
          <p:cNvGrpSpPr/>
          <p:nvPr/>
        </p:nvGrpSpPr>
        <p:grpSpPr>
          <a:xfrm>
            <a:off x="3940157" y="2786199"/>
            <a:ext cx="378249" cy="265909"/>
            <a:chOff x="3954432" y="2942999"/>
            <a:chExt cx="378249" cy="265909"/>
          </a:xfrm>
        </p:grpSpPr>
        <p:sp>
          <p:nvSpPr>
            <p:cNvPr id="7815" name="Google Shape;7815;p64"/>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4"/>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4"/>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64"/>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4"/>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64"/>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64"/>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64"/>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4"/>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4" name="Google Shape;7824;p64"/>
          <p:cNvGrpSpPr/>
          <p:nvPr/>
        </p:nvGrpSpPr>
        <p:grpSpPr>
          <a:xfrm>
            <a:off x="1737862" y="4109808"/>
            <a:ext cx="378512" cy="374756"/>
            <a:chOff x="1752137" y="4266608"/>
            <a:chExt cx="378512" cy="374756"/>
          </a:xfrm>
        </p:grpSpPr>
        <p:sp>
          <p:nvSpPr>
            <p:cNvPr id="7825" name="Google Shape;7825;p64"/>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64"/>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4"/>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4"/>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64"/>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64"/>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64"/>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64"/>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64"/>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64"/>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64"/>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64"/>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64"/>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64"/>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64"/>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64"/>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64"/>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4"/>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4"/>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64"/>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4"/>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6" name="Google Shape;7846;p64"/>
          <p:cNvGrpSpPr/>
          <p:nvPr/>
        </p:nvGrpSpPr>
        <p:grpSpPr>
          <a:xfrm>
            <a:off x="3103513" y="3655746"/>
            <a:ext cx="341065" cy="341065"/>
            <a:chOff x="3117788" y="3812546"/>
            <a:chExt cx="341065" cy="341065"/>
          </a:xfrm>
        </p:grpSpPr>
        <p:sp>
          <p:nvSpPr>
            <p:cNvPr id="7847" name="Google Shape;7847;p64"/>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64"/>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64"/>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64"/>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64"/>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64"/>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3" name="Google Shape;7853;p64"/>
          <p:cNvGrpSpPr/>
          <p:nvPr/>
        </p:nvGrpSpPr>
        <p:grpSpPr>
          <a:xfrm>
            <a:off x="3980125" y="4143132"/>
            <a:ext cx="338281" cy="322657"/>
            <a:chOff x="3994400" y="4299932"/>
            <a:chExt cx="338281" cy="322657"/>
          </a:xfrm>
        </p:grpSpPr>
        <p:sp>
          <p:nvSpPr>
            <p:cNvPr id="7854" name="Google Shape;7854;p64"/>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64"/>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64"/>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64"/>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4"/>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64"/>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64"/>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64"/>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62" name="Google Shape;7862;p64"/>
          <p:cNvSpPr/>
          <p:nvPr/>
        </p:nvSpPr>
        <p:spPr>
          <a:xfrm>
            <a:off x="3686065" y="1808828"/>
            <a:ext cx="48528" cy="24159"/>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64"/>
          <p:cNvSpPr/>
          <p:nvPr/>
        </p:nvSpPr>
        <p:spPr>
          <a:xfrm>
            <a:off x="3686065" y="1808828"/>
            <a:ext cx="33455" cy="219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64" name="Google Shape;7864;p64"/>
          <p:cNvGrpSpPr/>
          <p:nvPr/>
        </p:nvGrpSpPr>
        <p:grpSpPr>
          <a:xfrm>
            <a:off x="3559151" y="1808828"/>
            <a:ext cx="302358" cy="374993"/>
            <a:chOff x="3573426" y="1965628"/>
            <a:chExt cx="302358" cy="374993"/>
          </a:xfrm>
        </p:grpSpPr>
        <p:sp>
          <p:nvSpPr>
            <p:cNvPr id="7865" name="Google Shape;7865;p64"/>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4"/>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64"/>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64"/>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64"/>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4"/>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4"/>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64"/>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64"/>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64"/>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64"/>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4"/>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4"/>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64"/>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64"/>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64"/>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4"/>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4"/>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64"/>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64"/>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4"/>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64"/>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64"/>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4"/>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64"/>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4"/>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4"/>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4"/>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4"/>
            <p:cNvSpPr/>
            <p:nvPr/>
          </p:nvSpPr>
          <p:spPr>
            <a:xfrm>
              <a:off x="3791068" y="2293352"/>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64"/>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64"/>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64"/>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64"/>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4"/>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4"/>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4"/>
            <p:cNvSpPr/>
            <p:nvPr/>
          </p:nvSpPr>
          <p:spPr>
            <a:xfrm>
              <a:off x="3682247" y="2293352"/>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4"/>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4"/>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64"/>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64"/>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4"/>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4"/>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4"/>
            <p:cNvSpPr/>
            <p:nvPr/>
          </p:nvSpPr>
          <p:spPr>
            <a:xfrm>
              <a:off x="3573426" y="2293352"/>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4"/>
            <p:cNvSpPr/>
            <p:nvPr/>
          </p:nvSpPr>
          <p:spPr>
            <a:xfrm>
              <a:off x="3640047" y="2293352"/>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4"/>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64"/>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64"/>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2" name="Google Shape;7912;p64"/>
          <p:cNvGrpSpPr/>
          <p:nvPr/>
        </p:nvGrpSpPr>
        <p:grpSpPr>
          <a:xfrm>
            <a:off x="3499357" y="2751772"/>
            <a:ext cx="355876" cy="331007"/>
            <a:chOff x="3513632" y="2908572"/>
            <a:chExt cx="355876" cy="331007"/>
          </a:xfrm>
        </p:grpSpPr>
        <p:sp>
          <p:nvSpPr>
            <p:cNvPr id="7913" name="Google Shape;7913;p64"/>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4"/>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4"/>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4"/>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4"/>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64"/>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4"/>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4"/>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4"/>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4"/>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4"/>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4"/>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4"/>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4"/>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4"/>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64"/>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9" name="Google Shape;7929;p64"/>
          <p:cNvGrpSpPr/>
          <p:nvPr/>
        </p:nvGrpSpPr>
        <p:grpSpPr>
          <a:xfrm>
            <a:off x="2679808" y="2731630"/>
            <a:ext cx="235762" cy="374756"/>
            <a:chOff x="2694083" y="2888430"/>
            <a:chExt cx="235762" cy="374756"/>
          </a:xfrm>
        </p:grpSpPr>
        <p:sp>
          <p:nvSpPr>
            <p:cNvPr id="7930" name="Google Shape;7930;p64"/>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4"/>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4"/>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64"/>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4"/>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64"/>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64"/>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4"/>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4"/>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9" name="Google Shape;7939;p64"/>
          <p:cNvGrpSpPr/>
          <p:nvPr/>
        </p:nvGrpSpPr>
        <p:grpSpPr>
          <a:xfrm>
            <a:off x="857259" y="4143788"/>
            <a:ext cx="357661" cy="311155"/>
            <a:chOff x="871534" y="4300588"/>
            <a:chExt cx="357661" cy="311155"/>
          </a:xfrm>
        </p:grpSpPr>
        <p:sp>
          <p:nvSpPr>
            <p:cNvPr id="7940" name="Google Shape;7940;p64"/>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64"/>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64"/>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4"/>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64"/>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64"/>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64"/>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4"/>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4"/>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4"/>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64"/>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4"/>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4"/>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64"/>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4"/>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4"/>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64"/>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64"/>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4"/>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4"/>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64"/>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1" name="Google Shape;7961;p64"/>
          <p:cNvGrpSpPr/>
          <p:nvPr/>
        </p:nvGrpSpPr>
        <p:grpSpPr>
          <a:xfrm>
            <a:off x="901744" y="3664806"/>
            <a:ext cx="250100" cy="336785"/>
            <a:chOff x="916019" y="3821606"/>
            <a:chExt cx="250100" cy="336785"/>
          </a:xfrm>
        </p:grpSpPr>
        <p:sp>
          <p:nvSpPr>
            <p:cNvPr id="7962" name="Google Shape;7962;p64"/>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4"/>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64"/>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64"/>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4"/>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64"/>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64"/>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64"/>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64"/>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64"/>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4"/>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4"/>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64"/>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5" name="Google Shape;7975;p64"/>
          <p:cNvGrpSpPr/>
          <p:nvPr/>
        </p:nvGrpSpPr>
        <p:grpSpPr>
          <a:xfrm>
            <a:off x="835411" y="2752770"/>
            <a:ext cx="374730" cy="332504"/>
            <a:chOff x="849686" y="2909570"/>
            <a:chExt cx="374730" cy="332504"/>
          </a:xfrm>
        </p:grpSpPr>
        <p:sp>
          <p:nvSpPr>
            <p:cNvPr id="7976" name="Google Shape;7976;p64"/>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64"/>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64"/>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64"/>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4"/>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4"/>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4"/>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4"/>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64"/>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64"/>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64"/>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7" name="Google Shape;7987;p64"/>
          <p:cNvGrpSpPr/>
          <p:nvPr/>
        </p:nvGrpSpPr>
        <p:grpSpPr>
          <a:xfrm>
            <a:off x="1721292" y="2263441"/>
            <a:ext cx="417718" cy="372866"/>
            <a:chOff x="1735567" y="2420241"/>
            <a:chExt cx="417718" cy="372866"/>
          </a:xfrm>
        </p:grpSpPr>
        <p:sp>
          <p:nvSpPr>
            <p:cNvPr id="7988" name="Google Shape;7988;p64"/>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4"/>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4"/>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64"/>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4"/>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4"/>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4"/>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4"/>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64"/>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64"/>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64"/>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4"/>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0" name="Google Shape;8000;p64"/>
          <p:cNvGrpSpPr/>
          <p:nvPr/>
        </p:nvGrpSpPr>
        <p:grpSpPr>
          <a:xfrm>
            <a:off x="3585043" y="4142790"/>
            <a:ext cx="251098" cy="309028"/>
            <a:chOff x="3599318" y="4299590"/>
            <a:chExt cx="251098" cy="309028"/>
          </a:xfrm>
        </p:grpSpPr>
        <p:sp>
          <p:nvSpPr>
            <p:cNvPr id="8001" name="Google Shape;8001;p64"/>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4"/>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4"/>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4"/>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4"/>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4"/>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7" name="Google Shape;8007;p64"/>
          <p:cNvGrpSpPr/>
          <p:nvPr/>
        </p:nvGrpSpPr>
        <p:grpSpPr>
          <a:xfrm>
            <a:off x="3091723" y="2276440"/>
            <a:ext cx="345818" cy="345056"/>
            <a:chOff x="3105998" y="2433240"/>
            <a:chExt cx="345818" cy="345056"/>
          </a:xfrm>
        </p:grpSpPr>
        <p:sp>
          <p:nvSpPr>
            <p:cNvPr id="8008" name="Google Shape;8008;p64"/>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4"/>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4"/>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4"/>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4"/>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64"/>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64"/>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64"/>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64"/>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4"/>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4"/>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9" name="Google Shape;8019;p64"/>
          <p:cNvGrpSpPr/>
          <p:nvPr/>
        </p:nvGrpSpPr>
        <p:grpSpPr>
          <a:xfrm>
            <a:off x="1723051" y="2743973"/>
            <a:ext cx="374730" cy="350361"/>
            <a:chOff x="1737326" y="2900773"/>
            <a:chExt cx="374730" cy="350361"/>
          </a:xfrm>
        </p:grpSpPr>
        <p:sp>
          <p:nvSpPr>
            <p:cNvPr id="8020" name="Google Shape;8020;p64"/>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64"/>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4"/>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64"/>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64"/>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4"/>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4"/>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4"/>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64"/>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64"/>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64"/>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64"/>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4"/>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4"/>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4"/>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64"/>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64"/>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7" name="Google Shape;8037;p64"/>
          <p:cNvGrpSpPr/>
          <p:nvPr/>
        </p:nvGrpSpPr>
        <p:grpSpPr>
          <a:xfrm>
            <a:off x="3986401" y="1422596"/>
            <a:ext cx="327226" cy="211603"/>
            <a:chOff x="4000676" y="1579396"/>
            <a:chExt cx="327226" cy="211603"/>
          </a:xfrm>
        </p:grpSpPr>
        <p:sp>
          <p:nvSpPr>
            <p:cNvPr id="8038" name="Google Shape;8038;p64"/>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64"/>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4"/>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64"/>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64"/>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64"/>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64"/>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64"/>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64"/>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4"/>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4"/>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64"/>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64"/>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64"/>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64"/>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64"/>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4" name="Google Shape;8054;p64"/>
          <p:cNvGrpSpPr/>
          <p:nvPr/>
        </p:nvGrpSpPr>
        <p:grpSpPr>
          <a:xfrm>
            <a:off x="2621248" y="1358784"/>
            <a:ext cx="371054" cy="336469"/>
            <a:chOff x="2635523" y="1515584"/>
            <a:chExt cx="371054" cy="336469"/>
          </a:xfrm>
        </p:grpSpPr>
        <p:sp>
          <p:nvSpPr>
            <p:cNvPr id="8055" name="Google Shape;8055;p64"/>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64"/>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64"/>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64"/>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64"/>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4"/>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4"/>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2" name="Google Shape;8062;p64"/>
          <p:cNvGrpSpPr/>
          <p:nvPr/>
        </p:nvGrpSpPr>
        <p:grpSpPr>
          <a:xfrm>
            <a:off x="2217632" y="1363931"/>
            <a:ext cx="311627" cy="326569"/>
            <a:chOff x="2231907" y="1520731"/>
            <a:chExt cx="311627" cy="326569"/>
          </a:xfrm>
        </p:grpSpPr>
        <p:sp>
          <p:nvSpPr>
            <p:cNvPr id="8063" name="Google Shape;8063;p64"/>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64"/>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64"/>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4"/>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64"/>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64"/>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64"/>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64"/>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4"/>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64"/>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3" name="Google Shape;8073;p64"/>
          <p:cNvGrpSpPr/>
          <p:nvPr/>
        </p:nvGrpSpPr>
        <p:grpSpPr>
          <a:xfrm>
            <a:off x="1325974" y="4144733"/>
            <a:ext cx="311890" cy="304695"/>
            <a:chOff x="1340249" y="4301533"/>
            <a:chExt cx="311890" cy="304695"/>
          </a:xfrm>
        </p:grpSpPr>
        <p:sp>
          <p:nvSpPr>
            <p:cNvPr id="8074" name="Google Shape;8074;p64"/>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64"/>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64"/>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64"/>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64"/>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64"/>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4"/>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64"/>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4"/>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4"/>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64"/>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64"/>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64"/>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64"/>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8" name="Google Shape;8088;p64"/>
          <p:cNvGrpSpPr/>
          <p:nvPr/>
        </p:nvGrpSpPr>
        <p:grpSpPr>
          <a:xfrm>
            <a:off x="1316415" y="3220224"/>
            <a:ext cx="306874" cy="332268"/>
            <a:chOff x="1330690" y="3377024"/>
            <a:chExt cx="306874" cy="332268"/>
          </a:xfrm>
        </p:grpSpPr>
        <p:sp>
          <p:nvSpPr>
            <p:cNvPr id="8089" name="Google Shape;8089;p64"/>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64"/>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64"/>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64"/>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4"/>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64"/>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64"/>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64"/>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4"/>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64"/>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64"/>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64"/>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64"/>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64"/>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64"/>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64"/>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64"/>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4"/>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4"/>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8" name="Google Shape;8108;p64"/>
          <p:cNvGrpSpPr/>
          <p:nvPr/>
        </p:nvGrpSpPr>
        <p:grpSpPr>
          <a:xfrm>
            <a:off x="2636322" y="3224977"/>
            <a:ext cx="341511" cy="324994"/>
            <a:chOff x="2650597" y="3381777"/>
            <a:chExt cx="341511" cy="324994"/>
          </a:xfrm>
        </p:grpSpPr>
        <p:sp>
          <p:nvSpPr>
            <p:cNvPr id="8109" name="Google Shape;8109;p64"/>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64"/>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64"/>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64"/>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4"/>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4"/>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64"/>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64"/>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4"/>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4"/>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64"/>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4"/>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64"/>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64"/>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64"/>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64"/>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64"/>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4"/>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4"/>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64"/>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4"/>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4"/>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4"/>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4"/>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64"/>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64"/>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4"/>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64"/>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64"/>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64"/>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64"/>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64"/>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4"/>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4"/>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4"/>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4" name="Google Shape;8144;p64"/>
          <p:cNvGrpSpPr/>
          <p:nvPr/>
        </p:nvGrpSpPr>
        <p:grpSpPr>
          <a:xfrm>
            <a:off x="1281227" y="2280562"/>
            <a:ext cx="402645" cy="323917"/>
            <a:chOff x="1295502" y="2437362"/>
            <a:chExt cx="402645" cy="323917"/>
          </a:xfrm>
        </p:grpSpPr>
        <p:sp>
          <p:nvSpPr>
            <p:cNvPr id="8145" name="Google Shape;8145;p64"/>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64"/>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4"/>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4"/>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64"/>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4"/>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4"/>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4"/>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4"/>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4"/>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64"/>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64"/>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4"/>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4"/>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4"/>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4"/>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1" name="Google Shape;8161;p64"/>
          <p:cNvGrpSpPr/>
          <p:nvPr/>
        </p:nvGrpSpPr>
        <p:grpSpPr>
          <a:xfrm>
            <a:off x="868315" y="2281560"/>
            <a:ext cx="337310" cy="337047"/>
            <a:chOff x="882590" y="2438360"/>
            <a:chExt cx="337310" cy="337047"/>
          </a:xfrm>
        </p:grpSpPr>
        <p:sp>
          <p:nvSpPr>
            <p:cNvPr id="8162" name="Google Shape;8162;p64"/>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4"/>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4"/>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64"/>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4"/>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4"/>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4"/>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4"/>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4"/>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64"/>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64"/>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4"/>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64"/>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64"/>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64"/>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64"/>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4"/>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4"/>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64"/>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64"/>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4"/>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64"/>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4"/>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4"/>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6" name="Google Shape;8186;p64"/>
          <p:cNvGrpSpPr/>
          <p:nvPr/>
        </p:nvGrpSpPr>
        <p:grpSpPr>
          <a:xfrm>
            <a:off x="856498" y="3201185"/>
            <a:ext cx="342824" cy="351228"/>
            <a:chOff x="870773" y="3357985"/>
            <a:chExt cx="342824" cy="351228"/>
          </a:xfrm>
        </p:grpSpPr>
        <p:sp>
          <p:nvSpPr>
            <p:cNvPr id="8187" name="Google Shape;8187;p64"/>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4"/>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4"/>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64"/>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64"/>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64"/>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64"/>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4"/>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5" name="Google Shape;8195;p64"/>
          <p:cNvGrpSpPr/>
          <p:nvPr/>
        </p:nvGrpSpPr>
        <p:grpSpPr>
          <a:xfrm>
            <a:off x="2728809" y="4142790"/>
            <a:ext cx="159372" cy="308896"/>
            <a:chOff x="2743084" y="4299590"/>
            <a:chExt cx="159372" cy="308896"/>
          </a:xfrm>
        </p:grpSpPr>
        <p:sp>
          <p:nvSpPr>
            <p:cNvPr id="8196" name="Google Shape;8196;p64"/>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64"/>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4"/>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4"/>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64"/>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4"/>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4"/>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4"/>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4"/>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4"/>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4"/>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64"/>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4"/>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4"/>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64"/>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1" name="Google Shape;8211;p64"/>
          <p:cNvGrpSpPr/>
          <p:nvPr/>
        </p:nvGrpSpPr>
        <p:grpSpPr>
          <a:xfrm>
            <a:off x="1279231" y="2782916"/>
            <a:ext cx="374730" cy="272211"/>
            <a:chOff x="1293506" y="2939716"/>
            <a:chExt cx="374730" cy="272211"/>
          </a:xfrm>
        </p:grpSpPr>
        <p:sp>
          <p:nvSpPr>
            <p:cNvPr id="8212" name="Google Shape;8212;p64"/>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4"/>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4"/>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64"/>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64"/>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4"/>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4"/>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4"/>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4"/>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4"/>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4"/>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4"/>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64"/>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64"/>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64"/>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4"/>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4"/>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4"/>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4"/>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4"/>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64"/>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64"/>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4"/>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4"/>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64"/>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64"/>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64"/>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64"/>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64"/>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64"/>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2" name="Google Shape;8242;p64"/>
          <p:cNvGrpSpPr/>
          <p:nvPr/>
        </p:nvGrpSpPr>
        <p:grpSpPr>
          <a:xfrm>
            <a:off x="2185963" y="4132365"/>
            <a:ext cx="374756" cy="329300"/>
            <a:chOff x="2200238" y="4289165"/>
            <a:chExt cx="374756" cy="329300"/>
          </a:xfrm>
        </p:grpSpPr>
        <p:sp>
          <p:nvSpPr>
            <p:cNvPr id="8243" name="Google Shape;8243;p64"/>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64"/>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64"/>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4"/>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4"/>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64"/>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64"/>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64"/>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64"/>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64"/>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4"/>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4"/>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64"/>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64"/>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64"/>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4"/>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64"/>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64"/>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64"/>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64"/>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4"/>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4"/>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5" name="Google Shape;8265;p64"/>
          <p:cNvGrpSpPr/>
          <p:nvPr/>
        </p:nvGrpSpPr>
        <p:grpSpPr>
          <a:xfrm>
            <a:off x="3116092" y="4167685"/>
            <a:ext cx="297342" cy="258871"/>
            <a:chOff x="3130367" y="4324485"/>
            <a:chExt cx="297342" cy="258871"/>
          </a:xfrm>
        </p:grpSpPr>
        <p:sp>
          <p:nvSpPr>
            <p:cNvPr id="8266" name="Google Shape;8266;p64"/>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64"/>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64"/>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4"/>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4"/>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64"/>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4"/>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64"/>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64"/>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64"/>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64"/>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4"/>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64"/>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64"/>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64"/>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4"/>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4"/>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64"/>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64"/>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4"/>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4"/>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64"/>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64"/>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9" name="Google Shape;8289;p64"/>
          <p:cNvGrpSpPr/>
          <p:nvPr/>
        </p:nvGrpSpPr>
        <p:grpSpPr>
          <a:xfrm>
            <a:off x="3046477" y="2746809"/>
            <a:ext cx="390565" cy="359578"/>
            <a:chOff x="3060752" y="2903609"/>
            <a:chExt cx="390565" cy="359578"/>
          </a:xfrm>
        </p:grpSpPr>
        <p:sp>
          <p:nvSpPr>
            <p:cNvPr id="8290" name="Google Shape;8290;p64"/>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64"/>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64"/>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64"/>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4"/>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4"/>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4"/>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4"/>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4"/>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4"/>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4"/>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4"/>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4"/>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64"/>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64"/>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64"/>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64"/>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64"/>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4"/>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4"/>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64"/>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64"/>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4"/>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4"/>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64"/>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4"/>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64"/>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64"/>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64"/>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64"/>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64"/>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64"/>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4"/>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4"/>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4" name="Google Shape;8324;p64"/>
          <p:cNvGrpSpPr/>
          <p:nvPr/>
        </p:nvGrpSpPr>
        <p:grpSpPr>
          <a:xfrm>
            <a:off x="6216451" y="3658649"/>
            <a:ext cx="364673" cy="339804"/>
            <a:chOff x="6221064" y="3811049"/>
            <a:chExt cx="364673" cy="339804"/>
          </a:xfrm>
        </p:grpSpPr>
        <p:sp>
          <p:nvSpPr>
            <p:cNvPr id="8325" name="Google Shape;8325;p64"/>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64"/>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64"/>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64"/>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64"/>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64"/>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4"/>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4"/>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4"/>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64"/>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64"/>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64"/>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64"/>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64"/>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64"/>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0" name="Google Shape;8340;p64"/>
          <p:cNvGrpSpPr/>
          <p:nvPr/>
        </p:nvGrpSpPr>
        <p:grpSpPr>
          <a:xfrm>
            <a:off x="5761812" y="4122795"/>
            <a:ext cx="358160" cy="356926"/>
            <a:chOff x="5766424" y="4275195"/>
            <a:chExt cx="358160" cy="356926"/>
          </a:xfrm>
        </p:grpSpPr>
        <p:sp>
          <p:nvSpPr>
            <p:cNvPr id="8341" name="Google Shape;8341;p64"/>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4"/>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64"/>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64"/>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64"/>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64"/>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64"/>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4"/>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4"/>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0" name="Google Shape;8350;p64"/>
          <p:cNvGrpSpPr/>
          <p:nvPr/>
        </p:nvGrpSpPr>
        <p:grpSpPr>
          <a:xfrm>
            <a:off x="4880448" y="1366388"/>
            <a:ext cx="385786" cy="342588"/>
            <a:chOff x="4885060" y="1518788"/>
            <a:chExt cx="385786" cy="342588"/>
          </a:xfrm>
        </p:grpSpPr>
        <p:sp>
          <p:nvSpPr>
            <p:cNvPr id="8351" name="Google Shape;8351;p64"/>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4"/>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64"/>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64"/>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4"/>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4"/>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64"/>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64"/>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4"/>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64"/>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64"/>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64"/>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64"/>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64"/>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64"/>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4"/>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64"/>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64"/>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64"/>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0" name="Google Shape;8370;p64"/>
          <p:cNvGrpSpPr/>
          <p:nvPr/>
        </p:nvGrpSpPr>
        <p:grpSpPr>
          <a:xfrm>
            <a:off x="5389865" y="1362133"/>
            <a:ext cx="249076" cy="351096"/>
            <a:chOff x="5394478" y="1514533"/>
            <a:chExt cx="249076" cy="351096"/>
          </a:xfrm>
        </p:grpSpPr>
        <p:sp>
          <p:nvSpPr>
            <p:cNvPr id="8371" name="Google Shape;8371;p64"/>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64"/>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4"/>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4"/>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64"/>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64"/>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64"/>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4"/>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4"/>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4"/>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64"/>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64"/>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64"/>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64"/>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64"/>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4"/>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64"/>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64"/>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4"/>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64"/>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1" name="Google Shape;8391;p64"/>
          <p:cNvGrpSpPr/>
          <p:nvPr/>
        </p:nvGrpSpPr>
        <p:grpSpPr>
          <a:xfrm>
            <a:off x="5777647" y="1359612"/>
            <a:ext cx="356138" cy="356138"/>
            <a:chOff x="5782259" y="1512012"/>
            <a:chExt cx="356138" cy="356138"/>
          </a:xfrm>
        </p:grpSpPr>
        <p:sp>
          <p:nvSpPr>
            <p:cNvPr id="8392" name="Google Shape;8392;p64"/>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64"/>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4"/>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4"/>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4"/>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64"/>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4"/>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4"/>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4"/>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4"/>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4"/>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3" name="Google Shape;8403;p64"/>
          <p:cNvGrpSpPr/>
          <p:nvPr/>
        </p:nvGrpSpPr>
        <p:grpSpPr>
          <a:xfrm>
            <a:off x="6224986" y="1365652"/>
            <a:ext cx="343560" cy="343822"/>
            <a:chOff x="6229598" y="1518052"/>
            <a:chExt cx="343560" cy="343822"/>
          </a:xfrm>
        </p:grpSpPr>
        <p:sp>
          <p:nvSpPr>
            <p:cNvPr id="8404" name="Google Shape;8404;p64"/>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4"/>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4"/>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4"/>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64"/>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64"/>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4"/>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4"/>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4"/>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4"/>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4"/>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4"/>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4"/>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4"/>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4"/>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4"/>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4"/>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4"/>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4"/>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3" name="Google Shape;8423;p64"/>
          <p:cNvGrpSpPr/>
          <p:nvPr/>
        </p:nvGrpSpPr>
        <p:grpSpPr>
          <a:xfrm>
            <a:off x="6665287" y="1353074"/>
            <a:ext cx="345083" cy="369216"/>
            <a:chOff x="6669900" y="1505474"/>
            <a:chExt cx="345083" cy="369216"/>
          </a:xfrm>
        </p:grpSpPr>
        <p:sp>
          <p:nvSpPr>
            <p:cNvPr id="8424" name="Google Shape;8424;p64"/>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4"/>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4"/>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4"/>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4"/>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4"/>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4"/>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4"/>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64"/>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64"/>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4"/>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4"/>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4"/>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64"/>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4"/>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4"/>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64"/>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4"/>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4"/>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4"/>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4"/>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4"/>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6" name="Google Shape;8446;p64"/>
          <p:cNvGrpSpPr/>
          <p:nvPr/>
        </p:nvGrpSpPr>
        <p:grpSpPr>
          <a:xfrm>
            <a:off x="7112390" y="1365600"/>
            <a:ext cx="333003" cy="344085"/>
            <a:chOff x="7117003" y="1518000"/>
            <a:chExt cx="333003" cy="344085"/>
          </a:xfrm>
        </p:grpSpPr>
        <p:sp>
          <p:nvSpPr>
            <p:cNvPr id="8447" name="Google Shape;8447;p64"/>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4"/>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4"/>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4"/>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4"/>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4"/>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4"/>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4"/>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4"/>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64"/>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4"/>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4"/>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4"/>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4"/>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64"/>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4"/>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4"/>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4"/>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64"/>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4"/>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4"/>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4"/>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4"/>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64"/>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64"/>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4"/>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4"/>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4"/>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64"/>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4"/>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64"/>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4"/>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4"/>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4"/>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4"/>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4"/>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4"/>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4"/>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5" name="Google Shape;8485;p64"/>
          <p:cNvGrpSpPr/>
          <p:nvPr/>
        </p:nvGrpSpPr>
        <p:grpSpPr>
          <a:xfrm>
            <a:off x="7551431" y="1347559"/>
            <a:ext cx="337283" cy="380192"/>
            <a:chOff x="7556043" y="1499959"/>
            <a:chExt cx="337283" cy="380192"/>
          </a:xfrm>
        </p:grpSpPr>
        <p:sp>
          <p:nvSpPr>
            <p:cNvPr id="8486" name="Google Shape;8486;p64"/>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64"/>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64"/>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64"/>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64"/>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4"/>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4"/>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64"/>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4"/>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4"/>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4"/>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4"/>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4"/>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4"/>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0" name="Google Shape;8500;p64"/>
          <p:cNvGrpSpPr/>
          <p:nvPr/>
        </p:nvGrpSpPr>
        <p:grpSpPr>
          <a:xfrm>
            <a:off x="4859833" y="3187807"/>
            <a:ext cx="395607" cy="387414"/>
            <a:chOff x="4864446" y="3340207"/>
            <a:chExt cx="395607" cy="387414"/>
          </a:xfrm>
        </p:grpSpPr>
        <p:sp>
          <p:nvSpPr>
            <p:cNvPr id="8501" name="Google Shape;8501;p64"/>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64"/>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64"/>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4"/>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64"/>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4"/>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64"/>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64"/>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64"/>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64"/>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64"/>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64"/>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64"/>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4"/>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64"/>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64"/>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4"/>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64"/>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64"/>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64"/>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64"/>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4"/>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4"/>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4"/>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4"/>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6" name="Google Shape;8526;p64"/>
          <p:cNvGrpSpPr/>
          <p:nvPr/>
        </p:nvGrpSpPr>
        <p:grpSpPr>
          <a:xfrm>
            <a:off x="5298375" y="3237439"/>
            <a:ext cx="394609" cy="286523"/>
            <a:chOff x="5302988" y="3389839"/>
            <a:chExt cx="394609" cy="286523"/>
          </a:xfrm>
        </p:grpSpPr>
        <p:sp>
          <p:nvSpPr>
            <p:cNvPr id="8527" name="Google Shape;8527;p64"/>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64"/>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64"/>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4"/>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4"/>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4"/>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4"/>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4"/>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64"/>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4"/>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4"/>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64"/>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4"/>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4"/>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4"/>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64"/>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4"/>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4"/>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4"/>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64"/>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64"/>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64"/>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64"/>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64"/>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64"/>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4"/>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4"/>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4"/>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4"/>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4"/>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4"/>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4"/>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4"/>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60" name="Google Shape;8560;p64"/>
          <p:cNvSpPr/>
          <p:nvPr/>
        </p:nvSpPr>
        <p:spPr>
          <a:xfrm>
            <a:off x="5736419" y="3465113"/>
            <a:ext cx="25157" cy="62866"/>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61" name="Google Shape;8561;p64"/>
          <p:cNvGrpSpPr/>
          <p:nvPr/>
        </p:nvGrpSpPr>
        <p:grpSpPr>
          <a:xfrm>
            <a:off x="5736419" y="3233657"/>
            <a:ext cx="394609" cy="294585"/>
            <a:chOff x="5741031" y="3386057"/>
            <a:chExt cx="394609" cy="294585"/>
          </a:xfrm>
        </p:grpSpPr>
        <p:sp>
          <p:nvSpPr>
            <p:cNvPr id="8562" name="Google Shape;8562;p64"/>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4"/>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4"/>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4"/>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4"/>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4"/>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4"/>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64"/>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4"/>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64"/>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64"/>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64"/>
            <p:cNvSpPr/>
            <p:nvPr/>
          </p:nvSpPr>
          <p:spPr>
            <a:xfrm>
              <a:off x="5772202" y="3492122"/>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4"/>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4"/>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64"/>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64"/>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4"/>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4"/>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4"/>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4"/>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4"/>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64"/>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64"/>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64"/>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4"/>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4"/>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64"/>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64"/>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4"/>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64"/>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92" name="Google Shape;8592;p64"/>
          <p:cNvSpPr/>
          <p:nvPr/>
        </p:nvSpPr>
        <p:spPr>
          <a:xfrm>
            <a:off x="6555704" y="3412357"/>
            <a:ext cx="13366" cy="86711"/>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3" name="Google Shape;8593;p64"/>
          <p:cNvGrpSpPr/>
          <p:nvPr/>
        </p:nvGrpSpPr>
        <p:grpSpPr>
          <a:xfrm>
            <a:off x="6174462" y="3216326"/>
            <a:ext cx="394609" cy="328749"/>
            <a:chOff x="6179074" y="3368726"/>
            <a:chExt cx="394609" cy="328749"/>
          </a:xfrm>
        </p:grpSpPr>
        <p:sp>
          <p:nvSpPr>
            <p:cNvPr id="8594" name="Google Shape;8594;p64"/>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64"/>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4"/>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4"/>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64"/>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4"/>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4"/>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64"/>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4"/>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64"/>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64"/>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4"/>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64"/>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64"/>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64"/>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4"/>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64"/>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64"/>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64"/>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4"/>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4"/>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4"/>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64"/>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64"/>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64"/>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4"/>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64"/>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64"/>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64"/>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64"/>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4"/>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4"/>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64"/>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64"/>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64"/>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64"/>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4"/>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64"/>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64"/>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64"/>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64"/>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4"/>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4"/>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4"/>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4"/>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4"/>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64"/>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64"/>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64"/>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64"/>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64"/>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64"/>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4"/>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4"/>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4"/>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4"/>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4"/>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64"/>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64"/>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4"/>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64"/>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64"/>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64"/>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64"/>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64"/>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64"/>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4"/>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64"/>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64"/>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4"/>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64"/>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4"/>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64"/>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64"/>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64"/>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64"/>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64"/>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4"/>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4"/>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4"/>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4"/>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64"/>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64"/>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7" name="Google Shape;8677;p64"/>
          <p:cNvGrpSpPr/>
          <p:nvPr/>
        </p:nvGrpSpPr>
        <p:grpSpPr>
          <a:xfrm>
            <a:off x="7050311" y="3215328"/>
            <a:ext cx="394583" cy="331007"/>
            <a:chOff x="7054924" y="3367728"/>
            <a:chExt cx="394583" cy="331007"/>
          </a:xfrm>
        </p:grpSpPr>
        <p:sp>
          <p:nvSpPr>
            <p:cNvPr id="8678" name="Google Shape;8678;p64"/>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4"/>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4"/>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64"/>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4"/>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64"/>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64"/>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4"/>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4"/>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4"/>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64"/>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64"/>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4"/>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64"/>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64"/>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3" name="Google Shape;8693;p64"/>
          <p:cNvGrpSpPr/>
          <p:nvPr/>
        </p:nvGrpSpPr>
        <p:grpSpPr>
          <a:xfrm>
            <a:off x="7488354" y="3209025"/>
            <a:ext cx="394583" cy="343586"/>
            <a:chOff x="7492967" y="3361425"/>
            <a:chExt cx="394583" cy="343586"/>
          </a:xfrm>
        </p:grpSpPr>
        <p:sp>
          <p:nvSpPr>
            <p:cNvPr id="8694" name="Google Shape;8694;p64"/>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64"/>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4"/>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4"/>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64"/>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64"/>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64"/>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64"/>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64"/>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64"/>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64"/>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64"/>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64"/>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64"/>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64"/>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64"/>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64"/>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64"/>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64"/>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64"/>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64"/>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64"/>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4"/>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7" name="Google Shape;8717;p64"/>
          <p:cNvGrpSpPr/>
          <p:nvPr/>
        </p:nvGrpSpPr>
        <p:grpSpPr>
          <a:xfrm>
            <a:off x="7930914" y="3200754"/>
            <a:ext cx="385287" cy="360156"/>
            <a:chOff x="7935527" y="3353154"/>
            <a:chExt cx="385287" cy="360156"/>
          </a:xfrm>
        </p:grpSpPr>
        <p:sp>
          <p:nvSpPr>
            <p:cNvPr id="8718" name="Google Shape;8718;p64"/>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64"/>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64"/>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64"/>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4"/>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4"/>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64"/>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64"/>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64"/>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64"/>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64"/>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64"/>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0" name="Google Shape;8730;p64"/>
          <p:cNvGrpSpPr/>
          <p:nvPr/>
        </p:nvGrpSpPr>
        <p:grpSpPr>
          <a:xfrm>
            <a:off x="5315208" y="1833842"/>
            <a:ext cx="348103" cy="348103"/>
            <a:chOff x="5319821" y="1986242"/>
            <a:chExt cx="348103" cy="348103"/>
          </a:xfrm>
        </p:grpSpPr>
        <p:sp>
          <p:nvSpPr>
            <p:cNvPr id="8731" name="Google Shape;8731;p64"/>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64"/>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4"/>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64"/>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64"/>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64"/>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64"/>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64"/>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64"/>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64"/>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64"/>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64"/>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4"/>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4"/>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64"/>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64"/>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4"/>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4"/>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4"/>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64"/>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64"/>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64"/>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64"/>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4"/>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64"/>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64"/>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4"/>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4"/>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4"/>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64"/>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64"/>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64"/>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4"/>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64"/>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64"/>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64"/>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64"/>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8" name="Google Shape;8768;p64"/>
          <p:cNvGrpSpPr/>
          <p:nvPr/>
        </p:nvGrpSpPr>
        <p:grpSpPr>
          <a:xfrm>
            <a:off x="5761313" y="1824283"/>
            <a:ext cx="348339" cy="348103"/>
            <a:chOff x="5765926" y="1976683"/>
            <a:chExt cx="348339" cy="348103"/>
          </a:xfrm>
        </p:grpSpPr>
        <p:sp>
          <p:nvSpPr>
            <p:cNvPr id="8769" name="Google Shape;8769;p64"/>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64"/>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4"/>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64"/>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64"/>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64"/>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64"/>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4"/>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4"/>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4"/>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4"/>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64"/>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64"/>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4"/>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3" name="Google Shape;8783;p64"/>
          <p:cNvGrpSpPr/>
          <p:nvPr/>
        </p:nvGrpSpPr>
        <p:grpSpPr>
          <a:xfrm>
            <a:off x="6186778" y="1829089"/>
            <a:ext cx="389068" cy="347787"/>
            <a:chOff x="6191390" y="1981489"/>
            <a:chExt cx="389068" cy="347787"/>
          </a:xfrm>
        </p:grpSpPr>
        <p:sp>
          <p:nvSpPr>
            <p:cNvPr id="8784" name="Google Shape;8784;p64"/>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4"/>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4"/>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4"/>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4"/>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64"/>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4"/>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1" name="Google Shape;8791;p64"/>
          <p:cNvGrpSpPr/>
          <p:nvPr/>
        </p:nvGrpSpPr>
        <p:grpSpPr>
          <a:xfrm>
            <a:off x="6653234" y="1855191"/>
            <a:ext cx="348103" cy="295714"/>
            <a:chOff x="6657846" y="2007591"/>
            <a:chExt cx="348103" cy="295714"/>
          </a:xfrm>
        </p:grpSpPr>
        <p:sp>
          <p:nvSpPr>
            <p:cNvPr id="8792" name="Google Shape;8792;p64"/>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64"/>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64"/>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64"/>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4"/>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4"/>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64"/>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64"/>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64"/>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4"/>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4"/>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64"/>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64"/>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64"/>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64"/>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4"/>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4"/>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4"/>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64"/>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4"/>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4"/>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64"/>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4"/>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64"/>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64"/>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4"/>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8" name="Google Shape;8818;p64"/>
          <p:cNvGrpSpPr/>
          <p:nvPr/>
        </p:nvGrpSpPr>
        <p:grpSpPr>
          <a:xfrm>
            <a:off x="7099575" y="1819504"/>
            <a:ext cx="347341" cy="348103"/>
            <a:chOff x="7104188" y="1971904"/>
            <a:chExt cx="347341" cy="348103"/>
          </a:xfrm>
        </p:grpSpPr>
        <p:sp>
          <p:nvSpPr>
            <p:cNvPr id="8819" name="Google Shape;8819;p64"/>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64"/>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64"/>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4"/>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4"/>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4"/>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64"/>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64"/>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64"/>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4"/>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4"/>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64"/>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4"/>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4"/>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4"/>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64"/>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4"/>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4"/>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4"/>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64"/>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4"/>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4"/>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64"/>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4"/>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4"/>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64"/>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64"/>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4"/>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4"/>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64"/>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9" name="Google Shape;8849;p64"/>
          <p:cNvGrpSpPr/>
          <p:nvPr/>
        </p:nvGrpSpPr>
        <p:grpSpPr>
          <a:xfrm>
            <a:off x="7546652" y="1819504"/>
            <a:ext cx="344321" cy="348155"/>
            <a:chOff x="7551264" y="1971904"/>
            <a:chExt cx="344321" cy="348155"/>
          </a:xfrm>
        </p:grpSpPr>
        <p:sp>
          <p:nvSpPr>
            <p:cNvPr id="8850" name="Google Shape;8850;p64"/>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64"/>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4"/>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4"/>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4"/>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4"/>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64"/>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4"/>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4"/>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64"/>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64"/>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4"/>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4"/>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4"/>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64"/>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4"/>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64"/>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64"/>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4"/>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9" name="Google Shape;8869;p64"/>
          <p:cNvGrpSpPr/>
          <p:nvPr/>
        </p:nvGrpSpPr>
        <p:grpSpPr>
          <a:xfrm>
            <a:off x="7988214" y="1365390"/>
            <a:ext cx="317431" cy="344584"/>
            <a:chOff x="7992826" y="1517790"/>
            <a:chExt cx="317431" cy="344584"/>
          </a:xfrm>
        </p:grpSpPr>
        <p:sp>
          <p:nvSpPr>
            <p:cNvPr id="8870" name="Google Shape;8870;p64"/>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4"/>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4"/>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64"/>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64"/>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4"/>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4"/>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4"/>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4"/>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4"/>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4"/>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4"/>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4"/>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4"/>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4"/>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4"/>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4"/>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7" name="Google Shape;8887;p64"/>
          <p:cNvGrpSpPr/>
          <p:nvPr/>
        </p:nvGrpSpPr>
        <p:grpSpPr>
          <a:xfrm>
            <a:off x="7987452" y="1819504"/>
            <a:ext cx="351621" cy="348103"/>
            <a:chOff x="7992065" y="1971904"/>
            <a:chExt cx="351621" cy="348103"/>
          </a:xfrm>
        </p:grpSpPr>
        <p:sp>
          <p:nvSpPr>
            <p:cNvPr id="8888" name="Google Shape;8888;p64"/>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4"/>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4"/>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4"/>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4"/>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4"/>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4"/>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4"/>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4"/>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64"/>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4"/>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4"/>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4"/>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4"/>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4"/>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3" name="Google Shape;8903;p64"/>
          <p:cNvGrpSpPr/>
          <p:nvPr/>
        </p:nvGrpSpPr>
        <p:grpSpPr>
          <a:xfrm>
            <a:off x="4906576" y="3641055"/>
            <a:ext cx="296580" cy="364935"/>
            <a:chOff x="4911189" y="3793455"/>
            <a:chExt cx="296580" cy="364935"/>
          </a:xfrm>
        </p:grpSpPr>
        <p:sp>
          <p:nvSpPr>
            <p:cNvPr id="8904" name="Google Shape;8904;p64"/>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4"/>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4"/>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4"/>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4"/>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4"/>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4"/>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4"/>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4"/>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4"/>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4"/>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4"/>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4"/>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4"/>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4"/>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64"/>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64"/>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4"/>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4"/>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4"/>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4" name="Google Shape;8924;p64"/>
          <p:cNvGrpSpPr/>
          <p:nvPr/>
        </p:nvGrpSpPr>
        <p:grpSpPr>
          <a:xfrm>
            <a:off x="5336820" y="3640871"/>
            <a:ext cx="330272" cy="329117"/>
            <a:chOff x="5341433" y="3793271"/>
            <a:chExt cx="330272" cy="329117"/>
          </a:xfrm>
        </p:grpSpPr>
        <p:sp>
          <p:nvSpPr>
            <p:cNvPr id="8925" name="Google Shape;8925;p64"/>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4"/>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4"/>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4"/>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4"/>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64"/>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64"/>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4"/>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4"/>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4"/>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4"/>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4"/>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4"/>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4"/>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4"/>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4"/>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64"/>
          <p:cNvGrpSpPr/>
          <p:nvPr/>
        </p:nvGrpSpPr>
        <p:grpSpPr>
          <a:xfrm>
            <a:off x="5739438" y="3613850"/>
            <a:ext cx="428511" cy="383186"/>
            <a:chOff x="5744051" y="3766250"/>
            <a:chExt cx="428511" cy="383186"/>
          </a:xfrm>
        </p:grpSpPr>
        <p:sp>
          <p:nvSpPr>
            <p:cNvPr id="8942" name="Google Shape;8942;p64"/>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4"/>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4"/>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4"/>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4"/>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4"/>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4"/>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4"/>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4"/>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4"/>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4"/>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4"/>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4"/>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4"/>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4"/>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4"/>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4"/>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9" name="Google Shape;8959;p64"/>
          <p:cNvGrpSpPr/>
          <p:nvPr/>
        </p:nvGrpSpPr>
        <p:grpSpPr>
          <a:xfrm>
            <a:off x="6674084" y="3640924"/>
            <a:ext cx="342824" cy="328985"/>
            <a:chOff x="6678697" y="3793324"/>
            <a:chExt cx="342824" cy="328985"/>
          </a:xfrm>
        </p:grpSpPr>
        <p:sp>
          <p:nvSpPr>
            <p:cNvPr id="8960" name="Google Shape;8960;p64"/>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4"/>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4"/>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4"/>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4"/>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4"/>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4"/>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4"/>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8" name="Google Shape;8968;p64"/>
          <p:cNvGrpSpPr/>
          <p:nvPr/>
        </p:nvGrpSpPr>
        <p:grpSpPr>
          <a:xfrm>
            <a:off x="7097291" y="3609622"/>
            <a:ext cx="398627" cy="392088"/>
            <a:chOff x="7101903" y="3762022"/>
            <a:chExt cx="398627" cy="392088"/>
          </a:xfrm>
        </p:grpSpPr>
        <p:sp>
          <p:nvSpPr>
            <p:cNvPr id="8969" name="Google Shape;8969;p64"/>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4"/>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4"/>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4"/>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4"/>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4"/>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4"/>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4"/>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4"/>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4"/>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4"/>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4"/>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4"/>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4"/>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4"/>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4"/>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4"/>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4"/>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7" name="Google Shape;8987;p64"/>
          <p:cNvGrpSpPr/>
          <p:nvPr/>
        </p:nvGrpSpPr>
        <p:grpSpPr>
          <a:xfrm>
            <a:off x="7536857" y="3641055"/>
            <a:ext cx="407897" cy="328985"/>
            <a:chOff x="7541469" y="3793455"/>
            <a:chExt cx="407897" cy="328985"/>
          </a:xfrm>
        </p:grpSpPr>
        <p:sp>
          <p:nvSpPr>
            <p:cNvPr id="8988" name="Google Shape;8988;p64"/>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4"/>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4"/>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4"/>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4"/>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64"/>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4"/>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4"/>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4"/>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4"/>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4"/>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4"/>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4"/>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4"/>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4"/>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4"/>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4"/>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4"/>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4"/>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4"/>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4"/>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4"/>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4"/>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4"/>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4"/>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4"/>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4"/>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4"/>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4"/>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4"/>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8" name="Google Shape;9018;p64"/>
          <p:cNvGrpSpPr/>
          <p:nvPr/>
        </p:nvGrpSpPr>
        <p:grpSpPr>
          <a:xfrm>
            <a:off x="5305676" y="2803912"/>
            <a:ext cx="432292" cy="264412"/>
            <a:chOff x="5310288" y="2956312"/>
            <a:chExt cx="432292" cy="264412"/>
          </a:xfrm>
        </p:grpSpPr>
        <p:sp>
          <p:nvSpPr>
            <p:cNvPr id="9019" name="Google Shape;9019;p64"/>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4"/>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4"/>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4"/>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4"/>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4"/>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4"/>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4"/>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4"/>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4"/>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64"/>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64"/>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4"/>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4"/>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4"/>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4"/>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4"/>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64"/>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4"/>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4"/>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4"/>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4"/>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4"/>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4"/>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4"/>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4"/>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4"/>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6" name="Google Shape;9046;p64"/>
          <p:cNvGrpSpPr/>
          <p:nvPr/>
        </p:nvGrpSpPr>
        <p:grpSpPr>
          <a:xfrm>
            <a:off x="4874434" y="2279920"/>
            <a:ext cx="398075" cy="340303"/>
            <a:chOff x="4879047" y="2432320"/>
            <a:chExt cx="398075" cy="340303"/>
          </a:xfrm>
        </p:grpSpPr>
        <p:sp>
          <p:nvSpPr>
            <p:cNvPr id="9047" name="Google Shape;9047;p64"/>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4"/>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4"/>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4"/>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4"/>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4"/>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4"/>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4"/>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4"/>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4"/>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4"/>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64"/>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4"/>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4"/>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4"/>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4"/>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64"/>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64"/>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4"/>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4"/>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4"/>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4"/>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4"/>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4"/>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4"/>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4"/>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3" name="Google Shape;9073;p64"/>
          <p:cNvGrpSpPr/>
          <p:nvPr/>
        </p:nvGrpSpPr>
        <p:grpSpPr>
          <a:xfrm>
            <a:off x="5384088" y="2241423"/>
            <a:ext cx="280982" cy="395896"/>
            <a:chOff x="5388701" y="2393823"/>
            <a:chExt cx="280982" cy="395896"/>
          </a:xfrm>
        </p:grpSpPr>
        <p:sp>
          <p:nvSpPr>
            <p:cNvPr id="9074" name="Google Shape;9074;p64"/>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64"/>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4"/>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4"/>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4"/>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4"/>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4"/>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4"/>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4"/>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64"/>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4"/>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4"/>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4"/>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4"/>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4"/>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4"/>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4"/>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4"/>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4"/>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4"/>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4"/>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4"/>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4"/>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4"/>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64"/>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4"/>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4"/>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4"/>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4"/>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64"/>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4" name="Google Shape;9104;p64"/>
          <p:cNvGrpSpPr/>
          <p:nvPr/>
        </p:nvGrpSpPr>
        <p:grpSpPr>
          <a:xfrm>
            <a:off x="5738677" y="2286722"/>
            <a:ext cx="444871" cy="316407"/>
            <a:chOff x="5743289" y="2439122"/>
            <a:chExt cx="444871" cy="316407"/>
          </a:xfrm>
        </p:grpSpPr>
        <p:sp>
          <p:nvSpPr>
            <p:cNvPr id="9105" name="Google Shape;9105;p64"/>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4"/>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64"/>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64"/>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4"/>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4"/>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4"/>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4"/>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4"/>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64"/>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4"/>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4"/>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4"/>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4"/>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4"/>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4"/>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4"/>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4"/>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4"/>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4"/>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4"/>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4"/>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4"/>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4"/>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4"/>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4"/>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4"/>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4"/>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4"/>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64"/>
          <p:cNvGrpSpPr/>
          <p:nvPr/>
        </p:nvGrpSpPr>
        <p:grpSpPr>
          <a:xfrm>
            <a:off x="6225747" y="2280183"/>
            <a:ext cx="351359" cy="363412"/>
            <a:chOff x="6230360" y="2432583"/>
            <a:chExt cx="351359" cy="363412"/>
          </a:xfrm>
        </p:grpSpPr>
        <p:sp>
          <p:nvSpPr>
            <p:cNvPr id="9135" name="Google Shape;9135;p64"/>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4"/>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64"/>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4"/>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4"/>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4"/>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4"/>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4"/>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4"/>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4"/>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4"/>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4"/>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4"/>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4"/>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4"/>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4"/>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4"/>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4"/>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4"/>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64"/>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64"/>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6" name="Google Shape;9156;p64"/>
          <p:cNvGrpSpPr/>
          <p:nvPr/>
        </p:nvGrpSpPr>
        <p:grpSpPr>
          <a:xfrm>
            <a:off x="6629364" y="2307152"/>
            <a:ext cx="387781" cy="286680"/>
            <a:chOff x="6633976" y="2459552"/>
            <a:chExt cx="387781" cy="286680"/>
          </a:xfrm>
        </p:grpSpPr>
        <p:sp>
          <p:nvSpPr>
            <p:cNvPr id="9157" name="Google Shape;9157;p64"/>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4"/>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4"/>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4"/>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4"/>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4"/>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4"/>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4" name="Google Shape;9164;p64"/>
          <p:cNvGrpSpPr/>
          <p:nvPr/>
        </p:nvGrpSpPr>
        <p:grpSpPr>
          <a:xfrm>
            <a:off x="7086498" y="2276165"/>
            <a:ext cx="376989" cy="348864"/>
            <a:chOff x="7091110" y="2428565"/>
            <a:chExt cx="376989" cy="348864"/>
          </a:xfrm>
        </p:grpSpPr>
        <p:sp>
          <p:nvSpPr>
            <p:cNvPr id="9165" name="Google Shape;9165;p64"/>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4"/>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4"/>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4"/>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4"/>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4"/>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4"/>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4"/>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4"/>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4"/>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4"/>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4"/>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4"/>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64"/>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64"/>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4"/>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4"/>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4"/>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4"/>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4"/>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4"/>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4"/>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4"/>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4"/>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4"/>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4"/>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4"/>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4"/>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4"/>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4"/>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4"/>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6" name="Google Shape;9196;p64"/>
          <p:cNvGrpSpPr/>
          <p:nvPr/>
        </p:nvGrpSpPr>
        <p:grpSpPr>
          <a:xfrm>
            <a:off x="7531815" y="2262825"/>
            <a:ext cx="369715" cy="375492"/>
            <a:chOff x="7536427" y="2415225"/>
            <a:chExt cx="369715" cy="375492"/>
          </a:xfrm>
        </p:grpSpPr>
        <p:sp>
          <p:nvSpPr>
            <p:cNvPr id="9197" name="Google Shape;9197;p64"/>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4"/>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4"/>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64"/>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64"/>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4"/>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4"/>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4"/>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4"/>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4"/>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4"/>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4"/>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4"/>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4"/>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4"/>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4"/>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4"/>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4"/>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4"/>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4"/>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4"/>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4"/>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4"/>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4"/>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4"/>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64"/>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4"/>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4"/>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4"/>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4"/>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4"/>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4"/>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4"/>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4"/>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4"/>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4"/>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4"/>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4"/>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5" name="Google Shape;9235;p64"/>
          <p:cNvGrpSpPr/>
          <p:nvPr/>
        </p:nvGrpSpPr>
        <p:grpSpPr>
          <a:xfrm>
            <a:off x="7976160" y="2276402"/>
            <a:ext cx="353381" cy="358160"/>
            <a:chOff x="7980773" y="2428802"/>
            <a:chExt cx="353381" cy="358160"/>
          </a:xfrm>
        </p:grpSpPr>
        <p:sp>
          <p:nvSpPr>
            <p:cNvPr id="9236" name="Google Shape;9236;p64"/>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4"/>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4"/>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4"/>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4"/>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4"/>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4"/>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64"/>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64"/>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4"/>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4"/>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64"/>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64"/>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4"/>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4"/>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4"/>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4"/>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4"/>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4"/>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4"/>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4"/>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4"/>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4"/>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4"/>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4"/>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4"/>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4"/>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4"/>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4"/>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4"/>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64"/>
          <p:cNvGrpSpPr/>
          <p:nvPr/>
        </p:nvGrpSpPr>
        <p:grpSpPr>
          <a:xfrm>
            <a:off x="4881445" y="4138840"/>
            <a:ext cx="346343" cy="343953"/>
            <a:chOff x="4886058" y="4291240"/>
            <a:chExt cx="346343" cy="343953"/>
          </a:xfrm>
        </p:grpSpPr>
        <p:sp>
          <p:nvSpPr>
            <p:cNvPr id="9267" name="Google Shape;9267;p64"/>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4"/>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4"/>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4"/>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4"/>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4"/>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4"/>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4"/>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4"/>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4"/>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4"/>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4"/>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4"/>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0" name="Google Shape;9280;p64"/>
          <p:cNvGrpSpPr/>
          <p:nvPr/>
        </p:nvGrpSpPr>
        <p:grpSpPr>
          <a:xfrm>
            <a:off x="5339604" y="4138656"/>
            <a:ext cx="304616" cy="343560"/>
            <a:chOff x="5344216" y="4291056"/>
            <a:chExt cx="304616" cy="343560"/>
          </a:xfrm>
        </p:grpSpPr>
        <p:sp>
          <p:nvSpPr>
            <p:cNvPr id="9281" name="Google Shape;9281;p64"/>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4"/>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4"/>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64"/>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4"/>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4"/>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4"/>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4"/>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4"/>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64"/>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4"/>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2" name="Google Shape;9292;p64"/>
          <p:cNvGrpSpPr/>
          <p:nvPr/>
        </p:nvGrpSpPr>
        <p:grpSpPr>
          <a:xfrm>
            <a:off x="6275387" y="4112022"/>
            <a:ext cx="204093" cy="343743"/>
            <a:chOff x="6271562" y="4290872"/>
            <a:chExt cx="204093" cy="343743"/>
          </a:xfrm>
        </p:grpSpPr>
        <p:sp>
          <p:nvSpPr>
            <p:cNvPr id="9293" name="Google Shape;9293;p64"/>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4"/>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4"/>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4"/>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4"/>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4"/>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4"/>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4"/>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4"/>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4"/>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4"/>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4"/>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5" name="Google Shape;9305;p64"/>
          <p:cNvGrpSpPr/>
          <p:nvPr/>
        </p:nvGrpSpPr>
        <p:grpSpPr>
          <a:xfrm>
            <a:off x="6634878" y="4176838"/>
            <a:ext cx="344085" cy="267195"/>
            <a:chOff x="6639491" y="4329238"/>
            <a:chExt cx="344085" cy="267195"/>
          </a:xfrm>
        </p:grpSpPr>
        <p:sp>
          <p:nvSpPr>
            <p:cNvPr id="9306" name="Google Shape;9306;p64"/>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4"/>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4"/>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64"/>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4"/>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4"/>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4"/>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4"/>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4"/>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4"/>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4"/>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4"/>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4"/>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4"/>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4"/>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4"/>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4"/>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64"/>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4" name="Google Shape;9324;p64"/>
          <p:cNvGrpSpPr/>
          <p:nvPr/>
        </p:nvGrpSpPr>
        <p:grpSpPr>
          <a:xfrm>
            <a:off x="7128724" y="4138656"/>
            <a:ext cx="232979" cy="343560"/>
            <a:chOff x="7133336" y="4291056"/>
            <a:chExt cx="232979" cy="343560"/>
          </a:xfrm>
        </p:grpSpPr>
        <p:sp>
          <p:nvSpPr>
            <p:cNvPr id="9325" name="Google Shape;9325;p64"/>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4"/>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4"/>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4"/>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4"/>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64"/>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4"/>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4"/>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4"/>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4"/>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4"/>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64"/>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64"/>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4"/>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4"/>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64"/>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64"/>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2" name="Google Shape;9342;p64"/>
          <p:cNvGrpSpPr/>
          <p:nvPr/>
        </p:nvGrpSpPr>
        <p:grpSpPr>
          <a:xfrm>
            <a:off x="7566767" y="4138656"/>
            <a:ext cx="232979" cy="343560"/>
            <a:chOff x="7571379" y="4291056"/>
            <a:chExt cx="232979" cy="343560"/>
          </a:xfrm>
        </p:grpSpPr>
        <p:sp>
          <p:nvSpPr>
            <p:cNvPr id="9343" name="Google Shape;9343;p64"/>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64"/>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4"/>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4"/>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64"/>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4"/>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4"/>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4"/>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4"/>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4"/>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4"/>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64"/>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4"/>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4"/>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64"/>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4"/>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9" name="Google Shape;9359;p64"/>
          <p:cNvGrpSpPr/>
          <p:nvPr/>
        </p:nvGrpSpPr>
        <p:grpSpPr>
          <a:xfrm>
            <a:off x="6661768" y="3195475"/>
            <a:ext cx="295819" cy="370712"/>
            <a:chOff x="6666381" y="3347875"/>
            <a:chExt cx="295819" cy="370712"/>
          </a:xfrm>
        </p:grpSpPr>
        <p:sp>
          <p:nvSpPr>
            <p:cNvPr id="9360" name="Google Shape;9360;p64"/>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4"/>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64"/>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64"/>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64"/>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64"/>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4"/>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4"/>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4"/>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4"/>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64"/>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64"/>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4"/>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4"/>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4"/>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4"/>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4"/>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4"/>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64"/>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64"/>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4"/>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64"/>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64"/>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64"/>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64"/>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64"/>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64"/>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4"/>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4"/>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4"/>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64"/>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4"/>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4"/>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4"/>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4"/>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64"/>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64"/>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64"/>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4"/>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4"/>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0" name="Google Shape;9400;p64"/>
          <p:cNvGrpSpPr/>
          <p:nvPr/>
        </p:nvGrpSpPr>
        <p:grpSpPr>
          <a:xfrm>
            <a:off x="4873147" y="2735059"/>
            <a:ext cx="389567" cy="390329"/>
            <a:chOff x="4877760" y="2887459"/>
            <a:chExt cx="389567" cy="390329"/>
          </a:xfrm>
        </p:grpSpPr>
        <p:sp>
          <p:nvSpPr>
            <p:cNvPr id="9401" name="Google Shape;9401;p64"/>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4"/>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4"/>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4"/>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4"/>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4"/>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4"/>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4"/>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4"/>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64"/>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4"/>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4"/>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4"/>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4"/>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64"/>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4"/>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64"/>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64"/>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4"/>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4"/>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4"/>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4"/>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4"/>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4"/>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4"/>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4"/>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4"/>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4"/>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4"/>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4"/>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64"/>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4"/>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64"/>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64"/>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4"/>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4"/>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4"/>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4"/>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4"/>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64"/>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4"/>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4"/>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4"/>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4"/>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45" name="Google Shape;9445;p64"/>
          <p:cNvSpPr/>
          <p:nvPr/>
        </p:nvSpPr>
        <p:spPr>
          <a:xfrm>
            <a:off x="5906557" y="2735295"/>
            <a:ext cx="50288" cy="25157"/>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4"/>
          <p:cNvSpPr/>
          <p:nvPr/>
        </p:nvSpPr>
        <p:spPr>
          <a:xfrm>
            <a:off x="5906557" y="2735295"/>
            <a:ext cx="34716" cy="22899"/>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4"/>
          <p:cNvSpPr/>
          <p:nvPr/>
        </p:nvSpPr>
        <p:spPr>
          <a:xfrm>
            <a:off x="5793482" y="2992906"/>
            <a:ext cx="28177" cy="75681"/>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4"/>
          <p:cNvSpPr/>
          <p:nvPr/>
        </p:nvSpPr>
        <p:spPr>
          <a:xfrm>
            <a:off x="5793219" y="2993168"/>
            <a:ext cx="28440" cy="56065"/>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4"/>
          <p:cNvSpPr/>
          <p:nvPr/>
        </p:nvSpPr>
        <p:spPr>
          <a:xfrm>
            <a:off x="5774627" y="3076596"/>
            <a:ext cx="18881" cy="48528"/>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0" name="Google Shape;9450;p64"/>
          <p:cNvGrpSpPr/>
          <p:nvPr/>
        </p:nvGrpSpPr>
        <p:grpSpPr>
          <a:xfrm>
            <a:off x="5774627" y="2735295"/>
            <a:ext cx="314411" cy="389830"/>
            <a:chOff x="5779239" y="2887695"/>
            <a:chExt cx="314411" cy="389830"/>
          </a:xfrm>
        </p:grpSpPr>
        <p:sp>
          <p:nvSpPr>
            <p:cNvPr id="9451" name="Google Shape;9451;p64"/>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4"/>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64"/>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4"/>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4"/>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4"/>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4"/>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64"/>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64"/>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4"/>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4"/>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4"/>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64"/>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64"/>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4"/>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4"/>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4"/>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4"/>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4"/>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4"/>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64"/>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64"/>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64"/>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64"/>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4"/>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64"/>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64"/>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4"/>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4"/>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64"/>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4"/>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64"/>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64"/>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4"/>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64"/>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64"/>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4"/>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4"/>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4"/>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64"/>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64"/>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64"/>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64"/>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4"/>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5" name="Google Shape;9495;p64"/>
          <p:cNvGrpSpPr/>
          <p:nvPr/>
        </p:nvGrpSpPr>
        <p:grpSpPr>
          <a:xfrm>
            <a:off x="6185517" y="2788577"/>
            <a:ext cx="389830" cy="283004"/>
            <a:chOff x="6190130" y="2940977"/>
            <a:chExt cx="389830" cy="283004"/>
          </a:xfrm>
        </p:grpSpPr>
        <p:sp>
          <p:nvSpPr>
            <p:cNvPr id="9496" name="Google Shape;9496;p64"/>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64"/>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4"/>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64"/>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4"/>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4"/>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4"/>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4"/>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4"/>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64"/>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64"/>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64"/>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64"/>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64"/>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4"/>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4"/>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64"/>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4"/>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4"/>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64"/>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64"/>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64"/>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64"/>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64"/>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64"/>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64"/>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4"/>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64"/>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4"/>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4"/>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6" name="Google Shape;9526;p64"/>
          <p:cNvGrpSpPr/>
          <p:nvPr/>
        </p:nvGrpSpPr>
        <p:grpSpPr>
          <a:xfrm>
            <a:off x="6629364" y="2747874"/>
            <a:ext cx="389803" cy="364673"/>
            <a:chOff x="6633976" y="2900274"/>
            <a:chExt cx="389803" cy="364673"/>
          </a:xfrm>
        </p:grpSpPr>
        <p:sp>
          <p:nvSpPr>
            <p:cNvPr id="9527" name="Google Shape;9527;p64"/>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4"/>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4"/>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4"/>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4"/>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64"/>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64"/>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64"/>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4"/>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4"/>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64"/>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64"/>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4"/>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4"/>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64"/>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4"/>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4"/>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4" name="Google Shape;9544;p64"/>
          <p:cNvGrpSpPr/>
          <p:nvPr/>
        </p:nvGrpSpPr>
        <p:grpSpPr>
          <a:xfrm>
            <a:off x="7513223" y="2733037"/>
            <a:ext cx="364935" cy="382529"/>
            <a:chOff x="7517835" y="2885437"/>
            <a:chExt cx="364935" cy="382529"/>
          </a:xfrm>
        </p:grpSpPr>
        <p:sp>
          <p:nvSpPr>
            <p:cNvPr id="9545" name="Google Shape;9545;p64"/>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64"/>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64"/>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4"/>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4"/>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4"/>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4"/>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4"/>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4"/>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4"/>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4"/>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4"/>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4"/>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4"/>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4"/>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4"/>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4"/>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4"/>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4"/>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4"/>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4"/>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4"/>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64"/>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4"/>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4"/>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4"/>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4"/>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4"/>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4"/>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4"/>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4"/>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64"/>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64"/>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4"/>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4"/>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4"/>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4"/>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2" name="Google Shape;9582;p64"/>
          <p:cNvGrpSpPr/>
          <p:nvPr/>
        </p:nvGrpSpPr>
        <p:grpSpPr>
          <a:xfrm>
            <a:off x="7082979" y="2734744"/>
            <a:ext cx="358160" cy="385602"/>
            <a:chOff x="7087591" y="2887144"/>
            <a:chExt cx="358160" cy="385602"/>
          </a:xfrm>
        </p:grpSpPr>
        <p:sp>
          <p:nvSpPr>
            <p:cNvPr id="9583" name="Google Shape;9583;p64"/>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4"/>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4"/>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4"/>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4"/>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4"/>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4"/>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4"/>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4"/>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4"/>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4"/>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64"/>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4"/>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4"/>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4"/>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4"/>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4"/>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4"/>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4"/>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2" name="Google Shape;9602;p64"/>
          <p:cNvGrpSpPr/>
          <p:nvPr/>
        </p:nvGrpSpPr>
        <p:grpSpPr>
          <a:xfrm>
            <a:off x="7946749" y="2733037"/>
            <a:ext cx="382529" cy="382529"/>
            <a:chOff x="7951362" y="2885437"/>
            <a:chExt cx="382529" cy="382529"/>
          </a:xfrm>
        </p:grpSpPr>
        <p:sp>
          <p:nvSpPr>
            <p:cNvPr id="9603" name="Google Shape;9603;p64"/>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4"/>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4"/>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4"/>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4"/>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4"/>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4"/>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4"/>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4"/>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4"/>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4"/>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4"/>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64"/>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4"/>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4"/>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64"/>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64"/>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64"/>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4"/>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64"/>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4"/>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64"/>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4"/>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4"/>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4"/>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4"/>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4"/>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4"/>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4"/>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4"/>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4"/>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4"/>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4"/>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64"/>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4"/>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4"/>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4"/>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4"/>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4"/>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4"/>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4"/>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4"/>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4"/>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4"/>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4"/>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4"/>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64"/>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4"/>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4"/>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2" name="Google Shape;9652;p64"/>
          <p:cNvGrpSpPr/>
          <p:nvPr/>
        </p:nvGrpSpPr>
        <p:grpSpPr>
          <a:xfrm>
            <a:off x="8049793" y="3662089"/>
            <a:ext cx="276964" cy="336601"/>
            <a:chOff x="8054406" y="3814489"/>
            <a:chExt cx="276964" cy="336601"/>
          </a:xfrm>
        </p:grpSpPr>
        <p:sp>
          <p:nvSpPr>
            <p:cNvPr id="9653" name="Google Shape;9653;p64"/>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4"/>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64"/>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64"/>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4"/>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4"/>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4"/>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4"/>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4"/>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2" name="Google Shape;9662;p64"/>
          <p:cNvGrpSpPr/>
          <p:nvPr/>
        </p:nvGrpSpPr>
        <p:grpSpPr>
          <a:xfrm>
            <a:off x="7932175" y="4142674"/>
            <a:ext cx="378249" cy="335524"/>
            <a:chOff x="7936787" y="4295074"/>
            <a:chExt cx="378249" cy="335524"/>
          </a:xfrm>
        </p:grpSpPr>
        <p:sp>
          <p:nvSpPr>
            <p:cNvPr id="9663" name="Google Shape;9663;p64"/>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4"/>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4"/>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4"/>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4"/>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4"/>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4"/>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4"/>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4"/>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4"/>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4"/>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4"/>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4"/>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64"/>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4"/>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4"/>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9" name="Google Shape;9679;p64"/>
          <p:cNvGrpSpPr/>
          <p:nvPr/>
        </p:nvGrpSpPr>
        <p:grpSpPr>
          <a:xfrm>
            <a:off x="4881445" y="1813490"/>
            <a:ext cx="388569" cy="388307"/>
            <a:chOff x="4886058" y="1965890"/>
            <a:chExt cx="388569" cy="388307"/>
          </a:xfrm>
        </p:grpSpPr>
        <p:sp>
          <p:nvSpPr>
            <p:cNvPr id="9680" name="Google Shape;9680;p64"/>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4"/>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4"/>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4"/>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4"/>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64"/>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4"/>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4"/>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4"/>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4"/>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4"/>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91" name="Google Shape;9691;p64"/>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Business Icons</a:t>
            </a:r>
            <a:endParaRPr sz="2400">
              <a:solidFill>
                <a:schemeClr val="lt1"/>
              </a:solidFill>
            </a:endParaRPr>
          </a:p>
        </p:txBody>
      </p:sp>
      <p:sp>
        <p:nvSpPr>
          <p:cNvPr id="9692" name="Google Shape;9692;p64"/>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696"/>
        <p:cNvGrpSpPr/>
        <p:nvPr/>
      </p:nvGrpSpPr>
      <p:grpSpPr>
        <a:xfrm>
          <a:off x="0" y="0"/>
          <a:ext cx="0" cy="0"/>
          <a:chOff x="0" y="0"/>
          <a:chExt cx="0" cy="0"/>
        </a:xfrm>
      </p:grpSpPr>
      <p:grpSp>
        <p:nvGrpSpPr>
          <p:cNvPr id="9697" name="Google Shape;9697;p65"/>
          <p:cNvGrpSpPr/>
          <p:nvPr/>
        </p:nvGrpSpPr>
        <p:grpSpPr>
          <a:xfrm>
            <a:off x="1738624" y="3196252"/>
            <a:ext cx="292801" cy="359258"/>
            <a:chOff x="1765162" y="3346789"/>
            <a:chExt cx="292801" cy="359258"/>
          </a:xfrm>
        </p:grpSpPr>
        <p:sp>
          <p:nvSpPr>
            <p:cNvPr id="9698" name="Google Shape;9698;p65"/>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5"/>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5"/>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5"/>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5"/>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5"/>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5"/>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5"/>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5"/>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5"/>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5"/>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65"/>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5"/>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5"/>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5"/>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3" name="Google Shape;9713;p65"/>
          <p:cNvGrpSpPr/>
          <p:nvPr/>
        </p:nvGrpSpPr>
        <p:grpSpPr>
          <a:xfrm>
            <a:off x="3051095" y="2294466"/>
            <a:ext cx="358996" cy="296309"/>
            <a:chOff x="3077632" y="2445004"/>
            <a:chExt cx="358996" cy="296309"/>
          </a:xfrm>
        </p:grpSpPr>
        <p:sp>
          <p:nvSpPr>
            <p:cNvPr id="9714" name="Google Shape;9714;p65"/>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5"/>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5"/>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5"/>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5"/>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5"/>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5"/>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5"/>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5"/>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5"/>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5"/>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5"/>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5"/>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5"/>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5"/>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5"/>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5"/>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5"/>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5"/>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5"/>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5"/>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5"/>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5"/>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5"/>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5"/>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5"/>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0" name="Google Shape;9740;p65"/>
          <p:cNvGrpSpPr/>
          <p:nvPr/>
        </p:nvGrpSpPr>
        <p:grpSpPr>
          <a:xfrm>
            <a:off x="2608699" y="2281243"/>
            <a:ext cx="359232" cy="323018"/>
            <a:chOff x="2635237" y="2431780"/>
            <a:chExt cx="359232" cy="323018"/>
          </a:xfrm>
        </p:grpSpPr>
        <p:sp>
          <p:nvSpPr>
            <p:cNvPr id="9741" name="Google Shape;9741;p65"/>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5"/>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5"/>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5"/>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65"/>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5"/>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5"/>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5"/>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5"/>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5"/>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5"/>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5"/>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65"/>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5"/>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5"/>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6" name="Google Shape;9756;p65"/>
          <p:cNvGrpSpPr/>
          <p:nvPr/>
        </p:nvGrpSpPr>
        <p:grpSpPr>
          <a:xfrm>
            <a:off x="3985114" y="3617594"/>
            <a:ext cx="373189" cy="358944"/>
            <a:chOff x="4011651" y="3768132"/>
            <a:chExt cx="373189" cy="358944"/>
          </a:xfrm>
        </p:grpSpPr>
        <p:sp>
          <p:nvSpPr>
            <p:cNvPr id="9757" name="Google Shape;9757;p65"/>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5"/>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5"/>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65"/>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65"/>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5"/>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5"/>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65"/>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5"/>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5"/>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7" name="Google Shape;9767;p65"/>
          <p:cNvGrpSpPr/>
          <p:nvPr/>
        </p:nvGrpSpPr>
        <p:grpSpPr>
          <a:xfrm>
            <a:off x="2163031" y="1811065"/>
            <a:ext cx="364993" cy="359049"/>
            <a:chOff x="2189568" y="1961603"/>
            <a:chExt cx="364993" cy="359049"/>
          </a:xfrm>
        </p:grpSpPr>
        <p:sp>
          <p:nvSpPr>
            <p:cNvPr id="9768" name="Google Shape;9768;p65"/>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5"/>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65"/>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5"/>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5"/>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5"/>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5"/>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5"/>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5"/>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5"/>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5"/>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5"/>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5"/>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5"/>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5"/>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5"/>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4" name="Google Shape;9784;p65"/>
          <p:cNvGrpSpPr/>
          <p:nvPr/>
        </p:nvGrpSpPr>
        <p:grpSpPr>
          <a:xfrm>
            <a:off x="2166539" y="2269434"/>
            <a:ext cx="378426" cy="346323"/>
            <a:chOff x="2193077" y="2419971"/>
            <a:chExt cx="378426" cy="346323"/>
          </a:xfrm>
        </p:grpSpPr>
        <p:sp>
          <p:nvSpPr>
            <p:cNvPr id="9785" name="Google Shape;9785;p65"/>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5"/>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5"/>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5"/>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5"/>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5"/>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65"/>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65"/>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5"/>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5"/>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5"/>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65"/>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5"/>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5"/>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5"/>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5"/>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5"/>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5"/>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5"/>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65"/>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5"/>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6" name="Google Shape;9806;p65"/>
          <p:cNvGrpSpPr/>
          <p:nvPr/>
        </p:nvGrpSpPr>
        <p:grpSpPr>
          <a:xfrm>
            <a:off x="835084" y="2731232"/>
            <a:ext cx="276802" cy="367140"/>
            <a:chOff x="861622" y="2881770"/>
            <a:chExt cx="276802" cy="367140"/>
          </a:xfrm>
        </p:grpSpPr>
        <p:sp>
          <p:nvSpPr>
            <p:cNvPr id="9807" name="Google Shape;9807;p65"/>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5"/>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5"/>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5"/>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5"/>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65"/>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5"/>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5"/>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5"/>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5"/>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5"/>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65"/>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5"/>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5"/>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5"/>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5"/>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5"/>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5"/>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5"/>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5"/>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5"/>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65"/>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9" name="Google Shape;9829;p65"/>
          <p:cNvGrpSpPr/>
          <p:nvPr/>
        </p:nvGrpSpPr>
        <p:grpSpPr>
          <a:xfrm>
            <a:off x="3941647" y="2731154"/>
            <a:ext cx="369444" cy="367140"/>
            <a:chOff x="3968184" y="2881691"/>
            <a:chExt cx="369444" cy="367140"/>
          </a:xfrm>
        </p:grpSpPr>
        <p:sp>
          <p:nvSpPr>
            <p:cNvPr id="9830" name="Google Shape;9830;p65"/>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65"/>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5"/>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65"/>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5"/>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5"/>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5"/>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5"/>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5"/>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5"/>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5"/>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5"/>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5"/>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5"/>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5"/>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5"/>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5"/>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65"/>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65"/>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65"/>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5"/>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65"/>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65"/>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5"/>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4" name="Google Shape;9854;p65"/>
          <p:cNvGrpSpPr/>
          <p:nvPr/>
        </p:nvGrpSpPr>
        <p:grpSpPr>
          <a:xfrm>
            <a:off x="3487258" y="2731546"/>
            <a:ext cx="371487" cy="366826"/>
            <a:chOff x="3513796" y="2882084"/>
            <a:chExt cx="371487" cy="366826"/>
          </a:xfrm>
        </p:grpSpPr>
        <p:sp>
          <p:nvSpPr>
            <p:cNvPr id="9855" name="Google Shape;9855;p65"/>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5"/>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5"/>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5"/>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5"/>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5"/>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5"/>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5"/>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5"/>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65"/>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5"/>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5"/>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5"/>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65"/>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65"/>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5"/>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5"/>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5"/>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65"/>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5"/>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5"/>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5"/>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65"/>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5"/>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5"/>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5"/>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5"/>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5"/>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5"/>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5"/>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5"/>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5"/>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5"/>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5"/>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5"/>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65"/>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65"/>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5"/>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65"/>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65"/>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65"/>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5"/>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65"/>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5"/>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5"/>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5"/>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5"/>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5"/>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5"/>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4" name="Google Shape;9904;p65"/>
          <p:cNvGrpSpPr/>
          <p:nvPr/>
        </p:nvGrpSpPr>
        <p:grpSpPr>
          <a:xfrm>
            <a:off x="847077" y="1349738"/>
            <a:ext cx="335011" cy="359232"/>
            <a:chOff x="873615" y="1500275"/>
            <a:chExt cx="335011" cy="359232"/>
          </a:xfrm>
        </p:grpSpPr>
        <p:sp>
          <p:nvSpPr>
            <p:cNvPr id="9905" name="Google Shape;9905;p65"/>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65"/>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5"/>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5"/>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5"/>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5"/>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5"/>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5"/>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5"/>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5"/>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65"/>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65"/>
          <p:cNvGrpSpPr/>
          <p:nvPr/>
        </p:nvGrpSpPr>
        <p:grpSpPr>
          <a:xfrm>
            <a:off x="2175521" y="3196199"/>
            <a:ext cx="337158" cy="359311"/>
            <a:chOff x="2202058" y="3346737"/>
            <a:chExt cx="337158" cy="359311"/>
          </a:xfrm>
        </p:grpSpPr>
        <p:sp>
          <p:nvSpPr>
            <p:cNvPr id="9917" name="Google Shape;9917;p65"/>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5"/>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5"/>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5"/>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5"/>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5"/>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5"/>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5"/>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5"/>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6" name="Google Shape;9926;p65"/>
          <p:cNvGrpSpPr/>
          <p:nvPr/>
        </p:nvGrpSpPr>
        <p:grpSpPr>
          <a:xfrm>
            <a:off x="2196521" y="3667634"/>
            <a:ext cx="359232" cy="306050"/>
            <a:chOff x="2223059" y="3818172"/>
            <a:chExt cx="359232" cy="306050"/>
          </a:xfrm>
        </p:grpSpPr>
        <p:sp>
          <p:nvSpPr>
            <p:cNvPr id="9927" name="Google Shape;9927;p65"/>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5"/>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5"/>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5"/>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65"/>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5"/>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5"/>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5"/>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5"/>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6" name="Google Shape;9936;p65"/>
          <p:cNvGrpSpPr/>
          <p:nvPr/>
        </p:nvGrpSpPr>
        <p:grpSpPr>
          <a:xfrm>
            <a:off x="1699451" y="1841283"/>
            <a:ext cx="378426" cy="298509"/>
            <a:chOff x="1725989" y="1991820"/>
            <a:chExt cx="378426" cy="298509"/>
          </a:xfrm>
        </p:grpSpPr>
        <p:sp>
          <p:nvSpPr>
            <p:cNvPr id="9937" name="Google Shape;9937;p65"/>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5"/>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5"/>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65"/>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5"/>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65"/>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65"/>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5"/>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5"/>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5"/>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5"/>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5"/>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9" name="Google Shape;9949;p65"/>
          <p:cNvGrpSpPr/>
          <p:nvPr/>
        </p:nvGrpSpPr>
        <p:grpSpPr>
          <a:xfrm>
            <a:off x="1741871" y="3641213"/>
            <a:ext cx="367978" cy="359075"/>
            <a:chOff x="1768409" y="3791751"/>
            <a:chExt cx="367978" cy="359075"/>
          </a:xfrm>
        </p:grpSpPr>
        <p:sp>
          <p:nvSpPr>
            <p:cNvPr id="9950" name="Google Shape;9950;p65"/>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5"/>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5"/>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5"/>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5"/>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5"/>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5"/>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65"/>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5"/>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5"/>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65"/>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5"/>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65"/>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3" name="Google Shape;9963;p65"/>
          <p:cNvGrpSpPr/>
          <p:nvPr/>
        </p:nvGrpSpPr>
        <p:grpSpPr>
          <a:xfrm>
            <a:off x="2642426" y="3640768"/>
            <a:ext cx="358735" cy="359311"/>
            <a:chOff x="2668963" y="3791306"/>
            <a:chExt cx="358735" cy="359311"/>
          </a:xfrm>
        </p:grpSpPr>
        <p:sp>
          <p:nvSpPr>
            <p:cNvPr id="9964" name="Google Shape;9964;p65"/>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5"/>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65"/>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5"/>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5"/>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5"/>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5"/>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5"/>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5"/>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5"/>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5"/>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5"/>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5"/>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5"/>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5"/>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5"/>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65"/>
          <p:cNvGrpSpPr/>
          <p:nvPr/>
        </p:nvGrpSpPr>
        <p:grpSpPr>
          <a:xfrm>
            <a:off x="823144" y="1844660"/>
            <a:ext cx="363893" cy="291727"/>
            <a:chOff x="849682" y="1995198"/>
            <a:chExt cx="363893" cy="291727"/>
          </a:xfrm>
        </p:grpSpPr>
        <p:sp>
          <p:nvSpPr>
            <p:cNvPr id="9981" name="Google Shape;9981;p65"/>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65"/>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5"/>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5"/>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5"/>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5"/>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5"/>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5"/>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5"/>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5"/>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5"/>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5"/>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5"/>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5"/>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65"/>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5"/>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5"/>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5"/>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9" name="Google Shape;9999;p65"/>
          <p:cNvGrpSpPr/>
          <p:nvPr/>
        </p:nvGrpSpPr>
        <p:grpSpPr>
          <a:xfrm>
            <a:off x="3038893" y="1839528"/>
            <a:ext cx="378190" cy="302044"/>
            <a:chOff x="3065430" y="1990066"/>
            <a:chExt cx="378190" cy="302044"/>
          </a:xfrm>
        </p:grpSpPr>
        <p:sp>
          <p:nvSpPr>
            <p:cNvPr id="10000" name="Google Shape;10000;p65"/>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65"/>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5"/>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5"/>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65"/>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65"/>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5"/>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5"/>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5"/>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65"/>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65"/>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1" name="Google Shape;10011;p65"/>
          <p:cNvGrpSpPr/>
          <p:nvPr/>
        </p:nvGrpSpPr>
        <p:grpSpPr>
          <a:xfrm>
            <a:off x="3541697" y="3640873"/>
            <a:ext cx="347501" cy="359284"/>
            <a:chOff x="3568234" y="3791410"/>
            <a:chExt cx="347501" cy="359284"/>
          </a:xfrm>
        </p:grpSpPr>
        <p:sp>
          <p:nvSpPr>
            <p:cNvPr id="10012" name="Google Shape;10012;p65"/>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5"/>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5"/>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5"/>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65"/>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65"/>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5"/>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5"/>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5"/>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5"/>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5"/>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3" name="Google Shape;10023;p65"/>
          <p:cNvGrpSpPr/>
          <p:nvPr/>
        </p:nvGrpSpPr>
        <p:grpSpPr>
          <a:xfrm>
            <a:off x="1733387" y="1350550"/>
            <a:ext cx="347004" cy="358420"/>
            <a:chOff x="1759925" y="1501087"/>
            <a:chExt cx="347004" cy="358420"/>
          </a:xfrm>
        </p:grpSpPr>
        <p:sp>
          <p:nvSpPr>
            <p:cNvPr id="10024" name="Google Shape;10024;p65"/>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5"/>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5"/>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5"/>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5"/>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5"/>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5"/>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5"/>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5"/>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5"/>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5"/>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5"/>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5"/>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65"/>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65"/>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5"/>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65"/>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5"/>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5"/>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5"/>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5"/>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65"/>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5"/>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5"/>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5"/>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65"/>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65"/>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1" name="Google Shape;10051;p65"/>
          <p:cNvGrpSpPr/>
          <p:nvPr/>
        </p:nvGrpSpPr>
        <p:grpSpPr>
          <a:xfrm>
            <a:off x="3492757" y="2263123"/>
            <a:ext cx="360227" cy="359311"/>
            <a:chOff x="3519295" y="2413660"/>
            <a:chExt cx="360227" cy="359311"/>
          </a:xfrm>
        </p:grpSpPr>
        <p:sp>
          <p:nvSpPr>
            <p:cNvPr id="10052" name="Google Shape;10052;p65"/>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5"/>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5"/>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5"/>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5"/>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5"/>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5"/>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5"/>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65"/>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5"/>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5"/>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5"/>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5"/>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5"/>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5"/>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5"/>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5"/>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5"/>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5"/>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5"/>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5"/>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5"/>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5"/>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5"/>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65"/>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5"/>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5"/>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65"/>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65"/>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5"/>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5"/>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5"/>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5"/>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5"/>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5"/>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65"/>
          <p:cNvGrpSpPr/>
          <p:nvPr/>
        </p:nvGrpSpPr>
        <p:grpSpPr>
          <a:xfrm>
            <a:off x="1303717" y="3695181"/>
            <a:ext cx="358996" cy="250774"/>
            <a:chOff x="1330255" y="3845718"/>
            <a:chExt cx="358996" cy="250774"/>
          </a:xfrm>
        </p:grpSpPr>
        <p:sp>
          <p:nvSpPr>
            <p:cNvPr id="10088" name="Google Shape;10088;p65"/>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65"/>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5"/>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5"/>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5"/>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5"/>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5"/>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5"/>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5"/>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5"/>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8" name="Google Shape;10098;p65"/>
          <p:cNvGrpSpPr/>
          <p:nvPr/>
        </p:nvGrpSpPr>
        <p:grpSpPr>
          <a:xfrm>
            <a:off x="3088566" y="3640847"/>
            <a:ext cx="373424" cy="359311"/>
            <a:chOff x="3115103" y="3791384"/>
            <a:chExt cx="373424" cy="359311"/>
          </a:xfrm>
        </p:grpSpPr>
        <p:sp>
          <p:nvSpPr>
            <p:cNvPr id="10099" name="Google Shape;10099;p65"/>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5"/>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5"/>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5"/>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5"/>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5"/>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5"/>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5"/>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5"/>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65"/>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65"/>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5"/>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5"/>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5"/>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3" name="Google Shape;10113;p65"/>
          <p:cNvGrpSpPr/>
          <p:nvPr/>
        </p:nvGrpSpPr>
        <p:grpSpPr>
          <a:xfrm>
            <a:off x="857316" y="3642104"/>
            <a:ext cx="378190" cy="357059"/>
            <a:chOff x="883853" y="3792641"/>
            <a:chExt cx="378190" cy="357059"/>
          </a:xfrm>
        </p:grpSpPr>
        <p:sp>
          <p:nvSpPr>
            <p:cNvPr id="10114" name="Google Shape;10114;p65"/>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5"/>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5"/>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5"/>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5"/>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65"/>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65"/>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5"/>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5"/>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5"/>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65"/>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5"/>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5"/>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65"/>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65"/>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5"/>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5"/>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5"/>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65"/>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5"/>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5"/>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5"/>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65"/>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65"/>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5"/>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5"/>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0" name="Google Shape;10140;p65"/>
          <p:cNvGrpSpPr/>
          <p:nvPr/>
        </p:nvGrpSpPr>
        <p:grpSpPr>
          <a:xfrm>
            <a:off x="3907659" y="2334268"/>
            <a:ext cx="401207" cy="214036"/>
            <a:chOff x="3934196" y="2484805"/>
            <a:chExt cx="401207" cy="214036"/>
          </a:xfrm>
        </p:grpSpPr>
        <p:sp>
          <p:nvSpPr>
            <p:cNvPr id="10141" name="Google Shape;10141;p65"/>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5"/>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5"/>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5"/>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65"/>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6" name="Google Shape;10146;p65"/>
          <p:cNvGrpSpPr/>
          <p:nvPr/>
        </p:nvGrpSpPr>
        <p:grpSpPr>
          <a:xfrm>
            <a:off x="3973357" y="1349659"/>
            <a:ext cx="342474" cy="359232"/>
            <a:chOff x="3999894" y="1500197"/>
            <a:chExt cx="342474" cy="359232"/>
          </a:xfrm>
        </p:grpSpPr>
        <p:sp>
          <p:nvSpPr>
            <p:cNvPr id="10147" name="Google Shape;10147;p65"/>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5"/>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5"/>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65"/>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5"/>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5"/>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5"/>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65"/>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5"/>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5"/>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7" name="Google Shape;10157;p65"/>
          <p:cNvGrpSpPr/>
          <p:nvPr/>
        </p:nvGrpSpPr>
        <p:grpSpPr>
          <a:xfrm>
            <a:off x="2207257" y="2731625"/>
            <a:ext cx="232601" cy="366747"/>
            <a:chOff x="2233795" y="2882162"/>
            <a:chExt cx="232601" cy="366747"/>
          </a:xfrm>
        </p:grpSpPr>
        <p:sp>
          <p:nvSpPr>
            <p:cNvPr id="10158" name="Google Shape;10158;p65"/>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5"/>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5"/>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5"/>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65"/>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65"/>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5"/>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5"/>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5"/>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5"/>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5"/>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5"/>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5"/>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5"/>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5"/>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5"/>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5"/>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5"/>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6" name="Google Shape;10176;p65"/>
          <p:cNvGrpSpPr/>
          <p:nvPr/>
        </p:nvGrpSpPr>
        <p:grpSpPr>
          <a:xfrm>
            <a:off x="3497235" y="3253885"/>
            <a:ext cx="362008" cy="244175"/>
            <a:chOff x="3523772" y="3404422"/>
            <a:chExt cx="362008" cy="244175"/>
          </a:xfrm>
        </p:grpSpPr>
        <p:sp>
          <p:nvSpPr>
            <p:cNvPr id="10177" name="Google Shape;10177;p65"/>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5"/>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5"/>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5"/>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5"/>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5"/>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5"/>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5"/>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65"/>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5"/>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5"/>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5"/>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65"/>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65"/>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5"/>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2" name="Google Shape;10192;p65"/>
          <p:cNvGrpSpPr/>
          <p:nvPr/>
        </p:nvGrpSpPr>
        <p:grpSpPr>
          <a:xfrm>
            <a:off x="3504488" y="1826776"/>
            <a:ext cx="359232" cy="327836"/>
            <a:chOff x="3531026" y="1977314"/>
            <a:chExt cx="359232" cy="327836"/>
          </a:xfrm>
        </p:grpSpPr>
        <p:sp>
          <p:nvSpPr>
            <p:cNvPr id="10193" name="Google Shape;10193;p65"/>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5"/>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5"/>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65"/>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5"/>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5"/>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5"/>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5"/>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5"/>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5"/>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3" name="Google Shape;10203;p65"/>
          <p:cNvGrpSpPr/>
          <p:nvPr/>
        </p:nvGrpSpPr>
        <p:grpSpPr>
          <a:xfrm>
            <a:off x="3096814" y="1349738"/>
            <a:ext cx="296781" cy="359232"/>
            <a:chOff x="3123351" y="1500275"/>
            <a:chExt cx="296781" cy="359232"/>
          </a:xfrm>
        </p:grpSpPr>
        <p:sp>
          <p:nvSpPr>
            <p:cNvPr id="10204" name="Google Shape;10204;p65"/>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5"/>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5"/>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5"/>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5"/>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5"/>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5"/>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65"/>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5"/>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5"/>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5"/>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5" name="Google Shape;10215;p65"/>
          <p:cNvGrpSpPr/>
          <p:nvPr/>
        </p:nvGrpSpPr>
        <p:grpSpPr>
          <a:xfrm>
            <a:off x="2632920" y="1349738"/>
            <a:ext cx="332261" cy="359232"/>
            <a:chOff x="2659458" y="1500275"/>
            <a:chExt cx="332261" cy="359232"/>
          </a:xfrm>
        </p:grpSpPr>
        <p:sp>
          <p:nvSpPr>
            <p:cNvPr id="10216" name="Google Shape;10216;p65"/>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5"/>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5"/>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5"/>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5"/>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5"/>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5"/>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5"/>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5"/>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5"/>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5"/>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5"/>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5"/>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5"/>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5"/>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5"/>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5"/>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5"/>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5"/>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5"/>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6" name="Google Shape;10236;p65"/>
          <p:cNvGrpSpPr/>
          <p:nvPr/>
        </p:nvGrpSpPr>
        <p:grpSpPr>
          <a:xfrm>
            <a:off x="1723646" y="2262992"/>
            <a:ext cx="359730" cy="359441"/>
            <a:chOff x="1750184" y="2413530"/>
            <a:chExt cx="359730" cy="359441"/>
          </a:xfrm>
        </p:grpSpPr>
        <p:sp>
          <p:nvSpPr>
            <p:cNvPr id="10237" name="Google Shape;10237;p65"/>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5"/>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5"/>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5"/>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5"/>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5"/>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5"/>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5"/>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5"/>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5"/>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5"/>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65"/>
          <p:cNvGrpSpPr/>
          <p:nvPr/>
        </p:nvGrpSpPr>
        <p:grpSpPr>
          <a:xfrm>
            <a:off x="2203513" y="1349685"/>
            <a:ext cx="316524" cy="359284"/>
            <a:chOff x="2230050" y="1500223"/>
            <a:chExt cx="316524" cy="359284"/>
          </a:xfrm>
        </p:grpSpPr>
        <p:sp>
          <p:nvSpPr>
            <p:cNvPr id="10249" name="Google Shape;10249;p65"/>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5"/>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5"/>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5"/>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5"/>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5"/>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5"/>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5"/>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5"/>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65"/>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5"/>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5"/>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5"/>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5"/>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5"/>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5"/>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5"/>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5"/>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5"/>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5"/>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65"/>
          <p:cNvGrpSpPr/>
          <p:nvPr/>
        </p:nvGrpSpPr>
        <p:grpSpPr>
          <a:xfrm>
            <a:off x="2663504" y="4112229"/>
            <a:ext cx="359389" cy="359232"/>
            <a:chOff x="2690042" y="4262767"/>
            <a:chExt cx="359389" cy="359232"/>
          </a:xfrm>
        </p:grpSpPr>
        <p:sp>
          <p:nvSpPr>
            <p:cNvPr id="10270" name="Google Shape;10270;p65"/>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5"/>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65"/>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65"/>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5"/>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5"/>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5"/>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7" name="Google Shape;10277;p65"/>
          <p:cNvGrpSpPr/>
          <p:nvPr/>
        </p:nvGrpSpPr>
        <p:grpSpPr>
          <a:xfrm>
            <a:off x="2662902" y="2731625"/>
            <a:ext cx="222337" cy="366721"/>
            <a:chOff x="2689440" y="2882162"/>
            <a:chExt cx="222337" cy="366721"/>
          </a:xfrm>
        </p:grpSpPr>
        <p:sp>
          <p:nvSpPr>
            <p:cNvPr id="10278" name="Google Shape;10278;p65"/>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5"/>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5"/>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5"/>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5"/>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5"/>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5"/>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5"/>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65"/>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7" name="Google Shape;10287;p65"/>
          <p:cNvSpPr/>
          <p:nvPr/>
        </p:nvSpPr>
        <p:spPr>
          <a:xfrm>
            <a:off x="2611449" y="2130365"/>
            <a:ext cx="303039" cy="21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8" name="Google Shape;10288;p65"/>
          <p:cNvGrpSpPr/>
          <p:nvPr/>
        </p:nvGrpSpPr>
        <p:grpSpPr>
          <a:xfrm>
            <a:off x="2611449" y="1829604"/>
            <a:ext cx="359232" cy="322023"/>
            <a:chOff x="2637986" y="1980142"/>
            <a:chExt cx="359232" cy="322023"/>
          </a:xfrm>
        </p:grpSpPr>
        <p:sp>
          <p:nvSpPr>
            <p:cNvPr id="10289" name="Google Shape;10289;p65"/>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5"/>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5"/>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5"/>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5"/>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5"/>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5"/>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5"/>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5"/>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5"/>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5"/>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5"/>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5"/>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2" name="Google Shape;10302;p65"/>
          <p:cNvGrpSpPr/>
          <p:nvPr/>
        </p:nvGrpSpPr>
        <p:grpSpPr>
          <a:xfrm>
            <a:off x="1279994" y="3196435"/>
            <a:ext cx="323018" cy="359075"/>
            <a:chOff x="1306531" y="3346972"/>
            <a:chExt cx="323018" cy="359075"/>
          </a:xfrm>
        </p:grpSpPr>
        <p:sp>
          <p:nvSpPr>
            <p:cNvPr id="10303" name="Google Shape;10303;p65"/>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5"/>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5"/>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5"/>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5"/>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65"/>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5"/>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5"/>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5"/>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2" name="Google Shape;10312;p65"/>
          <p:cNvGrpSpPr/>
          <p:nvPr/>
        </p:nvGrpSpPr>
        <p:grpSpPr>
          <a:xfrm>
            <a:off x="1281486" y="2263437"/>
            <a:ext cx="360253" cy="357111"/>
            <a:chOff x="1308024" y="2413975"/>
            <a:chExt cx="360253" cy="357111"/>
          </a:xfrm>
        </p:grpSpPr>
        <p:sp>
          <p:nvSpPr>
            <p:cNvPr id="10313" name="Google Shape;10313;p65"/>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5"/>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5"/>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5"/>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5"/>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5"/>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5"/>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5"/>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5"/>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5"/>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5"/>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5"/>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5"/>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5"/>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5"/>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5"/>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5"/>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5"/>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5"/>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5"/>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5"/>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5"/>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5"/>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5"/>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5"/>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5"/>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5"/>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5"/>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5"/>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5"/>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65"/>
          <p:cNvGrpSpPr/>
          <p:nvPr/>
        </p:nvGrpSpPr>
        <p:grpSpPr>
          <a:xfrm>
            <a:off x="1271981" y="1819785"/>
            <a:ext cx="378452" cy="341321"/>
            <a:chOff x="1298519" y="1970322"/>
            <a:chExt cx="378452" cy="341321"/>
          </a:xfrm>
        </p:grpSpPr>
        <p:sp>
          <p:nvSpPr>
            <p:cNvPr id="10344" name="Google Shape;10344;p65"/>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5"/>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5"/>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5"/>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5"/>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5"/>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5"/>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5"/>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5"/>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5"/>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5"/>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5"/>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5"/>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5"/>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5"/>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5"/>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5"/>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5"/>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5"/>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5"/>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4" name="Google Shape;10364;p65"/>
          <p:cNvGrpSpPr/>
          <p:nvPr/>
        </p:nvGrpSpPr>
        <p:grpSpPr>
          <a:xfrm>
            <a:off x="3088278" y="3196330"/>
            <a:ext cx="283217" cy="359180"/>
            <a:chOff x="3114815" y="3346868"/>
            <a:chExt cx="283217" cy="359180"/>
          </a:xfrm>
        </p:grpSpPr>
        <p:sp>
          <p:nvSpPr>
            <p:cNvPr id="10365" name="Google Shape;10365;p65"/>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5"/>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5"/>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5"/>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5"/>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5"/>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5"/>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5"/>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5"/>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65"/>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65"/>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5"/>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5"/>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65"/>
          <p:cNvGrpSpPr/>
          <p:nvPr/>
        </p:nvGrpSpPr>
        <p:grpSpPr>
          <a:xfrm>
            <a:off x="3946648" y="3202693"/>
            <a:ext cx="378661" cy="346558"/>
            <a:chOff x="3973186" y="3353231"/>
            <a:chExt cx="378661" cy="346558"/>
          </a:xfrm>
        </p:grpSpPr>
        <p:sp>
          <p:nvSpPr>
            <p:cNvPr id="10379" name="Google Shape;10379;p65"/>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5"/>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5"/>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5"/>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5"/>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5"/>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5"/>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5"/>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5"/>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5"/>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5"/>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5"/>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5"/>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65"/>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5"/>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5"/>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5"/>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5"/>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7" name="Google Shape;10397;p65"/>
          <p:cNvGrpSpPr/>
          <p:nvPr/>
        </p:nvGrpSpPr>
        <p:grpSpPr>
          <a:xfrm>
            <a:off x="2126319" y="4112465"/>
            <a:ext cx="373241" cy="359127"/>
            <a:chOff x="2152857" y="4263002"/>
            <a:chExt cx="373241" cy="359127"/>
          </a:xfrm>
        </p:grpSpPr>
        <p:sp>
          <p:nvSpPr>
            <p:cNvPr id="10398" name="Google Shape;10398;p65"/>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5"/>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5"/>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5"/>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5"/>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5"/>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65"/>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5"/>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6" name="Google Shape;10406;p65"/>
          <p:cNvGrpSpPr/>
          <p:nvPr/>
        </p:nvGrpSpPr>
        <p:grpSpPr>
          <a:xfrm>
            <a:off x="833094" y="3196435"/>
            <a:ext cx="303537" cy="359127"/>
            <a:chOff x="859632" y="3346972"/>
            <a:chExt cx="303537" cy="359127"/>
          </a:xfrm>
        </p:grpSpPr>
        <p:sp>
          <p:nvSpPr>
            <p:cNvPr id="10407" name="Google Shape;10407;p65"/>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5"/>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65"/>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65"/>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5"/>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65"/>
          <p:cNvGrpSpPr/>
          <p:nvPr/>
        </p:nvGrpSpPr>
        <p:grpSpPr>
          <a:xfrm>
            <a:off x="1741373" y="2731704"/>
            <a:ext cx="265306" cy="366799"/>
            <a:chOff x="1767911" y="2882241"/>
            <a:chExt cx="265306" cy="366799"/>
          </a:xfrm>
        </p:grpSpPr>
        <p:sp>
          <p:nvSpPr>
            <p:cNvPr id="10413" name="Google Shape;10413;p65"/>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65"/>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5"/>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5"/>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65"/>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65"/>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5"/>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5"/>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5"/>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65"/>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65"/>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5"/>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5"/>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5"/>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65"/>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8" name="Google Shape;10428;p65"/>
          <p:cNvGrpSpPr/>
          <p:nvPr/>
        </p:nvGrpSpPr>
        <p:grpSpPr>
          <a:xfrm>
            <a:off x="1305472" y="1349397"/>
            <a:ext cx="331895" cy="359311"/>
            <a:chOff x="1332009" y="1499935"/>
            <a:chExt cx="331895" cy="359311"/>
          </a:xfrm>
        </p:grpSpPr>
        <p:sp>
          <p:nvSpPr>
            <p:cNvPr id="10429" name="Google Shape;10429;p65"/>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5"/>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5"/>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5"/>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5"/>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5"/>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5"/>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5"/>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5"/>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5"/>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5"/>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5"/>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5"/>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5"/>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5"/>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5"/>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5"/>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65"/>
          <p:cNvGrpSpPr/>
          <p:nvPr/>
        </p:nvGrpSpPr>
        <p:grpSpPr>
          <a:xfrm>
            <a:off x="2636927" y="3196278"/>
            <a:ext cx="289528" cy="359232"/>
            <a:chOff x="2663464" y="3346815"/>
            <a:chExt cx="289528" cy="359232"/>
          </a:xfrm>
        </p:grpSpPr>
        <p:sp>
          <p:nvSpPr>
            <p:cNvPr id="10447" name="Google Shape;10447;p65"/>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5"/>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5"/>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5"/>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5"/>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5"/>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65"/>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5"/>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5"/>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5"/>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5"/>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8" name="Google Shape;10458;p65"/>
          <p:cNvGrpSpPr/>
          <p:nvPr/>
        </p:nvGrpSpPr>
        <p:grpSpPr>
          <a:xfrm>
            <a:off x="1289237" y="2731389"/>
            <a:ext cx="269051" cy="366983"/>
            <a:chOff x="1315775" y="2881927"/>
            <a:chExt cx="269051" cy="366983"/>
          </a:xfrm>
        </p:grpSpPr>
        <p:sp>
          <p:nvSpPr>
            <p:cNvPr id="10459" name="Google Shape;10459;p65"/>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5"/>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5"/>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5"/>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65"/>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5"/>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5"/>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5"/>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5"/>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5"/>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5"/>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5"/>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5"/>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5"/>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5"/>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4" name="Google Shape;10474;p65"/>
          <p:cNvGrpSpPr/>
          <p:nvPr/>
        </p:nvGrpSpPr>
        <p:grpSpPr>
          <a:xfrm>
            <a:off x="3950890" y="1829604"/>
            <a:ext cx="359232" cy="322023"/>
            <a:chOff x="3977427" y="1980142"/>
            <a:chExt cx="359232" cy="322023"/>
          </a:xfrm>
        </p:grpSpPr>
        <p:sp>
          <p:nvSpPr>
            <p:cNvPr id="10475" name="Google Shape;10475;p65"/>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5"/>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5"/>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5"/>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5"/>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5"/>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5"/>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5"/>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5"/>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5"/>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5" name="Google Shape;10485;p65"/>
          <p:cNvGrpSpPr/>
          <p:nvPr/>
        </p:nvGrpSpPr>
        <p:grpSpPr>
          <a:xfrm>
            <a:off x="839091" y="2263071"/>
            <a:ext cx="361720" cy="359180"/>
            <a:chOff x="865628" y="2413608"/>
            <a:chExt cx="361720" cy="359180"/>
          </a:xfrm>
        </p:grpSpPr>
        <p:sp>
          <p:nvSpPr>
            <p:cNvPr id="10486" name="Google Shape;10486;p65"/>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5"/>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5"/>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5"/>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5"/>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5"/>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5"/>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5"/>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5"/>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5"/>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5"/>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5"/>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5"/>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65"/>
          <p:cNvGrpSpPr/>
          <p:nvPr/>
        </p:nvGrpSpPr>
        <p:grpSpPr>
          <a:xfrm>
            <a:off x="3090556" y="2731389"/>
            <a:ext cx="268815" cy="366983"/>
            <a:chOff x="3117093" y="2881927"/>
            <a:chExt cx="268815" cy="366983"/>
          </a:xfrm>
        </p:grpSpPr>
        <p:sp>
          <p:nvSpPr>
            <p:cNvPr id="10500" name="Google Shape;10500;p65"/>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5"/>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5"/>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5"/>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5"/>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5"/>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5"/>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5"/>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5"/>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5"/>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5"/>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5"/>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5"/>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5"/>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5"/>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5" name="Google Shape;10515;p65"/>
          <p:cNvGrpSpPr/>
          <p:nvPr/>
        </p:nvGrpSpPr>
        <p:grpSpPr>
          <a:xfrm>
            <a:off x="3507971" y="1357462"/>
            <a:ext cx="368502" cy="343521"/>
            <a:chOff x="3534508" y="1508000"/>
            <a:chExt cx="368502" cy="343521"/>
          </a:xfrm>
        </p:grpSpPr>
        <p:sp>
          <p:nvSpPr>
            <p:cNvPr id="10516" name="Google Shape;10516;p65"/>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5"/>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5"/>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5"/>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5"/>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5"/>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5"/>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5"/>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5"/>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5"/>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5"/>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5"/>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5"/>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5"/>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5"/>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1" name="Google Shape;10531;p65"/>
          <p:cNvGrpSpPr/>
          <p:nvPr/>
        </p:nvGrpSpPr>
        <p:grpSpPr>
          <a:xfrm>
            <a:off x="7131161" y="1349424"/>
            <a:ext cx="279054" cy="354754"/>
            <a:chOff x="7147436" y="1502999"/>
            <a:chExt cx="279054" cy="354754"/>
          </a:xfrm>
        </p:grpSpPr>
        <p:sp>
          <p:nvSpPr>
            <p:cNvPr id="10532" name="Google Shape;10532;p65"/>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5"/>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5"/>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5"/>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5"/>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5"/>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5"/>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5"/>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5"/>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5"/>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65"/>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5"/>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5"/>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5"/>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5"/>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5"/>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8" name="Google Shape;10548;p65"/>
          <p:cNvGrpSpPr/>
          <p:nvPr/>
        </p:nvGrpSpPr>
        <p:grpSpPr>
          <a:xfrm>
            <a:off x="7586806" y="1819497"/>
            <a:ext cx="276802" cy="354807"/>
            <a:chOff x="7603081" y="1973072"/>
            <a:chExt cx="276802" cy="354807"/>
          </a:xfrm>
        </p:grpSpPr>
        <p:sp>
          <p:nvSpPr>
            <p:cNvPr id="10549" name="Google Shape;10549;p65"/>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5"/>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5"/>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5"/>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5"/>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5"/>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5"/>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5"/>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5"/>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5"/>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5"/>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5"/>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5"/>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5"/>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3" name="Google Shape;10563;p65"/>
          <p:cNvGrpSpPr/>
          <p:nvPr/>
        </p:nvGrpSpPr>
        <p:grpSpPr>
          <a:xfrm>
            <a:off x="6680517" y="1349424"/>
            <a:ext cx="276802" cy="354754"/>
            <a:chOff x="6696792" y="1502999"/>
            <a:chExt cx="276802" cy="354754"/>
          </a:xfrm>
        </p:grpSpPr>
        <p:sp>
          <p:nvSpPr>
            <p:cNvPr id="10564" name="Google Shape;10564;p65"/>
            <p:cNvSpPr/>
            <p:nvPr/>
          </p:nvSpPr>
          <p:spPr>
            <a:xfrm>
              <a:off x="6696792" y="1702345"/>
              <a:ext cx="276540" cy="155408"/>
            </a:xfrm>
            <a:custGeom>
              <a:avLst/>
              <a:gdLst/>
              <a:ahLst/>
              <a:cxnLst/>
              <a:rect l="l" t="t" r="r" b="b"/>
              <a:pathLst>
                <a:path w="10561" h="5935" extrusionOk="0">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5"/>
            <p:cNvSpPr/>
            <p:nvPr/>
          </p:nvSpPr>
          <p:spPr>
            <a:xfrm>
              <a:off x="6697028" y="1747069"/>
              <a:ext cx="276566" cy="110684"/>
            </a:xfrm>
            <a:custGeom>
              <a:avLst/>
              <a:gdLst/>
              <a:ahLst/>
              <a:cxnLst/>
              <a:rect l="l" t="t" r="r" b="b"/>
              <a:pathLst>
                <a:path w="10562" h="4227" extrusionOk="0">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5"/>
            <p:cNvSpPr/>
            <p:nvPr/>
          </p:nvSpPr>
          <p:spPr>
            <a:xfrm>
              <a:off x="6794960" y="1708106"/>
              <a:ext cx="80702" cy="22886"/>
            </a:xfrm>
            <a:custGeom>
              <a:avLst/>
              <a:gdLst/>
              <a:ahLst/>
              <a:cxnLst/>
              <a:rect l="l" t="t" r="r" b="b"/>
              <a:pathLst>
                <a:path w="3082" h="874" extrusionOk="0">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5"/>
            <p:cNvSpPr/>
            <p:nvPr/>
          </p:nvSpPr>
          <p:spPr>
            <a:xfrm>
              <a:off x="6738243" y="1592944"/>
              <a:ext cx="189134" cy="124929"/>
            </a:xfrm>
            <a:custGeom>
              <a:avLst/>
              <a:gdLst/>
              <a:ahLst/>
              <a:cxnLst/>
              <a:rect l="l" t="t" r="r" b="b"/>
              <a:pathLst>
                <a:path w="7223" h="4771" extrusionOk="0">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5"/>
            <p:cNvSpPr/>
            <p:nvPr/>
          </p:nvSpPr>
          <p:spPr>
            <a:xfrm>
              <a:off x="6742249" y="1592944"/>
              <a:ext cx="144908" cy="126683"/>
            </a:xfrm>
            <a:custGeom>
              <a:avLst/>
              <a:gdLst/>
              <a:ahLst/>
              <a:cxnLst/>
              <a:rect l="l" t="t" r="r" b="b"/>
              <a:pathLst>
                <a:path w="5534" h="4838" extrusionOk="0">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5"/>
            <p:cNvSpPr/>
            <p:nvPr/>
          </p:nvSpPr>
          <p:spPr>
            <a:xfrm>
              <a:off x="6702291" y="1503129"/>
              <a:ext cx="266066" cy="95575"/>
            </a:xfrm>
            <a:custGeom>
              <a:avLst/>
              <a:gdLst/>
              <a:ahLst/>
              <a:cxnLst/>
              <a:rect l="l" t="t" r="r" b="b"/>
              <a:pathLst>
                <a:path w="10161" h="3650" extrusionOk="0">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5"/>
            <p:cNvSpPr/>
            <p:nvPr/>
          </p:nvSpPr>
          <p:spPr>
            <a:xfrm>
              <a:off x="6787209" y="1621669"/>
              <a:ext cx="26997" cy="11521"/>
            </a:xfrm>
            <a:custGeom>
              <a:avLst/>
              <a:gdLst/>
              <a:ahLst/>
              <a:cxnLst/>
              <a:rect l="l" t="t" r="r" b="b"/>
              <a:pathLst>
                <a:path w="1031" h="440" extrusionOk="0">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5"/>
            <p:cNvSpPr/>
            <p:nvPr/>
          </p:nvSpPr>
          <p:spPr>
            <a:xfrm>
              <a:off x="6856416" y="1621669"/>
              <a:ext cx="26735" cy="11521"/>
            </a:xfrm>
            <a:custGeom>
              <a:avLst/>
              <a:gdLst/>
              <a:ahLst/>
              <a:cxnLst/>
              <a:rect l="l" t="t" r="r" b="b"/>
              <a:pathLst>
                <a:path w="1021" h="440" extrusionOk="0">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5"/>
            <p:cNvSpPr/>
            <p:nvPr/>
          </p:nvSpPr>
          <p:spPr>
            <a:xfrm>
              <a:off x="6702291" y="1502999"/>
              <a:ext cx="136660" cy="95706"/>
            </a:xfrm>
            <a:custGeom>
              <a:avLst/>
              <a:gdLst/>
              <a:ahLst/>
              <a:cxnLst/>
              <a:rect l="l" t="t" r="r" b="b"/>
              <a:pathLst>
                <a:path w="5219" h="3655" extrusionOk="0">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5"/>
            <p:cNvSpPr/>
            <p:nvPr/>
          </p:nvSpPr>
          <p:spPr>
            <a:xfrm>
              <a:off x="6748979" y="1598679"/>
              <a:ext cx="23017" cy="25766"/>
            </a:xfrm>
            <a:custGeom>
              <a:avLst/>
              <a:gdLst/>
              <a:ahLst/>
              <a:cxnLst/>
              <a:rect l="l" t="t" r="r" b="b"/>
              <a:pathLst>
                <a:path w="879" h="984" extrusionOk="0">
                  <a:moveTo>
                    <a:pt x="1" y="1"/>
                  </a:moveTo>
                  <a:lnTo>
                    <a:pt x="1" y="983"/>
                  </a:lnTo>
                  <a:lnTo>
                    <a:pt x="306" y="945"/>
                  </a:lnTo>
                  <a:cubicBezTo>
                    <a:pt x="631" y="907"/>
                    <a:pt x="879" y="630"/>
                    <a:pt x="879" y="296"/>
                  </a:cubicBezTo>
                  <a:lnTo>
                    <a:pt x="87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5"/>
            <p:cNvSpPr/>
            <p:nvPr/>
          </p:nvSpPr>
          <p:spPr>
            <a:xfrm>
              <a:off x="6898626" y="1598679"/>
              <a:ext cx="23017" cy="25766"/>
            </a:xfrm>
            <a:custGeom>
              <a:avLst/>
              <a:gdLst/>
              <a:ahLst/>
              <a:cxnLst/>
              <a:rect l="l" t="t" r="r" b="b"/>
              <a:pathLst>
                <a:path w="879" h="984" extrusionOk="0">
                  <a:moveTo>
                    <a:pt x="0" y="1"/>
                  </a:moveTo>
                  <a:lnTo>
                    <a:pt x="0" y="296"/>
                  </a:lnTo>
                  <a:cubicBezTo>
                    <a:pt x="0" y="630"/>
                    <a:pt x="248" y="907"/>
                    <a:pt x="573" y="945"/>
                  </a:cubicBezTo>
                  <a:lnTo>
                    <a:pt x="878" y="983"/>
                  </a:lnTo>
                  <a:lnTo>
                    <a:pt x="878"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5"/>
            <p:cNvSpPr/>
            <p:nvPr/>
          </p:nvSpPr>
          <p:spPr>
            <a:xfrm>
              <a:off x="6812189" y="1667624"/>
              <a:ext cx="45981" cy="17256"/>
            </a:xfrm>
            <a:custGeom>
              <a:avLst/>
              <a:gdLst/>
              <a:ahLst/>
              <a:cxnLst/>
              <a:rect l="l" t="t" r="r" b="b"/>
              <a:pathLst>
                <a:path w="1756" h="659" extrusionOk="0">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5"/>
            <p:cNvSpPr/>
            <p:nvPr/>
          </p:nvSpPr>
          <p:spPr>
            <a:xfrm>
              <a:off x="6794960" y="1661889"/>
              <a:ext cx="80702" cy="34617"/>
            </a:xfrm>
            <a:custGeom>
              <a:avLst/>
              <a:gdLst/>
              <a:ahLst/>
              <a:cxnLst/>
              <a:rect l="l" t="t" r="r" b="b"/>
              <a:pathLst>
                <a:path w="3082" h="1322" extrusionOk="0">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5"/>
            <p:cNvSpPr/>
            <p:nvPr/>
          </p:nvSpPr>
          <p:spPr>
            <a:xfrm>
              <a:off x="6823920" y="1702345"/>
              <a:ext cx="22519" cy="46007"/>
            </a:xfrm>
            <a:custGeom>
              <a:avLst/>
              <a:gdLst/>
              <a:ahLst/>
              <a:cxnLst/>
              <a:rect l="l" t="t" r="r" b="b"/>
              <a:pathLst>
                <a:path w="860" h="1757" extrusionOk="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5"/>
            <p:cNvSpPr/>
            <p:nvPr/>
          </p:nvSpPr>
          <p:spPr>
            <a:xfrm>
              <a:off x="6757986" y="1747069"/>
              <a:ext cx="154649" cy="110684"/>
            </a:xfrm>
            <a:custGeom>
              <a:avLst/>
              <a:gdLst/>
              <a:ahLst/>
              <a:cxnLst/>
              <a:rect l="l" t="t" r="r" b="b"/>
              <a:pathLst>
                <a:path w="5906" h="4227" extrusionOk="0">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79" name="Google Shape;10579;p65"/>
          <p:cNvSpPr/>
          <p:nvPr/>
        </p:nvSpPr>
        <p:spPr>
          <a:xfrm>
            <a:off x="6344511" y="1501824"/>
            <a:ext cx="23017" cy="26264"/>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80" name="Google Shape;10580;p65"/>
          <p:cNvGrpSpPr/>
          <p:nvPr/>
        </p:nvGrpSpPr>
        <p:grpSpPr>
          <a:xfrm>
            <a:off x="6207118" y="1349424"/>
            <a:ext cx="320295" cy="354754"/>
            <a:chOff x="6223393" y="1502999"/>
            <a:chExt cx="320295" cy="354754"/>
          </a:xfrm>
        </p:grpSpPr>
        <p:sp>
          <p:nvSpPr>
            <p:cNvPr id="10581" name="Google Shape;10581;p65"/>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5"/>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5"/>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5"/>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5"/>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5"/>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5"/>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5"/>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5"/>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5"/>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5"/>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5"/>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5"/>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5"/>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5"/>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5"/>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5"/>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65"/>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5"/>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5"/>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5"/>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65"/>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65"/>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65"/>
          <p:cNvGrpSpPr/>
          <p:nvPr/>
        </p:nvGrpSpPr>
        <p:grpSpPr>
          <a:xfrm>
            <a:off x="5294336" y="1349397"/>
            <a:ext cx="339515" cy="354781"/>
            <a:chOff x="5310611" y="1502972"/>
            <a:chExt cx="339515" cy="354781"/>
          </a:xfrm>
        </p:grpSpPr>
        <p:sp>
          <p:nvSpPr>
            <p:cNvPr id="10605" name="Google Shape;10605;p65"/>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5"/>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5"/>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5"/>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5"/>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5"/>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65"/>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5"/>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5"/>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5"/>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5"/>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5"/>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5"/>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5"/>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65"/>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5"/>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1" name="Google Shape;10621;p65"/>
          <p:cNvGrpSpPr/>
          <p:nvPr/>
        </p:nvGrpSpPr>
        <p:grpSpPr>
          <a:xfrm>
            <a:off x="6237362" y="3636526"/>
            <a:ext cx="274550" cy="354833"/>
            <a:chOff x="6253637" y="3790101"/>
            <a:chExt cx="274550" cy="354833"/>
          </a:xfrm>
        </p:grpSpPr>
        <p:sp>
          <p:nvSpPr>
            <p:cNvPr id="10622" name="Google Shape;10622;p65"/>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65"/>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5"/>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5"/>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65"/>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5"/>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5"/>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5"/>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5"/>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5"/>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65"/>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5"/>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5"/>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65"/>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5"/>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5"/>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5"/>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65"/>
          <p:cNvGrpSpPr/>
          <p:nvPr/>
        </p:nvGrpSpPr>
        <p:grpSpPr>
          <a:xfrm>
            <a:off x="5786456" y="3636605"/>
            <a:ext cx="274576" cy="354754"/>
            <a:chOff x="5802731" y="3790180"/>
            <a:chExt cx="274576" cy="354754"/>
          </a:xfrm>
        </p:grpSpPr>
        <p:sp>
          <p:nvSpPr>
            <p:cNvPr id="10640" name="Google Shape;10640;p65"/>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5"/>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5"/>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5"/>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65"/>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5"/>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5"/>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5"/>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5"/>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5"/>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5"/>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65"/>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5"/>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65"/>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5"/>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5"/>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5"/>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5"/>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5"/>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5"/>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65"/>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1" name="Google Shape;10661;p65"/>
          <p:cNvGrpSpPr/>
          <p:nvPr/>
        </p:nvGrpSpPr>
        <p:grpSpPr>
          <a:xfrm>
            <a:off x="5335813" y="3636631"/>
            <a:ext cx="274550" cy="354728"/>
            <a:chOff x="5352088" y="3790206"/>
            <a:chExt cx="274550" cy="354728"/>
          </a:xfrm>
        </p:grpSpPr>
        <p:sp>
          <p:nvSpPr>
            <p:cNvPr id="10662" name="Google Shape;10662;p65"/>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65"/>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65"/>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5"/>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65"/>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5"/>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5"/>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5"/>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5"/>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5"/>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5"/>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5"/>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5"/>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5"/>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5"/>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5"/>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5"/>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5"/>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5"/>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5"/>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5"/>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65"/>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5"/>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5"/>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6" name="Google Shape;10686;p65"/>
          <p:cNvGrpSpPr/>
          <p:nvPr/>
        </p:nvGrpSpPr>
        <p:grpSpPr>
          <a:xfrm>
            <a:off x="4885431" y="3636500"/>
            <a:ext cx="274550" cy="354859"/>
            <a:chOff x="4901706" y="3790075"/>
            <a:chExt cx="274550" cy="354859"/>
          </a:xfrm>
        </p:grpSpPr>
        <p:sp>
          <p:nvSpPr>
            <p:cNvPr id="10687" name="Google Shape;10687;p65"/>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5"/>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5"/>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5"/>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5"/>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65"/>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5"/>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5"/>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5"/>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5"/>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5"/>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5"/>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5"/>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5"/>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5"/>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5"/>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5"/>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4" name="Google Shape;10704;p65"/>
          <p:cNvGrpSpPr/>
          <p:nvPr/>
        </p:nvGrpSpPr>
        <p:grpSpPr>
          <a:xfrm>
            <a:off x="8036429" y="1349633"/>
            <a:ext cx="275073" cy="354545"/>
            <a:chOff x="8052704" y="1503208"/>
            <a:chExt cx="275073" cy="354545"/>
          </a:xfrm>
        </p:grpSpPr>
        <p:sp>
          <p:nvSpPr>
            <p:cNvPr id="10705" name="Google Shape;10705;p65"/>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5"/>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5"/>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5"/>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5"/>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5"/>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5"/>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5"/>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5"/>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5"/>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5"/>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65"/>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5"/>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5"/>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5"/>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5"/>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5"/>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2" name="Google Shape;10722;p65"/>
          <p:cNvGrpSpPr/>
          <p:nvPr/>
        </p:nvGrpSpPr>
        <p:grpSpPr>
          <a:xfrm>
            <a:off x="5778470" y="1349424"/>
            <a:ext cx="274550" cy="354754"/>
            <a:chOff x="5794745" y="1502999"/>
            <a:chExt cx="274550" cy="354754"/>
          </a:xfrm>
        </p:grpSpPr>
        <p:sp>
          <p:nvSpPr>
            <p:cNvPr id="10723" name="Google Shape;10723;p65"/>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5"/>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5"/>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5"/>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5"/>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5"/>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5"/>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65"/>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5"/>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5"/>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5"/>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5"/>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5"/>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5"/>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5"/>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5"/>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5"/>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5"/>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5"/>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5"/>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5"/>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65"/>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5"/>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6" name="Google Shape;10746;p65"/>
          <p:cNvGrpSpPr/>
          <p:nvPr/>
        </p:nvGrpSpPr>
        <p:grpSpPr>
          <a:xfrm>
            <a:off x="4880665" y="1349424"/>
            <a:ext cx="263316" cy="354754"/>
            <a:chOff x="4896940" y="1502999"/>
            <a:chExt cx="263316" cy="354754"/>
          </a:xfrm>
        </p:grpSpPr>
        <p:sp>
          <p:nvSpPr>
            <p:cNvPr id="10747" name="Google Shape;10747;p65"/>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5"/>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65"/>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65"/>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5"/>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5"/>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5"/>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5"/>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5"/>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5"/>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5"/>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5"/>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5"/>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5"/>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5"/>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5"/>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5"/>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5"/>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5"/>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5"/>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5"/>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8" name="Google Shape;10768;p65"/>
          <p:cNvGrpSpPr/>
          <p:nvPr/>
        </p:nvGrpSpPr>
        <p:grpSpPr>
          <a:xfrm>
            <a:off x="6239117" y="4114507"/>
            <a:ext cx="274550" cy="354728"/>
            <a:chOff x="6255392" y="4268082"/>
            <a:chExt cx="274550" cy="354728"/>
          </a:xfrm>
        </p:grpSpPr>
        <p:sp>
          <p:nvSpPr>
            <p:cNvPr id="10769" name="Google Shape;10769;p65"/>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5"/>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5"/>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5"/>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5"/>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65"/>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5"/>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5"/>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5"/>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5"/>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5"/>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5"/>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65"/>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5"/>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65"/>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5"/>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5"/>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5"/>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5"/>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65"/>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9" name="Google Shape;10789;p65"/>
          <p:cNvGrpSpPr/>
          <p:nvPr/>
        </p:nvGrpSpPr>
        <p:grpSpPr>
          <a:xfrm>
            <a:off x="7587801" y="3636500"/>
            <a:ext cx="275807" cy="354859"/>
            <a:chOff x="7604076" y="3790075"/>
            <a:chExt cx="275807" cy="354859"/>
          </a:xfrm>
        </p:grpSpPr>
        <p:sp>
          <p:nvSpPr>
            <p:cNvPr id="10790" name="Google Shape;10790;p65"/>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5"/>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5"/>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5"/>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5"/>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5"/>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5"/>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65"/>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65"/>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5"/>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5"/>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5"/>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5"/>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5"/>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5"/>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65"/>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5"/>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5"/>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5"/>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5"/>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5"/>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65"/>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2" name="Google Shape;10812;p65"/>
          <p:cNvGrpSpPr/>
          <p:nvPr/>
        </p:nvGrpSpPr>
        <p:grpSpPr>
          <a:xfrm>
            <a:off x="7138152" y="3636631"/>
            <a:ext cx="274550" cy="354493"/>
            <a:chOff x="7154427" y="3790206"/>
            <a:chExt cx="274550" cy="354493"/>
          </a:xfrm>
        </p:grpSpPr>
        <p:sp>
          <p:nvSpPr>
            <p:cNvPr id="10813" name="Google Shape;10813;p65"/>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5"/>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5"/>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65"/>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5"/>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5"/>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5"/>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5"/>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5"/>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5"/>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5"/>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5"/>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65"/>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5"/>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65"/>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5"/>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5"/>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5"/>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5"/>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65"/>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3" name="Google Shape;10833;p65"/>
          <p:cNvGrpSpPr/>
          <p:nvPr/>
        </p:nvGrpSpPr>
        <p:grpSpPr>
          <a:xfrm>
            <a:off x="8038183" y="1819575"/>
            <a:ext cx="274576" cy="354728"/>
            <a:chOff x="8054458" y="1973150"/>
            <a:chExt cx="274576" cy="354728"/>
          </a:xfrm>
        </p:grpSpPr>
        <p:sp>
          <p:nvSpPr>
            <p:cNvPr id="10834" name="Google Shape;10834;p65"/>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5"/>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5"/>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5"/>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65"/>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5"/>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65"/>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5"/>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5"/>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5"/>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65"/>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5"/>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5"/>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5"/>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5"/>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5"/>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5"/>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5"/>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65"/>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65"/>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65"/>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5"/>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6" name="Google Shape;10856;p65"/>
          <p:cNvGrpSpPr/>
          <p:nvPr/>
        </p:nvGrpSpPr>
        <p:grpSpPr>
          <a:xfrm>
            <a:off x="7137655" y="1819575"/>
            <a:ext cx="274812" cy="354728"/>
            <a:chOff x="7153930" y="1973150"/>
            <a:chExt cx="274812" cy="354728"/>
          </a:xfrm>
        </p:grpSpPr>
        <p:sp>
          <p:nvSpPr>
            <p:cNvPr id="10857" name="Google Shape;10857;p65"/>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5"/>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5"/>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65"/>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65"/>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5"/>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5"/>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5"/>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5"/>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5"/>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5"/>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5"/>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65"/>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5"/>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5"/>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65"/>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5"/>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5"/>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5"/>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6" name="Google Shape;10876;p65"/>
          <p:cNvGrpSpPr/>
          <p:nvPr/>
        </p:nvGrpSpPr>
        <p:grpSpPr>
          <a:xfrm>
            <a:off x="6687247" y="1819523"/>
            <a:ext cx="274812" cy="354781"/>
            <a:chOff x="6703522" y="1973098"/>
            <a:chExt cx="274812" cy="354781"/>
          </a:xfrm>
        </p:grpSpPr>
        <p:sp>
          <p:nvSpPr>
            <p:cNvPr id="10877" name="Google Shape;10877;p65"/>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5"/>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65"/>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5"/>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65"/>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5"/>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5"/>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5"/>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5"/>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5"/>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5"/>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5"/>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5"/>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65"/>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5"/>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5"/>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5"/>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5"/>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5"/>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5"/>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5"/>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65"/>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5"/>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5"/>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5"/>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2" name="Google Shape;10902;p65"/>
          <p:cNvGrpSpPr/>
          <p:nvPr/>
        </p:nvGrpSpPr>
        <p:grpSpPr>
          <a:xfrm>
            <a:off x="6237100" y="1819575"/>
            <a:ext cx="274812" cy="354728"/>
            <a:chOff x="6253375" y="1973150"/>
            <a:chExt cx="274812" cy="354728"/>
          </a:xfrm>
        </p:grpSpPr>
        <p:sp>
          <p:nvSpPr>
            <p:cNvPr id="10903" name="Google Shape;10903;p65"/>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5"/>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5"/>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5"/>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5"/>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5"/>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65"/>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65"/>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5"/>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5"/>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5"/>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65"/>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5"/>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65"/>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65"/>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5"/>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65"/>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5"/>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5"/>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5"/>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65"/>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65"/>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65"/>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5"/>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5"/>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65"/>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65"/>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5"/>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5"/>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5"/>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5"/>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5"/>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5"/>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65"/>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5"/>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5"/>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5"/>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5"/>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1" name="Google Shape;10941;p65"/>
          <p:cNvGrpSpPr/>
          <p:nvPr/>
        </p:nvGrpSpPr>
        <p:grpSpPr>
          <a:xfrm>
            <a:off x="5786221" y="1819575"/>
            <a:ext cx="275309" cy="354728"/>
            <a:chOff x="5802496" y="1973150"/>
            <a:chExt cx="275309" cy="354728"/>
          </a:xfrm>
        </p:grpSpPr>
        <p:sp>
          <p:nvSpPr>
            <p:cNvPr id="10942" name="Google Shape;10942;p65"/>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65"/>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5"/>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65"/>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5"/>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5"/>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5"/>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5"/>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5"/>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5"/>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5"/>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5"/>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65"/>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5"/>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5"/>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5"/>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5"/>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65"/>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65"/>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5"/>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5"/>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65"/>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65"/>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5"/>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65"/>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65"/>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8" name="Google Shape;10968;p65"/>
          <p:cNvGrpSpPr/>
          <p:nvPr/>
        </p:nvGrpSpPr>
        <p:grpSpPr>
          <a:xfrm>
            <a:off x="5336808" y="1819575"/>
            <a:ext cx="274576" cy="354728"/>
            <a:chOff x="5353083" y="1973150"/>
            <a:chExt cx="274576" cy="354728"/>
          </a:xfrm>
        </p:grpSpPr>
        <p:sp>
          <p:nvSpPr>
            <p:cNvPr id="10969" name="Google Shape;10969;p65"/>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5"/>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5"/>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65"/>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5"/>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5"/>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5"/>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5"/>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5"/>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5"/>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5"/>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5"/>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5"/>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5"/>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5"/>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5"/>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5"/>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5"/>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65"/>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65"/>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5"/>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65"/>
          <p:cNvGrpSpPr/>
          <p:nvPr/>
        </p:nvGrpSpPr>
        <p:grpSpPr>
          <a:xfrm>
            <a:off x="4886426" y="1819575"/>
            <a:ext cx="274812" cy="354728"/>
            <a:chOff x="4902701" y="1973150"/>
            <a:chExt cx="274812" cy="354728"/>
          </a:xfrm>
        </p:grpSpPr>
        <p:sp>
          <p:nvSpPr>
            <p:cNvPr id="10991" name="Google Shape;10991;p65"/>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65"/>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65"/>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5"/>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5"/>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5"/>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5"/>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5"/>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65"/>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5"/>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5"/>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65"/>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65"/>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5"/>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5"/>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65"/>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5"/>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5"/>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5"/>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5"/>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5"/>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65"/>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5"/>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5"/>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5"/>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65"/>
          <p:cNvGrpSpPr/>
          <p:nvPr/>
        </p:nvGrpSpPr>
        <p:grpSpPr>
          <a:xfrm>
            <a:off x="4886426" y="2726414"/>
            <a:ext cx="272560" cy="354676"/>
            <a:chOff x="4902701" y="2879989"/>
            <a:chExt cx="272560" cy="354676"/>
          </a:xfrm>
        </p:grpSpPr>
        <p:sp>
          <p:nvSpPr>
            <p:cNvPr id="11017" name="Google Shape;11017;p65"/>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65"/>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5"/>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5"/>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5"/>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5"/>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5"/>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5"/>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5"/>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65"/>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65"/>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5"/>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65"/>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5"/>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5"/>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5"/>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5"/>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5"/>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5"/>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5"/>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5"/>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5"/>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5"/>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5"/>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1" name="Google Shape;11041;p65"/>
          <p:cNvGrpSpPr/>
          <p:nvPr/>
        </p:nvGrpSpPr>
        <p:grpSpPr>
          <a:xfrm>
            <a:off x="5787713" y="4114507"/>
            <a:ext cx="274550" cy="354728"/>
            <a:chOff x="5803988" y="4268082"/>
            <a:chExt cx="274550" cy="354728"/>
          </a:xfrm>
        </p:grpSpPr>
        <p:sp>
          <p:nvSpPr>
            <p:cNvPr id="11042" name="Google Shape;11042;p65"/>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5"/>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5"/>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5"/>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5"/>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5"/>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5"/>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5"/>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5"/>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5"/>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5"/>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5"/>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5"/>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65"/>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65"/>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5"/>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5"/>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5"/>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5"/>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5"/>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5"/>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5"/>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4" name="Google Shape;11064;p65"/>
          <p:cNvGrpSpPr/>
          <p:nvPr/>
        </p:nvGrpSpPr>
        <p:grpSpPr>
          <a:xfrm>
            <a:off x="5336074" y="4114507"/>
            <a:ext cx="274550" cy="354728"/>
            <a:chOff x="5352349" y="4268082"/>
            <a:chExt cx="274550" cy="354728"/>
          </a:xfrm>
        </p:grpSpPr>
        <p:sp>
          <p:nvSpPr>
            <p:cNvPr id="11065" name="Google Shape;11065;p65"/>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65"/>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5"/>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5"/>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5"/>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5"/>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5"/>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5"/>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5"/>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5"/>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65"/>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5"/>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5"/>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5"/>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65"/>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65"/>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5"/>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5"/>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5"/>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65"/>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65"/>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5"/>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7" name="Google Shape;11087;p65"/>
          <p:cNvGrpSpPr/>
          <p:nvPr/>
        </p:nvGrpSpPr>
        <p:grpSpPr>
          <a:xfrm>
            <a:off x="7590551" y="2265715"/>
            <a:ext cx="274550" cy="354728"/>
            <a:chOff x="7606826" y="2419290"/>
            <a:chExt cx="274550" cy="354728"/>
          </a:xfrm>
        </p:grpSpPr>
        <p:sp>
          <p:nvSpPr>
            <p:cNvPr id="11088" name="Google Shape;11088;p65"/>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65"/>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5"/>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5"/>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65"/>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5"/>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65"/>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65"/>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5"/>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5"/>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5"/>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5"/>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65"/>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65"/>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5"/>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3" name="Google Shape;11103;p65"/>
          <p:cNvGrpSpPr/>
          <p:nvPr/>
        </p:nvGrpSpPr>
        <p:grpSpPr>
          <a:xfrm>
            <a:off x="7139907" y="2265715"/>
            <a:ext cx="274550" cy="354728"/>
            <a:chOff x="7156182" y="2419290"/>
            <a:chExt cx="274550" cy="354728"/>
          </a:xfrm>
        </p:grpSpPr>
        <p:sp>
          <p:nvSpPr>
            <p:cNvPr id="11104" name="Google Shape;11104;p65"/>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5"/>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5"/>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65"/>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5"/>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5"/>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5"/>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65"/>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65"/>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5"/>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5"/>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5"/>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5"/>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5"/>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5"/>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9" name="Google Shape;11119;p65"/>
          <p:cNvGrpSpPr/>
          <p:nvPr/>
        </p:nvGrpSpPr>
        <p:grpSpPr>
          <a:xfrm>
            <a:off x="6689001" y="2265715"/>
            <a:ext cx="274812" cy="354728"/>
            <a:chOff x="6705276" y="2419290"/>
            <a:chExt cx="274812" cy="354728"/>
          </a:xfrm>
        </p:grpSpPr>
        <p:sp>
          <p:nvSpPr>
            <p:cNvPr id="11120" name="Google Shape;11120;p65"/>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5"/>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5"/>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5"/>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65"/>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5"/>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5"/>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65"/>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65"/>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5"/>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5"/>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65"/>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65"/>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5"/>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5"/>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5"/>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5"/>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5"/>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5"/>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5"/>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5"/>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5"/>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5"/>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5"/>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5"/>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5"/>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5"/>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5"/>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8" name="Google Shape;11148;p65"/>
          <p:cNvGrpSpPr/>
          <p:nvPr/>
        </p:nvGrpSpPr>
        <p:grpSpPr>
          <a:xfrm>
            <a:off x="4886661" y="2265715"/>
            <a:ext cx="274576" cy="354728"/>
            <a:chOff x="4902936" y="2419290"/>
            <a:chExt cx="274576" cy="354728"/>
          </a:xfrm>
        </p:grpSpPr>
        <p:sp>
          <p:nvSpPr>
            <p:cNvPr id="11149" name="Google Shape;11149;p65"/>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65"/>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65"/>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65"/>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5"/>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5"/>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5"/>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65"/>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65"/>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5"/>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65"/>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5"/>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5"/>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5"/>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65"/>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5"/>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65"/>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5"/>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65"/>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65"/>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9" name="Google Shape;11169;p65"/>
          <p:cNvGrpSpPr/>
          <p:nvPr/>
        </p:nvGrpSpPr>
        <p:grpSpPr>
          <a:xfrm>
            <a:off x="7591781" y="3192219"/>
            <a:ext cx="270334" cy="354754"/>
            <a:chOff x="7608056" y="3345794"/>
            <a:chExt cx="270334" cy="354754"/>
          </a:xfrm>
        </p:grpSpPr>
        <p:sp>
          <p:nvSpPr>
            <p:cNvPr id="11170" name="Google Shape;11170;p65"/>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5"/>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5"/>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5"/>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5"/>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5"/>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5"/>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65"/>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5"/>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5"/>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5"/>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5"/>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65"/>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5"/>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5"/>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5"/>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65"/>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5"/>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5"/>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9" name="Google Shape;11189;p65"/>
          <p:cNvGrpSpPr/>
          <p:nvPr/>
        </p:nvGrpSpPr>
        <p:grpSpPr>
          <a:xfrm>
            <a:off x="6696490" y="4114507"/>
            <a:ext cx="263316" cy="354728"/>
            <a:chOff x="6712765" y="4268082"/>
            <a:chExt cx="263316" cy="354728"/>
          </a:xfrm>
        </p:grpSpPr>
        <p:sp>
          <p:nvSpPr>
            <p:cNvPr id="11190" name="Google Shape;11190;p65"/>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5"/>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5"/>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5"/>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65"/>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65"/>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5"/>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65"/>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65"/>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5"/>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5"/>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5"/>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5"/>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65"/>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5"/>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5"/>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6" name="Google Shape;11206;p65"/>
          <p:cNvGrpSpPr/>
          <p:nvPr/>
        </p:nvGrpSpPr>
        <p:grpSpPr>
          <a:xfrm>
            <a:off x="5343066" y="2265584"/>
            <a:ext cx="262819" cy="354859"/>
            <a:chOff x="5359341" y="2419159"/>
            <a:chExt cx="262819" cy="354859"/>
          </a:xfrm>
        </p:grpSpPr>
        <p:sp>
          <p:nvSpPr>
            <p:cNvPr id="11207" name="Google Shape;11207;p65"/>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5"/>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5"/>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65"/>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65"/>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5"/>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5"/>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65"/>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5"/>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5"/>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5"/>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5"/>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65"/>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65"/>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5"/>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5"/>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65"/>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5"/>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5"/>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5"/>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5"/>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8" name="Google Shape;11228;p65"/>
          <p:cNvGrpSpPr/>
          <p:nvPr/>
        </p:nvGrpSpPr>
        <p:grpSpPr>
          <a:xfrm>
            <a:off x="6693007" y="3636631"/>
            <a:ext cx="263316" cy="354493"/>
            <a:chOff x="6709282" y="3790206"/>
            <a:chExt cx="263316" cy="354493"/>
          </a:xfrm>
        </p:grpSpPr>
        <p:sp>
          <p:nvSpPr>
            <p:cNvPr id="11229" name="Google Shape;11229;p65"/>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5"/>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65"/>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65"/>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5"/>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5"/>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5"/>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5"/>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5"/>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5"/>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5"/>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5"/>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65"/>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65"/>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5"/>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65"/>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5" name="Google Shape;11245;p65"/>
          <p:cNvGrpSpPr/>
          <p:nvPr/>
        </p:nvGrpSpPr>
        <p:grpSpPr>
          <a:xfrm>
            <a:off x="6244354" y="2265715"/>
            <a:ext cx="263055" cy="354493"/>
            <a:chOff x="6260629" y="2419290"/>
            <a:chExt cx="263055" cy="354493"/>
          </a:xfrm>
        </p:grpSpPr>
        <p:sp>
          <p:nvSpPr>
            <p:cNvPr id="11246" name="Google Shape;11246;p65"/>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5"/>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65"/>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65"/>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5"/>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5"/>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65"/>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65"/>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65"/>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5"/>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5"/>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5"/>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5"/>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5"/>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5"/>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1" name="Google Shape;11261;p65"/>
          <p:cNvGrpSpPr/>
          <p:nvPr/>
        </p:nvGrpSpPr>
        <p:grpSpPr>
          <a:xfrm>
            <a:off x="6244589" y="2726336"/>
            <a:ext cx="263343" cy="354754"/>
            <a:chOff x="6260864" y="2879911"/>
            <a:chExt cx="263343" cy="354754"/>
          </a:xfrm>
        </p:grpSpPr>
        <p:sp>
          <p:nvSpPr>
            <p:cNvPr id="11262" name="Google Shape;11262;p65"/>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65"/>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5"/>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65"/>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65"/>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5"/>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5"/>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5"/>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5"/>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5"/>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5"/>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65"/>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65"/>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5"/>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5"/>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5"/>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5"/>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65"/>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65"/>
          <p:cNvGrpSpPr/>
          <p:nvPr/>
        </p:nvGrpSpPr>
        <p:grpSpPr>
          <a:xfrm>
            <a:off x="8046693" y="2265715"/>
            <a:ext cx="263316" cy="354728"/>
            <a:chOff x="8062968" y="2419290"/>
            <a:chExt cx="263316" cy="354728"/>
          </a:xfrm>
        </p:grpSpPr>
        <p:sp>
          <p:nvSpPr>
            <p:cNvPr id="11281" name="Google Shape;11281;p65"/>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65"/>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65"/>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5"/>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5"/>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5"/>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65"/>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65"/>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5"/>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65"/>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5"/>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5"/>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5"/>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5"/>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5"/>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5"/>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5"/>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65"/>
          <p:cNvGrpSpPr/>
          <p:nvPr/>
        </p:nvGrpSpPr>
        <p:grpSpPr>
          <a:xfrm>
            <a:off x="5793448" y="2265715"/>
            <a:ext cx="263316" cy="354728"/>
            <a:chOff x="5809723" y="2419290"/>
            <a:chExt cx="263316" cy="354728"/>
          </a:xfrm>
        </p:grpSpPr>
        <p:sp>
          <p:nvSpPr>
            <p:cNvPr id="11299" name="Google Shape;11299;p65"/>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65"/>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5"/>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5"/>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5"/>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5"/>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5"/>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5"/>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5"/>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65"/>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65"/>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5"/>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5"/>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5"/>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65"/>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65"/>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5"/>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65"/>
          <p:cNvGrpSpPr/>
          <p:nvPr/>
        </p:nvGrpSpPr>
        <p:grpSpPr>
          <a:xfrm>
            <a:off x="7590551" y="1349424"/>
            <a:ext cx="263552" cy="354754"/>
            <a:chOff x="7606826" y="1502999"/>
            <a:chExt cx="263552" cy="354754"/>
          </a:xfrm>
        </p:grpSpPr>
        <p:sp>
          <p:nvSpPr>
            <p:cNvPr id="11317" name="Google Shape;11317;p65"/>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65"/>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65"/>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5"/>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5"/>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5"/>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5"/>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65"/>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65"/>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5"/>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5"/>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5"/>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5"/>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5"/>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65"/>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65"/>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5"/>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5"/>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65"/>
          <p:cNvGrpSpPr/>
          <p:nvPr/>
        </p:nvGrpSpPr>
        <p:grpSpPr>
          <a:xfrm>
            <a:off x="8044180" y="3636500"/>
            <a:ext cx="264076" cy="354623"/>
            <a:chOff x="8060455" y="3790075"/>
            <a:chExt cx="264076" cy="354623"/>
          </a:xfrm>
        </p:grpSpPr>
        <p:sp>
          <p:nvSpPr>
            <p:cNvPr id="11336" name="Google Shape;11336;p65"/>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5"/>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5"/>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5"/>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5"/>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65"/>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65"/>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5"/>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5"/>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65"/>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65"/>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5"/>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5"/>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65"/>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5"/>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5"/>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5"/>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65"/>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65"/>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5"/>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5"/>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65"/>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65"/>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9" name="Google Shape;11359;p65"/>
          <p:cNvGrpSpPr/>
          <p:nvPr/>
        </p:nvGrpSpPr>
        <p:grpSpPr>
          <a:xfrm>
            <a:off x="7598275" y="2726336"/>
            <a:ext cx="263316" cy="354754"/>
            <a:chOff x="7614550" y="2879911"/>
            <a:chExt cx="263316" cy="354754"/>
          </a:xfrm>
        </p:grpSpPr>
        <p:sp>
          <p:nvSpPr>
            <p:cNvPr id="11360" name="Google Shape;11360;p65"/>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5"/>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5"/>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65"/>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65"/>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5"/>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65"/>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65"/>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5"/>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5"/>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65"/>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5"/>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5"/>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65"/>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5"/>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65"/>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65"/>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5"/>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65"/>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65"/>
          <p:cNvGrpSpPr/>
          <p:nvPr/>
        </p:nvGrpSpPr>
        <p:grpSpPr>
          <a:xfrm>
            <a:off x="4884409" y="4114612"/>
            <a:ext cx="274576" cy="354623"/>
            <a:chOff x="4900684" y="4268187"/>
            <a:chExt cx="274576" cy="354623"/>
          </a:xfrm>
        </p:grpSpPr>
        <p:sp>
          <p:nvSpPr>
            <p:cNvPr id="11380" name="Google Shape;11380;p65"/>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5"/>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5"/>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5"/>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65"/>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65"/>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5"/>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5"/>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5"/>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65"/>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65"/>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65"/>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5"/>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5"/>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65"/>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5" name="Google Shape;11395;p65"/>
          <p:cNvGrpSpPr/>
          <p:nvPr/>
        </p:nvGrpSpPr>
        <p:grpSpPr>
          <a:xfrm>
            <a:off x="7145379" y="3192219"/>
            <a:ext cx="263343" cy="354754"/>
            <a:chOff x="7161654" y="3345794"/>
            <a:chExt cx="263343" cy="354754"/>
          </a:xfrm>
        </p:grpSpPr>
        <p:sp>
          <p:nvSpPr>
            <p:cNvPr id="11396" name="Google Shape;11396;p65"/>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65"/>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65"/>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65"/>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5"/>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65"/>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65"/>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65"/>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65"/>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65"/>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65"/>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65"/>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65"/>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65"/>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65"/>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65"/>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65"/>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5"/>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65"/>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5" name="Google Shape;11415;p65"/>
          <p:cNvGrpSpPr/>
          <p:nvPr/>
        </p:nvGrpSpPr>
        <p:grpSpPr>
          <a:xfrm>
            <a:off x="6695495" y="3192219"/>
            <a:ext cx="263081" cy="354754"/>
            <a:chOff x="6711770" y="3345794"/>
            <a:chExt cx="263081" cy="354754"/>
          </a:xfrm>
        </p:grpSpPr>
        <p:sp>
          <p:nvSpPr>
            <p:cNvPr id="11416" name="Google Shape;11416;p65"/>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65"/>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65"/>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65"/>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65"/>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5"/>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5"/>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65"/>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65"/>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65"/>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65"/>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65"/>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65"/>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65"/>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65"/>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65"/>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65"/>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3" name="Google Shape;11433;p65"/>
          <p:cNvGrpSpPr/>
          <p:nvPr/>
        </p:nvGrpSpPr>
        <p:grpSpPr>
          <a:xfrm>
            <a:off x="7147134" y="2726676"/>
            <a:ext cx="263316" cy="354414"/>
            <a:chOff x="7163409" y="2880251"/>
            <a:chExt cx="263316" cy="354414"/>
          </a:xfrm>
        </p:grpSpPr>
        <p:sp>
          <p:nvSpPr>
            <p:cNvPr id="11434" name="Google Shape;11434;p65"/>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65"/>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65"/>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65"/>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5"/>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65"/>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65"/>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5"/>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65"/>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65"/>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65"/>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65"/>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65"/>
          <p:cNvGrpSpPr/>
          <p:nvPr/>
        </p:nvGrpSpPr>
        <p:grpSpPr>
          <a:xfrm>
            <a:off x="6695757" y="2726597"/>
            <a:ext cx="263316" cy="354493"/>
            <a:chOff x="6712032" y="2880172"/>
            <a:chExt cx="263316" cy="354493"/>
          </a:xfrm>
        </p:grpSpPr>
        <p:sp>
          <p:nvSpPr>
            <p:cNvPr id="11447" name="Google Shape;11447;p65"/>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5"/>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5"/>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65"/>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65"/>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65"/>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65"/>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65"/>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65"/>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65"/>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65"/>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65"/>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65"/>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65"/>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5"/>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5"/>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65"/>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65"/>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5"/>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65"/>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65"/>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8" name="Google Shape;11468;p65"/>
          <p:cNvGrpSpPr/>
          <p:nvPr/>
        </p:nvGrpSpPr>
        <p:grpSpPr>
          <a:xfrm>
            <a:off x="6245349" y="3192219"/>
            <a:ext cx="263316" cy="354754"/>
            <a:chOff x="6261624" y="3345794"/>
            <a:chExt cx="263316" cy="354754"/>
          </a:xfrm>
        </p:grpSpPr>
        <p:sp>
          <p:nvSpPr>
            <p:cNvPr id="11469" name="Google Shape;11469;p65"/>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65"/>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65"/>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65"/>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65"/>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65"/>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65"/>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65"/>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65"/>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65"/>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65"/>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65"/>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65"/>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65"/>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65"/>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65"/>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5"/>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65"/>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65"/>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65"/>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65"/>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65"/>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65"/>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65"/>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65"/>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65"/>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65"/>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65"/>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97" name="Google Shape;11497;p65"/>
          <p:cNvSpPr/>
          <p:nvPr/>
        </p:nvSpPr>
        <p:spPr>
          <a:xfrm>
            <a:off x="5864147" y="3209475"/>
            <a:ext cx="125924" cy="11260"/>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98" name="Google Shape;11498;p65"/>
          <p:cNvGrpSpPr/>
          <p:nvPr/>
        </p:nvGrpSpPr>
        <p:grpSpPr>
          <a:xfrm>
            <a:off x="5795464" y="3192219"/>
            <a:ext cx="263316" cy="354754"/>
            <a:chOff x="5811739" y="3345794"/>
            <a:chExt cx="263316" cy="354754"/>
          </a:xfrm>
        </p:grpSpPr>
        <p:sp>
          <p:nvSpPr>
            <p:cNvPr id="11499" name="Google Shape;11499;p65"/>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65"/>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65"/>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65"/>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65"/>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65"/>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5"/>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5"/>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5"/>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65"/>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65"/>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65"/>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65"/>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65"/>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65"/>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65"/>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65"/>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65"/>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65"/>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5"/>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65"/>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0" name="Google Shape;11520;p65"/>
          <p:cNvGrpSpPr/>
          <p:nvPr/>
        </p:nvGrpSpPr>
        <p:grpSpPr>
          <a:xfrm>
            <a:off x="5347543" y="3192219"/>
            <a:ext cx="259074" cy="354493"/>
            <a:chOff x="5363818" y="3345794"/>
            <a:chExt cx="259074" cy="354493"/>
          </a:xfrm>
        </p:grpSpPr>
        <p:sp>
          <p:nvSpPr>
            <p:cNvPr id="11521" name="Google Shape;11521;p65"/>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65"/>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65"/>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5"/>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65"/>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65"/>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65"/>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65"/>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65"/>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65"/>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5"/>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5"/>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65"/>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65"/>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65"/>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65"/>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65"/>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65"/>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65"/>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65"/>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5"/>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65"/>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65"/>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65"/>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5"/>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6" name="Google Shape;11546;p65"/>
          <p:cNvGrpSpPr/>
          <p:nvPr/>
        </p:nvGrpSpPr>
        <p:grpSpPr>
          <a:xfrm>
            <a:off x="4896664" y="3192088"/>
            <a:ext cx="261326" cy="354885"/>
            <a:chOff x="4912939" y="3345663"/>
            <a:chExt cx="261326" cy="354885"/>
          </a:xfrm>
        </p:grpSpPr>
        <p:sp>
          <p:nvSpPr>
            <p:cNvPr id="11547" name="Google Shape;11547;p65"/>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65"/>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65"/>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65"/>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65"/>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5"/>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5"/>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65"/>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65"/>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65"/>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65"/>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65"/>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65"/>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65"/>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65"/>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65"/>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65"/>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65"/>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65"/>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65"/>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5"/>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8" name="Google Shape;11568;p65"/>
          <p:cNvGrpSpPr/>
          <p:nvPr/>
        </p:nvGrpSpPr>
        <p:grpSpPr>
          <a:xfrm>
            <a:off x="5793448" y="2726336"/>
            <a:ext cx="263081" cy="355016"/>
            <a:chOff x="5809723" y="2879911"/>
            <a:chExt cx="263081" cy="355016"/>
          </a:xfrm>
        </p:grpSpPr>
        <p:sp>
          <p:nvSpPr>
            <p:cNvPr id="11569" name="Google Shape;11569;p65"/>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65"/>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65"/>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65"/>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5"/>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65"/>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65"/>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65"/>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65"/>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65"/>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65"/>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65"/>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65"/>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65"/>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65"/>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65"/>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65"/>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65"/>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65"/>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65"/>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65"/>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65"/>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1" name="Google Shape;11591;p65"/>
          <p:cNvGrpSpPr/>
          <p:nvPr/>
        </p:nvGrpSpPr>
        <p:grpSpPr>
          <a:xfrm>
            <a:off x="7599794" y="4114481"/>
            <a:ext cx="263316" cy="354754"/>
            <a:chOff x="7616069" y="4268056"/>
            <a:chExt cx="263316" cy="354754"/>
          </a:xfrm>
        </p:grpSpPr>
        <p:sp>
          <p:nvSpPr>
            <p:cNvPr id="11592" name="Google Shape;11592;p65"/>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65"/>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65"/>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5"/>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5"/>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5"/>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65"/>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65"/>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65"/>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5"/>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65"/>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65"/>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65"/>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65"/>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65"/>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65"/>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65"/>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65"/>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65"/>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65"/>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65"/>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3" name="Google Shape;11613;p65"/>
          <p:cNvGrpSpPr/>
          <p:nvPr/>
        </p:nvGrpSpPr>
        <p:grpSpPr>
          <a:xfrm>
            <a:off x="7148129" y="4114743"/>
            <a:ext cx="263316" cy="354493"/>
            <a:chOff x="7164404" y="4268318"/>
            <a:chExt cx="263316" cy="354493"/>
          </a:xfrm>
        </p:grpSpPr>
        <p:sp>
          <p:nvSpPr>
            <p:cNvPr id="11614" name="Google Shape;11614;p65"/>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65"/>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65"/>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65"/>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65"/>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65"/>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65"/>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65"/>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65"/>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65"/>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65"/>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65"/>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65"/>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65"/>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5"/>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65"/>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0" name="Google Shape;11630;p65"/>
          <p:cNvGrpSpPr/>
          <p:nvPr/>
        </p:nvGrpSpPr>
        <p:grpSpPr>
          <a:xfrm>
            <a:off x="5342071" y="2726336"/>
            <a:ext cx="263316" cy="354754"/>
            <a:chOff x="5358346" y="2879911"/>
            <a:chExt cx="263316" cy="354754"/>
          </a:xfrm>
        </p:grpSpPr>
        <p:sp>
          <p:nvSpPr>
            <p:cNvPr id="11631" name="Google Shape;11631;p65"/>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5"/>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65"/>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65"/>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65"/>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65"/>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5"/>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5"/>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65"/>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65"/>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65"/>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65"/>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65"/>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65"/>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65"/>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65"/>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65"/>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65"/>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65"/>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5"/>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65"/>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2" name="Google Shape;11652;p65"/>
          <p:cNvGrpSpPr/>
          <p:nvPr/>
        </p:nvGrpSpPr>
        <p:grpSpPr>
          <a:xfrm>
            <a:off x="8045175" y="3192167"/>
            <a:ext cx="263316" cy="354807"/>
            <a:chOff x="8061450" y="3345742"/>
            <a:chExt cx="263316" cy="354807"/>
          </a:xfrm>
        </p:grpSpPr>
        <p:sp>
          <p:nvSpPr>
            <p:cNvPr id="11653" name="Google Shape;11653;p65"/>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65"/>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65"/>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65"/>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65"/>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65"/>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65"/>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65"/>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65"/>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65"/>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65"/>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65"/>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65"/>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65"/>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65"/>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65"/>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9" name="Google Shape;11669;p65"/>
          <p:cNvGrpSpPr/>
          <p:nvPr/>
        </p:nvGrpSpPr>
        <p:grpSpPr>
          <a:xfrm>
            <a:off x="8049678" y="2726336"/>
            <a:ext cx="263081" cy="354754"/>
            <a:chOff x="8065953" y="2879911"/>
            <a:chExt cx="263081" cy="354754"/>
          </a:xfrm>
        </p:grpSpPr>
        <p:sp>
          <p:nvSpPr>
            <p:cNvPr id="11670" name="Google Shape;11670;p65"/>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5"/>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5"/>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65"/>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65"/>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65"/>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65"/>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65"/>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65"/>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65"/>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65"/>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65"/>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65"/>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65"/>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65"/>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65"/>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6" name="Google Shape;11686;p65"/>
          <p:cNvGrpSpPr/>
          <p:nvPr/>
        </p:nvGrpSpPr>
        <p:grpSpPr>
          <a:xfrm>
            <a:off x="8047924" y="4114743"/>
            <a:ext cx="270308" cy="354493"/>
            <a:chOff x="8064199" y="4268318"/>
            <a:chExt cx="270308" cy="354493"/>
          </a:xfrm>
        </p:grpSpPr>
        <p:sp>
          <p:nvSpPr>
            <p:cNvPr id="11687" name="Google Shape;11687;p65"/>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5"/>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5"/>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65"/>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65"/>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65"/>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65"/>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65"/>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65"/>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65"/>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65"/>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65"/>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65"/>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65"/>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65"/>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65"/>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65"/>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65"/>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05" name="Google Shape;11705;p65"/>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Help &amp; Support Icons</a:t>
            </a:r>
            <a:endParaRPr sz="2400">
              <a:solidFill>
                <a:schemeClr val="lt1"/>
              </a:solidFill>
            </a:endParaRPr>
          </a:p>
        </p:txBody>
      </p:sp>
      <p:sp>
        <p:nvSpPr>
          <p:cNvPr id="11706" name="Google Shape;11706;p65"/>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710"/>
        <p:cNvGrpSpPr/>
        <p:nvPr/>
      </p:nvGrpSpPr>
      <p:grpSpPr>
        <a:xfrm>
          <a:off x="0" y="0"/>
          <a:ext cx="0" cy="0"/>
          <a:chOff x="0" y="0"/>
          <a:chExt cx="0" cy="0"/>
        </a:xfrm>
      </p:grpSpPr>
      <p:grpSp>
        <p:nvGrpSpPr>
          <p:cNvPr id="11711" name="Google Shape;11711;p66"/>
          <p:cNvGrpSpPr/>
          <p:nvPr/>
        </p:nvGrpSpPr>
        <p:grpSpPr>
          <a:xfrm>
            <a:off x="3507933" y="3164345"/>
            <a:ext cx="381482" cy="366926"/>
            <a:chOff x="3511608" y="3348218"/>
            <a:chExt cx="381482" cy="366926"/>
          </a:xfrm>
        </p:grpSpPr>
        <p:sp>
          <p:nvSpPr>
            <p:cNvPr id="11712" name="Google Shape;11712;p66"/>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66"/>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66"/>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6"/>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66"/>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66"/>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66"/>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66"/>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66"/>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6"/>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66"/>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66"/>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66"/>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66"/>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6" name="Google Shape;11726;p66"/>
          <p:cNvGrpSpPr/>
          <p:nvPr/>
        </p:nvGrpSpPr>
        <p:grpSpPr>
          <a:xfrm>
            <a:off x="1846141" y="3623467"/>
            <a:ext cx="163616" cy="366665"/>
            <a:chOff x="1849816" y="3807339"/>
            <a:chExt cx="163616" cy="366665"/>
          </a:xfrm>
        </p:grpSpPr>
        <p:sp>
          <p:nvSpPr>
            <p:cNvPr id="11727" name="Google Shape;11727;p66"/>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66"/>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66"/>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66"/>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66"/>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66"/>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66"/>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66"/>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66"/>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66"/>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66"/>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66"/>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66"/>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6"/>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1" name="Google Shape;11741;p66"/>
          <p:cNvGrpSpPr/>
          <p:nvPr/>
        </p:nvGrpSpPr>
        <p:grpSpPr>
          <a:xfrm>
            <a:off x="2271082" y="3623441"/>
            <a:ext cx="202292" cy="366430"/>
            <a:chOff x="2274757" y="3807313"/>
            <a:chExt cx="202292" cy="366430"/>
          </a:xfrm>
        </p:grpSpPr>
        <p:sp>
          <p:nvSpPr>
            <p:cNvPr id="11742" name="Google Shape;11742;p66"/>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66"/>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66"/>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66"/>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6"/>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66"/>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66"/>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66"/>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66"/>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66"/>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2" name="Google Shape;11752;p66"/>
          <p:cNvGrpSpPr/>
          <p:nvPr/>
        </p:nvGrpSpPr>
        <p:grpSpPr>
          <a:xfrm>
            <a:off x="3969041" y="3164345"/>
            <a:ext cx="366404" cy="366665"/>
            <a:chOff x="3972716" y="3348218"/>
            <a:chExt cx="366404" cy="366665"/>
          </a:xfrm>
        </p:grpSpPr>
        <p:sp>
          <p:nvSpPr>
            <p:cNvPr id="11753" name="Google Shape;11753;p66"/>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66"/>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66"/>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66"/>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6"/>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66"/>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66"/>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66"/>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66"/>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66"/>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66"/>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66"/>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5" name="Google Shape;11765;p66"/>
          <p:cNvGrpSpPr/>
          <p:nvPr/>
        </p:nvGrpSpPr>
        <p:grpSpPr>
          <a:xfrm>
            <a:off x="862853" y="3164476"/>
            <a:ext cx="317405" cy="366534"/>
            <a:chOff x="866528" y="3348348"/>
            <a:chExt cx="317405" cy="366534"/>
          </a:xfrm>
        </p:grpSpPr>
        <p:sp>
          <p:nvSpPr>
            <p:cNvPr id="11766" name="Google Shape;11766;p66"/>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66"/>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66"/>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66"/>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66"/>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66"/>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66"/>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66"/>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4" name="Google Shape;11774;p66"/>
          <p:cNvGrpSpPr/>
          <p:nvPr/>
        </p:nvGrpSpPr>
        <p:grpSpPr>
          <a:xfrm>
            <a:off x="1313143" y="3164423"/>
            <a:ext cx="310872" cy="366848"/>
            <a:chOff x="1316818" y="3348296"/>
            <a:chExt cx="310872" cy="366848"/>
          </a:xfrm>
        </p:grpSpPr>
        <p:sp>
          <p:nvSpPr>
            <p:cNvPr id="11775" name="Google Shape;11775;p66"/>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66"/>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66"/>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66"/>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66"/>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66"/>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66"/>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66"/>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66"/>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66"/>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66"/>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66"/>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66"/>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66"/>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66"/>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66"/>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66"/>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6"/>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66"/>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66"/>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66"/>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6"/>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66"/>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66"/>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9" name="Google Shape;11799;p66"/>
          <p:cNvGrpSpPr/>
          <p:nvPr/>
        </p:nvGrpSpPr>
        <p:grpSpPr>
          <a:xfrm>
            <a:off x="3101572" y="3164371"/>
            <a:ext cx="305620" cy="366430"/>
            <a:chOff x="3105247" y="3348244"/>
            <a:chExt cx="305620" cy="366430"/>
          </a:xfrm>
        </p:grpSpPr>
        <p:sp>
          <p:nvSpPr>
            <p:cNvPr id="11800" name="Google Shape;11800;p66"/>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66"/>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66"/>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66"/>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66"/>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66"/>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66"/>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7" name="Google Shape;11807;p66"/>
          <p:cNvGrpSpPr/>
          <p:nvPr/>
        </p:nvGrpSpPr>
        <p:grpSpPr>
          <a:xfrm>
            <a:off x="2658313" y="3164345"/>
            <a:ext cx="304078" cy="366665"/>
            <a:chOff x="2661988" y="3348218"/>
            <a:chExt cx="304078" cy="366665"/>
          </a:xfrm>
        </p:grpSpPr>
        <p:sp>
          <p:nvSpPr>
            <p:cNvPr id="11808" name="Google Shape;11808;p66"/>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66"/>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6"/>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66"/>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66"/>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6"/>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6"/>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6"/>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66"/>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66"/>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66"/>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66"/>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6"/>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66"/>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66"/>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66"/>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6"/>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6"/>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6"/>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7" name="Google Shape;11827;p66"/>
          <p:cNvGrpSpPr/>
          <p:nvPr/>
        </p:nvGrpSpPr>
        <p:grpSpPr>
          <a:xfrm>
            <a:off x="2209252" y="3165024"/>
            <a:ext cx="307606" cy="366482"/>
            <a:chOff x="2212927" y="3348897"/>
            <a:chExt cx="307606" cy="366482"/>
          </a:xfrm>
        </p:grpSpPr>
        <p:sp>
          <p:nvSpPr>
            <p:cNvPr id="11828" name="Google Shape;11828;p66"/>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66"/>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66"/>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66"/>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66"/>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66"/>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66"/>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66"/>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66"/>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66"/>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8" name="Google Shape;11838;p66"/>
          <p:cNvGrpSpPr/>
          <p:nvPr/>
        </p:nvGrpSpPr>
        <p:grpSpPr>
          <a:xfrm>
            <a:off x="1760714" y="3164345"/>
            <a:ext cx="310114" cy="366665"/>
            <a:chOff x="1764389" y="3348218"/>
            <a:chExt cx="310114" cy="366665"/>
          </a:xfrm>
        </p:grpSpPr>
        <p:sp>
          <p:nvSpPr>
            <p:cNvPr id="11839" name="Google Shape;11839;p66"/>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66"/>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66"/>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66"/>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66"/>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66"/>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66"/>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6"/>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66"/>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66"/>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66"/>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66"/>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66"/>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66"/>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66"/>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66"/>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66"/>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66"/>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66"/>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66"/>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9" name="Google Shape;11859;p66"/>
          <p:cNvGrpSpPr/>
          <p:nvPr/>
        </p:nvGrpSpPr>
        <p:grpSpPr>
          <a:xfrm>
            <a:off x="2773897" y="3623415"/>
            <a:ext cx="81716" cy="366717"/>
            <a:chOff x="2777572" y="3807287"/>
            <a:chExt cx="81716" cy="366717"/>
          </a:xfrm>
        </p:grpSpPr>
        <p:sp>
          <p:nvSpPr>
            <p:cNvPr id="11860" name="Google Shape;11860;p66"/>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66"/>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66"/>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66"/>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66"/>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66"/>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66"/>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66"/>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66"/>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66"/>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66"/>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1" name="Google Shape;11871;p66"/>
          <p:cNvGrpSpPr/>
          <p:nvPr/>
        </p:nvGrpSpPr>
        <p:grpSpPr>
          <a:xfrm>
            <a:off x="3930339" y="4145908"/>
            <a:ext cx="366665" cy="256334"/>
            <a:chOff x="3934014" y="4329780"/>
            <a:chExt cx="366665" cy="256334"/>
          </a:xfrm>
        </p:grpSpPr>
        <p:sp>
          <p:nvSpPr>
            <p:cNvPr id="11872" name="Google Shape;11872;p66"/>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66"/>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66"/>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66"/>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66"/>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66"/>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66"/>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66"/>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66"/>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66"/>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66"/>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66"/>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66"/>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5" name="Google Shape;11885;p66"/>
          <p:cNvGrpSpPr/>
          <p:nvPr/>
        </p:nvGrpSpPr>
        <p:grpSpPr>
          <a:xfrm>
            <a:off x="943995" y="3623467"/>
            <a:ext cx="194295" cy="366404"/>
            <a:chOff x="947670" y="3807339"/>
            <a:chExt cx="194295" cy="366404"/>
          </a:xfrm>
        </p:grpSpPr>
        <p:sp>
          <p:nvSpPr>
            <p:cNvPr id="11886" name="Google Shape;11886;p66"/>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66"/>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66"/>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66"/>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66"/>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6"/>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66"/>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66"/>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66"/>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66"/>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6" name="Google Shape;11896;p66"/>
          <p:cNvGrpSpPr/>
          <p:nvPr/>
        </p:nvGrpSpPr>
        <p:grpSpPr>
          <a:xfrm>
            <a:off x="3416704" y="4102685"/>
            <a:ext cx="368939" cy="342283"/>
            <a:chOff x="3420379" y="4286557"/>
            <a:chExt cx="368939" cy="342283"/>
          </a:xfrm>
        </p:grpSpPr>
        <p:sp>
          <p:nvSpPr>
            <p:cNvPr id="11897" name="Google Shape;11897;p66"/>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6"/>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6"/>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66"/>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66"/>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66"/>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6"/>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66"/>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66"/>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6"/>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6"/>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6"/>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66"/>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66"/>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66"/>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66"/>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3" name="Google Shape;11913;p66"/>
          <p:cNvGrpSpPr/>
          <p:nvPr/>
        </p:nvGrpSpPr>
        <p:grpSpPr>
          <a:xfrm>
            <a:off x="3961515" y="3658380"/>
            <a:ext cx="369801" cy="296813"/>
            <a:chOff x="3965190" y="3842252"/>
            <a:chExt cx="369801" cy="296813"/>
          </a:xfrm>
        </p:grpSpPr>
        <p:sp>
          <p:nvSpPr>
            <p:cNvPr id="11914" name="Google Shape;11914;p66"/>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66"/>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66"/>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66"/>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6"/>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66"/>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66"/>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66"/>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66"/>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66"/>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66"/>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66"/>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66"/>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6"/>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66"/>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66"/>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66"/>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6"/>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6"/>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66"/>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66"/>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5" name="Google Shape;11935;p66"/>
          <p:cNvGrpSpPr/>
          <p:nvPr/>
        </p:nvGrpSpPr>
        <p:grpSpPr>
          <a:xfrm>
            <a:off x="3502915" y="3649939"/>
            <a:ext cx="396796" cy="313407"/>
            <a:chOff x="3506590" y="3833812"/>
            <a:chExt cx="396796" cy="313407"/>
          </a:xfrm>
        </p:grpSpPr>
        <p:sp>
          <p:nvSpPr>
            <p:cNvPr id="11936" name="Google Shape;11936;p66"/>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66"/>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66"/>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9" name="Google Shape;11939;p66"/>
          <p:cNvGrpSpPr/>
          <p:nvPr/>
        </p:nvGrpSpPr>
        <p:grpSpPr>
          <a:xfrm>
            <a:off x="2765613" y="1781491"/>
            <a:ext cx="104556" cy="366665"/>
            <a:chOff x="2769288" y="1965364"/>
            <a:chExt cx="104556" cy="366665"/>
          </a:xfrm>
        </p:grpSpPr>
        <p:sp>
          <p:nvSpPr>
            <p:cNvPr id="11940" name="Google Shape;11940;p66"/>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66"/>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66"/>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66"/>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66"/>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66"/>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6"/>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66"/>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66"/>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6"/>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66"/>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66"/>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2" name="Google Shape;11952;p66"/>
          <p:cNvGrpSpPr/>
          <p:nvPr/>
        </p:nvGrpSpPr>
        <p:grpSpPr>
          <a:xfrm>
            <a:off x="3963004" y="1826988"/>
            <a:ext cx="367162" cy="275698"/>
            <a:chOff x="3966679" y="2010861"/>
            <a:chExt cx="367162" cy="275698"/>
          </a:xfrm>
        </p:grpSpPr>
        <p:sp>
          <p:nvSpPr>
            <p:cNvPr id="11953" name="Google Shape;11953;p66"/>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66"/>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66"/>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66"/>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7" name="Google Shape;11957;p66"/>
          <p:cNvGrpSpPr/>
          <p:nvPr/>
        </p:nvGrpSpPr>
        <p:grpSpPr>
          <a:xfrm>
            <a:off x="1748902" y="1841622"/>
            <a:ext cx="366404" cy="246220"/>
            <a:chOff x="1752577" y="2025495"/>
            <a:chExt cx="366404" cy="246220"/>
          </a:xfrm>
        </p:grpSpPr>
        <p:sp>
          <p:nvSpPr>
            <p:cNvPr id="11958" name="Google Shape;11958;p66"/>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6"/>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66"/>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66"/>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66"/>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66"/>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66"/>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66"/>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66"/>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66"/>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66"/>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66"/>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66"/>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66"/>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66"/>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6"/>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4" name="Google Shape;11974;p66"/>
          <p:cNvGrpSpPr/>
          <p:nvPr/>
        </p:nvGrpSpPr>
        <p:grpSpPr>
          <a:xfrm>
            <a:off x="1305878" y="1885708"/>
            <a:ext cx="366404" cy="158363"/>
            <a:chOff x="1309553" y="2069580"/>
            <a:chExt cx="366404" cy="158363"/>
          </a:xfrm>
        </p:grpSpPr>
        <p:sp>
          <p:nvSpPr>
            <p:cNvPr id="11975" name="Google Shape;11975;p66"/>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66"/>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6"/>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66"/>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66"/>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66"/>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6"/>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66"/>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66"/>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66"/>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66"/>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66"/>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66"/>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66"/>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66"/>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66"/>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66"/>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66"/>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66"/>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66"/>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66"/>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66"/>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66"/>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66"/>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66"/>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66"/>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1" name="Google Shape;12001;p66"/>
          <p:cNvGrpSpPr/>
          <p:nvPr/>
        </p:nvGrpSpPr>
        <p:grpSpPr>
          <a:xfrm>
            <a:off x="862853" y="1904889"/>
            <a:ext cx="366639" cy="119635"/>
            <a:chOff x="866528" y="2088762"/>
            <a:chExt cx="366639" cy="119635"/>
          </a:xfrm>
        </p:grpSpPr>
        <p:sp>
          <p:nvSpPr>
            <p:cNvPr id="12002" name="Google Shape;12002;p66"/>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66"/>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66"/>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66"/>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66"/>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66"/>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66"/>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66"/>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66"/>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66"/>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66"/>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66"/>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66"/>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66"/>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6" name="Google Shape;12016;p66"/>
          <p:cNvGrpSpPr/>
          <p:nvPr/>
        </p:nvGrpSpPr>
        <p:grpSpPr>
          <a:xfrm>
            <a:off x="2325594" y="1781439"/>
            <a:ext cx="98807" cy="366273"/>
            <a:chOff x="2329269" y="1965312"/>
            <a:chExt cx="98807" cy="366273"/>
          </a:xfrm>
        </p:grpSpPr>
        <p:sp>
          <p:nvSpPr>
            <p:cNvPr id="12017" name="Google Shape;12017;p66"/>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66"/>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66"/>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0" name="Google Shape;12020;p66"/>
          <p:cNvGrpSpPr/>
          <p:nvPr/>
        </p:nvGrpSpPr>
        <p:grpSpPr>
          <a:xfrm>
            <a:off x="3204378" y="1781099"/>
            <a:ext cx="112344" cy="366926"/>
            <a:chOff x="3208053" y="1964972"/>
            <a:chExt cx="112344" cy="366926"/>
          </a:xfrm>
        </p:grpSpPr>
        <p:sp>
          <p:nvSpPr>
            <p:cNvPr id="12021" name="Google Shape;12021;p66"/>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66"/>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66"/>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66"/>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66"/>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66"/>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7" name="Google Shape;12027;p66"/>
          <p:cNvGrpSpPr/>
          <p:nvPr/>
        </p:nvGrpSpPr>
        <p:grpSpPr>
          <a:xfrm>
            <a:off x="3221704" y="3623467"/>
            <a:ext cx="72413" cy="366404"/>
            <a:chOff x="3225379" y="3807339"/>
            <a:chExt cx="72413" cy="366404"/>
          </a:xfrm>
        </p:grpSpPr>
        <p:sp>
          <p:nvSpPr>
            <p:cNvPr id="12028" name="Google Shape;12028;p66"/>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6"/>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66"/>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66"/>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66"/>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66"/>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66"/>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66"/>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66"/>
          <p:cNvGrpSpPr/>
          <p:nvPr/>
        </p:nvGrpSpPr>
        <p:grpSpPr>
          <a:xfrm>
            <a:off x="3520241" y="1827223"/>
            <a:ext cx="366665" cy="275201"/>
            <a:chOff x="3523916" y="2011096"/>
            <a:chExt cx="366665" cy="275201"/>
          </a:xfrm>
        </p:grpSpPr>
        <p:sp>
          <p:nvSpPr>
            <p:cNvPr id="12037" name="Google Shape;12037;p66"/>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66"/>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66"/>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66"/>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66"/>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66"/>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66"/>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6"/>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66"/>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66"/>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66"/>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66"/>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66"/>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66"/>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66"/>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66"/>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66"/>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66"/>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6"/>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66"/>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7" name="Google Shape;12057;p66"/>
          <p:cNvGrpSpPr/>
          <p:nvPr/>
        </p:nvGrpSpPr>
        <p:grpSpPr>
          <a:xfrm>
            <a:off x="1739102" y="1316124"/>
            <a:ext cx="393791" cy="366744"/>
            <a:chOff x="1742777" y="1499997"/>
            <a:chExt cx="393791" cy="366744"/>
          </a:xfrm>
        </p:grpSpPr>
        <p:sp>
          <p:nvSpPr>
            <p:cNvPr id="12058" name="Google Shape;12058;p66"/>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66"/>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66"/>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66"/>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66"/>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66"/>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66"/>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66"/>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66"/>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66"/>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66"/>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66"/>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66"/>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6"/>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2" name="Google Shape;12072;p66"/>
          <p:cNvGrpSpPr/>
          <p:nvPr/>
        </p:nvGrpSpPr>
        <p:grpSpPr>
          <a:xfrm>
            <a:off x="4010774" y="1316124"/>
            <a:ext cx="319914" cy="366639"/>
            <a:chOff x="4014449" y="1499997"/>
            <a:chExt cx="319914" cy="366639"/>
          </a:xfrm>
        </p:grpSpPr>
        <p:sp>
          <p:nvSpPr>
            <p:cNvPr id="12073" name="Google Shape;12073;p66"/>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66"/>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66"/>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66"/>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66"/>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66"/>
          <p:cNvGrpSpPr/>
          <p:nvPr/>
        </p:nvGrpSpPr>
        <p:grpSpPr>
          <a:xfrm>
            <a:off x="862592" y="1407588"/>
            <a:ext cx="367397" cy="183711"/>
            <a:chOff x="866267" y="1591460"/>
            <a:chExt cx="367397" cy="183711"/>
          </a:xfrm>
        </p:grpSpPr>
        <p:sp>
          <p:nvSpPr>
            <p:cNvPr id="12079" name="Google Shape;12079;p66"/>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66"/>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66"/>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66"/>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6"/>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66"/>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66"/>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66"/>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66"/>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66"/>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66"/>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66"/>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6"/>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66"/>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66"/>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6"/>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66"/>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66"/>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7" name="Google Shape;12097;p66"/>
          <p:cNvGrpSpPr/>
          <p:nvPr/>
        </p:nvGrpSpPr>
        <p:grpSpPr>
          <a:xfrm>
            <a:off x="3114168" y="1316019"/>
            <a:ext cx="327440" cy="366744"/>
            <a:chOff x="3117843" y="1499892"/>
            <a:chExt cx="327440" cy="366744"/>
          </a:xfrm>
        </p:grpSpPr>
        <p:sp>
          <p:nvSpPr>
            <p:cNvPr id="12098" name="Google Shape;12098;p66"/>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66"/>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66"/>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66"/>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66"/>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66"/>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66"/>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5" name="Google Shape;12105;p66"/>
          <p:cNvGrpSpPr/>
          <p:nvPr/>
        </p:nvGrpSpPr>
        <p:grpSpPr>
          <a:xfrm>
            <a:off x="2663330" y="1316124"/>
            <a:ext cx="336770" cy="366639"/>
            <a:chOff x="2667005" y="1499997"/>
            <a:chExt cx="336770" cy="366639"/>
          </a:xfrm>
        </p:grpSpPr>
        <p:sp>
          <p:nvSpPr>
            <p:cNvPr id="12106" name="Google Shape;12106;p66"/>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66"/>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66"/>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66"/>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66"/>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66"/>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66"/>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66"/>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66"/>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66"/>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66"/>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66"/>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66"/>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66"/>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66"/>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66"/>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66"/>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66"/>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66"/>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5" name="Google Shape;12125;p66"/>
          <p:cNvGrpSpPr/>
          <p:nvPr/>
        </p:nvGrpSpPr>
        <p:grpSpPr>
          <a:xfrm>
            <a:off x="3561191" y="1316124"/>
            <a:ext cx="326473" cy="366639"/>
            <a:chOff x="3564866" y="1499997"/>
            <a:chExt cx="326473" cy="366639"/>
          </a:xfrm>
        </p:grpSpPr>
        <p:sp>
          <p:nvSpPr>
            <p:cNvPr id="12126" name="Google Shape;12126;p66"/>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66"/>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66"/>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66"/>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66"/>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66"/>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66"/>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66"/>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66"/>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5" name="Google Shape;12135;p66"/>
          <p:cNvGrpSpPr/>
          <p:nvPr/>
        </p:nvGrpSpPr>
        <p:grpSpPr>
          <a:xfrm>
            <a:off x="1310399" y="1316124"/>
            <a:ext cx="364392" cy="366639"/>
            <a:chOff x="1314074" y="1499997"/>
            <a:chExt cx="364392" cy="366639"/>
          </a:xfrm>
        </p:grpSpPr>
        <p:sp>
          <p:nvSpPr>
            <p:cNvPr id="12136" name="Google Shape;12136;p66"/>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66"/>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66"/>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66"/>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66"/>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66"/>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66"/>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66"/>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66"/>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66"/>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66"/>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66"/>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8" name="Google Shape;12148;p66"/>
          <p:cNvGrpSpPr/>
          <p:nvPr/>
        </p:nvGrpSpPr>
        <p:grpSpPr>
          <a:xfrm>
            <a:off x="2216804" y="1316124"/>
            <a:ext cx="337005" cy="366639"/>
            <a:chOff x="2220479" y="1499997"/>
            <a:chExt cx="337005" cy="366639"/>
          </a:xfrm>
        </p:grpSpPr>
        <p:sp>
          <p:nvSpPr>
            <p:cNvPr id="12149" name="Google Shape;12149;p66"/>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66"/>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66"/>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66"/>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66"/>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66"/>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66"/>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66"/>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66"/>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66"/>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66"/>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66"/>
          <p:cNvGrpSpPr/>
          <p:nvPr/>
        </p:nvGrpSpPr>
        <p:grpSpPr>
          <a:xfrm>
            <a:off x="4101480" y="2242103"/>
            <a:ext cx="87230" cy="366430"/>
            <a:chOff x="4105155" y="2425976"/>
            <a:chExt cx="87230" cy="366430"/>
          </a:xfrm>
        </p:grpSpPr>
        <p:sp>
          <p:nvSpPr>
            <p:cNvPr id="12161" name="Google Shape;12161;p66"/>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66"/>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66"/>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66"/>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66"/>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66"/>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7" name="Google Shape;12167;p66"/>
          <p:cNvGrpSpPr/>
          <p:nvPr/>
        </p:nvGrpSpPr>
        <p:grpSpPr>
          <a:xfrm>
            <a:off x="1804434" y="2242129"/>
            <a:ext cx="267884" cy="366639"/>
            <a:chOff x="1808109" y="2426002"/>
            <a:chExt cx="267884" cy="366639"/>
          </a:xfrm>
        </p:grpSpPr>
        <p:sp>
          <p:nvSpPr>
            <p:cNvPr id="12168" name="Google Shape;12168;p66"/>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66"/>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66"/>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66"/>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66"/>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66"/>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66"/>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66"/>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66"/>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66"/>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66"/>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66"/>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66"/>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66"/>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66"/>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66"/>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66"/>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66"/>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66"/>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66"/>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66"/>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9" name="Google Shape;12189;p66"/>
          <p:cNvGrpSpPr/>
          <p:nvPr/>
        </p:nvGrpSpPr>
        <p:grpSpPr>
          <a:xfrm>
            <a:off x="3599893" y="2242129"/>
            <a:ext cx="207597" cy="366639"/>
            <a:chOff x="3603568" y="2426002"/>
            <a:chExt cx="207597" cy="366639"/>
          </a:xfrm>
        </p:grpSpPr>
        <p:sp>
          <p:nvSpPr>
            <p:cNvPr id="12190" name="Google Shape;12190;p66"/>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66"/>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66"/>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66"/>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66"/>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66"/>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6" name="Google Shape;12196;p66"/>
          <p:cNvGrpSpPr/>
          <p:nvPr/>
        </p:nvGrpSpPr>
        <p:grpSpPr>
          <a:xfrm>
            <a:off x="2242440" y="2242129"/>
            <a:ext cx="274417" cy="366404"/>
            <a:chOff x="2246115" y="2426002"/>
            <a:chExt cx="274417" cy="366404"/>
          </a:xfrm>
        </p:grpSpPr>
        <p:sp>
          <p:nvSpPr>
            <p:cNvPr id="12197" name="Google Shape;12197;p66"/>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66"/>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66"/>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66"/>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66"/>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66"/>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66"/>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66"/>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5" name="Google Shape;12205;p66"/>
          <p:cNvGrpSpPr/>
          <p:nvPr/>
        </p:nvGrpSpPr>
        <p:grpSpPr>
          <a:xfrm>
            <a:off x="2692991" y="2242129"/>
            <a:ext cx="256099" cy="366639"/>
            <a:chOff x="2696666" y="2426002"/>
            <a:chExt cx="256099" cy="366639"/>
          </a:xfrm>
        </p:grpSpPr>
        <p:sp>
          <p:nvSpPr>
            <p:cNvPr id="12206" name="Google Shape;12206;p66"/>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66"/>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66"/>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66"/>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66"/>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66"/>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66"/>
          <p:cNvGrpSpPr/>
          <p:nvPr/>
        </p:nvGrpSpPr>
        <p:grpSpPr>
          <a:xfrm>
            <a:off x="3145397" y="2242129"/>
            <a:ext cx="225863" cy="366430"/>
            <a:chOff x="3149072" y="2426002"/>
            <a:chExt cx="225863" cy="366430"/>
          </a:xfrm>
        </p:grpSpPr>
        <p:sp>
          <p:nvSpPr>
            <p:cNvPr id="12213" name="Google Shape;12213;p66"/>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66"/>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66"/>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66"/>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66"/>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66"/>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66"/>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66"/>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66"/>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66"/>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66"/>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4" name="Google Shape;12224;p66"/>
          <p:cNvGrpSpPr/>
          <p:nvPr/>
        </p:nvGrpSpPr>
        <p:grpSpPr>
          <a:xfrm>
            <a:off x="1357881" y="2242051"/>
            <a:ext cx="283224" cy="366482"/>
            <a:chOff x="1361556" y="2425923"/>
            <a:chExt cx="283224" cy="366482"/>
          </a:xfrm>
        </p:grpSpPr>
        <p:sp>
          <p:nvSpPr>
            <p:cNvPr id="12225" name="Google Shape;12225;p66"/>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66"/>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66"/>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66"/>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66"/>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66"/>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66"/>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66"/>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66"/>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66"/>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66"/>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66"/>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66"/>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66"/>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66"/>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66"/>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66"/>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66"/>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66"/>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66"/>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66"/>
          <p:cNvGrpSpPr/>
          <p:nvPr/>
        </p:nvGrpSpPr>
        <p:grpSpPr>
          <a:xfrm>
            <a:off x="3970060" y="2707183"/>
            <a:ext cx="361883" cy="366979"/>
            <a:chOff x="3973735" y="2891056"/>
            <a:chExt cx="361883" cy="366979"/>
          </a:xfrm>
        </p:grpSpPr>
        <p:sp>
          <p:nvSpPr>
            <p:cNvPr id="12246" name="Google Shape;12246;p66"/>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66"/>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66"/>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66"/>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66"/>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66"/>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66"/>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66"/>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66"/>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66"/>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66"/>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66"/>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66"/>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66"/>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66"/>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66"/>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66"/>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3" name="Google Shape;12263;p66"/>
          <p:cNvGrpSpPr/>
          <p:nvPr/>
        </p:nvGrpSpPr>
        <p:grpSpPr>
          <a:xfrm>
            <a:off x="3524266" y="2732871"/>
            <a:ext cx="366665" cy="315654"/>
            <a:chOff x="3527941" y="2916744"/>
            <a:chExt cx="366665" cy="315654"/>
          </a:xfrm>
        </p:grpSpPr>
        <p:sp>
          <p:nvSpPr>
            <p:cNvPr id="12264" name="Google Shape;12264;p66"/>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66"/>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66"/>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66"/>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66"/>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66"/>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66"/>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66"/>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66"/>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66"/>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66"/>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66"/>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66"/>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66"/>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66"/>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66"/>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66"/>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66"/>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66"/>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66"/>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66"/>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66"/>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66"/>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66"/>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66"/>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66"/>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66"/>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66"/>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66"/>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66"/>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4" name="Google Shape;12294;p66"/>
          <p:cNvGrpSpPr/>
          <p:nvPr/>
        </p:nvGrpSpPr>
        <p:grpSpPr>
          <a:xfrm>
            <a:off x="2637198" y="2707758"/>
            <a:ext cx="366404" cy="366404"/>
            <a:chOff x="2640873" y="2891631"/>
            <a:chExt cx="366404" cy="366404"/>
          </a:xfrm>
        </p:grpSpPr>
        <p:sp>
          <p:nvSpPr>
            <p:cNvPr id="12295" name="Google Shape;12295;p66"/>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66"/>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66"/>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66"/>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66"/>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66"/>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66"/>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66"/>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66"/>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66"/>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66"/>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66"/>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66"/>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66"/>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66"/>
          <p:cNvGrpSpPr/>
          <p:nvPr/>
        </p:nvGrpSpPr>
        <p:grpSpPr>
          <a:xfrm>
            <a:off x="2193416" y="2754248"/>
            <a:ext cx="366665" cy="273189"/>
            <a:chOff x="2197091" y="2938120"/>
            <a:chExt cx="366665" cy="273189"/>
          </a:xfrm>
        </p:grpSpPr>
        <p:sp>
          <p:nvSpPr>
            <p:cNvPr id="12310" name="Google Shape;12310;p66"/>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66"/>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66"/>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66"/>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66"/>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66"/>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66"/>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66"/>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66"/>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66"/>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66"/>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66"/>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66"/>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66"/>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66"/>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66"/>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66"/>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66"/>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66"/>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66"/>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66"/>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66"/>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66"/>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66"/>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4" name="Google Shape;12334;p66"/>
          <p:cNvGrpSpPr/>
          <p:nvPr/>
        </p:nvGrpSpPr>
        <p:grpSpPr>
          <a:xfrm>
            <a:off x="1749895" y="2708254"/>
            <a:ext cx="366665" cy="365202"/>
            <a:chOff x="1753570" y="2892127"/>
            <a:chExt cx="366665" cy="365202"/>
          </a:xfrm>
        </p:grpSpPr>
        <p:sp>
          <p:nvSpPr>
            <p:cNvPr id="12335" name="Google Shape;12335;p66"/>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66"/>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66"/>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66"/>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66"/>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66"/>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66"/>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66"/>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66"/>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66"/>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66"/>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66"/>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66"/>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66"/>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66"/>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66"/>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66"/>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66"/>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3" name="Google Shape;12353;p66"/>
          <p:cNvGrpSpPr/>
          <p:nvPr/>
        </p:nvGrpSpPr>
        <p:grpSpPr>
          <a:xfrm>
            <a:off x="1300076" y="3623467"/>
            <a:ext cx="367684" cy="366561"/>
            <a:chOff x="1303751" y="3807339"/>
            <a:chExt cx="367684" cy="366561"/>
          </a:xfrm>
        </p:grpSpPr>
        <p:sp>
          <p:nvSpPr>
            <p:cNvPr id="12354" name="Google Shape;12354;p66"/>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66"/>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66"/>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66"/>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66"/>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66"/>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66"/>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66"/>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66"/>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66"/>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66"/>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66"/>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66"/>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66"/>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66"/>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66"/>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66"/>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66"/>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66"/>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66"/>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66"/>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66"/>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66"/>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66"/>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66"/>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66"/>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66"/>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66"/>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66"/>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66"/>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66"/>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66"/>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66"/>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66"/>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66"/>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66"/>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66"/>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66"/>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66"/>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66"/>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66"/>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5" name="Google Shape;12395;p66"/>
          <p:cNvSpPr/>
          <p:nvPr/>
        </p:nvSpPr>
        <p:spPr>
          <a:xfrm>
            <a:off x="1317690" y="2722078"/>
            <a:ext cx="30157" cy="28667"/>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6" name="Google Shape;12396;p66"/>
          <p:cNvGrpSpPr/>
          <p:nvPr/>
        </p:nvGrpSpPr>
        <p:grpSpPr>
          <a:xfrm>
            <a:off x="1306374" y="2707549"/>
            <a:ext cx="384749" cy="366613"/>
            <a:chOff x="1310049" y="2891421"/>
            <a:chExt cx="384749" cy="366613"/>
          </a:xfrm>
        </p:grpSpPr>
        <p:sp>
          <p:nvSpPr>
            <p:cNvPr id="12397" name="Google Shape;12397;p66"/>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66"/>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66"/>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66"/>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66"/>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66"/>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66"/>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66"/>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66"/>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66"/>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66"/>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66"/>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66"/>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66"/>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1" name="Google Shape;12411;p66"/>
          <p:cNvGrpSpPr/>
          <p:nvPr/>
        </p:nvGrpSpPr>
        <p:grpSpPr>
          <a:xfrm>
            <a:off x="845998" y="2707470"/>
            <a:ext cx="383468" cy="366665"/>
            <a:chOff x="849673" y="2891343"/>
            <a:chExt cx="383468" cy="366665"/>
          </a:xfrm>
        </p:grpSpPr>
        <p:sp>
          <p:nvSpPr>
            <p:cNvPr id="12412" name="Google Shape;12412;p66"/>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66"/>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66"/>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66"/>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66"/>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66"/>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66"/>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66"/>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66"/>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66"/>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66"/>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66"/>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4" name="Google Shape;12424;p66"/>
          <p:cNvGrpSpPr/>
          <p:nvPr/>
        </p:nvGrpSpPr>
        <p:grpSpPr>
          <a:xfrm>
            <a:off x="916582" y="2242129"/>
            <a:ext cx="278024" cy="366508"/>
            <a:chOff x="920257" y="2426002"/>
            <a:chExt cx="278024" cy="366508"/>
          </a:xfrm>
        </p:grpSpPr>
        <p:sp>
          <p:nvSpPr>
            <p:cNvPr id="12425" name="Google Shape;12425;p66"/>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66"/>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66"/>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66"/>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66"/>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66"/>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66"/>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66"/>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66"/>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66"/>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66"/>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66"/>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66"/>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8" name="Google Shape;12438;p66"/>
          <p:cNvGrpSpPr/>
          <p:nvPr/>
        </p:nvGrpSpPr>
        <p:grpSpPr>
          <a:xfrm>
            <a:off x="862853" y="4090611"/>
            <a:ext cx="349810" cy="366665"/>
            <a:chOff x="866528" y="4274484"/>
            <a:chExt cx="349810" cy="366665"/>
          </a:xfrm>
        </p:grpSpPr>
        <p:sp>
          <p:nvSpPr>
            <p:cNvPr id="12439" name="Google Shape;12439;p66"/>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66"/>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66"/>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66"/>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66"/>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66"/>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66"/>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66"/>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66"/>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66"/>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66"/>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66"/>
          <p:cNvGrpSpPr/>
          <p:nvPr/>
        </p:nvGrpSpPr>
        <p:grpSpPr>
          <a:xfrm>
            <a:off x="1385033" y="4090611"/>
            <a:ext cx="330210" cy="366665"/>
            <a:chOff x="1388708" y="4274484"/>
            <a:chExt cx="330210" cy="366665"/>
          </a:xfrm>
        </p:grpSpPr>
        <p:sp>
          <p:nvSpPr>
            <p:cNvPr id="12451" name="Google Shape;12451;p66"/>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66"/>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66"/>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66"/>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66"/>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66"/>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66"/>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66"/>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66"/>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66"/>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66"/>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66"/>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66"/>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66"/>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66"/>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66"/>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66"/>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66"/>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66"/>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66"/>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1" name="Google Shape;12471;p66"/>
          <p:cNvGrpSpPr/>
          <p:nvPr/>
        </p:nvGrpSpPr>
        <p:grpSpPr>
          <a:xfrm>
            <a:off x="1871019" y="4109453"/>
            <a:ext cx="375446" cy="328982"/>
            <a:chOff x="1874694" y="4293326"/>
            <a:chExt cx="375446" cy="328982"/>
          </a:xfrm>
        </p:grpSpPr>
        <p:sp>
          <p:nvSpPr>
            <p:cNvPr id="12472" name="Google Shape;12472;p66"/>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66"/>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66"/>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66"/>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66"/>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66"/>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66"/>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66"/>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66"/>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66"/>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66"/>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66"/>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66"/>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66"/>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66"/>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66"/>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66"/>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66"/>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66"/>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66"/>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66"/>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66"/>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4" name="Google Shape;12494;p66"/>
          <p:cNvGrpSpPr/>
          <p:nvPr/>
        </p:nvGrpSpPr>
        <p:grpSpPr>
          <a:xfrm>
            <a:off x="2392441" y="4109218"/>
            <a:ext cx="366665" cy="329714"/>
            <a:chOff x="2396116" y="4293090"/>
            <a:chExt cx="366665" cy="329714"/>
          </a:xfrm>
        </p:grpSpPr>
        <p:sp>
          <p:nvSpPr>
            <p:cNvPr id="12495" name="Google Shape;12495;p66"/>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66"/>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66"/>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66"/>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66"/>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66"/>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66"/>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66"/>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66"/>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66"/>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66"/>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66"/>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66"/>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8" name="Google Shape;12508;p66"/>
          <p:cNvGrpSpPr/>
          <p:nvPr/>
        </p:nvGrpSpPr>
        <p:grpSpPr>
          <a:xfrm>
            <a:off x="2905082" y="4105951"/>
            <a:ext cx="367162" cy="336116"/>
            <a:chOff x="2908757" y="4289824"/>
            <a:chExt cx="367162" cy="336116"/>
          </a:xfrm>
        </p:grpSpPr>
        <p:sp>
          <p:nvSpPr>
            <p:cNvPr id="12509" name="Google Shape;12509;p66"/>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66"/>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66"/>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66"/>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66"/>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66"/>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66"/>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66"/>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66"/>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66"/>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66"/>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66"/>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66"/>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66"/>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66"/>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66"/>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66"/>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66"/>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66"/>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66"/>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66"/>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66"/>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66"/>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66"/>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66"/>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66"/>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66"/>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66"/>
          <p:cNvGrpSpPr/>
          <p:nvPr/>
        </p:nvGrpSpPr>
        <p:grpSpPr>
          <a:xfrm>
            <a:off x="3078733" y="2735667"/>
            <a:ext cx="368651" cy="310350"/>
            <a:chOff x="3082408" y="2919540"/>
            <a:chExt cx="368651" cy="310350"/>
          </a:xfrm>
        </p:grpSpPr>
        <p:sp>
          <p:nvSpPr>
            <p:cNvPr id="12537" name="Google Shape;12537;p66"/>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66"/>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66"/>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66"/>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66"/>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66"/>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66"/>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66"/>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66"/>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66"/>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66"/>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66"/>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9" name="Google Shape;12549;p66"/>
          <p:cNvGrpSpPr/>
          <p:nvPr/>
        </p:nvGrpSpPr>
        <p:grpSpPr>
          <a:xfrm>
            <a:off x="7067667" y="2240152"/>
            <a:ext cx="366169" cy="360498"/>
            <a:chOff x="7069130" y="2424800"/>
            <a:chExt cx="366169" cy="360498"/>
          </a:xfrm>
        </p:grpSpPr>
        <p:sp>
          <p:nvSpPr>
            <p:cNvPr id="12550" name="Google Shape;12550;p66"/>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66"/>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66"/>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66"/>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66"/>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66"/>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66"/>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66"/>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66"/>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66"/>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66"/>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66"/>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66"/>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66"/>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66"/>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66"/>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66"/>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66"/>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66"/>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66"/>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0" name="Google Shape;12570;p66"/>
          <p:cNvGrpSpPr/>
          <p:nvPr/>
        </p:nvGrpSpPr>
        <p:grpSpPr>
          <a:xfrm>
            <a:off x="4884192" y="2240073"/>
            <a:ext cx="281473" cy="360629"/>
            <a:chOff x="4885655" y="2424721"/>
            <a:chExt cx="281473" cy="360629"/>
          </a:xfrm>
        </p:grpSpPr>
        <p:sp>
          <p:nvSpPr>
            <p:cNvPr id="12571" name="Google Shape;12571;p66"/>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66"/>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66"/>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66"/>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66"/>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66"/>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66"/>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66"/>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66"/>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66"/>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66"/>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2" name="Google Shape;12582;p66"/>
          <p:cNvGrpSpPr/>
          <p:nvPr/>
        </p:nvGrpSpPr>
        <p:grpSpPr>
          <a:xfrm>
            <a:off x="6624146" y="2262129"/>
            <a:ext cx="364130" cy="316726"/>
            <a:chOff x="6625609" y="2446777"/>
            <a:chExt cx="364130" cy="316726"/>
          </a:xfrm>
        </p:grpSpPr>
        <p:sp>
          <p:nvSpPr>
            <p:cNvPr id="12583" name="Google Shape;12583;p66"/>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66"/>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66"/>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66"/>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66"/>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66"/>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66"/>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66"/>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66"/>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66"/>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66"/>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66"/>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66"/>
          <p:cNvGrpSpPr/>
          <p:nvPr/>
        </p:nvGrpSpPr>
        <p:grpSpPr>
          <a:xfrm>
            <a:off x="5756181" y="1827703"/>
            <a:ext cx="360629" cy="298825"/>
            <a:chOff x="5757644" y="2012350"/>
            <a:chExt cx="360629" cy="298825"/>
          </a:xfrm>
        </p:grpSpPr>
        <p:sp>
          <p:nvSpPr>
            <p:cNvPr id="12596" name="Google Shape;12596;p66"/>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66"/>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66"/>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66"/>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66"/>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66"/>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66"/>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66"/>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66"/>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66"/>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66"/>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66"/>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66"/>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66"/>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66"/>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66"/>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66"/>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66"/>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66"/>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66"/>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66"/>
            <p:cNvSpPr/>
            <p:nvPr/>
          </p:nvSpPr>
          <p:spPr>
            <a:xfrm>
              <a:off x="5757644" y="2292308"/>
              <a:ext cx="360629"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66"/>
            <p:cNvSpPr/>
            <p:nvPr/>
          </p:nvSpPr>
          <p:spPr>
            <a:xfrm>
              <a:off x="5757644" y="2292308"/>
              <a:ext cx="360629"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8" name="Google Shape;12618;p66"/>
          <p:cNvGrpSpPr/>
          <p:nvPr/>
        </p:nvGrpSpPr>
        <p:grpSpPr>
          <a:xfrm>
            <a:off x="5316162" y="1798826"/>
            <a:ext cx="360628" cy="356839"/>
            <a:chOff x="5317625" y="1983474"/>
            <a:chExt cx="360628" cy="356839"/>
          </a:xfrm>
        </p:grpSpPr>
        <p:sp>
          <p:nvSpPr>
            <p:cNvPr id="12619" name="Google Shape;12619;p66"/>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66"/>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66"/>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66"/>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66"/>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66"/>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66"/>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66"/>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66"/>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66"/>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66"/>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66"/>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66"/>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66"/>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66"/>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66"/>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66"/>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66"/>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66"/>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8" name="Google Shape;12638;p66"/>
          <p:cNvGrpSpPr/>
          <p:nvPr/>
        </p:nvGrpSpPr>
        <p:grpSpPr>
          <a:xfrm>
            <a:off x="6180364" y="2279037"/>
            <a:ext cx="360628" cy="282989"/>
            <a:chOff x="6181827" y="2463685"/>
            <a:chExt cx="360628" cy="282989"/>
          </a:xfrm>
        </p:grpSpPr>
        <p:sp>
          <p:nvSpPr>
            <p:cNvPr id="12639" name="Google Shape;12639;p66"/>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66"/>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66"/>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66"/>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66"/>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66"/>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66"/>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66"/>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66"/>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66"/>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66"/>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0" name="Google Shape;12650;p66"/>
          <p:cNvGrpSpPr/>
          <p:nvPr/>
        </p:nvGrpSpPr>
        <p:grpSpPr>
          <a:xfrm>
            <a:off x="5344830" y="3156044"/>
            <a:ext cx="291247" cy="360629"/>
            <a:chOff x="5346292" y="3340691"/>
            <a:chExt cx="291247" cy="360628"/>
          </a:xfrm>
        </p:grpSpPr>
        <p:sp>
          <p:nvSpPr>
            <p:cNvPr id="12651" name="Google Shape;12651;p66"/>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66"/>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66"/>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66"/>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66"/>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66"/>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66"/>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66"/>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66"/>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66"/>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66"/>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66"/>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66"/>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66"/>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66"/>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66"/>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66"/>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66"/>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66"/>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66"/>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66"/>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66"/>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66"/>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66"/>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66"/>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6" name="Google Shape;12676;p66"/>
          <p:cNvGrpSpPr/>
          <p:nvPr/>
        </p:nvGrpSpPr>
        <p:grpSpPr>
          <a:xfrm>
            <a:off x="7967801" y="1797049"/>
            <a:ext cx="337763" cy="360393"/>
            <a:chOff x="7969264" y="1981697"/>
            <a:chExt cx="337763" cy="360393"/>
          </a:xfrm>
        </p:grpSpPr>
        <p:sp>
          <p:nvSpPr>
            <p:cNvPr id="12677" name="Google Shape;12677;p66"/>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66"/>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66"/>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66"/>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66"/>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66"/>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66"/>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66"/>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66"/>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66"/>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66"/>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66"/>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66"/>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66"/>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66"/>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66"/>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66"/>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66"/>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5" name="Google Shape;12695;p66"/>
          <p:cNvGrpSpPr/>
          <p:nvPr/>
        </p:nvGrpSpPr>
        <p:grpSpPr>
          <a:xfrm>
            <a:off x="5734570" y="2245352"/>
            <a:ext cx="360890" cy="350332"/>
            <a:chOff x="5736032" y="2430000"/>
            <a:chExt cx="360890" cy="350332"/>
          </a:xfrm>
        </p:grpSpPr>
        <p:sp>
          <p:nvSpPr>
            <p:cNvPr id="12696" name="Google Shape;12696;p66"/>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66"/>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66"/>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66"/>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66"/>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66"/>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66"/>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66"/>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66"/>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66"/>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66"/>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66"/>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66"/>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66"/>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66"/>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66"/>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66"/>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3" name="Google Shape;12713;p66"/>
          <p:cNvGrpSpPr/>
          <p:nvPr/>
        </p:nvGrpSpPr>
        <p:grpSpPr>
          <a:xfrm>
            <a:off x="4876405" y="1811344"/>
            <a:ext cx="360628" cy="331778"/>
            <a:chOff x="4877867" y="1995991"/>
            <a:chExt cx="360628" cy="331778"/>
          </a:xfrm>
        </p:grpSpPr>
        <p:sp>
          <p:nvSpPr>
            <p:cNvPr id="12714" name="Google Shape;12714;p66"/>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66"/>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66"/>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66"/>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66"/>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66"/>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66"/>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66"/>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66"/>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66"/>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66"/>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66"/>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66"/>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66"/>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8" name="Google Shape;12728;p66"/>
          <p:cNvGrpSpPr/>
          <p:nvPr/>
        </p:nvGrpSpPr>
        <p:grpSpPr>
          <a:xfrm>
            <a:off x="7049427" y="2728856"/>
            <a:ext cx="363529" cy="339513"/>
            <a:chOff x="7050889" y="2913503"/>
            <a:chExt cx="363529" cy="339513"/>
          </a:xfrm>
        </p:grpSpPr>
        <p:sp>
          <p:nvSpPr>
            <p:cNvPr id="12729" name="Google Shape;12729;p66"/>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66"/>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66"/>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66"/>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66"/>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66"/>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66"/>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66"/>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66"/>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8" name="Google Shape;12738;p66"/>
          <p:cNvGrpSpPr/>
          <p:nvPr/>
        </p:nvGrpSpPr>
        <p:grpSpPr>
          <a:xfrm>
            <a:off x="7509437" y="1796814"/>
            <a:ext cx="372937" cy="360629"/>
            <a:chOff x="7510900" y="1981462"/>
            <a:chExt cx="372937" cy="360629"/>
          </a:xfrm>
        </p:grpSpPr>
        <p:sp>
          <p:nvSpPr>
            <p:cNvPr id="12739" name="Google Shape;12739;p66"/>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66"/>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66"/>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66"/>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66"/>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66"/>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66"/>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66"/>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66"/>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66"/>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66"/>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66"/>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66"/>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66"/>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66"/>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66"/>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5" name="Google Shape;12755;p66"/>
          <p:cNvGrpSpPr/>
          <p:nvPr/>
        </p:nvGrpSpPr>
        <p:grpSpPr>
          <a:xfrm>
            <a:off x="6598014" y="2733612"/>
            <a:ext cx="360629" cy="329975"/>
            <a:chOff x="6599476" y="2918260"/>
            <a:chExt cx="360629" cy="329975"/>
          </a:xfrm>
        </p:grpSpPr>
        <p:sp>
          <p:nvSpPr>
            <p:cNvPr id="12756" name="Google Shape;12756;p66"/>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66"/>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66"/>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66"/>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66"/>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66"/>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66"/>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66"/>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66"/>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66"/>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66"/>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66"/>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66"/>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66"/>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66"/>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66"/>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66"/>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66"/>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66"/>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66"/>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66"/>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66"/>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66"/>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66"/>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66"/>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1" name="Google Shape;12781;p66"/>
          <p:cNvGrpSpPr/>
          <p:nvPr/>
        </p:nvGrpSpPr>
        <p:grpSpPr>
          <a:xfrm>
            <a:off x="5289037" y="2296886"/>
            <a:ext cx="360628" cy="247292"/>
            <a:chOff x="5290499" y="2481533"/>
            <a:chExt cx="360628" cy="247292"/>
          </a:xfrm>
        </p:grpSpPr>
        <p:sp>
          <p:nvSpPr>
            <p:cNvPr id="12782" name="Google Shape;12782;p66"/>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66"/>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66"/>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66"/>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66"/>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66"/>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66"/>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66"/>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66"/>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66"/>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66"/>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66"/>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66"/>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66"/>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66"/>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66"/>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66"/>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66"/>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66"/>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66"/>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66"/>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66"/>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66"/>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66"/>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66"/>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66"/>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66"/>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9" name="Google Shape;12809;p66"/>
          <p:cNvGrpSpPr/>
          <p:nvPr/>
        </p:nvGrpSpPr>
        <p:grpSpPr>
          <a:xfrm>
            <a:off x="6200460" y="1796866"/>
            <a:ext cx="351325" cy="360576"/>
            <a:chOff x="6201923" y="1981514"/>
            <a:chExt cx="351325" cy="360576"/>
          </a:xfrm>
        </p:grpSpPr>
        <p:sp>
          <p:nvSpPr>
            <p:cNvPr id="12810" name="Google Shape;12810;p66"/>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66"/>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66"/>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66"/>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66"/>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66"/>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66"/>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66"/>
          <p:cNvGrpSpPr/>
          <p:nvPr/>
        </p:nvGrpSpPr>
        <p:grpSpPr>
          <a:xfrm>
            <a:off x="4892999" y="3156044"/>
            <a:ext cx="312884" cy="360785"/>
            <a:chOff x="4894461" y="3340691"/>
            <a:chExt cx="312884" cy="360785"/>
          </a:xfrm>
        </p:grpSpPr>
        <p:sp>
          <p:nvSpPr>
            <p:cNvPr id="12818" name="Google Shape;12818;p66"/>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66"/>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66"/>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66"/>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66"/>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66"/>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66"/>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66"/>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66"/>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66"/>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66"/>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66"/>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66"/>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66"/>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66"/>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66"/>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4" name="Google Shape;12834;p66"/>
          <p:cNvGrpSpPr/>
          <p:nvPr/>
        </p:nvGrpSpPr>
        <p:grpSpPr>
          <a:xfrm>
            <a:off x="5337774" y="1316603"/>
            <a:ext cx="245541" cy="360629"/>
            <a:chOff x="5339237" y="1501251"/>
            <a:chExt cx="245541" cy="360629"/>
          </a:xfrm>
        </p:grpSpPr>
        <p:sp>
          <p:nvSpPr>
            <p:cNvPr id="12835" name="Google Shape;12835;p66"/>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66"/>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66"/>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66"/>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66"/>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66"/>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66"/>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66"/>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66"/>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66"/>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66"/>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66"/>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66"/>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66"/>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66"/>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66"/>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66"/>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66"/>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66"/>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66"/>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66"/>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66"/>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66"/>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66"/>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66"/>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66"/>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66"/>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66"/>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66"/>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66"/>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66"/>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66"/>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66"/>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66"/>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66"/>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66"/>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66"/>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66"/>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66"/>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66"/>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66"/>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66"/>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7" name="Google Shape;12877;p66"/>
          <p:cNvGrpSpPr/>
          <p:nvPr/>
        </p:nvGrpSpPr>
        <p:grpSpPr>
          <a:xfrm>
            <a:off x="7958001" y="2289568"/>
            <a:ext cx="370428" cy="261926"/>
            <a:chOff x="7959464" y="2474216"/>
            <a:chExt cx="370428" cy="261926"/>
          </a:xfrm>
        </p:grpSpPr>
        <p:sp>
          <p:nvSpPr>
            <p:cNvPr id="12878" name="Google Shape;12878;p66"/>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66"/>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66"/>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66"/>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66"/>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66"/>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66"/>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66"/>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66"/>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66"/>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66"/>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66"/>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0" name="Google Shape;12890;p66"/>
          <p:cNvGrpSpPr/>
          <p:nvPr/>
        </p:nvGrpSpPr>
        <p:grpSpPr>
          <a:xfrm>
            <a:off x="7517225" y="2273262"/>
            <a:ext cx="360629" cy="294461"/>
            <a:chOff x="7518687" y="2457909"/>
            <a:chExt cx="360629" cy="294461"/>
          </a:xfrm>
        </p:grpSpPr>
        <p:sp>
          <p:nvSpPr>
            <p:cNvPr id="12891" name="Google Shape;12891;p66"/>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66"/>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66"/>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66"/>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66"/>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66"/>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66"/>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66"/>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66"/>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66"/>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66"/>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66"/>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66"/>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66"/>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66"/>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66"/>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66"/>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66"/>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66"/>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0" name="Google Shape;12910;p66"/>
          <p:cNvGrpSpPr/>
          <p:nvPr/>
        </p:nvGrpSpPr>
        <p:grpSpPr>
          <a:xfrm>
            <a:off x="7084758" y="1796919"/>
            <a:ext cx="343799" cy="360524"/>
            <a:chOff x="7086220" y="1981566"/>
            <a:chExt cx="343799" cy="360524"/>
          </a:xfrm>
        </p:grpSpPr>
        <p:sp>
          <p:nvSpPr>
            <p:cNvPr id="12911" name="Google Shape;12911;p66"/>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66"/>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66"/>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66"/>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66"/>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66"/>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66"/>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66"/>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66"/>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66"/>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66"/>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66"/>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66"/>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66"/>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66"/>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66"/>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7" name="Google Shape;12927;p66"/>
          <p:cNvGrpSpPr/>
          <p:nvPr/>
        </p:nvGrpSpPr>
        <p:grpSpPr>
          <a:xfrm>
            <a:off x="6139650" y="2742915"/>
            <a:ext cx="368416" cy="311369"/>
            <a:chOff x="6141112" y="2927563"/>
            <a:chExt cx="368416" cy="311369"/>
          </a:xfrm>
        </p:grpSpPr>
        <p:sp>
          <p:nvSpPr>
            <p:cNvPr id="12928" name="Google Shape;12928;p66"/>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66"/>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66"/>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66"/>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66"/>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66"/>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66"/>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66"/>
          <p:cNvGrpSpPr/>
          <p:nvPr/>
        </p:nvGrpSpPr>
        <p:grpSpPr>
          <a:xfrm>
            <a:off x="7519237" y="2718298"/>
            <a:ext cx="335489" cy="360629"/>
            <a:chOff x="7520699" y="2902946"/>
            <a:chExt cx="335489" cy="360629"/>
          </a:xfrm>
        </p:grpSpPr>
        <p:sp>
          <p:nvSpPr>
            <p:cNvPr id="12936" name="Google Shape;12936;p66"/>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66"/>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66"/>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66"/>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66"/>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66"/>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66"/>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66"/>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66"/>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66"/>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66"/>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66"/>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66"/>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66"/>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66"/>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1" name="Google Shape;12951;p66"/>
          <p:cNvGrpSpPr/>
          <p:nvPr/>
        </p:nvGrpSpPr>
        <p:grpSpPr>
          <a:xfrm>
            <a:off x="7986878" y="2718298"/>
            <a:ext cx="308886" cy="360628"/>
            <a:chOff x="7988340" y="2902946"/>
            <a:chExt cx="308886" cy="360628"/>
          </a:xfrm>
        </p:grpSpPr>
        <p:sp>
          <p:nvSpPr>
            <p:cNvPr id="12952" name="Google Shape;12952;p66"/>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66"/>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66"/>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66"/>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66"/>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66"/>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66"/>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66"/>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66"/>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66"/>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66"/>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66"/>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66"/>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66"/>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66"/>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66"/>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66"/>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66"/>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66"/>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66"/>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66"/>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66"/>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66"/>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5" name="Google Shape;12975;p66"/>
          <p:cNvGrpSpPr/>
          <p:nvPr/>
        </p:nvGrpSpPr>
        <p:grpSpPr>
          <a:xfrm>
            <a:off x="5688577" y="2718351"/>
            <a:ext cx="362902" cy="360498"/>
            <a:chOff x="5690039" y="2902998"/>
            <a:chExt cx="362902" cy="360498"/>
          </a:xfrm>
        </p:grpSpPr>
        <p:sp>
          <p:nvSpPr>
            <p:cNvPr id="12976" name="Google Shape;12976;p66"/>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66"/>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66"/>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66"/>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66"/>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66"/>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66"/>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3" name="Google Shape;12983;p66"/>
          <p:cNvGrpSpPr/>
          <p:nvPr/>
        </p:nvGrpSpPr>
        <p:grpSpPr>
          <a:xfrm>
            <a:off x="4870473" y="1316342"/>
            <a:ext cx="258503" cy="360890"/>
            <a:chOff x="4871935" y="1500990"/>
            <a:chExt cx="258503" cy="360890"/>
          </a:xfrm>
        </p:grpSpPr>
        <p:sp>
          <p:nvSpPr>
            <p:cNvPr id="12984" name="Google Shape;12984;p66"/>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66"/>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66"/>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66"/>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66"/>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66"/>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66"/>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66"/>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66"/>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66"/>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66"/>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66"/>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66"/>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66"/>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98" name="Google Shape;12998;p66"/>
          <p:cNvSpPr/>
          <p:nvPr/>
        </p:nvSpPr>
        <p:spPr>
          <a:xfrm>
            <a:off x="6341184" y="1664375"/>
            <a:ext cx="27413" cy="12857"/>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99" name="Google Shape;12999;p66"/>
          <p:cNvGrpSpPr/>
          <p:nvPr/>
        </p:nvGrpSpPr>
        <p:grpSpPr>
          <a:xfrm>
            <a:off x="6264302" y="1316603"/>
            <a:ext cx="234983" cy="360629"/>
            <a:chOff x="6265764" y="1501251"/>
            <a:chExt cx="234983" cy="360629"/>
          </a:xfrm>
        </p:grpSpPr>
        <p:sp>
          <p:nvSpPr>
            <p:cNvPr id="13000" name="Google Shape;13000;p66"/>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66"/>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66"/>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66"/>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66"/>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66"/>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66"/>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66"/>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66"/>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66"/>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66"/>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66"/>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2" name="Google Shape;13012;p66"/>
          <p:cNvGrpSpPr/>
          <p:nvPr/>
        </p:nvGrpSpPr>
        <p:grpSpPr>
          <a:xfrm>
            <a:off x="6192176" y="3217351"/>
            <a:ext cx="360628" cy="238250"/>
            <a:chOff x="6193639" y="3401998"/>
            <a:chExt cx="360628" cy="238250"/>
          </a:xfrm>
        </p:grpSpPr>
        <p:sp>
          <p:nvSpPr>
            <p:cNvPr id="13013" name="Google Shape;13013;p66"/>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66"/>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66"/>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66"/>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66"/>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66"/>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66"/>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66"/>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66"/>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66"/>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66"/>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4" name="Google Shape;13024;p66"/>
          <p:cNvGrpSpPr/>
          <p:nvPr/>
        </p:nvGrpSpPr>
        <p:grpSpPr>
          <a:xfrm>
            <a:off x="5800162" y="1316603"/>
            <a:ext cx="246037" cy="360629"/>
            <a:chOff x="5801625" y="1501251"/>
            <a:chExt cx="246037" cy="360629"/>
          </a:xfrm>
        </p:grpSpPr>
        <p:sp>
          <p:nvSpPr>
            <p:cNvPr id="13025" name="Google Shape;13025;p66"/>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66"/>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66"/>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66"/>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66"/>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66"/>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66"/>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66"/>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66"/>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66"/>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66"/>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66"/>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66"/>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66"/>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66"/>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66"/>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66"/>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66"/>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66"/>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4" name="Google Shape;13044;p66"/>
          <p:cNvGrpSpPr/>
          <p:nvPr/>
        </p:nvGrpSpPr>
        <p:grpSpPr>
          <a:xfrm>
            <a:off x="6640218" y="1796814"/>
            <a:ext cx="352083" cy="360864"/>
            <a:chOff x="6641680" y="1981462"/>
            <a:chExt cx="352083" cy="360864"/>
          </a:xfrm>
        </p:grpSpPr>
        <p:sp>
          <p:nvSpPr>
            <p:cNvPr id="13045" name="Google Shape;13045;p66"/>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66"/>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66"/>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66"/>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66"/>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66"/>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66"/>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66"/>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66"/>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66"/>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66"/>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66"/>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66"/>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66"/>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66"/>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66"/>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66"/>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66"/>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66"/>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66"/>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66"/>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66"/>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66"/>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66"/>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66"/>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66"/>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66"/>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66"/>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3" name="Google Shape;13073;p66"/>
          <p:cNvGrpSpPr/>
          <p:nvPr/>
        </p:nvGrpSpPr>
        <p:grpSpPr>
          <a:xfrm>
            <a:off x="7203870" y="1316603"/>
            <a:ext cx="198032" cy="360629"/>
            <a:chOff x="7205332" y="1501251"/>
            <a:chExt cx="198032" cy="360629"/>
          </a:xfrm>
        </p:grpSpPr>
        <p:sp>
          <p:nvSpPr>
            <p:cNvPr id="13074" name="Google Shape;13074;p66"/>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66"/>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66"/>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66"/>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66"/>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66"/>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66"/>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66"/>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66"/>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66"/>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66"/>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66"/>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66"/>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66"/>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66"/>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66"/>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66"/>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66"/>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66"/>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66"/>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4" name="Google Shape;13094;p66"/>
          <p:cNvGrpSpPr/>
          <p:nvPr/>
        </p:nvGrpSpPr>
        <p:grpSpPr>
          <a:xfrm>
            <a:off x="7686851" y="1316603"/>
            <a:ext cx="153058" cy="360628"/>
            <a:chOff x="7688313" y="1501251"/>
            <a:chExt cx="153058" cy="360628"/>
          </a:xfrm>
        </p:grpSpPr>
        <p:sp>
          <p:nvSpPr>
            <p:cNvPr id="13095" name="Google Shape;13095;p66"/>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66"/>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66"/>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66"/>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66"/>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66"/>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66"/>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66"/>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66"/>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66"/>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66"/>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66"/>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66"/>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66"/>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66"/>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66"/>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1" name="Google Shape;13111;p66"/>
          <p:cNvGrpSpPr/>
          <p:nvPr/>
        </p:nvGrpSpPr>
        <p:grpSpPr>
          <a:xfrm>
            <a:off x="8148716" y="1316603"/>
            <a:ext cx="150811" cy="360629"/>
            <a:chOff x="8150179" y="1501251"/>
            <a:chExt cx="150811" cy="360629"/>
          </a:xfrm>
        </p:grpSpPr>
        <p:sp>
          <p:nvSpPr>
            <p:cNvPr id="13112" name="Google Shape;13112;p66"/>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66"/>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66"/>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66"/>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66"/>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66"/>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66"/>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66"/>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66"/>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21" name="Google Shape;13121;p66"/>
          <p:cNvSpPr/>
          <p:nvPr/>
        </p:nvSpPr>
        <p:spPr>
          <a:xfrm>
            <a:off x="4946623" y="2722297"/>
            <a:ext cx="32744" cy="15889"/>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22" name="Google Shape;13122;p66"/>
          <p:cNvGrpSpPr/>
          <p:nvPr/>
        </p:nvGrpSpPr>
        <p:grpSpPr>
          <a:xfrm>
            <a:off x="4876405" y="2718298"/>
            <a:ext cx="170149" cy="360629"/>
            <a:chOff x="4877867" y="2902946"/>
            <a:chExt cx="170149" cy="360629"/>
          </a:xfrm>
        </p:grpSpPr>
        <p:sp>
          <p:nvSpPr>
            <p:cNvPr id="13123" name="Google Shape;13123;p66"/>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66"/>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66"/>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66"/>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66"/>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66"/>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66"/>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66"/>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66"/>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66"/>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66"/>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66"/>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66"/>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6" name="Google Shape;13136;p66"/>
          <p:cNvGrpSpPr/>
          <p:nvPr/>
        </p:nvGrpSpPr>
        <p:grpSpPr>
          <a:xfrm>
            <a:off x="6740227" y="1316028"/>
            <a:ext cx="207962" cy="361203"/>
            <a:chOff x="6741689" y="1500676"/>
            <a:chExt cx="207962" cy="361203"/>
          </a:xfrm>
        </p:grpSpPr>
        <p:sp>
          <p:nvSpPr>
            <p:cNvPr id="13137" name="Google Shape;13137;p66"/>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66"/>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66"/>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66"/>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66"/>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66"/>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66"/>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66"/>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66"/>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66"/>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66"/>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66"/>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66"/>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66"/>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66"/>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66"/>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66"/>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66"/>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66"/>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66"/>
          <p:cNvGrpSpPr/>
          <p:nvPr/>
        </p:nvGrpSpPr>
        <p:grpSpPr>
          <a:xfrm>
            <a:off x="5751164" y="3245757"/>
            <a:ext cx="360628" cy="181464"/>
            <a:chOff x="5752627" y="3430404"/>
            <a:chExt cx="360628" cy="181464"/>
          </a:xfrm>
        </p:grpSpPr>
        <p:sp>
          <p:nvSpPr>
            <p:cNvPr id="13157" name="Google Shape;13157;p66"/>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66"/>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66"/>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66"/>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66"/>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66"/>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66"/>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66"/>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66"/>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66"/>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66"/>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66"/>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66"/>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66"/>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66"/>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66"/>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66"/>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66"/>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66"/>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66"/>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66"/>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66"/>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66"/>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66"/>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66"/>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66"/>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66"/>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66"/>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5" name="Google Shape;13185;p66"/>
          <p:cNvGrpSpPr/>
          <p:nvPr/>
        </p:nvGrpSpPr>
        <p:grpSpPr>
          <a:xfrm>
            <a:off x="5234237" y="2718351"/>
            <a:ext cx="361909" cy="360759"/>
            <a:chOff x="5235700" y="2902998"/>
            <a:chExt cx="361909" cy="360759"/>
          </a:xfrm>
        </p:grpSpPr>
        <p:sp>
          <p:nvSpPr>
            <p:cNvPr id="13186" name="Google Shape;13186;p66"/>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66"/>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66"/>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66"/>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66"/>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66"/>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66"/>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66"/>
          <p:cNvGrpSpPr/>
          <p:nvPr/>
        </p:nvGrpSpPr>
        <p:grpSpPr>
          <a:xfrm>
            <a:off x="6633450" y="3210321"/>
            <a:ext cx="360367" cy="252309"/>
            <a:chOff x="6634912" y="3394969"/>
            <a:chExt cx="360367" cy="252309"/>
          </a:xfrm>
        </p:grpSpPr>
        <p:sp>
          <p:nvSpPr>
            <p:cNvPr id="13194" name="Google Shape;13194;p66"/>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66"/>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66"/>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66"/>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66"/>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66"/>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66"/>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66"/>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66"/>
            <p:cNvSpPr/>
            <p:nvPr/>
          </p:nvSpPr>
          <p:spPr>
            <a:xfrm>
              <a:off x="6833414" y="3519594"/>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66"/>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66"/>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66"/>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66"/>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7" name="Google Shape;13207;p66"/>
          <p:cNvGrpSpPr/>
          <p:nvPr/>
        </p:nvGrpSpPr>
        <p:grpSpPr>
          <a:xfrm>
            <a:off x="7057867" y="3156148"/>
            <a:ext cx="377170" cy="360655"/>
            <a:chOff x="7059330" y="3340796"/>
            <a:chExt cx="377170" cy="360655"/>
          </a:xfrm>
        </p:grpSpPr>
        <p:sp>
          <p:nvSpPr>
            <p:cNvPr id="13208" name="Google Shape;13208;p66"/>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66"/>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66"/>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66"/>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66"/>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66"/>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66"/>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66"/>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66"/>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66"/>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66"/>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66"/>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0" name="Google Shape;13220;p66"/>
          <p:cNvGrpSpPr/>
          <p:nvPr/>
        </p:nvGrpSpPr>
        <p:grpSpPr>
          <a:xfrm>
            <a:off x="7956486" y="3190983"/>
            <a:ext cx="360629" cy="291012"/>
            <a:chOff x="7957948" y="3375631"/>
            <a:chExt cx="360629" cy="291012"/>
          </a:xfrm>
        </p:grpSpPr>
        <p:sp>
          <p:nvSpPr>
            <p:cNvPr id="13221" name="Google Shape;13221;p66"/>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66"/>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66"/>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66"/>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66"/>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66"/>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66"/>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66"/>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66"/>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66"/>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66"/>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66"/>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66"/>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66"/>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66"/>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66"/>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66"/>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66"/>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9" name="Google Shape;13239;p66"/>
          <p:cNvGrpSpPr/>
          <p:nvPr/>
        </p:nvGrpSpPr>
        <p:grpSpPr>
          <a:xfrm>
            <a:off x="6197194" y="3683241"/>
            <a:ext cx="347562" cy="227954"/>
            <a:chOff x="6198656" y="3867888"/>
            <a:chExt cx="347562" cy="227954"/>
          </a:xfrm>
        </p:grpSpPr>
        <p:sp>
          <p:nvSpPr>
            <p:cNvPr id="13240" name="Google Shape;13240;p66"/>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66"/>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66"/>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66"/>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66"/>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66"/>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66"/>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66"/>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66"/>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66"/>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66"/>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1" name="Google Shape;13251;p66"/>
          <p:cNvGrpSpPr/>
          <p:nvPr/>
        </p:nvGrpSpPr>
        <p:grpSpPr>
          <a:xfrm>
            <a:off x="5705432" y="3634504"/>
            <a:ext cx="349392" cy="325454"/>
            <a:chOff x="5706895" y="3819151"/>
            <a:chExt cx="349392" cy="325454"/>
          </a:xfrm>
        </p:grpSpPr>
        <p:sp>
          <p:nvSpPr>
            <p:cNvPr id="13252" name="Google Shape;13252;p66"/>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66"/>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66"/>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66"/>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66"/>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66"/>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66"/>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66"/>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66"/>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66"/>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66"/>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66"/>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66"/>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66"/>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66"/>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66"/>
          <p:cNvGrpSpPr/>
          <p:nvPr/>
        </p:nvGrpSpPr>
        <p:grpSpPr>
          <a:xfrm>
            <a:off x="7647155" y="3156096"/>
            <a:ext cx="97265" cy="360393"/>
            <a:chOff x="7648618" y="3340744"/>
            <a:chExt cx="97265" cy="360393"/>
          </a:xfrm>
        </p:grpSpPr>
        <p:sp>
          <p:nvSpPr>
            <p:cNvPr id="13268" name="Google Shape;13268;p66"/>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66"/>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66"/>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1" name="Google Shape;13271;p66"/>
          <p:cNvGrpSpPr/>
          <p:nvPr/>
        </p:nvGrpSpPr>
        <p:grpSpPr>
          <a:xfrm>
            <a:off x="7162894" y="3606019"/>
            <a:ext cx="385507" cy="382501"/>
            <a:chOff x="7164356" y="3790667"/>
            <a:chExt cx="385507" cy="382501"/>
          </a:xfrm>
        </p:grpSpPr>
        <p:sp>
          <p:nvSpPr>
            <p:cNvPr id="13272" name="Google Shape;13272;p66"/>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66"/>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66"/>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66"/>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66"/>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66"/>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66"/>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66"/>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66"/>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66"/>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66"/>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66"/>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66"/>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66"/>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66"/>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66"/>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66"/>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66"/>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66"/>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66"/>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66"/>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66"/>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66"/>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66"/>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66"/>
          <p:cNvGrpSpPr/>
          <p:nvPr/>
        </p:nvGrpSpPr>
        <p:grpSpPr>
          <a:xfrm>
            <a:off x="6668937" y="3641821"/>
            <a:ext cx="387911" cy="310846"/>
            <a:chOff x="6670400" y="3826468"/>
            <a:chExt cx="387911" cy="310846"/>
          </a:xfrm>
        </p:grpSpPr>
        <p:sp>
          <p:nvSpPr>
            <p:cNvPr id="13297" name="Google Shape;13297;p66"/>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66"/>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66"/>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66"/>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66"/>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66"/>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66"/>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66"/>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66"/>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66"/>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66"/>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66"/>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66"/>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66"/>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66"/>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66"/>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66"/>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66"/>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5" name="Google Shape;13315;p66"/>
          <p:cNvGrpSpPr/>
          <p:nvPr/>
        </p:nvGrpSpPr>
        <p:grpSpPr>
          <a:xfrm>
            <a:off x="7660718" y="3618798"/>
            <a:ext cx="302823" cy="360498"/>
            <a:chOff x="7662181" y="3803446"/>
            <a:chExt cx="302823" cy="360498"/>
          </a:xfrm>
        </p:grpSpPr>
        <p:sp>
          <p:nvSpPr>
            <p:cNvPr id="13316" name="Google Shape;13316;p66"/>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66"/>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66"/>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66"/>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66"/>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66"/>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66"/>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66"/>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66"/>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66"/>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6" name="Google Shape;13326;p66"/>
          <p:cNvGrpSpPr/>
          <p:nvPr/>
        </p:nvGrpSpPr>
        <p:grpSpPr>
          <a:xfrm>
            <a:off x="5205099" y="3619347"/>
            <a:ext cx="363895" cy="355663"/>
            <a:chOff x="5206562" y="3803994"/>
            <a:chExt cx="363895" cy="355663"/>
          </a:xfrm>
        </p:grpSpPr>
        <p:sp>
          <p:nvSpPr>
            <p:cNvPr id="13327" name="Google Shape;13327;p66"/>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66"/>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66"/>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66"/>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66"/>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66"/>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66"/>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66"/>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66"/>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66"/>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66"/>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66"/>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66"/>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66"/>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1" name="Google Shape;13341;p66"/>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Creative Process Icons</a:t>
            </a:r>
            <a:endParaRPr sz="2400">
              <a:solidFill>
                <a:schemeClr val="lt1"/>
              </a:solidFill>
            </a:endParaRPr>
          </a:p>
        </p:txBody>
      </p:sp>
      <p:sp>
        <p:nvSpPr>
          <p:cNvPr id="13342" name="Google Shape;13342;p66"/>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346"/>
        <p:cNvGrpSpPr/>
        <p:nvPr/>
      </p:nvGrpSpPr>
      <p:grpSpPr>
        <a:xfrm>
          <a:off x="0" y="0"/>
          <a:ext cx="0" cy="0"/>
          <a:chOff x="0" y="0"/>
          <a:chExt cx="0" cy="0"/>
        </a:xfrm>
      </p:grpSpPr>
      <p:grpSp>
        <p:nvGrpSpPr>
          <p:cNvPr id="13347" name="Google Shape;13347;p67"/>
          <p:cNvGrpSpPr/>
          <p:nvPr/>
        </p:nvGrpSpPr>
        <p:grpSpPr>
          <a:xfrm>
            <a:off x="4655438" y="1588417"/>
            <a:ext cx="369948" cy="370132"/>
            <a:chOff x="4682526" y="1512217"/>
            <a:chExt cx="369948" cy="370132"/>
          </a:xfrm>
        </p:grpSpPr>
        <p:sp>
          <p:nvSpPr>
            <p:cNvPr id="13348" name="Google Shape;13348;p67"/>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67"/>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67"/>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67"/>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67"/>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67"/>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67"/>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67"/>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67"/>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67"/>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67"/>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67"/>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67"/>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67"/>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67"/>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67"/>
          <p:cNvGrpSpPr/>
          <p:nvPr/>
        </p:nvGrpSpPr>
        <p:grpSpPr>
          <a:xfrm>
            <a:off x="3565345" y="2056412"/>
            <a:ext cx="381542" cy="370079"/>
            <a:chOff x="3592433" y="1980212"/>
            <a:chExt cx="381542" cy="370079"/>
          </a:xfrm>
        </p:grpSpPr>
        <p:sp>
          <p:nvSpPr>
            <p:cNvPr id="13364" name="Google Shape;13364;p67"/>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67"/>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67"/>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67"/>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67"/>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67"/>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67"/>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67"/>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67"/>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67"/>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67"/>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67"/>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6" name="Google Shape;13376;p67"/>
          <p:cNvGrpSpPr/>
          <p:nvPr/>
        </p:nvGrpSpPr>
        <p:grpSpPr>
          <a:xfrm>
            <a:off x="1371494" y="3049690"/>
            <a:ext cx="371391" cy="235126"/>
            <a:chOff x="1398582" y="2973490"/>
            <a:chExt cx="371391" cy="235126"/>
          </a:xfrm>
        </p:grpSpPr>
        <p:sp>
          <p:nvSpPr>
            <p:cNvPr id="13377" name="Google Shape;13377;p67"/>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67"/>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67"/>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67"/>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67"/>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67"/>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67"/>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67"/>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67"/>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67"/>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67"/>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67"/>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67"/>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67"/>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67"/>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2" name="Google Shape;13392;p67"/>
          <p:cNvGrpSpPr/>
          <p:nvPr/>
        </p:nvGrpSpPr>
        <p:grpSpPr>
          <a:xfrm>
            <a:off x="823707" y="1588417"/>
            <a:ext cx="370132" cy="370132"/>
            <a:chOff x="850795" y="1512217"/>
            <a:chExt cx="370132" cy="370132"/>
          </a:xfrm>
        </p:grpSpPr>
        <p:sp>
          <p:nvSpPr>
            <p:cNvPr id="13393" name="Google Shape;13393;p67"/>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67"/>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67"/>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67"/>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67"/>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67"/>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67"/>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67"/>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67"/>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67"/>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67"/>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67"/>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67"/>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67"/>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67"/>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67"/>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67"/>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67"/>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1" name="Google Shape;13411;p67"/>
          <p:cNvGrpSpPr/>
          <p:nvPr/>
        </p:nvGrpSpPr>
        <p:grpSpPr>
          <a:xfrm>
            <a:off x="8011409" y="2982279"/>
            <a:ext cx="236568" cy="370105"/>
            <a:chOff x="8038497" y="2906079"/>
            <a:chExt cx="236568" cy="370105"/>
          </a:xfrm>
        </p:grpSpPr>
        <p:sp>
          <p:nvSpPr>
            <p:cNvPr id="13412" name="Google Shape;13412;p67"/>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67"/>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67"/>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67"/>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67"/>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67"/>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67"/>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9" name="Google Shape;13419;p67"/>
          <p:cNvGrpSpPr/>
          <p:nvPr/>
        </p:nvGrpSpPr>
        <p:grpSpPr>
          <a:xfrm>
            <a:off x="6297042" y="1642503"/>
            <a:ext cx="370630" cy="261802"/>
            <a:chOff x="6324130" y="1566303"/>
            <a:chExt cx="370630" cy="261802"/>
          </a:xfrm>
        </p:grpSpPr>
        <p:sp>
          <p:nvSpPr>
            <p:cNvPr id="13420" name="Google Shape;13420;p67"/>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67"/>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67"/>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67"/>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67"/>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67"/>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67"/>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67"/>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67"/>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67"/>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67"/>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67"/>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67"/>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67"/>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67"/>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67"/>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67"/>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7" name="Google Shape;13437;p67"/>
          <p:cNvGrpSpPr/>
          <p:nvPr/>
        </p:nvGrpSpPr>
        <p:grpSpPr>
          <a:xfrm>
            <a:off x="5205192" y="2102787"/>
            <a:ext cx="370840" cy="353213"/>
            <a:chOff x="5232280" y="2026587"/>
            <a:chExt cx="370840" cy="353213"/>
          </a:xfrm>
        </p:grpSpPr>
        <p:sp>
          <p:nvSpPr>
            <p:cNvPr id="13438" name="Google Shape;13438;p67"/>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67"/>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67"/>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67"/>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67"/>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67"/>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67"/>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67"/>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67"/>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67"/>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67"/>
          <p:cNvGrpSpPr/>
          <p:nvPr/>
        </p:nvGrpSpPr>
        <p:grpSpPr>
          <a:xfrm>
            <a:off x="7941873" y="2511529"/>
            <a:ext cx="379548" cy="365331"/>
            <a:chOff x="7968961" y="2435329"/>
            <a:chExt cx="379548" cy="365331"/>
          </a:xfrm>
        </p:grpSpPr>
        <p:sp>
          <p:nvSpPr>
            <p:cNvPr id="13449" name="Google Shape;13449;p67"/>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67"/>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67"/>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67"/>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67"/>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67"/>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5" name="Google Shape;13455;p67"/>
          <p:cNvGrpSpPr/>
          <p:nvPr/>
        </p:nvGrpSpPr>
        <p:grpSpPr>
          <a:xfrm>
            <a:off x="4109591" y="2191523"/>
            <a:ext cx="373305" cy="223217"/>
            <a:chOff x="4136679" y="2115323"/>
            <a:chExt cx="373305" cy="223217"/>
          </a:xfrm>
        </p:grpSpPr>
        <p:sp>
          <p:nvSpPr>
            <p:cNvPr id="13456" name="Google Shape;13456;p67"/>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67"/>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67"/>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67"/>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67"/>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67"/>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67"/>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67"/>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67"/>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67"/>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67"/>
          <p:cNvGrpSpPr/>
          <p:nvPr/>
        </p:nvGrpSpPr>
        <p:grpSpPr>
          <a:xfrm>
            <a:off x="7396735" y="2540277"/>
            <a:ext cx="372046" cy="307730"/>
            <a:chOff x="7423823" y="2464077"/>
            <a:chExt cx="372046" cy="307730"/>
          </a:xfrm>
        </p:grpSpPr>
        <p:sp>
          <p:nvSpPr>
            <p:cNvPr id="13467" name="Google Shape;13467;p67"/>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67"/>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67"/>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67"/>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67"/>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67"/>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67"/>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67"/>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67"/>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67"/>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67"/>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67"/>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67"/>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0" name="Google Shape;13480;p67"/>
          <p:cNvGrpSpPr/>
          <p:nvPr/>
        </p:nvGrpSpPr>
        <p:grpSpPr>
          <a:xfrm>
            <a:off x="3855423" y="3441356"/>
            <a:ext cx="295061" cy="370263"/>
            <a:chOff x="3882511" y="3365156"/>
            <a:chExt cx="295061" cy="370263"/>
          </a:xfrm>
        </p:grpSpPr>
        <p:sp>
          <p:nvSpPr>
            <p:cNvPr id="13481" name="Google Shape;13481;p67"/>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67"/>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67"/>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67"/>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67"/>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67"/>
          <p:cNvGrpSpPr/>
          <p:nvPr/>
        </p:nvGrpSpPr>
        <p:grpSpPr>
          <a:xfrm>
            <a:off x="5202700" y="1588417"/>
            <a:ext cx="370132" cy="370132"/>
            <a:chOff x="5229788" y="1512217"/>
            <a:chExt cx="370132" cy="370132"/>
          </a:xfrm>
        </p:grpSpPr>
        <p:sp>
          <p:nvSpPr>
            <p:cNvPr id="13487" name="Google Shape;13487;p67"/>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67"/>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67"/>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67"/>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67"/>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67"/>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67"/>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67"/>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67"/>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67"/>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67"/>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67"/>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67"/>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67"/>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67"/>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67"/>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67"/>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67"/>
          <p:cNvGrpSpPr/>
          <p:nvPr/>
        </p:nvGrpSpPr>
        <p:grpSpPr>
          <a:xfrm>
            <a:off x="6014781" y="3441592"/>
            <a:ext cx="373882" cy="370053"/>
            <a:chOff x="6041869" y="3365392"/>
            <a:chExt cx="373882" cy="370053"/>
          </a:xfrm>
        </p:grpSpPr>
        <p:sp>
          <p:nvSpPr>
            <p:cNvPr id="13505" name="Google Shape;13505;p67"/>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67"/>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67"/>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67"/>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67"/>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67"/>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67"/>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67"/>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67"/>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67"/>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5" name="Google Shape;13515;p67"/>
          <p:cNvGrpSpPr/>
          <p:nvPr/>
        </p:nvGrpSpPr>
        <p:grpSpPr>
          <a:xfrm>
            <a:off x="4657221" y="2163693"/>
            <a:ext cx="374748" cy="279140"/>
            <a:chOff x="4684309" y="2087493"/>
            <a:chExt cx="374748" cy="279140"/>
          </a:xfrm>
        </p:grpSpPr>
        <p:sp>
          <p:nvSpPr>
            <p:cNvPr id="13516" name="Google Shape;13516;p67"/>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67"/>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67"/>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67"/>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67"/>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67"/>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67"/>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67"/>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67"/>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67"/>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67"/>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67"/>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8" name="Google Shape;13528;p67"/>
          <p:cNvGrpSpPr/>
          <p:nvPr/>
        </p:nvGrpSpPr>
        <p:grpSpPr>
          <a:xfrm>
            <a:off x="7494022" y="2982331"/>
            <a:ext cx="175400" cy="370053"/>
            <a:chOff x="7521110" y="2906131"/>
            <a:chExt cx="175400" cy="370053"/>
          </a:xfrm>
        </p:grpSpPr>
        <p:sp>
          <p:nvSpPr>
            <p:cNvPr id="13529" name="Google Shape;13529;p67"/>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67"/>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67"/>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67"/>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67"/>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67"/>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67"/>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67"/>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67"/>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8" name="Google Shape;13538;p67"/>
          <p:cNvGrpSpPr/>
          <p:nvPr/>
        </p:nvGrpSpPr>
        <p:grpSpPr>
          <a:xfrm>
            <a:off x="3559837" y="1599486"/>
            <a:ext cx="371023" cy="347915"/>
            <a:chOff x="3586925" y="1523286"/>
            <a:chExt cx="371023" cy="347915"/>
          </a:xfrm>
        </p:grpSpPr>
        <p:sp>
          <p:nvSpPr>
            <p:cNvPr id="13539" name="Google Shape;13539;p67"/>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67"/>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67"/>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67"/>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67"/>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67"/>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67"/>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67"/>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67"/>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67"/>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67"/>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67"/>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67"/>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67"/>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67"/>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67"/>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67"/>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67"/>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67"/>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8" name="Google Shape;13558;p67"/>
          <p:cNvGrpSpPr/>
          <p:nvPr/>
        </p:nvGrpSpPr>
        <p:grpSpPr>
          <a:xfrm>
            <a:off x="6848921" y="2551661"/>
            <a:ext cx="370158" cy="285120"/>
            <a:chOff x="6876009" y="2475461"/>
            <a:chExt cx="370158" cy="285120"/>
          </a:xfrm>
        </p:grpSpPr>
        <p:sp>
          <p:nvSpPr>
            <p:cNvPr id="13559" name="Google Shape;13559;p67"/>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67"/>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67"/>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67"/>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67"/>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67"/>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67"/>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67"/>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67"/>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8" name="Google Shape;13568;p67"/>
          <p:cNvGrpSpPr/>
          <p:nvPr/>
        </p:nvGrpSpPr>
        <p:grpSpPr>
          <a:xfrm>
            <a:off x="6301134" y="2522047"/>
            <a:ext cx="370158" cy="344269"/>
            <a:chOff x="6328222" y="2445847"/>
            <a:chExt cx="370158" cy="344269"/>
          </a:xfrm>
        </p:grpSpPr>
        <p:sp>
          <p:nvSpPr>
            <p:cNvPr id="13569" name="Google Shape;13569;p67"/>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67"/>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67"/>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67"/>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67"/>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67"/>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67"/>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67"/>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7" name="Google Shape;13577;p67"/>
          <p:cNvGrpSpPr/>
          <p:nvPr/>
        </p:nvGrpSpPr>
        <p:grpSpPr>
          <a:xfrm>
            <a:off x="5222452" y="2509142"/>
            <a:ext cx="351639" cy="370184"/>
            <a:chOff x="5249540" y="2432942"/>
            <a:chExt cx="351639" cy="370184"/>
          </a:xfrm>
        </p:grpSpPr>
        <p:sp>
          <p:nvSpPr>
            <p:cNvPr id="13578" name="Google Shape;13578;p67"/>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67"/>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67"/>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67"/>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67"/>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67"/>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67"/>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5" name="Google Shape;13585;p67"/>
          <p:cNvGrpSpPr/>
          <p:nvPr/>
        </p:nvGrpSpPr>
        <p:grpSpPr>
          <a:xfrm>
            <a:off x="4109959" y="2558376"/>
            <a:ext cx="371102" cy="271585"/>
            <a:chOff x="4137047" y="2482176"/>
            <a:chExt cx="371102" cy="271585"/>
          </a:xfrm>
        </p:grpSpPr>
        <p:sp>
          <p:nvSpPr>
            <p:cNvPr id="13586" name="Google Shape;13586;p67"/>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67"/>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67"/>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67"/>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67"/>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67"/>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67"/>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67"/>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67"/>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67"/>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67"/>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7" name="Google Shape;13597;p67"/>
          <p:cNvGrpSpPr/>
          <p:nvPr/>
        </p:nvGrpSpPr>
        <p:grpSpPr>
          <a:xfrm>
            <a:off x="4659346" y="2509116"/>
            <a:ext cx="367377" cy="370079"/>
            <a:chOff x="4686434" y="2432916"/>
            <a:chExt cx="367377" cy="370079"/>
          </a:xfrm>
        </p:grpSpPr>
        <p:sp>
          <p:nvSpPr>
            <p:cNvPr id="13598" name="Google Shape;13598;p67"/>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67"/>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67"/>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67"/>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67"/>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67"/>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67"/>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67"/>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67"/>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67"/>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67"/>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9" name="Google Shape;13609;p67"/>
          <p:cNvGrpSpPr/>
          <p:nvPr/>
        </p:nvGrpSpPr>
        <p:grpSpPr>
          <a:xfrm>
            <a:off x="6301134" y="2132506"/>
            <a:ext cx="372099" cy="293986"/>
            <a:chOff x="6328222" y="2056306"/>
            <a:chExt cx="372099" cy="293986"/>
          </a:xfrm>
        </p:grpSpPr>
        <p:sp>
          <p:nvSpPr>
            <p:cNvPr id="13610" name="Google Shape;13610;p67"/>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67"/>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67"/>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67"/>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67"/>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67"/>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67"/>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67"/>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67"/>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9" name="Google Shape;13619;p67"/>
          <p:cNvGrpSpPr/>
          <p:nvPr/>
        </p:nvGrpSpPr>
        <p:grpSpPr>
          <a:xfrm>
            <a:off x="5762239" y="2509168"/>
            <a:ext cx="352531" cy="370132"/>
            <a:chOff x="5789327" y="2432968"/>
            <a:chExt cx="352531" cy="370132"/>
          </a:xfrm>
        </p:grpSpPr>
        <p:sp>
          <p:nvSpPr>
            <p:cNvPr id="13620" name="Google Shape;13620;p67"/>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67"/>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67"/>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67"/>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67"/>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67"/>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67"/>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67"/>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67"/>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67"/>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0" name="Google Shape;13630;p67"/>
          <p:cNvGrpSpPr/>
          <p:nvPr/>
        </p:nvGrpSpPr>
        <p:grpSpPr>
          <a:xfrm>
            <a:off x="847524" y="2056334"/>
            <a:ext cx="322314" cy="370158"/>
            <a:chOff x="874612" y="1980134"/>
            <a:chExt cx="322314" cy="370158"/>
          </a:xfrm>
        </p:grpSpPr>
        <p:sp>
          <p:nvSpPr>
            <p:cNvPr id="13631" name="Google Shape;13631;p67"/>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67"/>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67"/>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67"/>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67"/>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67"/>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67"/>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67"/>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67"/>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67"/>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67"/>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67"/>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67"/>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67"/>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67"/>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67"/>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67"/>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8" name="Google Shape;13648;p67"/>
          <p:cNvGrpSpPr/>
          <p:nvPr/>
        </p:nvGrpSpPr>
        <p:grpSpPr>
          <a:xfrm>
            <a:off x="3012574" y="2590980"/>
            <a:ext cx="374223" cy="329764"/>
            <a:chOff x="3039662" y="2514780"/>
            <a:chExt cx="374223" cy="329764"/>
          </a:xfrm>
        </p:grpSpPr>
        <p:sp>
          <p:nvSpPr>
            <p:cNvPr id="13649" name="Google Shape;13649;p67"/>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67"/>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67"/>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67"/>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67"/>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67"/>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67"/>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67"/>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67"/>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67"/>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67"/>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67"/>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67"/>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67"/>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67"/>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67"/>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67"/>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67"/>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7" name="Google Shape;13667;p67"/>
          <p:cNvGrpSpPr/>
          <p:nvPr/>
        </p:nvGrpSpPr>
        <p:grpSpPr>
          <a:xfrm>
            <a:off x="1919281" y="2639322"/>
            <a:ext cx="374066" cy="233395"/>
            <a:chOff x="1946369" y="2563122"/>
            <a:chExt cx="374066" cy="233395"/>
          </a:xfrm>
        </p:grpSpPr>
        <p:sp>
          <p:nvSpPr>
            <p:cNvPr id="13668" name="Google Shape;13668;p67"/>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67"/>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67"/>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67"/>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67"/>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67"/>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67"/>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67"/>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6" name="Google Shape;13676;p67"/>
          <p:cNvGrpSpPr/>
          <p:nvPr/>
        </p:nvGrpSpPr>
        <p:grpSpPr>
          <a:xfrm>
            <a:off x="4108175" y="2982384"/>
            <a:ext cx="374040" cy="370184"/>
            <a:chOff x="4135263" y="2906184"/>
            <a:chExt cx="374040" cy="370184"/>
          </a:xfrm>
        </p:grpSpPr>
        <p:sp>
          <p:nvSpPr>
            <p:cNvPr id="13677" name="Google Shape;13677;p67"/>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67"/>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67"/>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67"/>
          <p:cNvGrpSpPr/>
          <p:nvPr/>
        </p:nvGrpSpPr>
        <p:grpSpPr>
          <a:xfrm>
            <a:off x="4656513" y="2982384"/>
            <a:ext cx="372676" cy="370184"/>
            <a:chOff x="4683601" y="2906184"/>
            <a:chExt cx="372676" cy="370184"/>
          </a:xfrm>
        </p:grpSpPr>
        <p:sp>
          <p:nvSpPr>
            <p:cNvPr id="13681" name="Google Shape;13681;p67"/>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67"/>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67"/>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67"/>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67"/>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67"/>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7" name="Google Shape;13687;p67"/>
          <p:cNvGrpSpPr/>
          <p:nvPr/>
        </p:nvGrpSpPr>
        <p:grpSpPr>
          <a:xfrm>
            <a:off x="843720" y="2982253"/>
            <a:ext cx="329134" cy="370132"/>
            <a:chOff x="870808" y="2906053"/>
            <a:chExt cx="329134" cy="370132"/>
          </a:xfrm>
        </p:grpSpPr>
        <p:sp>
          <p:nvSpPr>
            <p:cNvPr id="13688" name="Google Shape;13688;p67"/>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67"/>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67"/>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67"/>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67"/>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67"/>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67"/>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67"/>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67"/>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67"/>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67"/>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67"/>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67"/>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67"/>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67"/>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67"/>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67"/>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67"/>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67"/>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7" name="Google Shape;13707;p67"/>
          <p:cNvGrpSpPr/>
          <p:nvPr/>
        </p:nvGrpSpPr>
        <p:grpSpPr>
          <a:xfrm>
            <a:off x="1916790" y="2985269"/>
            <a:ext cx="374774" cy="364282"/>
            <a:chOff x="1943878" y="2909069"/>
            <a:chExt cx="374774" cy="364282"/>
          </a:xfrm>
        </p:grpSpPr>
        <p:sp>
          <p:nvSpPr>
            <p:cNvPr id="13708" name="Google Shape;13708;p67"/>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67"/>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67"/>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67"/>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67"/>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67"/>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67"/>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67"/>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67"/>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67"/>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67"/>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67"/>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67"/>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67"/>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67"/>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67"/>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67"/>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67"/>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67"/>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67"/>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67"/>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9" name="Google Shape;13729;p67"/>
          <p:cNvGrpSpPr/>
          <p:nvPr/>
        </p:nvGrpSpPr>
        <p:grpSpPr>
          <a:xfrm>
            <a:off x="1100984" y="3441461"/>
            <a:ext cx="328872" cy="370158"/>
            <a:chOff x="1128072" y="3365261"/>
            <a:chExt cx="328872" cy="370158"/>
          </a:xfrm>
        </p:grpSpPr>
        <p:sp>
          <p:nvSpPr>
            <p:cNvPr id="13730" name="Google Shape;13730;p67"/>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67"/>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67"/>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67"/>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67"/>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67"/>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67"/>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67"/>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67"/>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67"/>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67"/>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67"/>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67"/>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67"/>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67"/>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67"/>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67"/>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67"/>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67"/>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67"/>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67"/>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67"/>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67"/>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67"/>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67"/>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67"/>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67"/>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67"/>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67"/>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67"/>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67"/>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67"/>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67"/>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67"/>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67"/>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67"/>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67"/>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67"/>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67"/>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67"/>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67"/>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67"/>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67"/>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67"/>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4" name="Google Shape;13774;p67"/>
          <p:cNvGrpSpPr/>
          <p:nvPr/>
        </p:nvGrpSpPr>
        <p:grpSpPr>
          <a:xfrm>
            <a:off x="5749779" y="1591381"/>
            <a:ext cx="370866" cy="364151"/>
            <a:chOff x="5776868" y="1515181"/>
            <a:chExt cx="370866" cy="364151"/>
          </a:xfrm>
        </p:grpSpPr>
        <p:sp>
          <p:nvSpPr>
            <p:cNvPr id="13775" name="Google Shape;13775;p67"/>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67"/>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67"/>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67"/>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67"/>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67"/>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67"/>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67"/>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67"/>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67"/>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67"/>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67"/>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67"/>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67"/>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67"/>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67"/>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67"/>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2" name="Google Shape;13792;p67"/>
          <p:cNvGrpSpPr/>
          <p:nvPr/>
        </p:nvGrpSpPr>
        <p:grpSpPr>
          <a:xfrm>
            <a:off x="3550761" y="2509142"/>
            <a:ext cx="393660" cy="370079"/>
            <a:chOff x="3577849" y="2432942"/>
            <a:chExt cx="393660" cy="370079"/>
          </a:xfrm>
        </p:grpSpPr>
        <p:sp>
          <p:nvSpPr>
            <p:cNvPr id="13793" name="Google Shape;13793;p67"/>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67"/>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67"/>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67"/>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67"/>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67"/>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67"/>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67"/>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67"/>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67"/>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3" name="Google Shape;13803;p67"/>
          <p:cNvGrpSpPr/>
          <p:nvPr/>
        </p:nvGrpSpPr>
        <p:grpSpPr>
          <a:xfrm>
            <a:off x="2466911" y="3003237"/>
            <a:ext cx="370132" cy="328164"/>
            <a:chOff x="2493999" y="2927037"/>
            <a:chExt cx="370132" cy="328164"/>
          </a:xfrm>
        </p:grpSpPr>
        <p:sp>
          <p:nvSpPr>
            <p:cNvPr id="13804" name="Google Shape;13804;p67"/>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67"/>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67"/>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67"/>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67"/>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67"/>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67"/>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67"/>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67"/>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67"/>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67"/>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67"/>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6" name="Google Shape;13816;p67"/>
          <p:cNvGrpSpPr/>
          <p:nvPr/>
        </p:nvGrpSpPr>
        <p:grpSpPr>
          <a:xfrm>
            <a:off x="3562329" y="3026896"/>
            <a:ext cx="370315" cy="281028"/>
            <a:chOff x="3589417" y="2950696"/>
            <a:chExt cx="370315" cy="281028"/>
          </a:xfrm>
        </p:grpSpPr>
        <p:sp>
          <p:nvSpPr>
            <p:cNvPr id="13817" name="Google Shape;13817;p67"/>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67"/>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67"/>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67"/>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67"/>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67"/>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67"/>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67"/>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67"/>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67"/>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67"/>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67"/>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67"/>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67"/>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67"/>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67"/>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67"/>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67"/>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67"/>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67"/>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7" name="Google Shape;13837;p67"/>
          <p:cNvGrpSpPr/>
          <p:nvPr/>
        </p:nvGrpSpPr>
        <p:grpSpPr>
          <a:xfrm>
            <a:off x="3005623" y="2987918"/>
            <a:ext cx="396125" cy="359062"/>
            <a:chOff x="3032711" y="2911718"/>
            <a:chExt cx="396125" cy="359062"/>
          </a:xfrm>
        </p:grpSpPr>
        <p:sp>
          <p:nvSpPr>
            <p:cNvPr id="13838" name="Google Shape;13838;p67"/>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67"/>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67"/>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67"/>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67"/>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67"/>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67"/>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67"/>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67"/>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67"/>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67"/>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67"/>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0" name="Google Shape;13850;p67"/>
          <p:cNvGrpSpPr/>
          <p:nvPr/>
        </p:nvGrpSpPr>
        <p:grpSpPr>
          <a:xfrm>
            <a:off x="7390676" y="1589597"/>
            <a:ext cx="373174" cy="367692"/>
            <a:chOff x="7417764" y="1513397"/>
            <a:chExt cx="373174" cy="367692"/>
          </a:xfrm>
        </p:grpSpPr>
        <p:sp>
          <p:nvSpPr>
            <p:cNvPr id="13851" name="Google Shape;13851;p67"/>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67"/>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67"/>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67"/>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67"/>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67"/>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67"/>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67"/>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67"/>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67"/>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67"/>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67"/>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67"/>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67"/>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67"/>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67"/>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67"/>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67"/>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67"/>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0" name="Google Shape;13870;p67"/>
          <p:cNvGrpSpPr/>
          <p:nvPr/>
        </p:nvGrpSpPr>
        <p:grpSpPr>
          <a:xfrm>
            <a:off x="6844856" y="1590568"/>
            <a:ext cx="370132" cy="365672"/>
            <a:chOff x="6871944" y="1514368"/>
            <a:chExt cx="370132" cy="365672"/>
          </a:xfrm>
        </p:grpSpPr>
        <p:sp>
          <p:nvSpPr>
            <p:cNvPr id="13871" name="Google Shape;13871;p67"/>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67"/>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67"/>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67"/>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67"/>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67"/>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67"/>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67"/>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67"/>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67"/>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67"/>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67"/>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67"/>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67"/>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67"/>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67"/>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67"/>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67"/>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9" name="Google Shape;13889;p67"/>
          <p:cNvGrpSpPr/>
          <p:nvPr/>
        </p:nvGrpSpPr>
        <p:grpSpPr>
          <a:xfrm>
            <a:off x="6534843" y="3441461"/>
            <a:ext cx="400375" cy="370184"/>
            <a:chOff x="6561931" y="3365261"/>
            <a:chExt cx="400375" cy="370184"/>
          </a:xfrm>
        </p:grpSpPr>
        <p:sp>
          <p:nvSpPr>
            <p:cNvPr id="13890" name="Google Shape;13890;p67"/>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67"/>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67"/>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67"/>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67"/>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67"/>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67"/>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67"/>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67"/>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67"/>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67"/>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67"/>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2" name="Google Shape;13902;p67"/>
          <p:cNvGrpSpPr/>
          <p:nvPr/>
        </p:nvGrpSpPr>
        <p:grpSpPr>
          <a:xfrm>
            <a:off x="1915032" y="2062052"/>
            <a:ext cx="378315" cy="358695"/>
            <a:chOff x="1942120" y="1985852"/>
            <a:chExt cx="378315" cy="358695"/>
          </a:xfrm>
        </p:grpSpPr>
        <p:sp>
          <p:nvSpPr>
            <p:cNvPr id="13903" name="Google Shape;13903;p67"/>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67"/>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67"/>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67"/>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67"/>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67"/>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67"/>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67"/>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67"/>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67"/>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67"/>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67"/>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67"/>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67"/>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67"/>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67"/>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67"/>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67"/>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67"/>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67"/>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3" name="Google Shape;13923;p67"/>
          <p:cNvGrpSpPr/>
          <p:nvPr/>
        </p:nvGrpSpPr>
        <p:grpSpPr>
          <a:xfrm>
            <a:off x="1374327" y="2505418"/>
            <a:ext cx="364282" cy="374197"/>
            <a:chOff x="1401415" y="2429218"/>
            <a:chExt cx="364282" cy="374197"/>
          </a:xfrm>
        </p:grpSpPr>
        <p:sp>
          <p:nvSpPr>
            <p:cNvPr id="13924" name="Google Shape;13924;p67"/>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67"/>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67"/>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67"/>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67"/>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67"/>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67"/>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67"/>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67"/>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67"/>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67"/>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67"/>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67"/>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67"/>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67"/>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9" name="Google Shape;13939;p67"/>
          <p:cNvGrpSpPr/>
          <p:nvPr/>
        </p:nvGrpSpPr>
        <p:grpSpPr>
          <a:xfrm>
            <a:off x="7083339" y="3441461"/>
            <a:ext cx="400401" cy="370184"/>
            <a:chOff x="7110427" y="3365261"/>
            <a:chExt cx="400401" cy="370184"/>
          </a:xfrm>
        </p:grpSpPr>
        <p:sp>
          <p:nvSpPr>
            <p:cNvPr id="13940" name="Google Shape;13940;p67"/>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67"/>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67"/>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67"/>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67"/>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67"/>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67"/>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67"/>
          <p:cNvGrpSpPr/>
          <p:nvPr/>
        </p:nvGrpSpPr>
        <p:grpSpPr>
          <a:xfrm>
            <a:off x="7631861" y="3439337"/>
            <a:ext cx="400375" cy="370132"/>
            <a:chOff x="7658949" y="3363137"/>
            <a:chExt cx="400375" cy="370132"/>
          </a:xfrm>
        </p:grpSpPr>
        <p:sp>
          <p:nvSpPr>
            <p:cNvPr id="13948" name="Google Shape;13948;p67"/>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67"/>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67"/>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67"/>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67"/>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3" name="Google Shape;13953;p67"/>
          <p:cNvGrpSpPr/>
          <p:nvPr/>
        </p:nvGrpSpPr>
        <p:grpSpPr>
          <a:xfrm>
            <a:off x="3277393" y="3455589"/>
            <a:ext cx="356623" cy="370105"/>
            <a:chOff x="3307156" y="3365314"/>
            <a:chExt cx="356623" cy="370105"/>
          </a:xfrm>
        </p:grpSpPr>
        <p:sp>
          <p:nvSpPr>
            <p:cNvPr id="13954" name="Google Shape;13954;p67"/>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67"/>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67"/>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67"/>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67"/>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67"/>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67"/>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67"/>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67"/>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67"/>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67"/>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67"/>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67"/>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67"/>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67"/>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67"/>
          <p:cNvGrpSpPr/>
          <p:nvPr/>
        </p:nvGrpSpPr>
        <p:grpSpPr>
          <a:xfrm>
            <a:off x="7395319" y="2056307"/>
            <a:ext cx="372807" cy="370079"/>
            <a:chOff x="7422407" y="1980107"/>
            <a:chExt cx="372807" cy="370079"/>
          </a:xfrm>
        </p:grpSpPr>
        <p:sp>
          <p:nvSpPr>
            <p:cNvPr id="13970" name="Google Shape;13970;p67"/>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67"/>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67"/>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67"/>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67"/>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67"/>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67"/>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67"/>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67"/>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67"/>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67"/>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67"/>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67"/>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3" name="Google Shape;13983;p67"/>
          <p:cNvGrpSpPr/>
          <p:nvPr/>
        </p:nvGrpSpPr>
        <p:grpSpPr>
          <a:xfrm>
            <a:off x="6889053" y="2982384"/>
            <a:ext cx="289737" cy="370394"/>
            <a:chOff x="6916141" y="2906184"/>
            <a:chExt cx="289737" cy="370394"/>
          </a:xfrm>
        </p:grpSpPr>
        <p:sp>
          <p:nvSpPr>
            <p:cNvPr id="13984" name="Google Shape;13984;p67"/>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67"/>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67"/>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67"/>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67"/>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67"/>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67"/>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67"/>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67"/>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67"/>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67"/>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67"/>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67"/>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67"/>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67"/>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67"/>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67"/>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67"/>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67"/>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67"/>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67"/>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5" name="Google Shape;14005;p67"/>
          <p:cNvGrpSpPr/>
          <p:nvPr/>
        </p:nvGrpSpPr>
        <p:grpSpPr>
          <a:xfrm>
            <a:off x="7943106" y="2089777"/>
            <a:ext cx="372676" cy="331731"/>
            <a:chOff x="7970194" y="2013577"/>
            <a:chExt cx="372676" cy="331731"/>
          </a:xfrm>
        </p:grpSpPr>
        <p:sp>
          <p:nvSpPr>
            <p:cNvPr id="14006" name="Google Shape;14006;p67"/>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67"/>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67"/>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67"/>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67"/>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67"/>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67"/>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67"/>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67"/>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67"/>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6" name="Google Shape;14016;p67"/>
          <p:cNvGrpSpPr/>
          <p:nvPr/>
        </p:nvGrpSpPr>
        <p:grpSpPr>
          <a:xfrm>
            <a:off x="1389645" y="1588390"/>
            <a:ext cx="332964" cy="370158"/>
            <a:chOff x="1416733" y="1512190"/>
            <a:chExt cx="332964" cy="370158"/>
          </a:xfrm>
        </p:grpSpPr>
        <p:sp>
          <p:nvSpPr>
            <p:cNvPr id="14017" name="Google Shape;14017;p67"/>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67"/>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67"/>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67"/>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67"/>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67"/>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67"/>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67"/>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67"/>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67"/>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67"/>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67"/>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67"/>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67"/>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67"/>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67"/>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67"/>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67"/>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67"/>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6" name="Google Shape;14036;p67"/>
          <p:cNvGrpSpPr/>
          <p:nvPr/>
        </p:nvGrpSpPr>
        <p:grpSpPr>
          <a:xfrm>
            <a:off x="5219278" y="2982305"/>
            <a:ext cx="342852" cy="370079"/>
            <a:chOff x="5246366" y="2906105"/>
            <a:chExt cx="342852" cy="370079"/>
          </a:xfrm>
        </p:grpSpPr>
        <p:sp>
          <p:nvSpPr>
            <p:cNvPr id="14037" name="Google Shape;14037;p67"/>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67"/>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67"/>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67"/>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67"/>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67"/>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3" name="Google Shape;14043;p67"/>
          <p:cNvGrpSpPr/>
          <p:nvPr/>
        </p:nvGrpSpPr>
        <p:grpSpPr>
          <a:xfrm>
            <a:off x="822579" y="2511083"/>
            <a:ext cx="371259" cy="366249"/>
            <a:chOff x="849667" y="2434883"/>
            <a:chExt cx="371259" cy="366249"/>
          </a:xfrm>
        </p:grpSpPr>
        <p:sp>
          <p:nvSpPr>
            <p:cNvPr id="14044" name="Google Shape;14044;p67"/>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67"/>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67"/>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67"/>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67"/>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67"/>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67"/>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67"/>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67"/>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67"/>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67"/>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67"/>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67"/>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7" name="Google Shape;14057;p67"/>
          <p:cNvGrpSpPr/>
          <p:nvPr/>
        </p:nvGrpSpPr>
        <p:grpSpPr>
          <a:xfrm>
            <a:off x="4389938" y="3441566"/>
            <a:ext cx="332728" cy="370053"/>
            <a:chOff x="4417026" y="3365366"/>
            <a:chExt cx="332728" cy="370053"/>
          </a:xfrm>
        </p:grpSpPr>
        <p:sp>
          <p:nvSpPr>
            <p:cNvPr id="14058" name="Google Shape;14058;p67"/>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67"/>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67"/>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67"/>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67"/>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67"/>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67"/>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67"/>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67"/>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67"/>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67"/>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67"/>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67"/>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67"/>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67"/>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67"/>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67"/>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67"/>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6" name="Google Shape;14076;p67"/>
          <p:cNvGrpSpPr/>
          <p:nvPr/>
        </p:nvGrpSpPr>
        <p:grpSpPr>
          <a:xfrm>
            <a:off x="2469980" y="2056386"/>
            <a:ext cx="363994" cy="370105"/>
            <a:chOff x="2497068" y="1980186"/>
            <a:chExt cx="363994" cy="370105"/>
          </a:xfrm>
        </p:grpSpPr>
        <p:sp>
          <p:nvSpPr>
            <p:cNvPr id="14077" name="Google Shape;14077;p67"/>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67"/>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67"/>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67"/>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67"/>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67"/>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67"/>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67"/>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67"/>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67"/>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67"/>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67"/>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67"/>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67"/>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67"/>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67"/>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67"/>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67"/>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67"/>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67"/>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67"/>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8" name="Google Shape;14098;p67"/>
          <p:cNvGrpSpPr/>
          <p:nvPr/>
        </p:nvGrpSpPr>
        <p:grpSpPr>
          <a:xfrm>
            <a:off x="5793190" y="2982358"/>
            <a:ext cx="294904" cy="370027"/>
            <a:chOff x="5820278" y="2906158"/>
            <a:chExt cx="294904" cy="370027"/>
          </a:xfrm>
        </p:grpSpPr>
        <p:sp>
          <p:nvSpPr>
            <p:cNvPr id="14099" name="Google Shape;14099;p67"/>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67"/>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67"/>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67"/>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67"/>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67"/>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67"/>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6" name="Google Shape;14106;p67"/>
          <p:cNvGrpSpPr/>
          <p:nvPr/>
        </p:nvGrpSpPr>
        <p:grpSpPr>
          <a:xfrm>
            <a:off x="4919731" y="3459429"/>
            <a:ext cx="370132" cy="334223"/>
            <a:chOff x="4946819" y="3383229"/>
            <a:chExt cx="370132" cy="334223"/>
          </a:xfrm>
        </p:grpSpPr>
        <p:sp>
          <p:nvSpPr>
            <p:cNvPr id="14107" name="Google Shape;14107;p67"/>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67"/>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67"/>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67"/>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67"/>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67"/>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67"/>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67"/>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67"/>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67"/>
          <p:cNvGrpSpPr/>
          <p:nvPr/>
        </p:nvGrpSpPr>
        <p:grpSpPr>
          <a:xfrm>
            <a:off x="3011315" y="1615434"/>
            <a:ext cx="375482" cy="316072"/>
            <a:chOff x="3038403" y="1539234"/>
            <a:chExt cx="375482" cy="316072"/>
          </a:xfrm>
        </p:grpSpPr>
        <p:sp>
          <p:nvSpPr>
            <p:cNvPr id="14117" name="Google Shape;14117;p67"/>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8" name="Google Shape;14118;p67"/>
            <p:cNvGrpSpPr/>
            <p:nvPr/>
          </p:nvGrpSpPr>
          <p:grpSpPr>
            <a:xfrm>
              <a:off x="3038403" y="1539234"/>
              <a:ext cx="375482" cy="316072"/>
              <a:chOff x="3038403" y="1539234"/>
              <a:chExt cx="375482" cy="316072"/>
            </a:xfrm>
          </p:grpSpPr>
          <p:sp>
            <p:nvSpPr>
              <p:cNvPr id="14119" name="Google Shape;14119;p67"/>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67"/>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67"/>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67"/>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67"/>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67"/>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67"/>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67"/>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67"/>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128" name="Google Shape;14128;p67"/>
          <p:cNvGrpSpPr/>
          <p:nvPr/>
        </p:nvGrpSpPr>
        <p:grpSpPr>
          <a:xfrm>
            <a:off x="6305777" y="2982331"/>
            <a:ext cx="360846" cy="370184"/>
            <a:chOff x="6332865" y="2906131"/>
            <a:chExt cx="360846" cy="370184"/>
          </a:xfrm>
        </p:grpSpPr>
        <p:sp>
          <p:nvSpPr>
            <p:cNvPr id="14129" name="Google Shape;14129;p67"/>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67"/>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67"/>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67"/>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67"/>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67"/>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67"/>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67"/>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67"/>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67"/>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67"/>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67"/>
          <p:cNvGrpSpPr/>
          <p:nvPr/>
        </p:nvGrpSpPr>
        <p:grpSpPr>
          <a:xfrm>
            <a:off x="4107991" y="1594266"/>
            <a:ext cx="370132" cy="358223"/>
            <a:chOff x="4135079" y="1518066"/>
            <a:chExt cx="370132" cy="358223"/>
          </a:xfrm>
        </p:grpSpPr>
        <p:sp>
          <p:nvSpPr>
            <p:cNvPr id="14141" name="Google Shape;14141;p67"/>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67"/>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67"/>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67"/>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67"/>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67"/>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67"/>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67"/>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67"/>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67"/>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67"/>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67"/>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67"/>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67"/>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67"/>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67"/>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67"/>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67"/>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67"/>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0" name="Google Shape;14160;p67"/>
          <p:cNvGrpSpPr/>
          <p:nvPr/>
        </p:nvGrpSpPr>
        <p:grpSpPr>
          <a:xfrm>
            <a:off x="6851780" y="2056334"/>
            <a:ext cx="361240" cy="370158"/>
            <a:chOff x="6878869" y="1980134"/>
            <a:chExt cx="361240" cy="370158"/>
          </a:xfrm>
        </p:grpSpPr>
        <p:sp>
          <p:nvSpPr>
            <p:cNvPr id="14161" name="Google Shape;14161;p67"/>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67"/>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67"/>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67"/>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67"/>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67"/>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67"/>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67"/>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67"/>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67"/>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67"/>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67"/>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67"/>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4" name="Google Shape;14174;p67"/>
          <p:cNvGrpSpPr/>
          <p:nvPr/>
        </p:nvGrpSpPr>
        <p:grpSpPr>
          <a:xfrm>
            <a:off x="2466911" y="2626233"/>
            <a:ext cx="370132" cy="259467"/>
            <a:chOff x="2493999" y="2550033"/>
            <a:chExt cx="370132" cy="259467"/>
          </a:xfrm>
        </p:grpSpPr>
        <p:sp>
          <p:nvSpPr>
            <p:cNvPr id="14175" name="Google Shape;14175;p67"/>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67"/>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67"/>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67"/>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67"/>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67"/>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67"/>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67"/>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67"/>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67"/>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67"/>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67"/>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67"/>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67"/>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67"/>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67"/>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67"/>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67"/>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67"/>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4" name="Google Shape;14194;p67"/>
          <p:cNvGrpSpPr/>
          <p:nvPr/>
        </p:nvGrpSpPr>
        <p:grpSpPr>
          <a:xfrm>
            <a:off x="1672614" y="3441461"/>
            <a:ext cx="281054" cy="370158"/>
            <a:chOff x="1699703" y="3365261"/>
            <a:chExt cx="281054" cy="370158"/>
          </a:xfrm>
        </p:grpSpPr>
        <p:sp>
          <p:nvSpPr>
            <p:cNvPr id="14195" name="Google Shape;14195;p67"/>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67"/>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67"/>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67"/>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67"/>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67"/>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67"/>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67"/>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67"/>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67"/>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67"/>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67"/>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67"/>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8" name="Google Shape;14208;p67"/>
          <p:cNvGrpSpPr/>
          <p:nvPr/>
        </p:nvGrpSpPr>
        <p:grpSpPr>
          <a:xfrm>
            <a:off x="7939722" y="1595630"/>
            <a:ext cx="369974" cy="355626"/>
            <a:chOff x="7966810" y="1519430"/>
            <a:chExt cx="369974" cy="355626"/>
          </a:xfrm>
        </p:grpSpPr>
        <p:sp>
          <p:nvSpPr>
            <p:cNvPr id="14209" name="Google Shape;14209;p67"/>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67"/>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67"/>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67"/>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67"/>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67"/>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67"/>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67"/>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67"/>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67"/>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67"/>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67"/>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67"/>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67"/>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67"/>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67"/>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5" name="Google Shape;14225;p67"/>
          <p:cNvGrpSpPr/>
          <p:nvPr/>
        </p:nvGrpSpPr>
        <p:grpSpPr>
          <a:xfrm>
            <a:off x="2765540" y="3441540"/>
            <a:ext cx="290445" cy="370079"/>
            <a:chOff x="2792628" y="3365340"/>
            <a:chExt cx="290445" cy="370079"/>
          </a:xfrm>
        </p:grpSpPr>
        <p:sp>
          <p:nvSpPr>
            <p:cNvPr id="14226" name="Google Shape;14226;p67"/>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67"/>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67"/>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67"/>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67"/>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67"/>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67"/>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67"/>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67"/>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67"/>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67"/>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67"/>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67"/>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67"/>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0" name="Google Shape;14240;p67"/>
          <p:cNvGrpSpPr/>
          <p:nvPr/>
        </p:nvGrpSpPr>
        <p:grpSpPr>
          <a:xfrm>
            <a:off x="1362497" y="2064517"/>
            <a:ext cx="388125" cy="353790"/>
            <a:chOff x="1389585" y="1988317"/>
            <a:chExt cx="388125" cy="353790"/>
          </a:xfrm>
        </p:grpSpPr>
        <p:sp>
          <p:nvSpPr>
            <p:cNvPr id="14241" name="Google Shape;14241;p67"/>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67"/>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67"/>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67"/>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67"/>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67"/>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67"/>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67"/>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67"/>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67"/>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67"/>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67"/>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67"/>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67"/>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67"/>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67"/>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67"/>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67"/>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67"/>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67"/>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67"/>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67"/>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3" name="Google Shape;14263;p67"/>
          <p:cNvGrpSpPr/>
          <p:nvPr/>
        </p:nvGrpSpPr>
        <p:grpSpPr>
          <a:xfrm>
            <a:off x="2465836" y="1588390"/>
            <a:ext cx="370158" cy="370158"/>
            <a:chOff x="2492924" y="1512190"/>
            <a:chExt cx="370158" cy="370158"/>
          </a:xfrm>
        </p:grpSpPr>
        <p:sp>
          <p:nvSpPr>
            <p:cNvPr id="14264" name="Google Shape;14264;p67"/>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67"/>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67"/>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67"/>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67"/>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67"/>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67"/>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67"/>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67"/>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67"/>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67"/>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67"/>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67"/>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67"/>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67"/>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67"/>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67"/>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67"/>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67"/>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67"/>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67"/>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67"/>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6" name="Google Shape;14286;p67"/>
          <p:cNvGrpSpPr/>
          <p:nvPr/>
        </p:nvGrpSpPr>
        <p:grpSpPr>
          <a:xfrm>
            <a:off x="1906481" y="1588443"/>
            <a:ext cx="393975" cy="370105"/>
            <a:chOff x="1933569" y="1512243"/>
            <a:chExt cx="393975" cy="370105"/>
          </a:xfrm>
        </p:grpSpPr>
        <p:sp>
          <p:nvSpPr>
            <p:cNvPr id="14287" name="Google Shape;14287;p67"/>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67"/>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67"/>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67"/>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67"/>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67"/>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67"/>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67"/>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67"/>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67"/>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67"/>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67"/>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67"/>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67"/>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67"/>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67"/>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67"/>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67"/>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67"/>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67"/>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67"/>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67"/>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67"/>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67"/>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67"/>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67"/>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67"/>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67"/>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5" name="Google Shape;14315;p67"/>
          <p:cNvGrpSpPr/>
          <p:nvPr/>
        </p:nvGrpSpPr>
        <p:grpSpPr>
          <a:xfrm>
            <a:off x="2209018" y="3441592"/>
            <a:ext cx="306471" cy="370000"/>
            <a:chOff x="2236106" y="3365392"/>
            <a:chExt cx="306471" cy="370000"/>
          </a:xfrm>
        </p:grpSpPr>
        <p:sp>
          <p:nvSpPr>
            <p:cNvPr id="14316" name="Google Shape;14316;p67"/>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67"/>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67"/>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67"/>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67"/>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67"/>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67"/>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67"/>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67"/>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67"/>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67"/>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67"/>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67"/>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67"/>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0" name="Google Shape;14330;p67"/>
          <p:cNvGrpSpPr/>
          <p:nvPr/>
        </p:nvGrpSpPr>
        <p:grpSpPr>
          <a:xfrm>
            <a:off x="5465735" y="3461763"/>
            <a:ext cx="375325" cy="329606"/>
            <a:chOff x="5492823" y="3385563"/>
            <a:chExt cx="375325" cy="329606"/>
          </a:xfrm>
        </p:grpSpPr>
        <p:sp>
          <p:nvSpPr>
            <p:cNvPr id="14331" name="Google Shape;14331;p67"/>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67"/>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67"/>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67"/>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67"/>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67"/>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67"/>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67"/>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67"/>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67"/>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67"/>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67"/>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67"/>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67"/>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67"/>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67"/>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67"/>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67"/>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67"/>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67"/>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1" name="Google Shape;14351;p67"/>
          <p:cNvGrpSpPr/>
          <p:nvPr/>
        </p:nvGrpSpPr>
        <p:grpSpPr>
          <a:xfrm>
            <a:off x="3014699" y="2077318"/>
            <a:ext cx="370158" cy="328164"/>
            <a:chOff x="3041787" y="2001118"/>
            <a:chExt cx="370158" cy="328164"/>
          </a:xfrm>
        </p:grpSpPr>
        <p:sp>
          <p:nvSpPr>
            <p:cNvPr id="14352" name="Google Shape;14352;p67"/>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67"/>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67"/>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67"/>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67"/>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67"/>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67"/>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67"/>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67"/>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67"/>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67"/>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67"/>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67"/>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67"/>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67"/>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67"/>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67"/>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67"/>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0" name="Google Shape;14370;p67"/>
          <p:cNvGrpSpPr/>
          <p:nvPr/>
        </p:nvGrpSpPr>
        <p:grpSpPr>
          <a:xfrm>
            <a:off x="5752796" y="2115325"/>
            <a:ext cx="372309" cy="328216"/>
            <a:chOff x="5779884" y="2039125"/>
            <a:chExt cx="372309" cy="328216"/>
          </a:xfrm>
        </p:grpSpPr>
        <p:sp>
          <p:nvSpPr>
            <p:cNvPr id="14371" name="Google Shape;14371;p67"/>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67"/>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67"/>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67"/>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67"/>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67"/>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67"/>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67"/>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67"/>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67"/>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67"/>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67"/>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67"/>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84" name="Google Shape;14384;p67"/>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388"/>
        <p:cNvGrpSpPr/>
        <p:nvPr/>
      </p:nvGrpSpPr>
      <p:grpSpPr>
        <a:xfrm>
          <a:off x="0" y="0"/>
          <a:ext cx="0" cy="0"/>
          <a:chOff x="0" y="0"/>
          <a:chExt cx="0" cy="0"/>
        </a:xfrm>
      </p:grpSpPr>
      <p:grpSp>
        <p:nvGrpSpPr>
          <p:cNvPr id="14389" name="Google Shape;14389;p68"/>
          <p:cNvGrpSpPr/>
          <p:nvPr/>
        </p:nvGrpSpPr>
        <p:grpSpPr>
          <a:xfrm>
            <a:off x="853009" y="1981993"/>
            <a:ext cx="354610" cy="372358"/>
            <a:chOff x="878066" y="1981993"/>
            <a:chExt cx="354610" cy="372358"/>
          </a:xfrm>
        </p:grpSpPr>
        <p:sp>
          <p:nvSpPr>
            <p:cNvPr id="14390" name="Google Shape;14390;p68"/>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68"/>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68"/>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68"/>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68"/>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68"/>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68"/>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68"/>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68"/>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68"/>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68"/>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68"/>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68"/>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68"/>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68"/>
          <p:cNvGrpSpPr/>
          <p:nvPr/>
        </p:nvGrpSpPr>
        <p:grpSpPr>
          <a:xfrm>
            <a:off x="1320737" y="1982386"/>
            <a:ext cx="371650" cy="371624"/>
            <a:chOff x="1345794" y="1982386"/>
            <a:chExt cx="371650" cy="371624"/>
          </a:xfrm>
        </p:grpSpPr>
        <p:sp>
          <p:nvSpPr>
            <p:cNvPr id="14405" name="Google Shape;14405;p68"/>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68"/>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68"/>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68"/>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68"/>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68"/>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68"/>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68"/>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68"/>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68"/>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68"/>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68"/>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68"/>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68"/>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68"/>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68"/>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68"/>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68"/>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68"/>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68"/>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68"/>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68"/>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68"/>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68"/>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68"/>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68"/>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68"/>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68"/>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68"/>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68"/>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68"/>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68"/>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68"/>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68"/>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68"/>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68"/>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68"/>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2" name="Google Shape;14442;p68"/>
          <p:cNvGrpSpPr/>
          <p:nvPr/>
        </p:nvGrpSpPr>
        <p:grpSpPr>
          <a:xfrm>
            <a:off x="1796408" y="1981993"/>
            <a:ext cx="372410" cy="372410"/>
            <a:chOff x="1821465" y="1981993"/>
            <a:chExt cx="372410" cy="372410"/>
          </a:xfrm>
        </p:grpSpPr>
        <p:sp>
          <p:nvSpPr>
            <p:cNvPr id="14443" name="Google Shape;14443;p68"/>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68"/>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68"/>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68"/>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68"/>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68"/>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68"/>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68"/>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68"/>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68"/>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68"/>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68"/>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68"/>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68"/>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7" name="Google Shape;14457;p68"/>
          <p:cNvGrpSpPr/>
          <p:nvPr/>
        </p:nvGrpSpPr>
        <p:grpSpPr>
          <a:xfrm>
            <a:off x="2251291" y="1981809"/>
            <a:ext cx="415901" cy="372699"/>
            <a:chOff x="2276348" y="1981809"/>
            <a:chExt cx="415901" cy="372699"/>
          </a:xfrm>
        </p:grpSpPr>
        <p:sp>
          <p:nvSpPr>
            <p:cNvPr id="14458" name="Google Shape;14458;p68"/>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68"/>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68"/>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68"/>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68"/>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68"/>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68"/>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68"/>
          <p:cNvGrpSpPr/>
          <p:nvPr/>
        </p:nvGrpSpPr>
        <p:grpSpPr>
          <a:xfrm>
            <a:off x="2749297" y="2009990"/>
            <a:ext cx="372017" cy="316310"/>
            <a:chOff x="2774354" y="2009990"/>
            <a:chExt cx="372017" cy="316310"/>
          </a:xfrm>
        </p:grpSpPr>
        <p:sp>
          <p:nvSpPr>
            <p:cNvPr id="14466" name="Google Shape;14466;p68"/>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68"/>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68"/>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68"/>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68"/>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68"/>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68"/>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68"/>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68"/>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68"/>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68"/>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68"/>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68"/>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68"/>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68"/>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68"/>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68"/>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68"/>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68"/>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68"/>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68"/>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68"/>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68"/>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68"/>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68"/>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68"/>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2" name="Google Shape;14492;p68"/>
          <p:cNvGrpSpPr/>
          <p:nvPr/>
        </p:nvGrpSpPr>
        <p:grpSpPr>
          <a:xfrm>
            <a:off x="3697625" y="1981993"/>
            <a:ext cx="375818" cy="372043"/>
            <a:chOff x="3722682" y="1981993"/>
            <a:chExt cx="375818" cy="372043"/>
          </a:xfrm>
        </p:grpSpPr>
        <p:sp>
          <p:nvSpPr>
            <p:cNvPr id="14493" name="Google Shape;14493;p68"/>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68"/>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68"/>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68"/>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68"/>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68"/>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68"/>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68"/>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68"/>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68"/>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68"/>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68"/>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68"/>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68"/>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68"/>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8" name="Google Shape;14508;p68"/>
          <p:cNvGrpSpPr/>
          <p:nvPr/>
        </p:nvGrpSpPr>
        <p:grpSpPr>
          <a:xfrm>
            <a:off x="4176337" y="1981809"/>
            <a:ext cx="373538" cy="372305"/>
            <a:chOff x="4201394" y="1981809"/>
            <a:chExt cx="373538" cy="372305"/>
          </a:xfrm>
        </p:grpSpPr>
        <p:sp>
          <p:nvSpPr>
            <p:cNvPr id="14509" name="Google Shape;14509;p68"/>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68"/>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68"/>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68"/>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68"/>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68"/>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68"/>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68"/>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68"/>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68"/>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68"/>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68"/>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68"/>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68"/>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68"/>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68"/>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5" name="Google Shape;14525;p68"/>
          <p:cNvGrpSpPr/>
          <p:nvPr/>
        </p:nvGrpSpPr>
        <p:grpSpPr>
          <a:xfrm>
            <a:off x="4634601" y="1500266"/>
            <a:ext cx="422743" cy="377784"/>
            <a:chOff x="4659658" y="1500266"/>
            <a:chExt cx="422743" cy="377784"/>
          </a:xfrm>
        </p:grpSpPr>
        <p:sp>
          <p:nvSpPr>
            <p:cNvPr id="14526" name="Google Shape;14526;p68"/>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68"/>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68"/>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68"/>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68"/>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68"/>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68"/>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68"/>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68"/>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68"/>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68"/>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68"/>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68"/>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68"/>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68"/>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68"/>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68"/>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3" name="Google Shape;14543;p68"/>
          <p:cNvGrpSpPr/>
          <p:nvPr/>
        </p:nvGrpSpPr>
        <p:grpSpPr>
          <a:xfrm>
            <a:off x="5186349" y="1513504"/>
            <a:ext cx="260394" cy="351202"/>
            <a:chOff x="5211406" y="1513504"/>
            <a:chExt cx="260394" cy="351202"/>
          </a:xfrm>
        </p:grpSpPr>
        <p:sp>
          <p:nvSpPr>
            <p:cNvPr id="14544" name="Google Shape;14544;p68"/>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68"/>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68"/>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68"/>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68"/>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68"/>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68"/>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68"/>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68"/>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68"/>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68"/>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68"/>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68"/>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7" name="Google Shape;14557;p68"/>
          <p:cNvGrpSpPr/>
          <p:nvPr/>
        </p:nvGrpSpPr>
        <p:grpSpPr>
          <a:xfrm>
            <a:off x="5607545" y="1513216"/>
            <a:ext cx="366722" cy="351779"/>
            <a:chOff x="5632602" y="1513216"/>
            <a:chExt cx="366722" cy="351779"/>
          </a:xfrm>
        </p:grpSpPr>
        <p:sp>
          <p:nvSpPr>
            <p:cNvPr id="14558" name="Google Shape;14558;p68"/>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68"/>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68"/>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68"/>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68"/>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68"/>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68"/>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68"/>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6" name="Google Shape;14566;p68"/>
          <p:cNvGrpSpPr/>
          <p:nvPr/>
        </p:nvGrpSpPr>
        <p:grpSpPr>
          <a:xfrm>
            <a:off x="6064315" y="1527136"/>
            <a:ext cx="401902" cy="323965"/>
            <a:chOff x="6089372" y="1527136"/>
            <a:chExt cx="401902" cy="323965"/>
          </a:xfrm>
        </p:grpSpPr>
        <p:sp>
          <p:nvSpPr>
            <p:cNvPr id="14567" name="Google Shape;14567;p68"/>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68"/>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68"/>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68"/>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68"/>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68"/>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68"/>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68"/>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68"/>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68"/>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68"/>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68"/>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68"/>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68"/>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68"/>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68"/>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68"/>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68"/>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68"/>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68"/>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68"/>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68"/>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68"/>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68"/>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68"/>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68"/>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68"/>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68"/>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68"/>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68"/>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7" name="Google Shape;14597;p68"/>
          <p:cNvGrpSpPr/>
          <p:nvPr/>
        </p:nvGrpSpPr>
        <p:grpSpPr>
          <a:xfrm>
            <a:off x="6554378" y="1527897"/>
            <a:ext cx="370103" cy="322444"/>
            <a:chOff x="6579435" y="1527897"/>
            <a:chExt cx="370103" cy="322444"/>
          </a:xfrm>
        </p:grpSpPr>
        <p:sp>
          <p:nvSpPr>
            <p:cNvPr id="14598" name="Google Shape;14598;p68"/>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68"/>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68"/>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68"/>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68"/>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68"/>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68"/>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68"/>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68"/>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68"/>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68"/>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68"/>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68"/>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68"/>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68"/>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68"/>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68"/>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68"/>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68"/>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68"/>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68"/>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9" name="Google Shape;14619;p68"/>
          <p:cNvGrpSpPr/>
          <p:nvPr/>
        </p:nvGrpSpPr>
        <p:grpSpPr>
          <a:xfrm>
            <a:off x="6963830" y="1538854"/>
            <a:ext cx="499920" cy="300136"/>
            <a:chOff x="6988887" y="1538854"/>
            <a:chExt cx="499920" cy="300136"/>
          </a:xfrm>
        </p:grpSpPr>
        <p:sp>
          <p:nvSpPr>
            <p:cNvPr id="14620" name="Google Shape;14620;p68"/>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68"/>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68"/>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68"/>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68"/>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68"/>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68"/>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68"/>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68"/>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68"/>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68"/>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68"/>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68"/>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68"/>
          <p:cNvGrpSpPr/>
          <p:nvPr/>
        </p:nvGrpSpPr>
        <p:grpSpPr>
          <a:xfrm>
            <a:off x="8025302" y="1520687"/>
            <a:ext cx="279321" cy="336837"/>
            <a:chOff x="8050359" y="1520687"/>
            <a:chExt cx="279321" cy="336837"/>
          </a:xfrm>
        </p:grpSpPr>
        <p:sp>
          <p:nvSpPr>
            <p:cNvPr id="14634" name="Google Shape;14634;p68"/>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68"/>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68"/>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68"/>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68"/>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68"/>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68"/>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68"/>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68"/>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68"/>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68"/>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68"/>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68"/>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68"/>
          <p:cNvGrpSpPr/>
          <p:nvPr/>
        </p:nvGrpSpPr>
        <p:grpSpPr>
          <a:xfrm>
            <a:off x="6068850" y="2461832"/>
            <a:ext cx="364441" cy="339091"/>
            <a:chOff x="6093907" y="2461832"/>
            <a:chExt cx="364441" cy="339091"/>
          </a:xfrm>
        </p:grpSpPr>
        <p:sp>
          <p:nvSpPr>
            <p:cNvPr id="14648" name="Google Shape;14648;p68"/>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68"/>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68"/>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68"/>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68"/>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68"/>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68"/>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68"/>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68"/>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68"/>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68"/>
          <p:cNvGrpSpPr/>
          <p:nvPr/>
        </p:nvGrpSpPr>
        <p:grpSpPr>
          <a:xfrm>
            <a:off x="4651274" y="1980866"/>
            <a:ext cx="377680" cy="377680"/>
            <a:chOff x="4676331" y="1980866"/>
            <a:chExt cx="377680" cy="377680"/>
          </a:xfrm>
        </p:grpSpPr>
        <p:sp>
          <p:nvSpPr>
            <p:cNvPr id="14659" name="Google Shape;14659;p68"/>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68"/>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68"/>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68"/>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68"/>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68"/>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68"/>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68"/>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68"/>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68"/>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68"/>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68"/>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68"/>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68"/>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68"/>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68"/>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68"/>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68"/>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68"/>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8" name="Google Shape;14678;p68"/>
          <p:cNvGrpSpPr/>
          <p:nvPr/>
        </p:nvGrpSpPr>
        <p:grpSpPr>
          <a:xfrm>
            <a:off x="7501185" y="1522968"/>
            <a:ext cx="357651" cy="332275"/>
            <a:chOff x="7526242" y="1522968"/>
            <a:chExt cx="357651" cy="332275"/>
          </a:xfrm>
        </p:grpSpPr>
        <p:sp>
          <p:nvSpPr>
            <p:cNvPr id="14679" name="Google Shape;14679;p68"/>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68"/>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68"/>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68"/>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68"/>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68"/>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68"/>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68"/>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68"/>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68"/>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68"/>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68"/>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68"/>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68"/>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68"/>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68"/>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5" name="Google Shape;14695;p68"/>
          <p:cNvGrpSpPr/>
          <p:nvPr/>
        </p:nvGrpSpPr>
        <p:grpSpPr>
          <a:xfrm>
            <a:off x="3225729" y="1982386"/>
            <a:ext cx="371650" cy="371624"/>
            <a:chOff x="3250786" y="1982386"/>
            <a:chExt cx="371650" cy="371624"/>
          </a:xfrm>
        </p:grpSpPr>
        <p:sp>
          <p:nvSpPr>
            <p:cNvPr id="14696" name="Google Shape;14696;p68"/>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68"/>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68"/>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68"/>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68"/>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68"/>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68"/>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68"/>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68"/>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68"/>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68"/>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68"/>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68"/>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68"/>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68"/>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68"/>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68"/>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68"/>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68"/>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68"/>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68"/>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68"/>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68"/>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68"/>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68"/>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68"/>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68"/>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68"/>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68"/>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68"/>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6" name="Google Shape;14726;p68"/>
          <p:cNvGrpSpPr/>
          <p:nvPr/>
        </p:nvGrpSpPr>
        <p:grpSpPr>
          <a:xfrm>
            <a:off x="1317329" y="2916322"/>
            <a:ext cx="373538" cy="331515"/>
            <a:chOff x="1342386" y="2916322"/>
            <a:chExt cx="373538" cy="331515"/>
          </a:xfrm>
        </p:grpSpPr>
        <p:sp>
          <p:nvSpPr>
            <p:cNvPr id="14727" name="Google Shape;14727;p68"/>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68"/>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68"/>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68"/>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68"/>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68"/>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68"/>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68"/>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68"/>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68"/>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68"/>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8" name="Google Shape;14738;p68"/>
          <p:cNvGrpSpPr/>
          <p:nvPr/>
        </p:nvGrpSpPr>
        <p:grpSpPr>
          <a:xfrm>
            <a:off x="2269065" y="2946600"/>
            <a:ext cx="373931" cy="271351"/>
            <a:chOff x="2294122" y="2946600"/>
            <a:chExt cx="373931" cy="271351"/>
          </a:xfrm>
        </p:grpSpPr>
        <p:sp>
          <p:nvSpPr>
            <p:cNvPr id="14739" name="Google Shape;14739;p68"/>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68"/>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68"/>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68"/>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68"/>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68"/>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68"/>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68"/>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68"/>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68"/>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68"/>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68"/>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68"/>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68"/>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68"/>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68"/>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68"/>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68"/>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68"/>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68"/>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68"/>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68"/>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68"/>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68"/>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68"/>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68"/>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68"/>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68"/>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68"/>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68"/>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9" name="Google Shape;14769;p68"/>
          <p:cNvGrpSpPr/>
          <p:nvPr/>
        </p:nvGrpSpPr>
        <p:grpSpPr>
          <a:xfrm>
            <a:off x="2744762" y="2907251"/>
            <a:ext cx="373905" cy="349682"/>
            <a:chOff x="2769819" y="2907251"/>
            <a:chExt cx="373905" cy="349682"/>
          </a:xfrm>
        </p:grpSpPr>
        <p:sp>
          <p:nvSpPr>
            <p:cNvPr id="14770" name="Google Shape;14770;p68"/>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68"/>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68"/>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68"/>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68"/>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68"/>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68"/>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68"/>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68"/>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68"/>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68"/>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68"/>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68"/>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68"/>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68"/>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68"/>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68"/>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7" name="Google Shape;14787;p68"/>
          <p:cNvGrpSpPr/>
          <p:nvPr/>
        </p:nvGrpSpPr>
        <p:grpSpPr>
          <a:xfrm>
            <a:off x="3221193" y="2895245"/>
            <a:ext cx="375792" cy="373800"/>
            <a:chOff x="3246251" y="2895245"/>
            <a:chExt cx="375792" cy="373800"/>
          </a:xfrm>
        </p:grpSpPr>
        <p:sp>
          <p:nvSpPr>
            <p:cNvPr id="14788" name="Google Shape;14788;p68"/>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68"/>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68"/>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68"/>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68"/>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68"/>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68"/>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68"/>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68"/>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68"/>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68"/>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68"/>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68"/>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68"/>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2" name="Google Shape;14802;p68"/>
          <p:cNvGrpSpPr/>
          <p:nvPr/>
        </p:nvGrpSpPr>
        <p:grpSpPr>
          <a:xfrm>
            <a:off x="3766125" y="2895454"/>
            <a:ext cx="234650" cy="373590"/>
            <a:chOff x="3791182" y="2895454"/>
            <a:chExt cx="234650" cy="373590"/>
          </a:xfrm>
        </p:grpSpPr>
        <p:sp>
          <p:nvSpPr>
            <p:cNvPr id="14803" name="Google Shape;14803;p68"/>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68"/>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68"/>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68"/>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68"/>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68"/>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68"/>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68"/>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68"/>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2" name="Google Shape;14812;p68"/>
          <p:cNvGrpSpPr/>
          <p:nvPr/>
        </p:nvGrpSpPr>
        <p:grpSpPr>
          <a:xfrm>
            <a:off x="7017938" y="2489463"/>
            <a:ext cx="364441" cy="256225"/>
            <a:chOff x="7042995" y="2489463"/>
            <a:chExt cx="364441" cy="256225"/>
          </a:xfrm>
        </p:grpSpPr>
        <p:sp>
          <p:nvSpPr>
            <p:cNvPr id="14813" name="Google Shape;14813;p68"/>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68"/>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68"/>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68"/>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68"/>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68"/>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68"/>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68"/>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68"/>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2" name="Google Shape;14822;p68"/>
          <p:cNvGrpSpPr/>
          <p:nvPr/>
        </p:nvGrpSpPr>
        <p:grpSpPr>
          <a:xfrm>
            <a:off x="7492115" y="2437007"/>
            <a:ext cx="364284" cy="361243"/>
            <a:chOff x="7517172" y="2437007"/>
            <a:chExt cx="364284" cy="361243"/>
          </a:xfrm>
        </p:grpSpPr>
        <p:sp>
          <p:nvSpPr>
            <p:cNvPr id="14823" name="Google Shape;14823;p68"/>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68"/>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68"/>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68"/>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68"/>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68"/>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68"/>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68"/>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68"/>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68"/>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68"/>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68"/>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68"/>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68"/>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68"/>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68"/>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68"/>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68"/>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68"/>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68"/>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68"/>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68"/>
          <p:cNvGrpSpPr/>
          <p:nvPr/>
        </p:nvGrpSpPr>
        <p:grpSpPr>
          <a:xfrm>
            <a:off x="7981418" y="2436954"/>
            <a:ext cx="335290" cy="361321"/>
            <a:chOff x="8006475" y="2436954"/>
            <a:chExt cx="335290" cy="361321"/>
          </a:xfrm>
        </p:grpSpPr>
        <p:sp>
          <p:nvSpPr>
            <p:cNvPr id="14845" name="Google Shape;14845;p68"/>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68"/>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68"/>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68"/>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68"/>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68"/>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68"/>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68"/>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68"/>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68"/>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68"/>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68"/>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68"/>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68"/>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68"/>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68"/>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68"/>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68"/>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68"/>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4" name="Google Shape;14864;p68"/>
          <p:cNvGrpSpPr/>
          <p:nvPr/>
        </p:nvGrpSpPr>
        <p:grpSpPr>
          <a:xfrm>
            <a:off x="5571604" y="2909139"/>
            <a:ext cx="394326" cy="349682"/>
            <a:chOff x="5596661" y="2909139"/>
            <a:chExt cx="394326" cy="349682"/>
          </a:xfrm>
        </p:grpSpPr>
        <p:sp>
          <p:nvSpPr>
            <p:cNvPr id="14865" name="Google Shape;14865;p68"/>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68"/>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68"/>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68"/>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68"/>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68"/>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68"/>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68"/>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68"/>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68"/>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68"/>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68"/>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68"/>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68"/>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68"/>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68"/>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1" name="Google Shape;14881;p68"/>
          <p:cNvGrpSpPr/>
          <p:nvPr/>
        </p:nvGrpSpPr>
        <p:grpSpPr>
          <a:xfrm>
            <a:off x="849601" y="2914408"/>
            <a:ext cx="356891" cy="335709"/>
            <a:chOff x="874658" y="2914408"/>
            <a:chExt cx="356891" cy="335709"/>
          </a:xfrm>
        </p:grpSpPr>
        <p:sp>
          <p:nvSpPr>
            <p:cNvPr id="14882" name="Google Shape;14882;p68"/>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68"/>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68"/>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68"/>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68"/>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68"/>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68"/>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68"/>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68"/>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68"/>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68"/>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68"/>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68"/>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68"/>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68"/>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68"/>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68"/>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68"/>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68"/>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68"/>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2" name="Google Shape;14902;p68"/>
          <p:cNvGrpSpPr/>
          <p:nvPr/>
        </p:nvGrpSpPr>
        <p:grpSpPr>
          <a:xfrm>
            <a:off x="4205855" y="2929193"/>
            <a:ext cx="308813" cy="306165"/>
            <a:chOff x="4230912" y="2929193"/>
            <a:chExt cx="308813" cy="306165"/>
          </a:xfrm>
        </p:grpSpPr>
        <p:sp>
          <p:nvSpPr>
            <p:cNvPr id="14903" name="Google Shape;14903;p68"/>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68"/>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68"/>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68"/>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68"/>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68"/>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68"/>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68"/>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68"/>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68"/>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68"/>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68"/>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68"/>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68"/>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68"/>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8" name="Google Shape;14918;p68"/>
          <p:cNvGrpSpPr/>
          <p:nvPr/>
        </p:nvGrpSpPr>
        <p:grpSpPr>
          <a:xfrm>
            <a:off x="4602829" y="3401089"/>
            <a:ext cx="409111" cy="267944"/>
            <a:chOff x="4627886" y="3401089"/>
            <a:chExt cx="409111" cy="267944"/>
          </a:xfrm>
        </p:grpSpPr>
        <p:sp>
          <p:nvSpPr>
            <p:cNvPr id="14919" name="Google Shape;14919;p68"/>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68"/>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68"/>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68"/>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68"/>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68"/>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68"/>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68"/>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68"/>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68"/>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68"/>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0" name="Google Shape;14930;p68"/>
          <p:cNvGrpSpPr/>
          <p:nvPr/>
        </p:nvGrpSpPr>
        <p:grpSpPr>
          <a:xfrm>
            <a:off x="4627419" y="2898915"/>
            <a:ext cx="386016" cy="384495"/>
            <a:chOff x="4652476" y="2898915"/>
            <a:chExt cx="386016" cy="384495"/>
          </a:xfrm>
        </p:grpSpPr>
        <p:sp>
          <p:nvSpPr>
            <p:cNvPr id="14931" name="Google Shape;14931;p68"/>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68"/>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68"/>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68"/>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68"/>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68"/>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68"/>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68"/>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68"/>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0" name="Google Shape;14940;p68"/>
          <p:cNvGrpSpPr/>
          <p:nvPr/>
        </p:nvGrpSpPr>
        <p:grpSpPr>
          <a:xfrm>
            <a:off x="5131874" y="2922194"/>
            <a:ext cx="324699" cy="347611"/>
            <a:chOff x="5156931" y="2922194"/>
            <a:chExt cx="324699" cy="347611"/>
          </a:xfrm>
        </p:grpSpPr>
        <p:sp>
          <p:nvSpPr>
            <p:cNvPr id="14941" name="Google Shape;14941;p68"/>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68"/>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68"/>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68"/>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68"/>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68"/>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68"/>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68"/>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68"/>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68"/>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68"/>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68"/>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68"/>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68"/>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68"/>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68"/>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7" name="Google Shape;14957;p68"/>
          <p:cNvGrpSpPr/>
          <p:nvPr/>
        </p:nvGrpSpPr>
        <p:grpSpPr>
          <a:xfrm>
            <a:off x="6061274" y="2905337"/>
            <a:ext cx="364441" cy="364834"/>
            <a:chOff x="6086331" y="2905337"/>
            <a:chExt cx="364441" cy="364834"/>
          </a:xfrm>
        </p:grpSpPr>
        <p:sp>
          <p:nvSpPr>
            <p:cNvPr id="14958" name="Google Shape;14958;p68"/>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68"/>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68"/>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68"/>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68"/>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68"/>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4" name="Google Shape;14964;p68"/>
          <p:cNvGrpSpPr/>
          <p:nvPr/>
        </p:nvGrpSpPr>
        <p:grpSpPr>
          <a:xfrm>
            <a:off x="6529002" y="2907251"/>
            <a:ext cx="377706" cy="377680"/>
            <a:chOff x="6554059" y="2907251"/>
            <a:chExt cx="377706" cy="377680"/>
          </a:xfrm>
        </p:grpSpPr>
        <p:sp>
          <p:nvSpPr>
            <p:cNvPr id="14965" name="Google Shape;14965;p68"/>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68"/>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68"/>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68"/>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68"/>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68"/>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68"/>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68"/>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68"/>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68"/>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68"/>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68"/>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68"/>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68"/>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68"/>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68"/>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68"/>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68"/>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68"/>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68"/>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68"/>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6" name="Google Shape;14986;p68"/>
          <p:cNvGrpSpPr/>
          <p:nvPr/>
        </p:nvGrpSpPr>
        <p:grpSpPr>
          <a:xfrm>
            <a:off x="7466739" y="2945446"/>
            <a:ext cx="400801" cy="317542"/>
            <a:chOff x="7491796" y="2945446"/>
            <a:chExt cx="400801" cy="317542"/>
          </a:xfrm>
        </p:grpSpPr>
        <p:sp>
          <p:nvSpPr>
            <p:cNvPr id="14987" name="Google Shape;14987;p68"/>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68"/>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68"/>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68"/>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68"/>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68"/>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68"/>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68"/>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68"/>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68"/>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68"/>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68"/>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68"/>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68"/>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68"/>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68"/>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68"/>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68"/>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68"/>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68"/>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68"/>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68"/>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9" name="Google Shape;15009;p68"/>
          <p:cNvGrpSpPr/>
          <p:nvPr/>
        </p:nvGrpSpPr>
        <p:grpSpPr>
          <a:xfrm>
            <a:off x="7020586" y="2907723"/>
            <a:ext cx="345304" cy="365857"/>
            <a:chOff x="7045643" y="2907723"/>
            <a:chExt cx="345304" cy="365857"/>
          </a:xfrm>
        </p:grpSpPr>
        <p:sp>
          <p:nvSpPr>
            <p:cNvPr id="15010" name="Google Shape;15010;p68"/>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68"/>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68"/>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68"/>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68"/>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68"/>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68"/>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68"/>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68"/>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68"/>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68"/>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68"/>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68"/>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68"/>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68"/>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68"/>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68"/>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68"/>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68"/>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9" name="Google Shape;15029;p68"/>
          <p:cNvGrpSpPr/>
          <p:nvPr/>
        </p:nvGrpSpPr>
        <p:grpSpPr>
          <a:xfrm>
            <a:off x="7967786" y="2907251"/>
            <a:ext cx="347794" cy="366328"/>
            <a:chOff x="7992843" y="2907251"/>
            <a:chExt cx="347794" cy="366328"/>
          </a:xfrm>
        </p:grpSpPr>
        <p:sp>
          <p:nvSpPr>
            <p:cNvPr id="15030" name="Google Shape;15030;p68"/>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68"/>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68"/>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68"/>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68"/>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68"/>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68"/>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68"/>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68"/>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68"/>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68"/>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68"/>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68"/>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68"/>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68"/>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68"/>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68"/>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68"/>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68"/>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68"/>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68"/>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68"/>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68"/>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68"/>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68"/>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68"/>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68"/>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68"/>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68"/>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68"/>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68"/>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68"/>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68"/>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3" name="Google Shape;15063;p68"/>
          <p:cNvGrpSpPr/>
          <p:nvPr/>
        </p:nvGrpSpPr>
        <p:grpSpPr>
          <a:xfrm>
            <a:off x="848841" y="1512377"/>
            <a:ext cx="398127" cy="353457"/>
            <a:chOff x="873898" y="1512377"/>
            <a:chExt cx="398127" cy="353457"/>
          </a:xfrm>
        </p:grpSpPr>
        <p:sp>
          <p:nvSpPr>
            <p:cNvPr id="15064" name="Google Shape;15064;p68"/>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68"/>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68"/>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68"/>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68"/>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68"/>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68"/>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68"/>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68"/>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68"/>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68"/>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68"/>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68"/>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68"/>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68"/>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68"/>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68"/>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68"/>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68"/>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3" name="Google Shape;15083;p68"/>
          <p:cNvGrpSpPr/>
          <p:nvPr/>
        </p:nvGrpSpPr>
        <p:grpSpPr>
          <a:xfrm>
            <a:off x="1399067" y="1515680"/>
            <a:ext cx="246762" cy="347139"/>
            <a:chOff x="1424125" y="1515680"/>
            <a:chExt cx="246762" cy="347139"/>
          </a:xfrm>
        </p:grpSpPr>
        <p:sp>
          <p:nvSpPr>
            <p:cNvPr id="15084" name="Google Shape;15084;p68"/>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68"/>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68"/>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68"/>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68"/>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68"/>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68"/>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68"/>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68"/>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68"/>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68"/>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68"/>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68"/>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68"/>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68"/>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68"/>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68"/>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68"/>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68"/>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68"/>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68"/>
          <p:cNvGrpSpPr/>
          <p:nvPr/>
        </p:nvGrpSpPr>
        <p:grpSpPr>
          <a:xfrm>
            <a:off x="2294441" y="1512744"/>
            <a:ext cx="352697" cy="352723"/>
            <a:chOff x="2319498" y="1512744"/>
            <a:chExt cx="352697" cy="352723"/>
          </a:xfrm>
        </p:grpSpPr>
        <p:sp>
          <p:nvSpPr>
            <p:cNvPr id="15105" name="Google Shape;15105;p68"/>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68"/>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68"/>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68"/>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68"/>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68"/>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68"/>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68"/>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68"/>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68"/>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68"/>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68"/>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68"/>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68"/>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68"/>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68"/>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68"/>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68"/>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68"/>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4" name="Google Shape;15124;p68"/>
          <p:cNvGrpSpPr/>
          <p:nvPr/>
        </p:nvGrpSpPr>
        <p:grpSpPr>
          <a:xfrm>
            <a:off x="4211544" y="1512666"/>
            <a:ext cx="312981" cy="352697"/>
            <a:chOff x="4236601" y="1512666"/>
            <a:chExt cx="312981" cy="352697"/>
          </a:xfrm>
        </p:grpSpPr>
        <p:sp>
          <p:nvSpPr>
            <p:cNvPr id="15125" name="Google Shape;15125;p68"/>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68"/>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68"/>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68"/>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68"/>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68"/>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68"/>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68"/>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68"/>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68"/>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68"/>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68"/>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68"/>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68"/>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9" name="Google Shape;15139;p68"/>
          <p:cNvGrpSpPr/>
          <p:nvPr/>
        </p:nvGrpSpPr>
        <p:grpSpPr>
          <a:xfrm>
            <a:off x="824618" y="3347716"/>
            <a:ext cx="346300" cy="375818"/>
            <a:chOff x="849675" y="3347716"/>
            <a:chExt cx="346300" cy="375818"/>
          </a:xfrm>
        </p:grpSpPr>
        <p:sp>
          <p:nvSpPr>
            <p:cNvPr id="15140" name="Google Shape;15140;p68"/>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68"/>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68"/>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68"/>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68"/>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68"/>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68"/>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68"/>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68"/>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68"/>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68"/>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68"/>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68"/>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68"/>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68"/>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68"/>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68"/>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7" name="Google Shape;15157;p68"/>
          <p:cNvGrpSpPr/>
          <p:nvPr/>
        </p:nvGrpSpPr>
        <p:grpSpPr>
          <a:xfrm>
            <a:off x="1299162" y="3399202"/>
            <a:ext cx="376578" cy="272846"/>
            <a:chOff x="1324219" y="3399202"/>
            <a:chExt cx="376578" cy="272846"/>
          </a:xfrm>
        </p:grpSpPr>
        <p:sp>
          <p:nvSpPr>
            <p:cNvPr id="15158" name="Google Shape;15158;p68"/>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68"/>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68"/>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68"/>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68"/>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68"/>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68"/>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68"/>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68"/>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68"/>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68"/>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68"/>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68"/>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68"/>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68"/>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68"/>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68"/>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68"/>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68"/>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68"/>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68"/>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68"/>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68"/>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68"/>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68"/>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68"/>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68"/>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68"/>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68"/>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68"/>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68"/>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68"/>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68"/>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1" name="Google Shape;15191;p68"/>
          <p:cNvGrpSpPr/>
          <p:nvPr/>
        </p:nvGrpSpPr>
        <p:grpSpPr>
          <a:xfrm>
            <a:off x="1773706" y="3395401"/>
            <a:ext cx="376185" cy="280448"/>
            <a:chOff x="1798763" y="3395401"/>
            <a:chExt cx="376185" cy="280448"/>
          </a:xfrm>
        </p:grpSpPr>
        <p:sp>
          <p:nvSpPr>
            <p:cNvPr id="15192" name="Google Shape;15192;p68"/>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68"/>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68"/>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68"/>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68"/>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68"/>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68"/>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68"/>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68"/>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68"/>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68"/>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68"/>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68"/>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68"/>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68"/>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68"/>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68"/>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68"/>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68"/>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68"/>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68"/>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68"/>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68"/>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68"/>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68"/>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68"/>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68"/>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68"/>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68"/>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68"/>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68"/>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3" name="Google Shape;15223;p68"/>
          <p:cNvGrpSpPr/>
          <p:nvPr/>
        </p:nvGrpSpPr>
        <p:grpSpPr>
          <a:xfrm>
            <a:off x="2248250" y="3378754"/>
            <a:ext cx="375818" cy="313374"/>
            <a:chOff x="2273307" y="3378754"/>
            <a:chExt cx="375818" cy="313374"/>
          </a:xfrm>
        </p:grpSpPr>
        <p:sp>
          <p:nvSpPr>
            <p:cNvPr id="15224" name="Google Shape;15224;p68"/>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68"/>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68"/>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68"/>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68"/>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68"/>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68"/>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68"/>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68"/>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68"/>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68"/>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68"/>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68"/>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68"/>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68"/>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68"/>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68"/>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68"/>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68"/>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68"/>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68"/>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68"/>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68"/>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68"/>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68"/>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68"/>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68"/>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68"/>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68"/>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68"/>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68"/>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68"/>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68"/>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68"/>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68"/>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68"/>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68"/>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68"/>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68"/>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68"/>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68"/>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68"/>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68"/>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68"/>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68"/>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68"/>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68"/>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68"/>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68"/>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68"/>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68"/>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68"/>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68"/>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68"/>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68"/>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68"/>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68"/>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68"/>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68"/>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68"/>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68"/>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68"/>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68"/>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68"/>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68"/>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68"/>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68"/>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68"/>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68"/>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68"/>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68"/>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68"/>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68"/>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68"/>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68"/>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68"/>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68"/>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68"/>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68"/>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68"/>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68"/>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68"/>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68"/>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68"/>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8" name="Google Shape;15308;p68"/>
          <p:cNvGrpSpPr/>
          <p:nvPr/>
        </p:nvGrpSpPr>
        <p:grpSpPr>
          <a:xfrm>
            <a:off x="2722427" y="3359460"/>
            <a:ext cx="377706" cy="352330"/>
            <a:chOff x="2747484" y="3359460"/>
            <a:chExt cx="377706" cy="352330"/>
          </a:xfrm>
        </p:grpSpPr>
        <p:sp>
          <p:nvSpPr>
            <p:cNvPr id="15309" name="Google Shape;15309;p68"/>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68"/>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68"/>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68"/>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68"/>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68"/>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68"/>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68"/>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68"/>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68"/>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68"/>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68"/>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68"/>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68"/>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68"/>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4" name="Google Shape;15324;p68"/>
          <p:cNvGrpSpPr/>
          <p:nvPr/>
        </p:nvGrpSpPr>
        <p:grpSpPr>
          <a:xfrm>
            <a:off x="3671148" y="3371938"/>
            <a:ext cx="375792" cy="327373"/>
            <a:chOff x="3696205" y="3371938"/>
            <a:chExt cx="375792" cy="327373"/>
          </a:xfrm>
        </p:grpSpPr>
        <p:sp>
          <p:nvSpPr>
            <p:cNvPr id="15325" name="Google Shape;15325;p68"/>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68"/>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68"/>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68"/>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68"/>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68"/>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68"/>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68"/>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68"/>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68"/>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68"/>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68"/>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68"/>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68"/>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68"/>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68"/>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68"/>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68"/>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68"/>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68"/>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68"/>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68"/>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68"/>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8" name="Google Shape;15348;p68"/>
          <p:cNvGrpSpPr/>
          <p:nvPr/>
        </p:nvGrpSpPr>
        <p:grpSpPr>
          <a:xfrm>
            <a:off x="6542267" y="2436849"/>
            <a:ext cx="366722" cy="342892"/>
            <a:chOff x="6567324" y="2436849"/>
            <a:chExt cx="366722" cy="342892"/>
          </a:xfrm>
        </p:grpSpPr>
        <p:sp>
          <p:nvSpPr>
            <p:cNvPr id="15349" name="Google Shape;15349;p68"/>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68"/>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68"/>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68"/>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68"/>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68"/>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68"/>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68"/>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68"/>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68"/>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68"/>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68"/>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1" name="Google Shape;15361;p68"/>
          <p:cNvGrpSpPr/>
          <p:nvPr/>
        </p:nvGrpSpPr>
        <p:grpSpPr>
          <a:xfrm>
            <a:off x="4183913" y="3361347"/>
            <a:ext cx="299349" cy="348188"/>
            <a:chOff x="4208970" y="3361347"/>
            <a:chExt cx="299349" cy="348188"/>
          </a:xfrm>
        </p:grpSpPr>
        <p:sp>
          <p:nvSpPr>
            <p:cNvPr id="15362" name="Google Shape;15362;p68"/>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68"/>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68"/>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68"/>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68"/>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68"/>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68"/>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68"/>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68"/>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68"/>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68"/>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68"/>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68"/>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68"/>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6" name="Google Shape;15376;p68"/>
          <p:cNvGrpSpPr/>
          <p:nvPr/>
        </p:nvGrpSpPr>
        <p:grpSpPr>
          <a:xfrm>
            <a:off x="2761776" y="1512351"/>
            <a:ext cx="366722" cy="353667"/>
            <a:chOff x="2786833" y="1512351"/>
            <a:chExt cx="366722" cy="353667"/>
          </a:xfrm>
        </p:grpSpPr>
        <p:sp>
          <p:nvSpPr>
            <p:cNvPr id="15377" name="Google Shape;15377;p68"/>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68"/>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68"/>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68"/>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68"/>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68"/>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68"/>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68"/>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68"/>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68"/>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68"/>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68"/>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68"/>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68"/>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68"/>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68"/>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68"/>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68"/>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68"/>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68"/>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7" name="Google Shape;15397;p68"/>
          <p:cNvGrpSpPr/>
          <p:nvPr/>
        </p:nvGrpSpPr>
        <p:grpSpPr>
          <a:xfrm>
            <a:off x="1820264" y="1512744"/>
            <a:ext cx="352723" cy="353090"/>
            <a:chOff x="1845321" y="1512744"/>
            <a:chExt cx="352723" cy="353090"/>
          </a:xfrm>
        </p:grpSpPr>
        <p:sp>
          <p:nvSpPr>
            <p:cNvPr id="15398" name="Google Shape;15398;p68"/>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68"/>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68"/>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68"/>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68"/>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68"/>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68"/>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68"/>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68"/>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68"/>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68"/>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9" name="Google Shape;15409;p68"/>
          <p:cNvGrpSpPr/>
          <p:nvPr/>
        </p:nvGrpSpPr>
        <p:grpSpPr>
          <a:xfrm>
            <a:off x="3189395" y="3340533"/>
            <a:ext cx="392465" cy="389896"/>
            <a:chOff x="3214452" y="3340533"/>
            <a:chExt cx="392465" cy="389896"/>
          </a:xfrm>
        </p:grpSpPr>
        <p:sp>
          <p:nvSpPr>
            <p:cNvPr id="15410" name="Google Shape;15410;p68"/>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68"/>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68"/>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68"/>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68"/>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68"/>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68"/>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68"/>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68"/>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68"/>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68"/>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68"/>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68"/>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68"/>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68"/>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68"/>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68"/>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68"/>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68"/>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68"/>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68"/>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68"/>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68"/>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68"/>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68"/>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5" name="Google Shape;15435;p68"/>
          <p:cNvGrpSpPr/>
          <p:nvPr/>
        </p:nvGrpSpPr>
        <p:grpSpPr>
          <a:xfrm>
            <a:off x="3302172" y="1499899"/>
            <a:ext cx="234650" cy="378440"/>
            <a:chOff x="3327229" y="1499899"/>
            <a:chExt cx="234650" cy="378440"/>
          </a:xfrm>
        </p:grpSpPr>
        <p:sp>
          <p:nvSpPr>
            <p:cNvPr id="15436" name="Google Shape;15436;p68"/>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68"/>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68"/>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68"/>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68"/>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68"/>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68"/>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68"/>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68"/>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68"/>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68"/>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68"/>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68"/>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68"/>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68"/>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68"/>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68"/>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68"/>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68"/>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68"/>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68"/>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7" name="Google Shape;15457;p68"/>
          <p:cNvGrpSpPr/>
          <p:nvPr/>
        </p:nvGrpSpPr>
        <p:grpSpPr>
          <a:xfrm>
            <a:off x="3710496" y="1530151"/>
            <a:ext cx="366722" cy="317962"/>
            <a:chOff x="3735553" y="1530151"/>
            <a:chExt cx="366722" cy="317962"/>
          </a:xfrm>
        </p:grpSpPr>
        <p:sp>
          <p:nvSpPr>
            <p:cNvPr id="15458" name="Google Shape;15458;p68"/>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68"/>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68"/>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68"/>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68"/>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68"/>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68"/>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68"/>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68"/>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68"/>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68"/>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68"/>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0" name="Google Shape;15470;p68"/>
          <p:cNvGrpSpPr/>
          <p:nvPr/>
        </p:nvGrpSpPr>
        <p:grpSpPr>
          <a:xfrm>
            <a:off x="841265" y="2469775"/>
            <a:ext cx="379226" cy="322733"/>
            <a:chOff x="866322" y="2469775"/>
            <a:chExt cx="379226" cy="322733"/>
          </a:xfrm>
        </p:grpSpPr>
        <p:sp>
          <p:nvSpPr>
            <p:cNvPr id="15471" name="Google Shape;15471;p68"/>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68"/>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68"/>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68"/>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68"/>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68"/>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68"/>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68"/>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68"/>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68"/>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68"/>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68"/>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68"/>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68"/>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68"/>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68"/>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68"/>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68"/>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68"/>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68"/>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68"/>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68"/>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68"/>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68"/>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68"/>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68"/>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7" name="Google Shape;15497;p68"/>
          <p:cNvGrpSpPr/>
          <p:nvPr/>
        </p:nvGrpSpPr>
        <p:grpSpPr>
          <a:xfrm>
            <a:off x="1303330" y="2500814"/>
            <a:ext cx="404183" cy="289151"/>
            <a:chOff x="1328387" y="2500814"/>
            <a:chExt cx="404183" cy="289151"/>
          </a:xfrm>
        </p:grpSpPr>
        <p:sp>
          <p:nvSpPr>
            <p:cNvPr id="15498" name="Google Shape;15498;p68"/>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68"/>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68"/>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68"/>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68"/>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68"/>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68"/>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68"/>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68"/>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68"/>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68"/>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68"/>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68"/>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68"/>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68"/>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68"/>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68"/>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68"/>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68"/>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68"/>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68"/>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68"/>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68"/>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68"/>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68"/>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68"/>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68"/>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68"/>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68"/>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7" name="Google Shape;15527;p68"/>
          <p:cNvGrpSpPr/>
          <p:nvPr/>
        </p:nvGrpSpPr>
        <p:grpSpPr>
          <a:xfrm>
            <a:off x="1796408" y="2495702"/>
            <a:ext cx="365988" cy="270801"/>
            <a:chOff x="1821465" y="2495702"/>
            <a:chExt cx="365988" cy="270801"/>
          </a:xfrm>
        </p:grpSpPr>
        <p:sp>
          <p:nvSpPr>
            <p:cNvPr id="15528" name="Google Shape;15528;p68"/>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68"/>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68"/>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68"/>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68"/>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68"/>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68"/>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5" name="Google Shape;15535;p68"/>
          <p:cNvGrpSpPr/>
          <p:nvPr/>
        </p:nvGrpSpPr>
        <p:grpSpPr>
          <a:xfrm>
            <a:off x="3700666" y="2455776"/>
            <a:ext cx="354977" cy="351202"/>
            <a:chOff x="3725723" y="2455776"/>
            <a:chExt cx="354977" cy="351202"/>
          </a:xfrm>
        </p:grpSpPr>
        <p:sp>
          <p:nvSpPr>
            <p:cNvPr id="15536" name="Google Shape;15536;p68"/>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68"/>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68"/>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68"/>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68"/>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68"/>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68"/>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68"/>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68"/>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68"/>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68"/>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68"/>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68"/>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9" name="Google Shape;15549;p68"/>
          <p:cNvGrpSpPr/>
          <p:nvPr/>
        </p:nvGrpSpPr>
        <p:grpSpPr>
          <a:xfrm>
            <a:off x="5201108" y="1977641"/>
            <a:ext cx="230482" cy="388847"/>
            <a:chOff x="5226165" y="1977641"/>
            <a:chExt cx="230482" cy="388847"/>
          </a:xfrm>
        </p:grpSpPr>
        <p:sp>
          <p:nvSpPr>
            <p:cNvPr id="15550" name="Google Shape;15550;p68"/>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68"/>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68"/>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68"/>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68"/>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68"/>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68"/>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68"/>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68"/>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68"/>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68"/>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68"/>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2" name="Google Shape;15562;p68"/>
          <p:cNvGrpSpPr/>
          <p:nvPr/>
        </p:nvGrpSpPr>
        <p:grpSpPr>
          <a:xfrm>
            <a:off x="5607545" y="2025510"/>
            <a:ext cx="370130" cy="287264"/>
            <a:chOff x="5632602" y="2025510"/>
            <a:chExt cx="370130" cy="287264"/>
          </a:xfrm>
        </p:grpSpPr>
        <p:sp>
          <p:nvSpPr>
            <p:cNvPr id="15563" name="Google Shape;15563;p68"/>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68"/>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68"/>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68"/>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68"/>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68"/>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68"/>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68"/>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68"/>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68"/>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68"/>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68"/>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68"/>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68"/>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68"/>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68"/>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68"/>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68"/>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1" name="Google Shape;15581;p68"/>
          <p:cNvGrpSpPr/>
          <p:nvPr/>
        </p:nvGrpSpPr>
        <p:grpSpPr>
          <a:xfrm>
            <a:off x="4187321" y="2456537"/>
            <a:ext cx="331515" cy="330021"/>
            <a:chOff x="4212378" y="2456537"/>
            <a:chExt cx="331515" cy="330021"/>
          </a:xfrm>
        </p:grpSpPr>
        <p:sp>
          <p:nvSpPr>
            <p:cNvPr id="15582" name="Google Shape;15582;p68"/>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68"/>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68"/>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68"/>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68"/>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68"/>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68"/>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68"/>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68"/>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1" name="Google Shape;15591;p68"/>
          <p:cNvGrpSpPr/>
          <p:nvPr/>
        </p:nvGrpSpPr>
        <p:grpSpPr>
          <a:xfrm>
            <a:off x="6150956" y="1977825"/>
            <a:ext cx="235411" cy="347427"/>
            <a:chOff x="6176013" y="1977825"/>
            <a:chExt cx="235411" cy="347427"/>
          </a:xfrm>
        </p:grpSpPr>
        <p:sp>
          <p:nvSpPr>
            <p:cNvPr id="15592" name="Google Shape;15592;p68"/>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68"/>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68"/>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68"/>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68"/>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68"/>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68"/>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68"/>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68"/>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68"/>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68"/>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68"/>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68"/>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68"/>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68"/>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68"/>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68"/>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9" name="Google Shape;15609;p68"/>
          <p:cNvGrpSpPr/>
          <p:nvPr/>
        </p:nvGrpSpPr>
        <p:grpSpPr>
          <a:xfrm>
            <a:off x="6627020" y="1977458"/>
            <a:ext cx="235778" cy="347794"/>
            <a:chOff x="6652077" y="1977458"/>
            <a:chExt cx="235778" cy="347794"/>
          </a:xfrm>
        </p:grpSpPr>
        <p:sp>
          <p:nvSpPr>
            <p:cNvPr id="15610" name="Google Shape;15610;p68"/>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68"/>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68"/>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68"/>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68"/>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68"/>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68"/>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68"/>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68"/>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68"/>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68"/>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68"/>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68"/>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68"/>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68"/>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68"/>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6" name="Google Shape;15626;p68"/>
          <p:cNvGrpSpPr/>
          <p:nvPr/>
        </p:nvGrpSpPr>
        <p:grpSpPr>
          <a:xfrm>
            <a:off x="7047456" y="1997512"/>
            <a:ext cx="394352" cy="308052"/>
            <a:chOff x="7072513" y="1997512"/>
            <a:chExt cx="394352" cy="308052"/>
          </a:xfrm>
        </p:grpSpPr>
        <p:sp>
          <p:nvSpPr>
            <p:cNvPr id="15627" name="Google Shape;15627;p68"/>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68"/>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68"/>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68"/>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68"/>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68"/>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68"/>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68"/>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68"/>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68"/>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68"/>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68"/>
          <p:cNvGrpSpPr/>
          <p:nvPr/>
        </p:nvGrpSpPr>
        <p:grpSpPr>
          <a:xfrm>
            <a:off x="7551151" y="1977825"/>
            <a:ext cx="292533" cy="347454"/>
            <a:chOff x="7576208" y="1977825"/>
            <a:chExt cx="292533" cy="347454"/>
          </a:xfrm>
        </p:grpSpPr>
        <p:sp>
          <p:nvSpPr>
            <p:cNvPr id="15639" name="Google Shape;15639;p68"/>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68"/>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68"/>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68"/>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68"/>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68"/>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68"/>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68"/>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68"/>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68"/>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68"/>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68"/>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68"/>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2" name="Google Shape;15652;p68"/>
          <p:cNvGrpSpPr/>
          <p:nvPr/>
        </p:nvGrpSpPr>
        <p:grpSpPr>
          <a:xfrm>
            <a:off x="7998825" y="1977458"/>
            <a:ext cx="320557" cy="347794"/>
            <a:chOff x="8023882" y="1977458"/>
            <a:chExt cx="320557" cy="347794"/>
          </a:xfrm>
        </p:grpSpPr>
        <p:sp>
          <p:nvSpPr>
            <p:cNvPr id="15653" name="Google Shape;15653;p68"/>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68"/>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68"/>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68"/>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68"/>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68"/>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68"/>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68"/>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68"/>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68"/>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68"/>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68"/>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68"/>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68"/>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68"/>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68"/>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68"/>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68"/>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68"/>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68"/>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68"/>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68"/>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68"/>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68"/>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68"/>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68"/>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68"/>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68"/>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68"/>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68"/>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68"/>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68"/>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68"/>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68"/>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68"/>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68"/>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68"/>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68"/>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68"/>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68"/>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3" name="Google Shape;15693;p68"/>
          <p:cNvGrpSpPr/>
          <p:nvPr/>
        </p:nvGrpSpPr>
        <p:grpSpPr>
          <a:xfrm>
            <a:off x="5602617" y="2444819"/>
            <a:ext cx="345147" cy="342630"/>
            <a:chOff x="5627674" y="2444819"/>
            <a:chExt cx="345147" cy="342630"/>
          </a:xfrm>
        </p:grpSpPr>
        <p:sp>
          <p:nvSpPr>
            <p:cNvPr id="15694" name="Google Shape;15694;p68"/>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68"/>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68"/>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68"/>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68"/>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9" name="Google Shape;15699;p68"/>
          <p:cNvGrpSpPr/>
          <p:nvPr/>
        </p:nvGrpSpPr>
        <p:grpSpPr>
          <a:xfrm>
            <a:off x="4628939" y="2440257"/>
            <a:ext cx="396607" cy="348555"/>
            <a:chOff x="4653996" y="2440257"/>
            <a:chExt cx="396607" cy="348555"/>
          </a:xfrm>
        </p:grpSpPr>
        <p:sp>
          <p:nvSpPr>
            <p:cNvPr id="15700" name="Google Shape;15700;p68"/>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68"/>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68"/>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68"/>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68"/>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68"/>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68"/>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68"/>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68"/>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68"/>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68"/>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68"/>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68"/>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68"/>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68"/>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68"/>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68"/>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68"/>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8" name="Google Shape;15718;p68"/>
          <p:cNvGrpSpPr/>
          <p:nvPr/>
        </p:nvGrpSpPr>
        <p:grpSpPr>
          <a:xfrm>
            <a:off x="1829334" y="2895140"/>
            <a:ext cx="301630" cy="374272"/>
            <a:chOff x="1854391" y="2895140"/>
            <a:chExt cx="301630" cy="374272"/>
          </a:xfrm>
        </p:grpSpPr>
        <p:sp>
          <p:nvSpPr>
            <p:cNvPr id="15719" name="Google Shape;15719;p68"/>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68"/>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68"/>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68"/>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68"/>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68"/>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68"/>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68"/>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68"/>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68"/>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68"/>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68"/>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68"/>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68"/>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68"/>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68"/>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68"/>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68"/>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68"/>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68"/>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68"/>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68"/>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68"/>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68"/>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68"/>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68"/>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68"/>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68"/>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68"/>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68"/>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68"/>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68"/>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68"/>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68"/>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68"/>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68"/>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68"/>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68"/>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68"/>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68"/>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68"/>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68"/>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68"/>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68"/>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68"/>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68"/>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68"/>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68"/>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68"/>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8" name="Google Shape;15768;p68"/>
          <p:cNvGrpSpPr/>
          <p:nvPr/>
        </p:nvGrpSpPr>
        <p:grpSpPr>
          <a:xfrm>
            <a:off x="5147760" y="2438370"/>
            <a:ext cx="289518" cy="357651"/>
            <a:chOff x="5172817" y="2438370"/>
            <a:chExt cx="289518" cy="357651"/>
          </a:xfrm>
        </p:grpSpPr>
        <p:sp>
          <p:nvSpPr>
            <p:cNvPr id="15769" name="Google Shape;15769;p68"/>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68"/>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68"/>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68"/>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68"/>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68"/>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68"/>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68"/>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68"/>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68"/>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68"/>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0" name="Google Shape;15780;p68"/>
          <p:cNvGrpSpPr/>
          <p:nvPr/>
        </p:nvGrpSpPr>
        <p:grpSpPr>
          <a:xfrm>
            <a:off x="3209449" y="2484534"/>
            <a:ext cx="388297" cy="293320"/>
            <a:chOff x="3234506" y="2484534"/>
            <a:chExt cx="388297" cy="293320"/>
          </a:xfrm>
        </p:grpSpPr>
        <p:sp>
          <p:nvSpPr>
            <p:cNvPr id="15781" name="Google Shape;15781;p68"/>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68"/>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68"/>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68"/>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68"/>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68"/>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68"/>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68"/>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68"/>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68"/>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68"/>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68"/>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68"/>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68"/>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68"/>
            <p:cNvSpPr/>
            <p:nvPr/>
          </p:nvSpPr>
          <p:spPr>
            <a:xfrm>
              <a:off x="3263290"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68"/>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7" name="Google Shape;15797;p68"/>
          <p:cNvGrpSpPr/>
          <p:nvPr/>
        </p:nvGrpSpPr>
        <p:grpSpPr>
          <a:xfrm>
            <a:off x="6040092" y="3367036"/>
            <a:ext cx="362553" cy="356498"/>
            <a:chOff x="6065149" y="3367036"/>
            <a:chExt cx="362553" cy="356498"/>
          </a:xfrm>
        </p:grpSpPr>
        <p:sp>
          <p:nvSpPr>
            <p:cNvPr id="15798" name="Google Shape;15798;p68"/>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68"/>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68"/>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68"/>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68"/>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3" name="Google Shape;15803;p68"/>
          <p:cNvGrpSpPr/>
          <p:nvPr/>
        </p:nvGrpSpPr>
        <p:grpSpPr>
          <a:xfrm>
            <a:off x="6515764" y="3367036"/>
            <a:ext cx="362553" cy="356498"/>
            <a:chOff x="6540821" y="3367036"/>
            <a:chExt cx="362553" cy="356498"/>
          </a:xfrm>
        </p:grpSpPr>
        <p:sp>
          <p:nvSpPr>
            <p:cNvPr id="15804" name="Google Shape;15804;p68"/>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68"/>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68"/>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68"/>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68"/>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68"/>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68"/>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1" name="Google Shape;15811;p68"/>
          <p:cNvGrpSpPr/>
          <p:nvPr/>
        </p:nvGrpSpPr>
        <p:grpSpPr>
          <a:xfrm>
            <a:off x="2277401" y="2474704"/>
            <a:ext cx="354479" cy="312561"/>
            <a:chOff x="2302458" y="2474704"/>
            <a:chExt cx="354479" cy="312561"/>
          </a:xfrm>
        </p:grpSpPr>
        <p:sp>
          <p:nvSpPr>
            <p:cNvPr id="15812" name="Google Shape;15812;p68"/>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68"/>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68"/>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68"/>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68"/>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68"/>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68"/>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68"/>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68"/>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68"/>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68"/>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68"/>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4" name="Google Shape;15824;p68"/>
          <p:cNvGrpSpPr/>
          <p:nvPr/>
        </p:nvGrpSpPr>
        <p:grpSpPr>
          <a:xfrm>
            <a:off x="2806053" y="2442538"/>
            <a:ext cx="246002" cy="348922"/>
            <a:chOff x="2831110" y="2442538"/>
            <a:chExt cx="246002" cy="348922"/>
          </a:xfrm>
        </p:grpSpPr>
        <p:sp>
          <p:nvSpPr>
            <p:cNvPr id="15825" name="Google Shape;15825;p68"/>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68"/>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68"/>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68"/>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68"/>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68"/>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68"/>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68"/>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68"/>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68"/>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68"/>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68"/>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68"/>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68"/>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9" name="Google Shape;15839;p68"/>
          <p:cNvGrpSpPr/>
          <p:nvPr/>
        </p:nvGrpSpPr>
        <p:grpSpPr>
          <a:xfrm>
            <a:off x="6991435" y="3367036"/>
            <a:ext cx="362947" cy="356498"/>
            <a:chOff x="7016492" y="3367036"/>
            <a:chExt cx="362947" cy="356498"/>
          </a:xfrm>
        </p:grpSpPr>
        <p:sp>
          <p:nvSpPr>
            <p:cNvPr id="15840" name="Google Shape;15840;p68"/>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68"/>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68"/>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68"/>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68"/>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68"/>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6" name="Google Shape;15846;p68"/>
          <p:cNvGrpSpPr/>
          <p:nvPr/>
        </p:nvGrpSpPr>
        <p:grpSpPr>
          <a:xfrm>
            <a:off x="4806717" y="3817357"/>
            <a:ext cx="362947" cy="356576"/>
            <a:chOff x="5108852" y="3817357"/>
            <a:chExt cx="362947" cy="356576"/>
          </a:xfrm>
        </p:grpSpPr>
        <p:sp>
          <p:nvSpPr>
            <p:cNvPr id="15847" name="Google Shape;15847;p68"/>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68"/>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68"/>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68"/>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1" name="Google Shape;15851;p68"/>
          <p:cNvGrpSpPr/>
          <p:nvPr/>
        </p:nvGrpSpPr>
        <p:grpSpPr>
          <a:xfrm>
            <a:off x="5703585" y="3817357"/>
            <a:ext cx="362947" cy="356576"/>
            <a:chOff x="6005720" y="3817357"/>
            <a:chExt cx="362947" cy="356576"/>
          </a:xfrm>
        </p:grpSpPr>
        <p:sp>
          <p:nvSpPr>
            <p:cNvPr id="15852" name="Google Shape;15852;p68"/>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68"/>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68"/>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68"/>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68"/>
          <p:cNvGrpSpPr/>
          <p:nvPr/>
        </p:nvGrpSpPr>
        <p:grpSpPr>
          <a:xfrm>
            <a:off x="5564395" y="3367036"/>
            <a:ext cx="362580" cy="356498"/>
            <a:chOff x="5589452" y="3367036"/>
            <a:chExt cx="362580" cy="356498"/>
          </a:xfrm>
        </p:grpSpPr>
        <p:sp>
          <p:nvSpPr>
            <p:cNvPr id="15857" name="Google Shape;15857;p68"/>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68"/>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68"/>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0" name="Google Shape;15860;p68"/>
          <p:cNvGrpSpPr/>
          <p:nvPr/>
        </p:nvGrpSpPr>
        <p:grpSpPr>
          <a:xfrm>
            <a:off x="7462964" y="3362475"/>
            <a:ext cx="372017" cy="365621"/>
            <a:chOff x="7488021" y="3362475"/>
            <a:chExt cx="372017" cy="365621"/>
          </a:xfrm>
        </p:grpSpPr>
        <p:sp>
          <p:nvSpPr>
            <p:cNvPr id="15861" name="Google Shape;15861;p68"/>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68"/>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68"/>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68"/>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68"/>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68"/>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68"/>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68"/>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68"/>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68"/>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1" name="Google Shape;15871;p68"/>
          <p:cNvGrpSpPr/>
          <p:nvPr/>
        </p:nvGrpSpPr>
        <p:grpSpPr>
          <a:xfrm>
            <a:off x="5088724" y="3367036"/>
            <a:ext cx="362553" cy="356498"/>
            <a:chOff x="5113781" y="3367036"/>
            <a:chExt cx="362553" cy="356498"/>
          </a:xfrm>
        </p:grpSpPr>
        <p:sp>
          <p:nvSpPr>
            <p:cNvPr id="15872" name="Google Shape;15872;p68"/>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68"/>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74" name="Google Shape;15874;p68"/>
          <p:cNvSpPr/>
          <p:nvPr/>
        </p:nvSpPr>
        <p:spPr>
          <a:xfrm>
            <a:off x="5147760" y="3421144"/>
            <a:ext cx="238058" cy="229355"/>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75" name="Google Shape;15875;p68"/>
          <p:cNvGrpSpPr/>
          <p:nvPr/>
        </p:nvGrpSpPr>
        <p:grpSpPr>
          <a:xfrm>
            <a:off x="7943564" y="3365489"/>
            <a:ext cx="375818" cy="357651"/>
            <a:chOff x="7968621" y="3365489"/>
            <a:chExt cx="375818" cy="357651"/>
          </a:xfrm>
        </p:grpSpPr>
        <p:sp>
          <p:nvSpPr>
            <p:cNvPr id="15876" name="Google Shape;15876;p68"/>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68"/>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68"/>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68"/>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68"/>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68"/>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68"/>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68"/>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68"/>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68"/>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68"/>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68"/>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8" name="Google Shape;15888;p68"/>
          <p:cNvGrpSpPr/>
          <p:nvPr/>
        </p:nvGrpSpPr>
        <p:grpSpPr>
          <a:xfrm>
            <a:off x="5255151" y="3817357"/>
            <a:ext cx="362947" cy="356576"/>
            <a:chOff x="5557286" y="3817357"/>
            <a:chExt cx="362947" cy="356576"/>
          </a:xfrm>
        </p:grpSpPr>
        <p:grpSp>
          <p:nvGrpSpPr>
            <p:cNvPr id="15889" name="Google Shape;15889;p68"/>
            <p:cNvGrpSpPr/>
            <p:nvPr/>
          </p:nvGrpSpPr>
          <p:grpSpPr>
            <a:xfrm>
              <a:off x="5557286" y="3817357"/>
              <a:ext cx="362947" cy="356576"/>
              <a:chOff x="5557286" y="3817357"/>
              <a:chExt cx="362947" cy="356576"/>
            </a:xfrm>
          </p:grpSpPr>
          <p:sp>
            <p:nvSpPr>
              <p:cNvPr id="15890" name="Google Shape;15890;p68"/>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68"/>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68"/>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93" name="Google Shape;15893;p68"/>
            <p:cNvSpPr/>
            <p:nvPr/>
          </p:nvSpPr>
          <p:spPr>
            <a:xfrm>
              <a:off x="5621675" y="3914200"/>
              <a:ext cx="234165" cy="163176"/>
            </a:xfrm>
            <a:custGeom>
              <a:avLst/>
              <a:gdLst/>
              <a:ahLst/>
              <a:cxnLst/>
              <a:rect l="l" t="t" r="r" b="b"/>
              <a:pathLst>
                <a:path w="12544" h="8740" extrusionOk="0">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4" name="Google Shape;15894;p68"/>
          <p:cNvGrpSpPr/>
          <p:nvPr/>
        </p:nvGrpSpPr>
        <p:grpSpPr>
          <a:xfrm>
            <a:off x="4358284" y="3817357"/>
            <a:ext cx="362947" cy="356576"/>
            <a:chOff x="4660419" y="3817357"/>
            <a:chExt cx="362947" cy="356576"/>
          </a:xfrm>
        </p:grpSpPr>
        <p:grpSp>
          <p:nvGrpSpPr>
            <p:cNvPr id="15895" name="Google Shape;15895;p68"/>
            <p:cNvGrpSpPr/>
            <p:nvPr/>
          </p:nvGrpSpPr>
          <p:grpSpPr>
            <a:xfrm>
              <a:off x="4660419" y="3817357"/>
              <a:ext cx="362947" cy="356576"/>
              <a:chOff x="4660419" y="3817357"/>
              <a:chExt cx="362947" cy="356576"/>
            </a:xfrm>
          </p:grpSpPr>
          <p:sp>
            <p:nvSpPr>
              <p:cNvPr id="15896" name="Google Shape;15896;p68"/>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68"/>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68"/>
            <p:cNvGrpSpPr/>
            <p:nvPr/>
          </p:nvGrpSpPr>
          <p:grpSpPr>
            <a:xfrm>
              <a:off x="4694459" y="3856408"/>
              <a:ext cx="282308" cy="265356"/>
              <a:chOff x="4690600" y="3853050"/>
              <a:chExt cx="289488" cy="272132"/>
            </a:xfrm>
          </p:grpSpPr>
          <p:sp>
            <p:nvSpPr>
              <p:cNvPr id="15899" name="Google Shape;15899;p68"/>
              <p:cNvSpPr/>
              <p:nvPr/>
            </p:nvSpPr>
            <p:spPr>
              <a:xfrm>
                <a:off x="4690600" y="3853050"/>
                <a:ext cx="289488" cy="272132"/>
              </a:xfrm>
              <a:custGeom>
                <a:avLst/>
                <a:gdLst/>
                <a:ahLst/>
                <a:cxnLst/>
                <a:rect l="l" t="t" r="r" b="b"/>
                <a:pathLst>
                  <a:path w="14478" h="13610" extrusionOk="0">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68"/>
              <p:cNvSpPr/>
              <p:nvPr/>
            </p:nvSpPr>
            <p:spPr>
              <a:xfrm>
                <a:off x="4773984" y="3934408"/>
                <a:ext cx="133407" cy="122069"/>
              </a:xfrm>
              <a:custGeom>
                <a:avLst/>
                <a:gdLst/>
                <a:ahLst/>
                <a:cxnLst/>
                <a:rect l="l" t="t" r="r" b="b"/>
                <a:pathLst>
                  <a:path w="6672" h="6105" extrusionOk="0">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901" name="Google Shape;15901;p68"/>
          <p:cNvGrpSpPr/>
          <p:nvPr/>
        </p:nvGrpSpPr>
        <p:grpSpPr>
          <a:xfrm>
            <a:off x="6159823" y="3813323"/>
            <a:ext cx="369882" cy="364325"/>
            <a:chOff x="1190200" y="238125"/>
            <a:chExt cx="5306767" cy="5212083"/>
          </a:xfrm>
        </p:grpSpPr>
        <p:grpSp>
          <p:nvGrpSpPr>
            <p:cNvPr id="15902" name="Google Shape;15902;p68"/>
            <p:cNvGrpSpPr/>
            <p:nvPr/>
          </p:nvGrpSpPr>
          <p:grpSpPr>
            <a:xfrm>
              <a:off x="1190200" y="238125"/>
              <a:ext cx="5212075" cy="5212075"/>
              <a:chOff x="1190200" y="238125"/>
              <a:chExt cx="5212075" cy="5212075"/>
            </a:xfrm>
          </p:grpSpPr>
          <p:sp>
            <p:nvSpPr>
              <p:cNvPr id="15903" name="Google Shape;15903;p68"/>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68"/>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5" name="Google Shape;15905;p68"/>
            <p:cNvSpPr/>
            <p:nvPr/>
          </p:nvSpPr>
          <p:spPr>
            <a:xfrm>
              <a:off x="3459822" y="238126"/>
              <a:ext cx="3037144" cy="5212082"/>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6" name="Google Shape;15906;p68"/>
          <p:cNvGrpSpPr/>
          <p:nvPr/>
        </p:nvGrpSpPr>
        <p:grpSpPr>
          <a:xfrm>
            <a:off x="3461049" y="3817357"/>
            <a:ext cx="363314" cy="356576"/>
            <a:chOff x="3763184" y="3817357"/>
            <a:chExt cx="363314" cy="356576"/>
          </a:xfrm>
        </p:grpSpPr>
        <p:sp>
          <p:nvSpPr>
            <p:cNvPr id="15907" name="Google Shape;15907;p68"/>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68"/>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68"/>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68"/>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68"/>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2" name="Google Shape;15912;p68"/>
          <p:cNvGrpSpPr/>
          <p:nvPr/>
        </p:nvGrpSpPr>
        <p:grpSpPr>
          <a:xfrm>
            <a:off x="3909850" y="3817357"/>
            <a:ext cx="362947" cy="356576"/>
            <a:chOff x="4211985" y="3817357"/>
            <a:chExt cx="362947" cy="356576"/>
          </a:xfrm>
        </p:grpSpPr>
        <p:sp>
          <p:nvSpPr>
            <p:cNvPr id="15913" name="Google Shape;15913;p68"/>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68"/>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68"/>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6" name="Google Shape;15916;p68"/>
          <p:cNvGrpSpPr/>
          <p:nvPr/>
        </p:nvGrpSpPr>
        <p:grpSpPr>
          <a:xfrm>
            <a:off x="3012615" y="3817357"/>
            <a:ext cx="362920" cy="356865"/>
            <a:chOff x="3314750" y="3817357"/>
            <a:chExt cx="362920" cy="356865"/>
          </a:xfrm>
        </p:grpSpPr>
        <p:grpSp>
          <p:nvGrpSpPr>
            <p:cNvPr id="15917" name="Google Shape;15917;p68"/>
            <p:cNvGrpSpPr/>
            <p:nvPr/>
          </p:nvGrpSpPr>
          <p:grpSpPr>
            <a:xfrm>
              <a:off x="3314750" y="3817357"/>
              <a:ext cx="362920" cy="356865"/>
              <a:chOff x="3314750" y="3817357"/>
              <a:chExt cx="362920" cy="356865"/>
            </a:xfrm>
          </p:grpSpPr>
          <p:sp>
            <p:nvSpPr>
              <p:cNvPr id="15918" name="Google Shape;15918;p68"/>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68"/>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68"/>
            <p:cNvGrpSpPr/>
            <p:nvPr/>
          </p:nvGrpSpPr>
          <p:grpSpPr>
            <a:xfrm>
              <a:off x="3394986" y="3894612"/>
              <a:ext cx="202339" cy="202323"/>
              <a:chOff x="935197" y="1793977"/>
              <a:chExt cx="256451" cy="256430"/>
            </a:xfrm>
          </p:grpSpPr>
          <p:sp>
            <p:nvSpPr>
              <p:cNvPr id="15921" name="Google Shape;15921;p68"/>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68"/>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923" name="Google Shape;15923;p68"/>
          <p:cNvGrpSpPr/>
          <p:nvPr/>
        </p:nvGrpSpPr>
        <p:grpSpPr>
          <a:xfrm>
            <a:off x="2564181" y="3817357"/>
            <a:ext cx="362920" cy="356865"/>
            <a:chOff x="2866317" y="3817357"/>
            <a:chExt cx="362920" cy="356865"/>
          </a:xfrm>
        </p:grpSpPr>
        <p:sp>
          <p:nvSpPr>
            <p:cNvPr id="15924" name="Google Shape;15924;p68"/>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68"/>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68"/>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27" name="Google Shape;15927;p68"/>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SEO &amp; Marketing Icons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931"/>
        <p:cNvGrpSpPr/>
        <p:nvPr/>
      </p:nvGrpSpPr>
      <p:grpSpPr>
        <a:xfrm>
          <a:off x="0" y="0"/>
          <a:ext cx="0" cy="0"/>
          <a:chOff x="0" y="0"/>
          <a:chExt cx="0" cy="0"/>
        </a:xfrm>
      </p:grpSpPr>
      <p:pic>
        <p:nvPicPr>
          <p:cNvPr id="15932" name="Google Shape;15932;p6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Traffic Signal Awareness Campaign by Slidesgo">
  <a:themeElements>
    <a:clrScheme name="Simple Light">
      <a:dk1>
        <a:srgbClr val="191919"/>
      </a:dk1>
      <a:lt1>
        <a:srgbClr val="6493E0"/>
      </a:lt1>
      <a:dk2>
        <a:srgbClr val="EDEDED"/>
      </a:dk2>
      <a:lt2>
        <a:srgbClr val="DDD9D9"/>
      </a:lt2>
      <a:accent1>
        <a:srgbClr val="AAA6A6"/>
      </a:accent1>
      <a:accent2>
        <a:srgbClr val="706F6F"/>
      </a:accent2>
      <a:accent3>
        <a:srgbClr val="FFC853"/>
      </a:accent3>
      <a:accent4>
        <a:srgbClr val="FC4747"/>
      </a:accent4>
      <a:accent5>
        <a:srgbClr val="2E5ABC"/>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55</TotalTime>
  <Words>2295</Words>
  <Application>Microsoft Office PowerPoint</Application>
  <PresentationFormat>On-screen Show (16:9)</PresentationFormat>
  <Paragraphs>362</Paragraphs>
  <Slides>42</Slides>
  <Notes>42</Notes>
  <HiddenSlides>0</HiddenSlides>
  <MMClips>0</MMClips>
  <ScaleCrop>false</ScaleCrop>
  <HeadingPairs>
    <vt:vector size="6" baseType="variant">
      <vt:variant>
        <vt:lpstr>Fonts Used</vt:lpstr>
      </vt:variant>
      <vt:variant>
        <vt:i4>10</vt:i4>
      </vt:variant>
      <vt:variant>
        <vt:lpstr>Theme</vt:lpstr>
      </vt:variant>
      <vt:variant>
        <vt:i4>2</vt:i4>
      </vt:variant>
      <vt:variant>
        <vt:lpstr>Slide Titles</vt:lpstr>
      </vt:variant>
      <vt:variant>
        <vt:i4>42</vt:i4>
      </vt:variant>
    </vt:vector>
  </HeadingPairs>
  <TitlesOfParts>
    <vt:vector size="54" baseType="lpstr">
      <vt:lpstr>Proxima Nova</vt:lpstr>
      <vt:lpstr>Lexend</vt:lpstr>
      <vt:lpstr>Roboto Medium</vt:lpstr>
      <vt:lpstr>Amatic SC</vt:lpstr>
      <vt:lpstr>DM Sans Light</vt:lpstr>
      <vt:lpstr>Lexend SemiBold</vt:lpstr>
      <vt:lpstr>Arial</vt:lpstr>
      <vt:lpstr>DM Sans</vt:lpstr>
      <vt:lpstr>Open Sans</vt:lpstr>
      <vt:lpstr>Calibri</vt:lpstr>
      <vt:lpstr>Traffic Signal Awareness Campaign by Slidesgo</vt:lpstr>
      <vt:lpstr>Slidesgo Final Pages</vt:lpstr>
      <vt:lpstr> SMART TRAFFIC MANAGEMENT SYSTEM  Group No. 04 Stage 2: Design &amp; Planning  Team Members:  </vt:lpstr>
      <vt:lpstr>Contents of this template</vt:lpstr>
      <vt:lpstr>Table of contents</vt:lpstr>
      <vt:lpstr>Marketing campaign</vt:lpstr>
      <vt:lpstr>   TOOL JUSTIFICATION SUMO: Accurate and open-source traffic simulation with realistic vehicle generation.  Python &amp; TraCI: Enables robust rule-based AI and real-time traffic simulation control.  Unity 3D: Provides high-quality 3D graphics for realistic and easy-to-understand visualization.  SUMO vs Unity: SUMO handles simulation and data, while Unity provides a better visual representation.  Overall Stack: Combines accurate simulation, intelligent processing, real-time control, and realistic visualization.</vt:lpstr>
      <vt:lpstr>Campaign objectives</vt:lpstr>
      <vt:lpstr>TASK DISTRIBUTION  Content: Clearly define who is doing what.</vt:lpstr>
      <vt:lpstr>RISK PLANNING &amp; MITIGATION</vt:lpstr>
      <vt:lpstr>TEAM COORDINATION &amp; EVIDENCE</vt:lpstr>
      <vt:lpstr>CONCLUSION &amp; NEXT STEPS</vt:lpstr>
      <vt:lpstr>CONCLUSION &amp; NEXT STEPS</vt:lpstr>
      <vt:lpstr>Pie chart</vt:lpstr>
      <vt:lpstr>Table</vt:lpstr>
      <vt:lpstr>Our product in action</vt:lpstr>
      <vt:lpstr>Buyer persona infographic</vt:lpstr>
      <vt:lpstr>Roadmap infographic</vt:lpstr>
      <vt:lpstr>Market size infographic</vt:lpstr>
      <vt:lpstr>Testimonials</vt:lpstr>
      <vt:lpstr>Social media stats</vt:lpstr>
      <vt:lpstr>Case studies</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anike</dc:creator>
  <cp:lastModifiedBy>aniketmagdum99@gmail.com</cp:lastModifiedBy>
  <cp:revision>2</cp:revision>
  <dcterms:modified xsi:type="dcterms:W3CDTF">2026-08-24T17:08:31Z</dcterms:modified>
</cp:coreProperties>
</file>