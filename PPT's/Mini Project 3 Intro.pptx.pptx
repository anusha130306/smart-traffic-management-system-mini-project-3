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18288000" cy="10287000"/>
  <p:notesSz cx="6858000" cy="9144000"/>
  <p:embeddedFontLst>
    <p:embeddedFont>
      <p:font typeface="Balsamiq Sans Bold" charset="1" panose="02000603000000000000"/>
      <p:regular r:id="rId61"/>
    </p:embeddedFont>
    <p:embeddedFont>
      <p:font typeface="Arimo Bold" charset="1" panose="020B0704020202020204"/>
      <p:regular r:id="rId62"/>
    </p:embeddedFont>
    <p:embeddedFont>
      <p:font typeface="Arial Bold" charset="1" panose="020B0704020202020204"/>
      <p:regular r:id="rId64"/>
    </p:embeddedFont>
    <p:embeddedFont>
      <p:font typeface="Arial" charset="1" panose="020B0604020202020204"/>
      <p:regular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37.xml" Type="http://schemas.openxmlformats.org/officeDocument/2006/relationships/notesSlide"/><Relationship Id="rId101" Target="notesSlides/notesSlide38.xml" Type="http://schemas.openxmlformats.org/officeDocument/2006/relationships/notesSlide"/><Relationship Id="rId102" Target="notesSlides/notesSlide39.xml" Type="http://schemas.openxmlformats.org/officeDocument/2006/relationships/notesSlide"/><Relationship Id="rId103" Target="notesSlides/notesSlide40.xml" Type="http://schemas.openxmlformats.org/officeDocument/2006/relationships/notesSlide"/><Relationship Id="rId104" Target="notesSlides/notesSlide41.xml" Type="http://schemas.openxmlformats.org/officeDocument/2006/relationships/notesSlide"/><Relationship Id="rId105" Target="notesSlides/notesSlide42.xml" Type="http://schemas.openxmlformats.org/officeDocument/2006/relationships/notesSlide"/><Relationship Id="rId106" Target="notesSlides/notesSlide43.xml" Type="http://schemas.openxmlformats.org/officeDocument/2006/relationships/notesSlide"/><Relationship Id="rId107" Target="notesSlides/notesSlide44.xml" Type="http://schemas.openxmlformats.org/officeDocument/2006/relationships/notesSlide"/><Relationship Id="rId108" Target="notesSlides/notesSlide45.xml" Type="http://schemas.openxmlformats.org/officeDocument/2006/relationships/notesSlide"/><Relationship Id="rId109" Target="notesSlides/notesSlide46.xml" Type="http://schemas.openxmlformats.org/officeDocument/2006/relationships/notesSlide"/><Relationship Id="rId11" Target="slides/slide6.xml" Type="http://schemas.openxmlformats.org/officeDocument/2006/relationships/slide"/><Relationship Id="rId110" Target="notesSlides/notesSlide47.xml" Type="http://schemas.openxmlformats.org/officeDocument/2006/relationships/notesSlide"/><Relationship Id="rId111" Target="notesSlides/notesSlide48.xml" Type="http://schemas.openxmlformats.org/officeDocument/2006/relationships/notesSlide"/><Relationship Id="rId112" Target="notesSlides/notesSlide49.xml" Type="http://schemas.openxmlformats.org/officeDocument/2006/relationships/notesSlide"/><Relationship Id="rId113" Target="notesSlides/notesSlide50.xml" Type="http://schemas.openxmlformats.org/officeDocument/2006/relationships/notesSlide"/><Relationship Id="rId114" Target="notesSlides/notesSlide51.xml" Type="http://schemas.openxmlformats.org/officeDocument/2006/relationships/notesSlide"/><Relationship Id="rId115" Target="notesSlides/notesSlide52.xml" Type="http://schemas.openxmlformats.org/officeDocument/2006/relationships/note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notesMasters/notesMaster1.xml" Type="http://schemas.openxmlformats.org/officeDocument/2006/relationships/notesMaster"/><Relationship Id="rId59" Target="theme/theme2.xml" Type="http://schemas.openxmlformats.org/officeDocument/2006/relationships/theme"/><Relationship Id="rId6" Target="slides/slide1.xml" Type="http://schemas.openxmlformats.org/officeDocument/2006/relationships/slide"/><Relationship Id="rId60" Target="notesSlides/notesSlide1.xml" Type="http://schemas.openxmlformats.org/officeDocument/2006/relationships/notesSlide"/><Relationship Id="rId61" Target="fonts/font61.fntdata" Type="http://schemas.openxmlformats.org/officeDocument/2006/relationships/font"/><Relationship Id="rId62" Target="fonts/font62.fntdata" Type="http://schemas.openxmlformats.org/officeDocument/2006/relationships/font"/><Relationship Id="rId63" Target="notesSlides/notesSlide2.xml" Type="http://schemas.openxmlformats.org/officeDocument/2006/relationships/notesSlide"/><Relationship Id="rId64" Target="fonts/font64.fntdata" Type="http://schemas.openxmlformats.org/officeDocument/2006/relationships/font"/><Relationship Id="rId65" Target="notesSlides/notesSlide3.xml" Type="http://schemas.openxmlformats.org/officeDocument/2006/relationships/notesSlide"/><Relationship Id="rId66" Target="notesSlides/notesSlide4.xml" Type="http://schemas.openxmlformats.org/officeDocument/2006/relationships/notesSlide"/><Relationship Id="rId67" Target="notesSlides/notesSlide5.xml" Type="http://schemas.openxmlformats.org/officeDocument/2006/relationships/notesSlide"/><Relationship Id="rId68" Target="notesSlides/notesSlide6.xml" Type="http://schemas.openxmlformats.org/officeDocument/2006/relationships/notesSlide"/><Relationship Id="rId69" Target="notesSlides/notesSlide7.xml" Type="http://schemas.openxmlformats.org/officeDocument/2006/relationships/notesSlide"/><Relationship Id="rId7" Target="slides/slide2.xml" Type="http://schemas.openxmlformats.org/officeDocument/2006/relationships/slide"/><Relationship Id="rId70" Target="notesSlides/notesSlide8.xml" Type="http://schemas.openxmlformats.org/officeDocument/2006/relationships/notesSlide"/><Relationship Id="rId71" Target="notesSlides/notesSlide9.xml" Type="http://schemas.openxmlformats.org/officeDocument/2006/relationships/notesSlide"/><Relationship Id="rId72" Target="notesSlides/notesSlide10.xml" Type="http://schemas.openxmlformats.org/officeDocument/2006/relationships/notesSlide"/><Relationship Id="rId73" Target="notesSlides/notesSlide11.xml" Type="http://schemas.openxmlformats.org/officeDocument/2006/relationships/notesSlide"/><Relationship Id="rId74" Target="notesSlides/notesSlide12.xml" Type="http://schemas.openxmlformats.org/officeDocument/2006/relationships/notesSlide"/><Relationship Id="rId75" Target="notesSlides/notesSlide13.xml" Type="http://schemas.openxmlformats.org/officeDocument/2006/relationships/notesSlide"/><Relationship Id="rId76" Target="notesSlides/notesSlide14.xml" Type="http://schemas.openxmlformats.org/officeDocument/2006/relationships/notesSlide"/><Relationship Id="rId77" Target="notesSlides/notesSlide15.xml" Type="http://schemas.openxmlformats.org/officeDocument/2006/relationships/notesSlide"/><Relationship Id="rId78" Target="notesSlides/notesSlide16.xml" Type="http://schemas.openxmlformats.org/officeDocument/2006/relationships/notesSlide"/><Relationship Id="rId79" Target="notesSlides/notesSlide17.xml" Type="http://schemas.openxmlformats.org/officeDocument/2006/relationships/notesSlide"/><Relationship Id="rId8" Target="slides/slide3.xml" Type="http://schemas.openxmlformats.org/officeDocument/2006/relationships/slide"/><Relationship Id="rId80" Target="notesSlides/notesSlide18.xml" Type="http://schemas.openxmlformats.org/officeDocument/2006/relationships/notesSlide"/><Relationship Id="rId81" Target="notesSlides/notesSlide19.xml" Type="http://schemas.openxmlformats.org/officeDocument/2006/relationships/notesSlide"/><Relationship Id="rId82" Target="notesSlides/notesSlide20.xml" Type="http://schemas.openxmlformats.org/officeDocument/2006/relationships/notesSlide"/><Relationship Id="rId83" Target="notesSlides/notesSlide21.xml" Type="http://schemas.openxmlformats.org/officeDocument/2006/relationships/notesSlide"/><Relationship Id="rId84" Target="notesSlides/notesSlide22.xml" Type="http://schemas.openxmlformats.org/officeDocument/2006/relationships/notesSlide"/><Relationship Id="rId85" Target="notesSlides/notesSlide23.xml" Type="http://schemas.openxmlformats.org/officeDocument/2006/relationships/notesSlide"/><Relationship Id="rId86" Target="notesSlides/notesSlide24.xml" Type="http://schemas.openxmlformats.org/officeDocument/2006/relationships/notesSlide"/><Relationship Id="rId87" Target="notesSlides/notesSlide25.xml" Type="http://schemas.openxmlformats.org/officeDocument/2006/relationships/notesSlide"/><Relationship Id="rId88" Target="notesSlides/notesSlide26.xml" Type="http://schemas.openxmlformats.org/officeDocument/2006/relationships/notesSlide"/><Relationship Id="rId89" Target="notesSlides/notesSlide27.xml" Type="http://schemas.openxmlformats.org/officeDocument/2006/relationships/notesSlide"/><Relationship Id="rId9" Target="slides/slide4.xml" Type="http://schemas.openxmlformats.org/officeDocument/2006/relationships/slide"/><Relationship Id="rId90" Target="notesSlides/notesSlide28.xml" Type="http://schemas.openxmlformats.org/officeDocument/2006/relationships/notesSlide"/><Relationship Id="rId91" Target="notesSlides/notesSlide29.xml" Type="http://schemas.openxmlformats.org/officeDocument/2006/relationships/notesSlide"/><Relationship Id="rId92" Target="notesSlides/notesSlide30.xml" Type="http://schemas.openxmlformats.org/officeDocument/2006/relationships/notesSlide"/><Relationship Id="rId93" Target="notesSlides/notesSlide31.xml" Type="http://schemas.openxmlformats.org/officeDocument/2006/relationships/notesSlide"/><Relationship Id="rId94" Target="notesSlides/notesSlide32.xml" Type="http://schemas.openxmlformats.org/officeDocument/2006/relationships/notesSlide"/><Relationship Id="rId95" Target="notesSlides/notesSlide33.xml" Type="http://schemas.openxmlformats.org/officeDocument/2006/relationships/notesSlide"/><Relationship Id="rId96" Target="notesSlides/notesSlide34.xml" Type="http://schemas.openxmlformats.org/officeDocument/2006/relationships/notesSlide"/><Relationship Id="rId97" Target="notesSlides/notesSlide35.xml" Type="http://schemas.openxmlformats.org/officeDocument/2006/relationships/notesSlide"/><Relationship Id="rId98" Target="fonts/font98.fntdata" Type="http://schemas.openxmlformats.org/officeDocument/2006/relationships/font"/><Relationship Id="rId99" Target="notesSlides/notesSlide36.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jpe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8.jpe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jpe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29.png" Type="http://schemas.openxmlformats.org/officeDocument/2006/relationships/image"/><Relationship Id="rId14" Target="../media/image30.sv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8.jpe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2" Target="../notesSlides/notesSlide5.xml" Type="http://schemas.openxmlformats.org/officeDocument/2006/relationships/notesSlide"/><Relationship Id="rId3" Target="../media/image1.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jpeg" Type="http://schemas.openxmlformats.org/officeDocument/2006/relationships/image"/><Relationship Id="rId7" Target="../media/image40.jpeg" Type="http://schemas.openxmlformats.org/officeDocument/2006/relationships/image"/><Relationship Id="rId8" Target="../media/image41.jpeg" Type="http://schemas.openxmlformats.org/officeDocument/2006/relationships/image"/><Relationship Id="rId9" Target="../media/image4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jpe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57.sv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8.jpe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6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notesSlides/notesSlide12.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slide39.xml" Type="http://schemas.openxmlformats.org/officeDocument/2006/relationships/slide"/><Relationship Id="rId11"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 Type="http://schemas.openxmlformats.org/officeDocument/2006/relationships/hyperlink"/><Relationship Id="rId12" Target="https://bit.ly/3A1uf1Q" TargetMode="External" Type="http://schemas.openxmlformats.org/officeDocument/2006/relationships/hyperlink"/><Relationship Id="rId13" Target="http://bit.ly/30B07Gq" TargetMode="External" Type="http://schemas.openxmlformats.org/officeDocument/2006/relationships/hyperlink"/><Relationship Id="rId14" Target="http://bit.ly/33VAFh3" TargetMode="External" Type="http://schemas.openxmlformats.org/officeDocument/2006/relationships/hyperlink"/><Relationship Id="rId15" Target="https://www.freepik.com/?utm_source=slidesgo_template&amp;utm_medium=referral-link&amp;utm_campaign=promo-slide&amp;utm_term=slidesgo&amp;utm_content=freepik" TargetMode="External" Type="http://schemas.openxmlformats.org/officeDocument/2006/relationships/hyperlink"/><Relationship Id="rId16" Target="https://www.flaticon.com/?utm_source=slidesgo_template&amp;utm_medium=referral-link&amp;utm_campaign=promo-slide&amp;utm_term=slidesgo&amp;utm_content=flaticon" TargetMode="External" Type="http://schemas.openxmlformats.org/officeDocument/2006/relationships/hyperlink"/><Relationship Id="rId17" Target="https://storyset.com/?utm_source=slidesgo_template&amp;utm_medium=referral-link&amp;utm_campaign=promo-slide&amp;utm_term=slidesgo&amp;utm_content=storyset" TargetMode="External" Type="http://schemas.openxmlformats.org/officeDocument/2006/relationships/hyperlink"/><Relationship Id="rId18" Target="https://wepik.com/?utm_source=slidesgo_template&amp;utm_medium=referral-link&amp;utm_campaign=promo-slide&amp;utm_term=slidesgo&amp;utm_content=wepik" TargetMode="External" Type="http://schemas.openxmlformats.org/officeDocument/2006/relationships/hyperlink"/><Relationship Id="rId19" Target="https://www.videvo.net/?utm_source=slidesgo_template&amp;utm_medium=referral-link&amp;utm_campaign=sg_resources&amp;utm_content=videvo" TargetMode="External" Type="http://schemas.openxmlformats.org/officeDocument/2006/relationships/hyperlink"/><Relationship Id="rId2" Target="../notesSlides/notesSlide13.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slide37.xml" Type="http://schemas.openxmlformats.org/officeDocument/2006/relationships/slide"/><Relationship Id="rId7" Target="slide34.xml" Type="http://schemas.openxmlformats.org/officeDocument/2006/relationships/slide"/><Relationship Id="rId8" Target="slide33.xml" Type="http://schemas.openxmlformats.org/officeDocument/2006/relationships/slide"/><Relationship Id="rId9" Target="slide45.xml" Type="http://schemas.openxmlformats.org/officeDocument/2006/relationship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svg" Type="http://schemas.openxmlformats.org/officeDocument/2006/relationships/image"/><Relationship Id="rId13" Target="../media/image67.png" Type="http://schemas.openxmlformats.org/officeDocument/2006/relationships/image"/><Relationship Id="rId14" Target="../media/image68.svg" Type="http://schemas.openxmlformats.org/officeDocument/2006/relationships/image"/><Relationship Id="rId2" Target="../notesSlides/notesSlide14.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svg" Type="http://schemas.openxmlformats.org/officeDocument/2006/relationships/image"/><Relationship Id="rId11" Target="../media/image73.png" Type="http://schemas.openxmlformats.org/officeDocument/2006/relationships/image"/><Relationship Id="rId12" Target="../media/image74.svg" Type="http://schemas.openxmlformats.org/officeDocument/2006/relationships/image"/><Relationship Id="rId13" Target="../media/image75.png" Type="http://schemas.openxmlformats.org/officeDocument/2006/relationships/image"/><Relationship Id="rId14" Target="../media/image76.svg" Type="http://schemas.openxmlformats.org/officeDocument/2006/relationships/image"/><Relationship Id="rId15" Target="../media/image9.png" Type="http://schemas.openxmlformats.org/officeDocument/2006/relationships/image"/><Relationship Id="rId16" Target="../media/image10.svg" Type="http://schemas.openxmlformats.org/officeDocument/2006/relationships/image"/><Relationship Id="rId2" Target="../notesSlides/notesSlide15.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7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svg" Type="http://schemas.openxmlformats.org/officeDocument/2006/relationships/image"/><Relationship Id="rId2" Target="../notesSlides/notesSlide16.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7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79.jpe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svg" Type="http://schemas.openxmlformats.org/officeDocument/2006/relationships/image"/><Relationship Id="rId2" Target="../notesSlides/notesSlide18.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jpeg" Type="http://schemas.openxmlformats.org/officeDocument/2006/relationships/image"/><Relationship Id="rId7" Target="../media/image82.png" Type="http://schemas.openxmlformats.org/officeDocument/2006/relationships/image"/><Relationship Id="rId8" Target="../media/image83.svg" Type="http://schemas.openxmlformats.org/officeDocument/2006/relationships/image"/><Relationship Id="rId9" Target="../media/image8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png" Type="http://schemas.openxmlformats.org/officeDocument/2006/relationships/image"/><Relationship Id="rId11" Target="../media/image90.svg" Type="http://schemas.openxmlformats.org/officeDocument/2006/relationships/image"/><Relationship Id="rId2" Target="../notesSlides/notesSlide19.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88.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91.png" Type="http://schemas.openxmlformats.org/officeDocument/2006/relationships/image"/><Relationship Id="rId8" Target="../media/image9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png" Type="http://schemas.openxmlformats.org/officeDocument/2006/relationships/image"/><Relationship Id="rId11" Target="../media/image97.svg" Type="http://schemas.openxmlformats.org/officeDocument/2006/relationships/image"/><Relationship Id="rId12" Target="../media/image98.png" Type="http://schemas.openxmlformats.org/officeDocument/2006/relationships/image"/><Relationship Id="rId13" Target="../media/image99.svg" Type="http://schemas.openxmlformats.org/officeDocument/2006/relationships/image"/><Relationship Id="rId14" Target="../media/image77.png" Type="http://schemas.openxmlformats.org/officeDocument/2006/relationships/image"/><Relationship Id="rId15" Target="../media/image78.svg" Type="http://schemas.openxmlformats.org/officeDocument/2006/relationships/image"/><Relationship Id="rId2" Target="../notesSlides/notesSlide21.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 Id="rId9" Target="../media/image8.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103.png" Type="http://schemas.openxmlformats.org/officeDocument/2006/relationships/image"/><Relationship Id="rId13" Target="../media/image104.svg" Type="http://schemas.openxmlformats.org/officeDocument/2006/relationships/image"/><Relationship Id="rId2" Target="../notesSlides/notesSlide22.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100.png" Type="http://schemas.openxmlformats.org/officeDocument/2006/relationships/image"/><Relationship Id="rId7" Target="../media/image101.svg" Type="http://schemas.openxmlformats.org/officeDocument/2006/relationships/image"/><Relationship Id="rId8" Target="../media/image102.png" Type="http://schemas.openxmlformats.org/officeDocument/2006/relationships/image"/><Relationship Id="rId9" Target="../media/image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png" Type="http://schemas.openxmlformats.org/officeDocument/2006/relationships/image"/><Relationship Id="rId11" Target="../media/image107.svg" Type="http://schemas.openxmlformats.org/officeDocument/2006/relationships/image"/><Relationship Id="rId12" Target="../media/image44.png" Type="http://schemas.openxmlformats.org/officeDocument/2006/relationships/image"/><Relationship Id="rId13" Target="../media/image45.svg" Type="http://schemas.openxmlformats.org/officeDocument/2006/relationships/image"/><Relationship Id="rId14" Target="../media/image108.png" Type="http://schemas.openxmlformats.org/officeDocument/2006/relationships/image"/><Relationship Id="rId15" Target="../media/image109.svg" Type="http://schemas.openxmlformats.org/officeDocument/2006/relationships/image"/><Relationship Id="rId16" Target="../media/image110.png" Type="http://schemas.openxmlformats.org/officeDocument/2006/relationships/image"/><Relationship Id="rId17" Target="../media/image111.png" Type="http://schemas.openxmlformats.org/officeDocument/2006/relationships/image"/><Relationship Id="rId18" Target="../media/image112.png" Type="http://schemas.openxmlformats.org/officeDocument/2006/relationships/image"/><Relationship Id="rId19" Target="../media/image113.png" Type="http://schemas.openxmlformats.org/officeDocument/2006/relationships/image"/><Relationship Id="rId2" Target="../notesSlides/notesSlide23.xml" Type="http://schemas.openxmlformats.org/officeDocument/2006/relationships/notesSlide"/><Relationship Id="rId3" Target="../media/image1.pn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jpeg" Type="http://schemas.openxmlformats.org/officeDocument/2006/relationships/image"/><Relationship Id="rId9" Target="../media/image10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png" Type="http://schemas.openxmlformats.org/officeDocument/2006/relationships/image"/><Relationship Id="rId11" Target="../media/image85.svg" Type="http://schemas.openxmlformats.org/officeDocument/2006/relationships/image"/><Relationship Id="rId2" Target="../notesSlides/notesSlide24.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114.png" Type="http://schemas.openxmlformats.org/officeDocument/2006/relationships/image"/><Relationship Id="rId8" Target="../media/image115.svg" Type="http://schemas.openxmlformats.org/officeDocument/2006/relationships/image"/><Relationship Id="rId9" Target="../media/image1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8.png" Type="http://schemas.openxmlformats.org/officeDocument/2006/relationships/image"/><Relationship Id="rId11" Target="../media/image119.svg" Type="http://schemas.openxmlformats.org/officeDocument/2006/relationships/image"/><Relationship Id="rId2" Target="../notesSlides/notesSlide25.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https://slidesgo.com/slidesgo-school/presentation-tips/how-to-modify-a-graph-in-our-templates?utm_source=slidesgo_template&amp;utm_medium=referral-link&amp;utm_campaign=how-to-modify-a-graph-in-our-templates&amp;utm_term=slidesgo-school&amp;utm_content=how-to-modify-a-graph-in-our-templates" TargetMode="External" Type="http://schemas.openxmlformats.org/officeDocument/2006/relationships/hyperlink"/><Relationship Id="rId8" Target="https://docs.google.com/spreadsheets/d/1FQDmTBS0CVx-af-9CHH-2wlSsmu6xIcOQeNSOxyTCic/copy" TargetMode="External" Type="http://schemas.openxmlformats.org/officeDocument/2006/relationships/hyperlink"/><Relationship Id="rId9" Target="../media/image11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120.png" Type="http://schemas.openxmlformats.org/officeDocument/2006/relationships/image"/><Relationship Id="rId7" Target="../media/image121.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3.png" Type="http://schemas.openxmlformats.org/officeDocument/2006/relationships/image"/><Relationship Id="rId11" Target="../media/image124.svg" Type="http://schemas.openxmlformats.org/officeDocument/2006/relationships/image"/><Relationship Id="rId2" Target="../notesSlides/notesSlide28.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https://slidesgo.com/slidesgo-school/presentation-tips/how-to-modify-a-graph-in-our-templates?utm_source=slidesgo_template&amp;utm_medium=referral-link&amp;utm_campaign=how-to-modify-a-graph-in-our-templates&amp;utm_term=slidesgo-school&amp;utm_content=how-to-modify-a-graph-in-our-templates" TargetMode="External" Type="http://schemas.openxmlformats.org/officeDocument/2006/relationships/hyperlink"/><Relationship Id="rId7" Target="../media/image8.jpeg" Type="http://schemas.openxmlformats.org/officeDocument/2006/relationships/image"/><Relationship Id="rId8" Target="https://docs.google.com/spreadsheets/d/1FQDmTBS0CVx-af-9CHH-2wlSsmu6xIcOQeNSOxyTCic/copy" TargetMode="External" Type="http://schemas.openxmlformats.org/officeDocument/2006/relationships/hyperlink"/><Relationship Id="rId9" Target="../media/image1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8.jpe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8.svg" Type="http://schemas.openxmlformats.org/officeDocument/2006/relationships/image"/><Relationship Id="rId11" Target="../media/image129.png" Type="http://schemas.openxmlformats.org/officeDocument/2006/relationships/image"/><Relationship Id="rId12" Target="../media/image130.svg" Type="http://schemas.openxmlformats.org/officeDocument/2006/relationships/image"/><Relationship Id="rId13" Target="../media/image131.png" Type="http://schemas.openxmlformats.org/officeDocument/2006/relationships/image"/><Relationship Id="rId14" Target="../media/image132.svg" Type="http://schemas.openxmlformats.org/officeDocument/2006/relationships/image"/><Relationship Id="rId15" Target="../media/image133.png" Type="http://schemas.openxmlformats.org/officeDocument/2006/relationships/image"/><Relationship Id="rId16" Target="../media/image134.svg" Type="http://schemas.openxmlformats.org/officeDocument/2006/relationships/image"/><Relationship Id="rId17" Target="../media/image135.png" Type="http://schemas.openxmlformats.org/officeDocument/2006/relationships/image"/><Relationship Id="rId18" Target="../media/image136.svg" Type="http://schemas.openxmlformats.org/officeDocument/2006/relationships/image"/><Relationship Id="rId19" Target="../media/image137.png" Type="http://schemas.openxmlformats.org/officeDocument/2006/relationships/image"/><Relationship Id="rId2" Target="../notesSlides/notesSlide31.xml" Type="http://schemas.openxmlformats.org/officeDocument/2006/relationships/notesSlide"/><Relationship Id="rId20" Target="../media/image138.svg" Type="http://schemas.openxmlformats.org/officeDocument/2006/relationships/image"/><Relationship Id="rId21" Target="../media/image139.png" Type="http://schemas.openxmlformats.org/officeDocument/2006/relationships/image"/><Relationship Id="rId22" Target="../media/image140.svg" Type="http://schemas.openxmlformats.org/officeDocument/2006/relationships/image"/><Relationship Id="rId23" Target="../media/image141.png" Type="http://schemas.openxmlformats.org/officeDocument/2006/relationships/image"/><Relationship Id="rId24" Target="../media/image142.sv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jpeg" Type="http://schemas.openxmlformats.org/officeDocument/2006/relationships/image"/><Relationship Id="rId7" Target="../media/image125.png" Type="http://schemas.openxmlformats.org/officeDocument/2006/relationships/image"/><Relationship Id="rId8" Target="../media/image126.svg" Type="http://schemas.openxmlformats.org/officeDocument/2006/relationships/image"/><Relationship Id="rId9" Target="../media/image12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7.png" Type="http://schemas.openxmlformats.org/officeDocument/2006/relationships/image"/><Relationship Id="rId100" Target="../media/image237.png" Type="http://schemas.openxmlformats.org/officeDocument/2006/relationships/image"/><Relationship Id="rId101" Target="../media/image238.svg" Type="http://schemas.openxmlformats.org/officeDocument/2006/relationships/image"/><Relationship Id="rId102" Target="../media/image239.png" Type="http://schemas.openxmlformats.org/officeDocument/2006/relationships/image"/><Relationship Id="rId103" Target="../media/image240.svg" Type="http://schemas.openxmlformats.org/officeDocument/2006/relationships/image"/><Relationship Id="rId104" Target="../media/image241.png" Type="http://schemas.openxmlformats.org/officeDocument/2006/relationships/image"/><Relationship Id="rId105" Target="../media/image242.svg" Type="http://schemas.openxmlformats.org/officeDocument/2006/relationships/image"/><Relationship Id="rId11" Target="../media/image148.svg" Type="http://schemas.openxmlformats.org/officeDocument/2006/relationships/image"/><Relationship Id="rId12" Target="../media/image149.png" Type="http://schemas.openxmlformats.org/officeDocument/2006/relationships/image"/><Relationship Id="rId13" Target="../media/image150.svg" Type="http://schemas.openxmlformats.org/officeDocument/2006/relationships/image"/><Relationship Id="rId14" Target="../media/image151.png" Type="http://schemas.openxmlformats.org/officeDocument/2006/relationships/image"/><Relationship Id="rId15" Target="../media/image152.svg" Type="http://schemas.openxmlformats.org/officeDocument/2006/relationships/image"/><Relationship Id="rId16" Target="../media/image153.png" Type="http://schemas.openxmlformats.org/officeDocument/2006/relationships/image"/><Relationship Id="rId17" Target="../media/image154.svg" Type="http://schemas.openxmlformats.org/officeDocument/2006/relationships/image"/><Relationship Id="rId18" Target="../media/image155.png" Type="http://schemas.openxmlformats.org/officeDocument/2006/relationships/image"/><Relationship Id="rId19" Target="../media/image156.svg" Type="http://schemas.openxmlformats.org/officeDocument/2006/relationships/image"/><Relationship Id="rId2" Target="../notesSlides/notesSlide32.xml" Type="http://schemas.openxmlformats.org/officeDocument/2006/relationships/notesSlide"/><Relationship Id="rId20" Target="../media/image157.png" Type="http://schemas.openxmlformats.org/officeDocument/2006/relationships/image"/><Relationship Id="rId21" Target="../media/image158.svg" Type="http://schemas.openxmlformats.org/officeDocument/2006/relationships/image"/><Relationship Id="rId22" Target="../media/image159.png" Type="http://schemas.openxmlformats.org/officeDocument/2006/relationships/image"/><Relationship Id="rId23" Target="../media/image160.svg" Type="http://schemas.openxmlformats.org/officeDocument/2006/relationships/image"/><Relationship Id="rId24" Target="../media/image161.png" Type="http://schemas.openxmlformats.org/officeDocument/2006/relationships/image"/><Relationship Id="rId25" Target="../media/image162.svg" Type="http://schemas.openxmlformats.org/officeDocument/2006/relationships/image"/><Relationship Id="rId26" Target="../media/image163.png" Type="http://schemas.openxmlformats.org/officeDocument/2006/relationships/image"/><Relationship Id="rId27" Target="../media/image164.svg" Type="http://schemas.openxmlformats.org/officeDocument/2006/relationships/image"/><Relationship Id="rId28" Target="../media/image165.png" Type="http://schemas.openxmlformats.org/officeDocument/2006/relationships/image"/><Relationship Id="rId29" Target="../media/image166.svg" Type="http://schemas.openxmlformats.org/officeDocument/2006/relationships/image"/><Relationship Id="rId3" Target="../media/image1.png" Type="http://schemas.openxmlformats.org/officeDocument/2006/relationships/image"/><Relationship Id="rId30" Target="../media/image167.png" Type="http://schemas.openxmlformats.org/officeDocument/2006/relationships/image"/><Relationship Id="rId31" Target="../media/image168.svg" Type="http://schemas.openxmlformats.org/officeDocument/2006/relationships/image"/><Relationship Id="rId32" Target="../media/image169.png" Type="http://schemas.openxmlformats.org/officeDocument/2006/relationships/image"/><Relationship Id="rId33" Target="../media/image170.svg" Type="http://schemas.openxmlformats.org/officeDocument/2006/relationships/image"/><Relationship Id="rId34" Target="../media/image171.png" Type="http://schemas.openxmlformats.org/officeDocument/2006/relationships/image"/><Relationship Id="rId35" Target="../media/image172.svg" Type="http://schemas.openxmlformats.org/officeDocument/2006/relationships/image"/><Relationship Id="rId36" Target="../media/image173.png" Type="http://schemas.openxmlformats.org/officeDocument/2006/relationships/image"/><Relationship Id="rId37" Target="../media/image174.svg" Type="http://schemas.openxmlformats.org/officeDocument/2006/relationships/image"/><Relationship Id="rId38" Target="../media/image175.png" Type="http://schemas.openxmlformats.org/officeDocument/2006/relationships/image"/><Relationship Id="rId39" Target="../media/image176.svg" Type="http://schemas.openxmlformats.org/officeDocument/2006/relationships/image"/><Relationship Id="rId4" Target="../media/image52.png" Type="http://schemas.openxmlformats.org/officeDocument/2006/relationships/image"/><Relationship Id="rId40" Target="../media/image177.png" Type="http://schemas.openxmlformats.org/officeDocument/2006/relationships/image"/><Relationship Id="rId41" Target="../media/image178.svg" Type="http://schemas.openxmlformats.org/officeDocument/2006/relationships/image"/><Relationship Id="rId42" Target="../media/image179.png" Type="http://schemas.openxmlformats.org/officeDocument/2006/relationships/image"/><Relationship Id="rId43" Target="../media/image180.svg" Type="http://schemas.openxmlformats.org/officeDocument/2006/relationships/image"/><Relationship Id="rId44" Target="../media/image181.png" Type="http://schemas.openxmlformats.org/officeDocument/2006/relationships/image"/><Relationship Id="rId45" Target="../media/image182.svg" Type="http://schemas.openxmlformats.org/officeDocument/2006/relationships/image"/><Relationship Id="rId46" Target="../media/image183.png" Type="http://schemas.openxmlformats.org/officeDocument/2006/relationships/image"/><Relationship Id="rId47" Target="../media/image184.svg" Type="http://schemas.openxmlformats.org/officeDocument/2006/relationships/image"/><Relationship Id="rId48" Target="../media/image185.png" Type="http://schemas.openxmlformats.org/officeDocument/2006/relationships/image"/><Relationship Id="rId49" Target="../media/image186.svg" Type="http://schemas.openxmlformats.org/officeDocument/2006/relationships/image"/><Relationship Id="rId5" Target="../media/image53.svg" Type="http://schemas.openxmlformats.org/officeDocument/2006/relationships/image"/><Relationship Id="rId50" Target="../media/image187.png" Type="http://schemas.openxmlformats.org/officeDocument/2006/relationships/image"/><Relationship Id="rId51" Target="../media/image188.svg" Type="http://schemas.openxmlformats.org/officeDocument/2006/relationships/image"/><Relationship Id="rId52" Target="../media/image189.png" Type="http://schemas.openxmlformats.org/officeDocument/2006/relationships/image"/><Relationship Id="rId53" Target="../media/image190.svg" Type="http://schemas.openxmlformats.org/officeDocument/2006/relationships/image"/><Relationship Id="rId54" Target="../media/image191.png" Type="http://schemas.openxmlformats.org/officeDocument/2006/relationships/image"/><Relationship Id="rId55" Target="../media/image192.svg" Type="http://schemas.openxmlformats.org/officeDocument/2006/relationships/image"/><Relationship Id="rId56" Target="../media/image193.png" Type="http://schemas.openxmlformats.org/officeDocument/2006/relationships/image"/><Relationship Id="rId57" Target="../media/image194.svg" Type="http://schemas.openxmlformats.org/officeDocument/2006/relationships/image"/><Relationship Id="rId58" Target="../media/image195.png" Type="http://schemas.openxmlformats.org/officeDocument/2006/relationships/image"/><Relationship Id="rId59" Target="../media/image196.svg" Type="http://schemas.openxmlformats.org/officeDocument/2006/relationships/image"/><Relationship Id="rId6" Target="../media/image143.png" Type="http://schemas.openxmlformats.org/officeDocument/2006/relationships/image"/><Relationship Id="rId60" Target="../media/image197.png" Type="http://schemas.openxmlformats.org/officeDocument/2006/relationships/image"/><Relationship Id="rId61" Target="../media/image198.svg" Type="http://schemas.openxmlformats.org/officeDocument/2006/relationships/image"/><Relationship Id="rId62" Target="../media/image199.png" Type="http://schemas.openxmlformats.org/officeDocument/2006/relationships/image"/><Relationship Id="rId63" Target="../media/image200.svg" Type="http://schemas.openxmlformats.org/officeDocument/2006/relationships/image"/><Relationship Id="rId64" Target="../media/image201.png" Type="http://schemas.openxmlformats.org/officeDocument/2006/relationships/image"/><Relationship Id="rId65" Target="../media/image202.svg" Type="http://schemas.openxmlformats.org/officeDocument/2006/relationships/image"/><Relationship Id="rId66" Target="../media/image203.png" Type="http://schemas.openxmlformats.org/officeDocument/2006/relationships/image"/><Relationship Id="rId67" Target="../media/image204.svg" Type="http://schemas.openxmlformats.org/officeDocument/2006/relationships/image"/><Relationship Id="rId68" Target="../media/image205.png" Type="http://schemas.openxmlformats.org/officeDocument/2006/relationships/image"/><Relationship Id="rId69" Target="../media/image206.svg" Type="http://schemas.openxmlformats.org/officeDocument/2006/relationships/image"/><Relationship Id="rId7" Target="../media/image144.svg" Type="http://schemas.openxmlformats.org/officeDocument/2006/relationships/image"/><Relationship Id="rId70" Target="../media/image207.png" Type="http://schemas.openxmlformats.org/officeDocument/2006/relationships/image"/><Relationship Id="rId71" Target="../media/image208.svg" Type="http://schemas.openxmlformats.org/officeDocument/2006/relationships/image"/><Relationship Id="rId72" Target="../media/image209.png" Type="http://schemas.openxmlformats.org/officeDocument/2006/relationships/image"/><Relationship Id="rId73" Target="../media/image210.svg" Type="http://schemas.openxmlformats.org/officeDocument/2006/relationships/image"/><Relationship Id="rId74" Target="../media/image211.png" Type="http://schemas.openxmlformats.org/officeDocument/2006/relationships/image"/><Relationship Id="rId75" Target="../media/image212.svg" Type="http://schemas.openxmlformats.org/officeDocument/2006/relationships/image"/><Relationship Id="rId76" Target="../media/image213.png" Type="http://schemas.openxmlformats.org/officeDocument/2006/relationships/image"/><Relationship Id="rId77" Target="../media/image214.svg" Type="http://schemas.openxmlformats.org/officeDocument/2006/relationships/image"/><Relationship Id="rId78" Target="../media/image215.png" Type="http://schemas.openxmlformats.org/officeDocument/2006/relationships/image"/><Relationship Id="rId79" Target="../media/image216.svg" Type="http://schemas.openxmlformats.org/officeDocument/2006/relationships/image"/><Relationship Id="rId8" Target="../media/image145.png" Type="http://schemas.openxmlformats.org/officeDocument/2006/relationships/image"/><Relationship Id="rId80" Target="../media/image217.png" Type="http://schemas.openxmlformats.org/officeDocument/2006/relationships/image"/><Relationship Id="rId81" Target="../media/image218.svg" Type="http://schemas.openxmlformats.org/officeDocument/2006/relationships/image"/><Relationship Id="rId82" Target="../media/image219.png" Type="http://schemas.openxmlformats.org/officeDocument/2006/relationships/image"/><Relationship Id="rId83" Target="../media/image220.svg" Type="http://schemas.openxmlformats.org/officeDocument/2006/relationships/image"/><Relationship Id="rId84" Target="../media/image221.png" Type="http://schemas.openxmlformats.org/officeDocument/2006/relationships/image"/><Relationship Id="rId85" Target="../media/image222.svg" Type="http://schemas.openxmlformats.org/officeDocument/2006/relationships/image"/><Relationship Id="rId86" Target="../media/image223.png" Type="http://schemas.openxmlformats.org/officeDocument/2006/relationships/image"/><Relationship Id="rId87" Target="../media/image224.svg" Type="http://schemas.openxmlformats.org/officeDocument/2006/relationships/image"/><Relationship Id="rId88" Target="../media/image225.png" Type="http://schemas.openxmlformats.org/officeDocument/2006/relationships/image"/><Relationship Id="rId89" Target="../media/image226.svg" Type="http://schemas.openxmlformats.org/officeDocument/2006/relationships/image"/><Relationship Id="rId9" Target="../media/image146.svg" Type="http://schemas.openxmlformats.org/officeDocument/2006/relationships/image"/><Relationship Id="rId90" Target="../media/image227.png" Type="http://schemas.openxmlformats.org/officeDocument/2006/relationships/image"/><Relationship Id="rId91" Target="../media/image228.svg" Type="http://schemas.openxmlformats.org/officeDocument/2006/relationships/image"/><Relationship Id="rId92" Target="../media/image229.png" Type="http://schemas.openxmlformats.org/officeDocument/2006/relationships/image"/><Relationship Id="rId93" Target="../media/image230.svg" Type="http://schemas.openxmlformats.org/officeDocument/2006/relationships/image"/><Relationship Id="rId94" Target="../media/image231.png" Type="http://schemas.openxmlformats.org/officeDocument/2006/relationships/image"/><Relationship Id="rId95" Target="../media/image232.svg" Type="http://schemas.openxmlformats.org/officeDocument/2006/relationships/image"/><Relationship Id="rId96" Target="../media/image233.png" Type="http://schemas.openxmlformats.org/officeDocument/2006/relationships/image"/><Relationship Id="rId97" Target="../media/image234.svg" Type="http://schemas.openxmlformats.org/officeDocument/2006/relationships/image"/><Relationship Id="rId98" Target="../media/image235.png" Type="http://schemas.openxmlformats.org/officeDocument/2006/relationships/image"/><Relationship Id="rId99" Target="../media/image23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freepik.com/free-vector/hand-drawn-notebook-label-collection_33756454.htm/?utm_source=slidesgo_template&amp;utm_medium=referral-link&amp;utm_campaign=sg_resources&amp;utm_content=freepik" TargetMode="External" Type="http://schemas.openxmlformats.org/officeDocument/2006/relationships/hyperlink"/><Relationship Id="rId11" Target="https://www.freepik.com/free-vector/notebook-with-pen-ruler_898393.htm/?utm_source=slidesgo_template&amp;utm_medium=referral-link&amp;utm_campaign=sg_resources&amp;utm_content=freepik" TargetMode="External" Type="http://schemas.openxmlformats.org/officeDocument/2006/relationships/hyperlink"/><Relationship Id="rId12" Target="../media/image247.png" Type="http://schemas.openxmlformats.org/officeDocument/2006/relationships/image"/><Relationship Id="rId13" Target="../media/image248.svg" Type="http://schemas.openxmlformats.org/officeDocument/2006/relationships/image"/><Relationship Id="rId14" Target="../media/image249.png" Type="http://schemas.openxmlformats.org/officeDocument/2006/relationships/image"/><Relationship Id="rId15" Target="../media/image250.svg" Type="http://schemas.openxmlformats.org/officeDocument/2006/relationships/image"/><Relationship Id="rId16" Target="../media/image251.png" Type="http://schemas.openxmlformats.org/officeDocument/2006/relationships/image"/><Relationship Id="rId17" Target="../media/image252.svg" Type="http://schemas.openxmlformats.org/officeDocument/2006/relationships/image"/><Relationship Id="rId18" Target="../media/image253.png" Type="http://schemas.openxmlformats.org/officeDocument/2006/relationships/image"/><Relationship Id="rId19" Target="../media/image254.svg" Type="http://schemas.openxmlformats.org/officeDocument/2006/relationships/image"/><Relationship Id="rId2" Target="../notesSlides/notesSlide33.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243.png" Type="http://schemas.openxmlformats.org/officeDocument/2006/relationships/image"/><Relationship Id="rId7" Target="../media/image244.svg" Type="http://schemas.openxmlformats.org/officeDocument/2006/relationships/image"/><Relationship Id="rId8" Target="../media/image245.png" Type="http://schemas.openxmlformats.org/officeDocument/2006/relationships/image"/><Relationship Id="rId9" Target="../media/image24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freepik.com/free-photo/medium-shot-smiley-woman-work_31124099.htm/?utm_source=slidesgo_template&amp;utm_medium=referral-link&amp;utm_campaign=sg_resources&amp;utm_content=freepik" TargetMode="External" Type="http://schemas.openxmlformats.org/officeDocument/2006/relationships/hyperlink"/><Relationship Id="rId11" Target="https://www.freepik.com/free-photo/medium-shot-people-having-work-meeting_31124064.htm/?utm_source=slidesgo_template&amp;utm_medium=referral-link&amp;utm_campaign=sg_resources&amp;utm_content=freepik" TargetMode="External" Type="http://schemas.openxmlformats.org/officeDocument/2006/relationships/hyperlink"/><Relationship Id="rId12" Target="https://www.freepik.com/free-photo/elegant-cozy-office-lifestyle_31124108.htm/?utm_source=slidesgo_template&amp;utm_medium=referral-link&amp;utm_campaign=sg_resources&amp;utm_content=freepik" TargetMode="External" Type="http://schemas.openxmlformats.org/officeDocument/2006/relationships/hyperlink"/><Relationship Id="rId13" Target="https://www.freepik.com/free-photo/young-japanese-woman-portrait_12707411.htm/?utm_source=slidesgo_template&amp;utm_medium=referral-link&amp;utm_campaign=sg_resources&amp;utm_content=freepik" TargetMode="External" Type="http://schemas.openxmlformats.org/officeDocument/2006/relationships/hyperlink"/><Relationship Id="rId14" Target="https://www.freepik.com/free-photo/smiley-young-girl-with-brown-hair_7607040.htm/?utm_source=slidesgo_template&amp;utm_medium=referral-link&amp;utm_campaign=sg_resources&amp;utm_content=freepik" TargetMode="External" Type="http://schemas.openxmlformats.org/officeDocument/2006/relationships/hyperlink"/><Relationship Id="rId15" Target="https://www.flaticon.com/packs/startups-62/?utm_source=slidesgo_template&amp;utm_medium=referral-link&amp;utm_campaign=sg_resources&amp;utm_content=flaticon" TargetMode="External" Type="http://schemas.openxmlformats.org/officeDocument/2006/relationships/hyperlink"/><Relationship Id="rId2" Target="../notesSlides/notesSlide34.xml" Type="http://schemas.openxmlformats.org/officeDocument/2006/relationships/notesSlide"/><Relationship Id="rId3" Target="../media/image1.pn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https://www.freepik.com/free-vector/flat-design-spiral-book-mockup_29937931.htm/?utm_source=slidesgo_template&amp;utm_medium=referral-link&amp;utm_campaign=sg_resources&amp;utm_content=freepik" TargetMode="External" Type="http://schemas.openxmlformats.org/officeDocument/2006/relationships/hyperlink"/><Relationship Id="rId7" Target="https://www.freepik.com/free-vector/spiral-book-mockup-design_29789436.htm/?utm_source=slidesgo_template&amp;utm_medium=referral-link&amp;utm_campaign=sg_resources&amp;utm_content=freepik" TargetMode="External" Type="http://schemas.openxmlformats.org/officeDocument/2006/relationships/hyperlink"/><Relationship Id="rId8" Target="https://www.freepik.com/free-vector/traditional-songket-seamless-pattern-template_10703861.htm/?utm_source=slidesgo_template&amp;utm_medium=referral-link&amp;utm_campaign=sg_resources&amp;utm_content=freepik" TargetMode="External" Type="http://schemas.openxmlformats.org/officeDocument/2006/relationships/hyperlink"/><Relationship Id="rId9" Target="https://www.freepik.com/free-vector/hand-drawn-notebook-label-collection_33756454.htm/?utm_source=slidesgo_template&amp;utm_medium=referral-link&amp;utm_campaign=sg_resources&amp;utm_content=freepik" TargetMode="External" Type="http://schemas.openxmlformats.org/officeDocument/2006/relationships/hyperlink"/></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http://bit.ly/2PfT4lq" TargetMode="External" Type="http://schemas.openxmlformats.org/officeDocument/2006/relationships/hyperlink"/><Relationship Id="rId4" Target="http://bit.ly/33VAFh3" TargetMode="External" Type="http://schemas.openxmlformats.org/officeDocument/2006/relationships/hyperlink"/><Relationship Id="rId5" Target="http://bit.ly/30B07Gq" TargetMode="External" Type="http://schemas.openxmlformats.org/officeDocument/2006/relationships/hyperlink"/></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http://bit.ly/2PfT4lq" TargetMode="External" Type="http://schemas.openxmlformats.org/officeDocument/2006/relationships/hyperlink"/><Relationship Id="rId4" Target="http://bit.ly/33VAFh3" TargetMode="External" Type="http://schemas.openxmlformats.org/officeDocument/2006/relationships/hyperlink"/><Relationship Id="rId5" Target="http://bit.ly/30B07Gq" TargetMode="External" Type="http://schemas.openxmlformats.org/officeDocument/2006/relationships/hyperlink"/></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https://fonts.google.com/specimen/Balsamiq+Sans" TargetMode="External" Type="http://schemas.openxmlformats.org/officeDocument/2006/relationships/hyperlink"/><Relationship Id="rId4" Target="https://fonts.google.com/specimen/Inconsolata" TargetMode="External" Type="http://schemas.openxmlformats.org/officeDocument/2006/relationships/hyperlink"/><Relationship Id="rId5" Target="../media/image8.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https://storyset.com/rafiki?utm_source=slidesgo_template&amp;utm_medium=referral-link&amp;utm_campaign=slidesgo_final_slides&amp;utm_term=rafiki&amp;utm_content=storyset" TargetMode="External" Type="http://schemas.openxmlformats.org/officeDocument/2006/relationships/hyperlink"/><Relationship Id="rId11" Target="../media/image256.png" Type="http://schemas.openxmlformats.org/officeDocument/2006/relationships/image"/><Relationship Id="rId12" Target="../media/image257.png" Type="http://schemas.openxmlformats.org/officeDocument/2006/relationships/image"/><Relationship Id="rId13" Target="../media/image258.png" Type="http://schemas.openxmlformats.org/officeDocument/2006/relationships/image"/><Relationship Id="rId14" Target="../media/image259.png" Type="http://schemas.openxmlformats.org/officeDocument/2006/relationships/image"/><Relationship Id="rId15" Target="https://storyset.com/cuate?utm_source=slidesgo_template&amp;utm_medium=referral-link&amp;utm_campaign=slidesgo_final_slides&amp;utm_term=cuate&amp;utm_content=storyset" TargetMode="External" Type="http://schemas.openxmlformats.org/officeDocument/2006/relationships/hyperlink"/><Relationship Id="rId2" Target="../notesSlides/notesSlide38.xml" Type="http://schemas.openxmlformats.org/officeDocument/2006/relationships/notesSlide"/><Relationship Id="rId3" Target="https://storyset.com/how-it-works?utm_source=slidesgo_template&amp;utm_medium=referral-link&amp;utm_campaign=slidesgo_final_slides&amp;utm_term=how%20it%20works&amp;utm_content=storyset" TargetMode="External" Type="http://schemas.openxmlformats.org/officeDocument/2006/relationships/hyperlink"/><Relationship Id="rId4" Target="https://storyset.com/how-it-works?utm_source=slidesgo_template&amp;utm_medium=referral-link&amp;utm_campaign=slidesgo_final_slides&amp;utm_term=how%20it%20works&amp;utm_content=storyset" TargetMode="External" Type="http://schemas.openxmlformats.org/officeDocument/2006/relationships/hyperlink"/><Relationship Id="rId5" Target="../media/image255.png" Type="http://schemas.openxmlformats.org/officeDocument/2006/relationships/image"/><Relationship Id="rId6" Target="../media/image8.jpeg" Type="http://schemas.openxmlformats.org/officeDocument/2006/relationships/image"/><Relationship Id="rId7" Target="https://storyset.com/pana?utm_source=slidesgo_template&amp;utm_medium=referral-link&amp;utm_campaign=slidesgo_final_slides&amp;utm_term=pana&amp;utm_content=storyset" TargetMode="External" Type="http://schemas.openxmlformats.org/officeDocument/2006/relationships/hyperlink"/><Relationship Id="rId8" Target="https://storyset.com/amico?utm_source=slidesgo_template&amp;utm_medium=referral-link&amp;utm_campaign=slidesgo_final_slides&amp;utm_term=amico&amp;utm_content=storyset" TargetMode="External" Type="http://schemas.openxmlformats.org/officeDocument/2006/relationships/hyperlink"/><Relationship Id="rId9" Target="https://storyset.com/bro?utm_source=slidesgo_template&amp;utm_medium=referral-link&amp;utm_campaign=slidesgo_final_slides&amp;utm_term=bro&amp;utm_content=storyset" TargetMode="External" Type="http://schemas.openxmlformats.org/officeDocument/2006/relationships/hyperlink"/></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6.png" Type="http://schemas.openxmlformats.org/officeDocument/2006/relationships/image"/><Relationship Id="rId100" Target="../media/image355.svg" Type="http://schemas.openxmlformats.org/officeDocument/2006/relationships/image"/><Relationship Id="rId101" Target="../media/image356.png" Type="http://schemas.openxmlformats.org/officeDocument/2006/relationships/image"/><Relationship Id="rId102" Target="../media/image357.svg" Type="http://schemas.openxmlformats.org/officeDocument/2006/relationships/image"/><Relationship Id="rId103" Target="../media/image358.png" Type="http://schemas.openxmlformats.org/officeDocument/2006/relationships/image"/><Relationship Id="rId104" Target="../media/image359.svg" Type="http://schemas.openxmlformats.org/officeDocument/2006/relationships/image"/><Relationship Id="rId105" Target="../media/image360.png" Type="http://schemas.openxmlformats.org/officeDocument/2006/relationships/image"/><Relationship Id="rId106" Target="../media/image361.svg" Type="http://schemas.openxmlformats.org/officeDocument/2006/relationships/image"/><Relationship Id="rId107" Target="../media/image362.png" Type="http://schemas.openxmlformats.org/officeDocument/2006/relationships/image"/><Relationship Id="rId108" Target="../media/image363.svg" Type="http://schemas.openxmlformats.org/officeDocument/2006/relationships/image"/><Relationship Id="rId109" Target="../media/image364.png" Type="http://schemas.openxmlformats.org/officeDocument/2006/relationships/image"/><Relationship Id="rId11" Target="../media/image267.svg" Type="http://schemas.openxmlformats.org/officeDocument/2006/relationships/image"/><Relationship Id="rId110" Target="../media/image365.svg" Type="http://schemas.openxmlformats.org/officeDocument/2006/relationships/image"/><Relationship Id="rId111" Target="../media/image366.png" Type="http://schemas.openxmlformats.org/officeDocument/2006/relationships/image"/><Relationship Id="rId112" Target="../media/image367.svg" Type="http://schemas.openxmlformats.org/officeDocument/2006/relationships/image"/><Relationship Id="rId113" Target="../media/image368.png" Type="http://schemas.openxmlformats.org/officeDocument/2006/relationships/image"/><Relationship Id="rId114" Target="../media/image369.svg" Type="http://schemas.openxmlformats.org/officeDocument/2006/relationships/image"/><Relationship Id="rId115" Target="../media/image370.png" Type="http://schemas.openxmlformats.org/officeDocument/2006/relationships/image"/><Relationship Id="rId116" Target="../media/image371.svg" Type="http://schemas.openxmlformats.org/officeDocument/2006/relationships/image"/><Relationship Id="rId117" Target="../media/image372.png" Type="http://schemas.openxmlformats.org/officeDocument/2006/relationships/image"/><Relationship Id="rId118" Target="../media/image373.svg" Type="http://schemas.openxmlformats.org/officeDocument/2006/relationships/image"/><Relationship Id="rId119" Target="../media/image374.png" Type="http://schemas.openxmlformats.org/officeDocument/2006/relationships/image"/><Relationship Id="rId12" Target="../media/image268.png" Type="http://schemas.openxmlformats.org/officeDocument/2006/relationships/image"/><Relationship Id="rId120" Target="../media/image375.svg" Type="http://schemas.openxmlformats.org/officeDocument/2006/relationships/image"/><Relationship Id="rId121" Target="../media/image376.png" Type="http://schemas.openxmlformats.org/officeDocument/2006/relationships/image"/><Relationship Id="rId122" Target="../media/image377.svg" Type="http://schemas.openxmlformats.org/officeDocument/2006/relationships/image"/><Relationship Id="rId123" Target="../media/image378.png" Type="http://schemas.openxmlformats.org/officeDocument/2006/relationships/image"/><Relationship Id="rId124" Target="../media/image379.svg" Type="http://schemas.openxmlformats.org/officeDocument/2006/relationships/image"/><Relationship Id="rId13" Target="../media/image269.svg" Type="http://schemas.openxmlformats.org/officeDocument/2006/relationships/image"/><Relationship Id="rId14" Target="../media/image270.png" Type="http://schemas.openxmlformats.org/officeDocument/2006/relationships/image"/><Relationship Id="rId15" Target="../media/image271.svg" Type="http://schemas.openxmlformats.org/officeDocument/2006/relationships/image"/><Relationship Id="rId16" Target="../media/image272.png" Type="http://schemas.openxmlformats.org/officeDocument/2006/relationships/image"/><Relationship Id="rId17" Target="../media/image273.svg" Type="http://schemas.openxmlformats.org/officeDocument/2006/relationships/image"/><Relationship Id="rId18" Target="../media/image274.png" Type="http://schemas.openxmlformats.org/officeDocument/2006/relationships/image"/><Relationship Id="rId19" Target="../media/image275.svg" Type="http://schemas.openxmlformats.org/officeDocument/2006/relationships/image"/><Relationship Id="rId2" Target="../notesSlides/notesSlide39.xml" Type="http://schemas.openxmlformats.org/officeDocument/2006/relationships/notesSlide"/><Relationship Id="rId20" Target="../media/image276.png" Type="http://schemas.openxmlformats.org/officeDocument/2006/relationships/image"/><Relationship Id="rId21" Target="../media/image277.svg" Type="http://schemas.openxmlformats.org/officeDocument/2006/relationships/image"/><Relationship Id="rId22" Target="../media/image278.png" Type="http://schemas.openxmlformats.org/officeDocument/2006/relationships/image"/><Relationship Id="rId23" Target="../media/image279.svg" Type="http://schemas.openxmlformats.org/officeDocument/2006/relationships/image"/><Relationship Id="rId24" Target="../media/image280.png" Type="http://schemas.openxmlformats.org/officeDocument/2006/relationships/image"/><Relationship Id="rId25" Target="../media/image281.svg" Type="http://schemas.openxmlformats.org/officeDocument/2006/relationships/image"/><Relationship Id="rId26" Target="../media/image282.png" Type="http://schemas.openxmlformats.org/officeDocument/2006/relationships/image"/><Relationship Id="rId27" Target="../media/image283.svg" Type="http://schemas.openxmlformats.org/officeDocument/2006/relationships/image"/><Relationship Id="rId28" Target="../media/image284.png" Type="http://schemas.openxmlformats.org/officeDocument/2006/relationships/image"/><Relationship Id="rId29" Target="../media/image285.svg" Type="http://schemas.openxmlformats.org/officeDocument/2006/relationships/image"/><Relationship Id="rId3" Target="https://bit.ly/2ZjL1pd" TargetMode="External" Type="http://schemas.openxmlformats.org/officeDocument/2006/relationships/hyperlink"/><Relationship Id="rId30" Target="../media/image286.png" Type="http://schemas.openxmlformats.org/officeDocument/2006/relationships/image"/><Relationship Id="rId31" Target="../media/image287.svg" Type="http://schemas.openxmlformats.org/officeDocument/2006/relationships/image"/><Relationship Id="rId32" Target="../media/image288.png" Type="http://schemas.openxmlformats.org/officeDocument/2006/relationships/image"/><Relationship Id="rId33" Target="../media/image289.svg" Type="http://schemas.openxmlformats.org/officeDocument/2006/relationships/image"/><Relationship Id="rId34" Target="../media/image290.png" Type="http://schemas.openxmlformats.org/officeDocument/2006/relationships/image"/><Relationship Id="rId35" Target="../media/image291.svg" Type="http://schemas.openxmlformats.org/officeDocument/2006/relationships/image"/><Relationship Id="rId36" Target="../media/image292.png" Type="http://schemas.openxmlformats.org/officeDocument/2006/relationships/image"/><Relationship Id="rId37" Target="../media/image293.svg" Type="http://schemas.openxmlformats.org/officeDocument/2006/relationships/image"/><Relationship Id="rId38" Target="../media/image294.png" Type="http://schemas.openxmlformats.org/officeDocument/2006/relationships/image"/><Relationship Id="rId39" Target="../media/image295.svg" Type="http://schemas.openxmlformats.org/officeDocument/2006/relationships/image"/><Relationship Id="rId4" Target="../media/image260.png" Type="http://schemas.openxmlformats.org/officeDocument/2006/relationships/image"/><Relationship Id="rId40" Target="../media/image296.png" Type="http://schemas.openxmlformats.org/officeDocument/2006/relationships/image"/><Relationship Id="rId41" Target="../media/image297.svg" Type="http://schemas.openxmlformats.org/officeDocument/2006/relationships/image"/><Relationship Id="rId42" Target="../media/image298.png" Type="http://schemas.openxmlformats.org/officeDocument/2006/relationships/image"/><Relationship Id="rId43" Target="../media/image299.svg" Type="http://schemas.openxmlformats.org/officeDocument/2006/relationships/image"/><Relationship Id="rId44" Target="../media/image8.jpeg" Type="http://schemas.openxmlformats.org/officeDocument/2006/relationships/image"/><Relationship Id="rId45" Target="../media/image300.png" Type="http://schemas.openxmlformats.org/officeDocument/2006/relationships/image"/><Relationship Id="rId46" Target="../media/image301.svg" Type="http://schemas.openxmlformats.org/officeDocument/2006/relationships/image"/><Relationship Id="rId47" Target="../media/image302.png" Type="http://schemas.openxmlformats.org/officeDocument/2006/relationships/image"/><Relationship Id="rId48" Target="../media/image303.svg" Type="http://schemas.openxmlformats.org/officeDocument/2006/relationships/image"/><Relationship Id="rId49" Target="../media/image304.png" Type="http://schemas.openxmlformats.org/officeDocument/2006/relationships/image"/><Relationship Id="rId5" Target="../media/image261.svg" Type="http://schemas.openxmlformats.org/officeDocument/2006/relationships/image"/><Relationship Id="rId50" Target="../media/image305.svg" Type="http://schemas.openxmlformats.org/officeDocument/2006/relationships/image"/><Relationship Id="rId51" Target="../media/image306.png" Type="http://schemas.openxmlformats.org/officeDocument/2006/relationships/image"/><Relationship Id="rId52" Target="../media/image307.svg" Type="http://schemas.openxmlformats.org/officeDocument/2006/relationships/image"/><Relationship Id="rId53" Target="../media/image308.png" Type="http://schemas.openxmlformats.org/officeDocument/2006/relationships/image"/><Relationship Id="rId54" Target="../media/image309.svg" Type="http://schemas.openxmlformats.org/officeDocument/2006/relationships/image"/><Relationship Id="rId55" Target="../media/image310.png" Type="http://schemas.openxmlformats.org/officeDocument/2006/relationships/image"/><Relationship Id="rId56" Target="../media/image311.svg" Type="http://schemas.openxmlformats.org/officeDocument/2006/relationships/image"/><Relationship Id="rId57" Target="../media/image312.png" Type="http://schemas.openxmlformats.org/officeDocument/2006/relationships/image"/><Relationship Id="rId58" Target="../media/image313.svg" Type="http://schemas.openxmlformats.org/officeDocument/2006/relationships/image"/><Relationship Id="rId59" Target="../media/image314.png" Type="http://schemas.openxmlformats.org/officeDocument/2006/relationships/image"/><Relationship Id="rId6" Target="../media/image262.png" Type="http://schemas.openxmlformats.org/officeDocument/2006/relationships/image"/><Relationship Id="rId60" Target="../media/image315.svg" Type="http://schemas.openxmlformats.org/officeDocument/2006/relationships/image"/><Relationship Id="rId61" Target="../media/image316.png" Type="http://schemas.openxmlformats.org/officeDocument/2006/relationships/image"/><Relationship Id="rId62" Target="../media/image317.svg" Type="http://schemas.openxmlformats.org/officeDocument/2006/relationships/image"/><Relationship Id="rId63" Target="../media/image318.png" Type="http://schemas.openxmlformats.org/officeDocument/2006/relationships/image"/><Relationship Id="rId64" Target="../media/image319.svg" Type="http://schemas.openxmlformats.org/officeDocument/2006/relationships/image"/><Relationship Id="rId65" Target="../media/image320.png" Type="http://schemas.openxmlformats.org/officeDocument/2006/relationships/image"/><Relationship Id="rId66" Target="../media/image321.svg" Type="http://schemas.openxmlformats.org/officeDocument/2006/relationships/image"/><Relationship Id="rId67" Target="../media/image322.png" Type="http://schemas.openxmlformats.org/officeDocument/2006/relationships/image"/><Relationship Id="rId68" Target="../media/image323.svg" Type="http://schemas.openxmlformats.org/officeDocument/2006/relationships/image"/><Relationship Id="rId69" Target="../media/image324.png" Type="http://schemas.openxmlformats.org/officeDocument/2006/relationships/image"/><Relationship Id="rId7" Target="../media/image263.svg" Type="http://schemas.openxmlformats.org/officeDocument/2006/relationships/image"/><Relationship Id="rId70" Target="../media/image325.svg" Type="http://schemas.openxmlformats.org/officeDocument/2006/relationships/image"/><Relationship Id="rId71" Target="../media/image326.png" Type="http://schemas.openxmlformats.org/officeDocument/2006/relationships/image"/><Relationship Id="rId72" Target="../media/image327.svg" Type="http://schemas.openxmlformats.org/officeDocument/2006/relationships/image"/><Relationship Id="rId73" Target="../media/image328.png" Type="http://schemas.openxmlformats.org/officeDocument/2006/relationships/image"/><Relationship Id="rId74" Target="../media/image329.svg" Type="http://schemas.openxmlformats.org/officeDocument/2006/relationships/image"/><Relationship Id="rId75" Target="../media/image330.png" Type="http://schemas.openxmlformats.org/officeDocument/2006/relationships/image"/><Relationship Id="rId76" Target="../media/image331.svg" Type="http://schemas.openxmlformats.org/officeDocument/2006/relationships/image"/><Relationship Id="rId77" Target="../media/image332.png" Type="http://schemas.openxmlformats.org/officeDocument/2006/relationships/image"/><Relationship Id="rId78" Target="../media/image333.svg" Type="http://schemas.openxmlformats.org/officeDocument/2006/relationships/image"/><Relationship Id="rId79" Target="../media/image334.png" Type="http://schemas.openxmlformats.org/officeDocument/2006/relationships/image"/><Relationship Id="rId8" Target="../media/image264.png" Type="http://schemas.openxmlformats.org/officeDocument/2006/relationships/image"/><Relationship Id="rId80" Target="../media/image335.svg" Type="http://schemas.openxmlformats.org/officeDocument/2006/relationships/image"/><Relationship Id="rId81" Target="../media/image336.png" Type="http://schemas.openxmlformats.org/officeDocument/2006/relationships/image"/><Relationship Id="rId82" Target="../media/image337.svg" Type="http://schemas.openxmlformats.org/officeDocument/2006/relationships/image"/><Relationship Id="rId83" Target="../media/image338.png" Type="http://schemas.openxmlformats.org/officeDocument/2006/relationships/image"/><Relationship Id="rId84" Target="../media/image339.svg" Type="http://schemas.openxmlformats.org/officeDocument/2006/relationships/image"/><Relationship Id="rId85" Target="../media/image340.png" Type="http://schemas.openxmlformats.org/officeDocument/2006/relationships/image"/><Relationship Id="rId86" Target="../media/image341.svg" Type="http://schemas.openxmlformats.org/officeDocument/2006/relationships/image"/><Relationship Id="rId87" Target="../media/image342.png" Type="http://schemas.openxmlformats.org/officeDocument/2006/relationships/image"/><Relationship Id="rId88" Target="../media/image343.svg" Type="http://schemas.openxmlformats.org/officeDocument/2006/relationships/image"/><Relationship Id="rId89" Target="../media/image344.png" Type="http://schemas.openxmlformats.org/officeDocument/2006/relationships/image"/><Relationship Id="rId9" Target="../media/image265.svg" Type="http://schemas.openxmlformats.org/officeDocument/2006/relationships/image"/><Relationship Id="rId90" Target="../media/image345.svg" Type="http://schemas.openxmlformats.org/officeDocument/2006/relationships/image"/><Relationship Id="rId91" Target="../media/image346.png" Type="http://schemas.openxmlformats.org/officeDocument/2006/relationships/image"/><Relationship Id="rId92" Target="../media/image347.svg" Type="http://schemas.openxmlformats.org/officeDocument/2006/relationships/image"/><Relationship Id="rId93" Target="../media/image348.png" Type="http://schemas.openxmlformats.org/officeDocument/2006/relationships/image"/><Relationship Id="rId94" Target="../media/image349.svg" Type="http://schemas.openxmlformats.org/officeDocument/2006/relationships/image"/><Relationship Id="rId95" Target="../media/image350.png" Type="http://schemas.openxmlformats.org/officeDocument/2006/relationships/image"/><Relationship Id="rId96" Target="../media/image351.svg" Type="http://schemas.openxmlformats.org/officeDocument/2006/relationships/image"/><Relationship Id="rId97" Target="../media/image352.png" Type="http://schemas.openxmlformats.org/officeDocument/2006/relationships/image"/><Relationship Id="rId98" Target="../media/image353.svg" Type="http://schemas.openxmlformats.org/officeDocument/2006/relationships/image"/><Relationship Id="rId99" Target="../media/image354.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7.svg" Type="http://schemas.openxmlformats.org/officeDocument/2006/relationships/image"/><Relationship Id="rId11" Target="../media/image388.png" Type="http://schemas.openxmlformats.org/officeDocument/2006/relationships/image"/><Relationship Id="rId12" Target="../media/image389.svg" Type="http://schemas.openxmlformats.org/officeDocument/2006/relationships/image"/><Relationship Id="rId13" Target="../media/image390.png" Type="http://schemas.openxmlformats.org/officeDocument/2006/relationships/image"/><Relationship Id="rId14" Target="../media/image391.svg" Type="http://schemas.openxmlformats.org/officeDocument/2006/relationships/image"/><Relationship Id="rId15" Target="../media/image392.png" Type="http://schemas.openxmlformats.org/officeDocument/2006/relationships/image"/><Relationship Id="rId16" Target="../media/image393.svg" Type="http://schemas.openxmlformats.org/officeDocument/2006/relationships/image"/><Relationship Id="rId17" Target="../media/image394.png" Type="http://schemas.openxmlformats.org/officeDocument/2006/relationships/image"/><Relationship Id="rId18" Target="../media/image395.svg" Type="http://schemas.openxmlformats.org/officeDocument/2006/relationships/image"/><Relationship Id="rId19" Target="../media/image396.png" Type="http://schemas.openxmlformats.org/officeDocument/2006/relationships/image"/><Relationship Id="rId2" Target="../notesSlides/notesSlide40.xml" Type="http://schemas.openxmlformats.org/officeDocument/2006/relationships/notesSlide"/><Relationship Id="rId20" Target="../media/image397.svg" Type="http://schemas.openxmlformats.org/officeDocument/2006/relationships/image"/><Relationship Id="rId21" Target="../media/image398.png" Type="http://schemas.openxmlformats.org/officeDocument/2006/relationships/image"/><Relationship Id="rId22" Target="../media/image399.svg" Type="http://schemas.openxmlformats.org/officeDocument/2006/relationships/image"/><Relationship Id="rId23" Target="../media/image400.png" Type="http://schemas.openxmlformats.org/officeDocument/2006/relationships/image"/><Relationship Id="rId24" Target="../media/image401.svg" Type="http://schemas.openxmlformats.org/officeDocument/2006/relationships/image"/><Relationship Id="rId25" Target="../media/image402.png" Type="http://schemas.openxmlformats.org/officeDocument/2006/relationships/image"/><Relationship Id="rId26" Target="../media/image403.svg" Type="http://schemas.openxmlformats.org/officeDocument/2006/relationships/image"/><Relationship Id="rId27" Target="../media/image404.png" Type="http://schemas.openxmlformats.org/officeDocument/2006/relationships/image"/><Relationship Id="rId28" Target="../media/image405.svg" Type="http://schemas.openxmlformats.org/officeDocument/2006/relationships/image"/><Relationship Id="rId29" Target="../media/image406.png" Type="http://schemas.openxmlformats.org/officeDocument/2006/relationships/image"/><Relationship Id="rId3" Target="../media/image380.png" Type="http://schemas.openxmlformats.org/officeDocument/2006/relationships/image"/><Relationship Id="rId30" Target="../media/image407.svg" Type="http://schemas.openxmlformats.org/officeDocument/2006/relationships/image"/><Relationship Id="rId31" Target="../media/image408.png" Type="http://schemas.openxmlformats.org/officeDocument/2006/relationships/image"/><Relationship Id="rId32" Target="../media/image409.svg" Type="http://schemas.openxmlformats.org/officeDocument/2006/relationships/image"/><Relationship Id="rId33" Target="../media/image410.png" Type="http://schemas.openxmlformats.org/officeDocument/2006/relationships/image"/><Relationship Id="rId34" Target="../media/image411.svg" Type="http://schemas.openxmlformats.org/officeDocument/2006/relationships/image"/><Relationship Id="rId35" Target="../media/image412.png" Type="http://schemas.openxmlformats.org/officeDocument/2006/relationships/image"/><Relationship Id="rId36" Target="../media/image413.svg" Type="http://schemas.openxmlformats.org/officeDocument/2006/relationships/image"/><Relationship Id="rId37" Target="../media/image414.png" Type="http://schemas.openxmlformats.org/officeDocument/2006/relationships/image"/><Relationship Id="rId38" Target="../media/image415.svg" Type="http://schemas.openxmlformats.org/officeDocument/2006/relationships/image"/><Relationship Id="rId39" Target="../media/image416.png" Type="http://schemas.openxmlformats.org/officeDocument/2006/relationships/image"/><Relationship Id="rId4" Target="../media/image381.svg" Type="http://schemas.openxmlformats.org/officeDocument/2006/relationships/image"/><Relationship Id="rId40" Target="../media/image417.svg" Type="http://schemas.openxmlformats.org/officeDocument/2006/relationships/image"/><Relationship Id="rId41" Target="../media/image418.png" Type="http://schemas.openxmlformats.org/officeDocument/2006/relationships/image"/><Relationship Id="rId42" Target="../media/image419.svg" Type="http://schemas.openxmlformats.org/officeDocument/2006/relationships/image"/><Relationship Id="rId43" Target="../media/image420.png" Type="http://schemas.openxmlformats.org/officeDocument/2006/relationships/image"/><Relationship Id="rId44" Target="../media/image421.svg" Type="http://schemas.openxmlformats.org/officeDocument/2006/relationships/image"/><Relationship Id="rId5" Target="../media/image382.png" Type="http://schemas.openxmlformats.org/officeDocument/2006/relationships/image"/><Relationship Id="rId6" Target="../media/image383.svg" Type="http://schemas.openxmlformats.org/officeDocument/2006/relationships/image"/><Relationship Id="rId7" Target="../media/image384.png" Type="http://schemas.openxmlformats.org/officeDocument/2006/relationships/image"/><Relationship Id="rId8" Target="../media/image385.svg" Type="http://schemas.openxmlformats.org/officeDocument/2006/relationships/image"/><Relationship Id="rId9" Target="../media/image38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8.png" Type="http://schemas.openxmlformats.org/officeDocument/2006/relationships/image"/><Relationship Id="rId11" Target="../media/image429.svg" Type="http://schemas.openxmlformats.org/officeDocument/2006/relationships/image"/><Relationship Id="rId12" Target="../media/image430.png" Type="http://schemas.openxmlformats.org/officeDocument/2006/relationships/image"/><Relationship Id="rId13" Target="../media/image431.svg" Type="http://schemas.openxmlformats.org/officeDocument/2006/relationships/image"/><Relationship Id="rId14" Target="../media/image432.png" Type="http://schemas.openxmlformats.org/officeDocument/2006/relationships/image"/><Relationship Id="rId15" Target="../media/image433.svg" Type="http://schemas.openxmlformats.org/officeDocument/2006/relationships/image"/><Relationship Id="rId16" Target="../media/image434.png" Type="http://schemas.openxmlformats.org/officeDocument/2006/relationships/image"/><Relationship Id="rId17" Target="../media/image435.svg" Type="http://schemas.openxmlformats.org/officeDocument/2006/relationships/image"/><Relationship Id="rId18" Target="../media/image436.png" Type="http://schemas.openxmlformats.org/officeDocument/2006/relationships/image"/><Relationship Id="rId19" Target="../media/image437.svg" Type="http://schemas.openxmlformats.org/officeDocument/2006/relationships/image"/><Relationship Id="rId2" Target="../notesSlides/notesSlide41.xml" Type="http://schemas.openxmlformats.org/officeDocument/2006/relationships/notesSlide"/><Relationship Id="rId20" Target="../media/image438.png" Type="http://schemas.openxmlformats.org/officeDocument/2006/relationships/image"/><Relationship Id="rId21" Target="../media/image439.svg" Type="http://schemas.openxmlformats.org/officeDocument/2006/relationships/image"/><Relationship Id="rId22" Target="../media/image440.png" Type="http://schemas.openxmlformats.org/officeDocument/2006/relationships/image"/><Relationship Id="rId23" Target="../media/image441.svg" Type="http://schemas.openxmlformats.org/officeDocument/2006/relationships/image"/><Relationship Id="rId24" Target="../media/image442.png" Type="http://schemas.openxmlformats.org/officeDocument/2006/relationships/image"/><Relationship Id="rId25" Target="../media/image443.svg" Type="http://schemas.openxmlformats.org/officeDocument/2006/relationships/image"/><Relationship Id="rId26" Target="../media/image444.png" Type="http://schemas.openxmlformats.org/officeDocument/2006/relationships/image"/><Relationship Id="rId27" Target="../media/image445.svg" Type="http://schemas.openxmlformats.org/officeDocument/2006/relationships/image"/><Relationship Id="rId28" Target="../media/image446.png" Type="http://schemas.openxmlformats.org/officeDocument/2006/relationships/image"/><Relationship Id="rId29" Target="../media/image447.svg" Type="http://schemas.openxmlformats.org/officeDocument/2006/relationships/image"/><Relationship Id="rId3" Target="../media/image422.png" Type="http://schemas.openxmlformats.org/officeDocument/2006/relationships/image"/><Relationship Id="rId30" Target="../media/image448.png" Type="http://schemas.openxmlformats.org/officeDocument/2006/relationships/image"/><Relationship Id="rId31" Target="../media/image449.svg" Type="http://schemas.openxmlformats.org/officeDocument/2006/relationships/image"/><Relationship Id="rId32" Target="../media/image450.png" Type="http://schemas.openxmlformats.org/officeDocument/2006/relationships/image"/><Relationship Id="rId33" Target="../media/image451.svg" Type="http://schemas.openxmlformats.org/officeDocument/2006/relationships/image"/><Relationship Id="rId34" Target="../media/image452.png" Type="http://schemas.openxmlformats.org/officeDocument/2006/relationships/image"/><Relationship Id="rId35" Target="../media/image453.svg" Type="http://schemas.openxmlformats.org/officeDocument/2006/relationships/image"/><Relationship Id="rId36" Target="../media/image454.png" Type="http://schemas.openxmlformats.org/officeDocument/2006/relationships/image"/><Relationship Id="rId37" Target="../media/image455.svg" Type="http://schemas.openxmlformats.org/officeDocument/2006/relationships/image"/><Relationship Id="rId38" Target="../media/image456.png" Type="http://schemas.openxmlformats.org/officeDocument/2006/relationships/image"/><Relationship Id="rId39" Target="../media/image457.svg" Type="http://schemas.openxmlformats.org/officeDocument/2006/relationships/image"/><Relationship Id="rId4" Target="../media/image423.svg" Type="http://schemas.openxmlformats.org/officeDocument/2006/relationships/image"/><Relationship Id="rId40" Target="../media/image458.png" Type="http://schemas.openxmlformats.org/officeDocument/2006/relationships/image"/><Relationship Id="rId41" Target="../media/image459.svg" Type="http://schemas.openxmlformats.org/officeDocument/2006/relationships/image"/><Relationship Id="rId42" Target="../media/image460.png" Type="http://schemas.openxmlformats.org/officeDocument/2006/relationships/image"/><Relationship Id="rId43" Target="../media/image461.svg" Type="http://schemas.openxmlformats.org/officeDocument/2006/relationships/image"/><Relationship Id="rId5" Target="../media/image8.jpeg" Type="http://schemas.openxmlformats.org/officeDocument/2006/relationships/image"/><Relationship Id="rId6" Target="../media/image424.png" Type="http://schemas.openxmlformats.org/officeDocument/2006/relationships/image"/><Relationship Id="rId7" Target="../media/image425.svg" Type="http://schemas.openxmlformats.org/officeDocument/2006/relationships/image"/><Relationship Id="rId8" Target="../media/image426.png" Type="http://schemas.openxmlformats.org/officeDocument/2006/relationships/image"/><Relationship Id="rId9" Target="../media/image427.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9.svg" Type="http://schemas.openxmlformats.org/officeDocument/2006/relationships/image"/><Relationship Id="rId11" Target="../media/image470.png" Type="http://schemas.openxmlformats.org/officeDocument/2006/relationships/image"/><Relationship Id="rId12" Target="../media/image471.svg" Type="http://schemas.openxmlformats.org/officeDocument/2006/relationships/image"/><Relationship Id="rId13" Target="../media/image8.jpeg" Type="http://schemas.openxmlformats.org/officeDocument/2006/relationships/image"/><Relationship Id="rId14" Target="../media/image472.png" Type="http://schemas.openxmlformats.org/officeDocument/2006/relationships/image"/><Relationship Id="rId15" Target="../media/image473.svg" Type="http://schemas.openxmlformats.org/officeDocument/2006/relationships/image"/><Relationship Id="rId2" Target="../notesSlides/notesSlide42.xml" Type="http://schemas.openxmlformats.org/officeDocument/2006/relationships/notesSlide"/><Relationship Id="rId3" Target="../media/image462.png" Type="http://schemas.openxmlformats.org/officeDocument/2006/relationships/image"/><Relationship Id="rId4" Target="../media/image463.svg" Type="http://schemas.openxmlformats.org/officeDocument/2006/relationships/image"/><Relationship Id="rId5" Target="../media/image464.png" Type="http://schemas.openxmlformats.org/officeDocument/2006/relationships/image"/><Relationship Id="rId6" Target="../media/image465.svg" Type="http://schemas.openxmlformats.org/officeDocument/2006/relationships/image"/><Relationship Id="rId7" Target="../media/image466.png" Type="http://schemas.openxmlformats.org/officeDocument/2006/relationships/image"/><Relationship Id="rId8" Target="../media/image467.svg" Type="http://schemas.openxmlformats.org/officeDocument/2006/relationships/image"/><Relationship Id="rId9" Target="../media/image468.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0.png" Type="http://schemas.openxmlformats.org/officeDocument/2006/relationships/image"/><Relationship Id="rId11" Target="../media/image481.svg" Type="http://schemas.openxmlformats.org/officeDocument/2006/relationships/image"/><Relationship Id="rId12" Target="../media/image482.png" Type="http://schemas.openxmlformats.org/officeDocument/2006/relationships/image"/><Relationship Id="rId13" Target="../media/image483.svg" Type="http://schemas.openxmlformats.org/officeDocument/2006/relationships/image"/><Relationship Id="rId14" Target="../media/image484.png" Type="http://schemas.openxmlformats.org/officeDocument/2006/relationships/image"/><Relationship Id="rId15" Target="../media/image485.svg" Type="http://schemas.openxmlformats.org/officeDocument/2006/relationships/image"/><Relationship Id="rId16" Target="../media/image486.png" Type="http://schemas.openxmlformats.org/officeDocument/2006/relationships/image"/><Relationship Id="rId17" Target="../media/image487.svg" Type="http://schemas.openxmlformats.org/officeDocument/2006/relationships/image"/><Relationship Id="rId18" Target="../media/image488.png" Type="http://schemas.openxmlformats.org/officeDocument/2006/relationships/image"/><Relationship Id="rId19" Target="../media/image489.svg" Type="http://schemas.openxmlformats.org/officeDocument/2006/relationships/image"/><Relationship Id="rId2" Target="../notesSlides/notesSlide43.xml" Type="http://schemas.openxmlformats.org/officeDocument/2006/relationships/notesSlide"/><Relationship Id="rId20" Target="../media/image490.png" Type="http://schemas.openxmlformats.org/officeDocument/2006/relationships/image"/><Relationship Id="rId21" Target="../media/image491.svg" Type="http://schemas.openxmlformats.org/officeDocument/2006/relationships/image"/><Relationship Id="rId22" Target="../media/image492.png" Type="http://schemas.openxmlformats.org/officeDocument/2006/relationships/image"/><Relationship Id="rId23" Target="../media/image493.svg" Type="http://schemas.openxmlformats.org/officeDocument/2006/relationships/image"/><Relationship Id="rId24" Target="../media/image494.png" Type="http://schemas.openxmlformats.org/officeDocument/2006/relationships/image"/><Relationship Id="rId25" Target="../media/image495.svg" Type="http://schemas.openxmlformats.org/officeDocument/2006/relationships/image"/><Relationship Id="rId26" Target="../media/image496.png" Type="http://schemas.openxmlformats.org/officeDocument/2006/relationships/image"/><Relationship Id="rId27" Target="../media/image497.svg" Type="http://schemas.openxmlformats.org/officeDocument/2006/relationships/image"/><Relationship Id="rId28" Target="../media/image498.png" Type="http://schemas.openxmlformats.org/officeDocument/2006/relationships/image"/><Relationship Id="rId29" Target="../media/image499.svg" Type="http://schemas.openxmlformats.org/officeDocument/2006/relationships/image"/><Relationship Id="rId3" Target="../media/image474.png" Type="http://schemas.openxmlformats.org/officeDocument/2006/relationships/image"/><Relationship Id="rId30" Target="../media/image500.png" Type="http://schemas.openxmlformats.org/officeDocument/2006/relationships/image"/><Relationship Id="rId31" Target="../media/image501.svg" Type="http://schemas.openxmlformats.org/officeDocument/2006/relationships/image"/><Relationship Id="rId32" Target="../media/image502.png" Type="http://schemas.openxmlformats.org/officeDocument/2006/relationships/image"/><Relationship Id="rId33" Target="../media/image503.svg" Type="http://schemas.openxmlformats.org/officeDocument/2006/relationships/image"/><Relationship Id="rId34" Target="../media/image504.png" Type="http://schemas.openxmlformats.org/officeDocument/2006/relationships/image"/><Relationship Id="rId35" Target="../media/image505.svg" Type="http://schemas.openxmlformats.org/officeDocument/2006/relationships/image"/><Relationship Id="rId36" Target="../media/image506.png" Type="http://schemas.openxmlformats.org/officeDocument/2006/relationships/image"/><Relationship Id="rId37" Target="../media/image507.svg" Type="http://schemas.openxmlformats.org/officeDocument/2006/relationships/image"/><Relationship Id="rId38" Target="../media/image508.png" Type="http://schemas.openxmlformats.org/officeDocument/2006/relationships/image"/><Relationship Id="rId39" Target="../media/image509.svg" Type="http://schemas.openxmlformats.org/officeDocument/2006/relationships/image"/><Relationship Id="rId4" Target="../media/image475.svg" Type="http://schemas.openxmlformats.org/officeDocument/2006/relationships/image"/><Relationship Id="rId40" Target="../media/image510.png" Type="http://schemas.openxmlformats.org/officeDocument/2006/relationships/image"/><Relationship Id="rId41" Target="../media/image511.svg" Type="http://schemas.openxmlformats.org/officeDocument/2006/relationships/image"/><Relationship Id="rId42" Target="../media/image512.png" Type="http://schemas.openxmlformats.org/officeDocument/2006/relationships/image"/><Relationship Id="rId43" Target="../media/image513.svg" Type="http://schemas.openxmlformats.org/officeDocument/2006/relationships/image"/><Relationship Id="rId44" Target="../media/image514.png" Type="http://schemas.openxmlformats.org/officeDocument/2006/relationships/image"/><Relationship Id="rId45" Target="../media/image515.svg" Type="http://schemas.openxmlformats.org/officeDocument/2006/relationships/image"/><Relationship Id="rId46" Target="../media/image516.png" Type="http://schemas.openxmlformats.org/officeDocument/2006/relationships/image"/><Relationship Id="rId47" Target="../media/image517.svg" Type="http://schemas.openxmlformats.org/officeDocument/2006/relationships/image"/><Relationship Id="rId48" Target="../media/image518.png" Type="http://schemas.openxmlformats.org/officeDocument/2006/relationships/image"/><Relationship Id="rId49" Target="../media/image519.svg" Type="http://schemas.openxmlformats.org/officeDocument/2006/relationships/image"/><Relationship Id="rId5" Target="../media/image476.png" Type="http://schemas.openxmlformats.org/officeDocument/2006/relationships/image"/><Relationship Id="rId50" Target="../media/image520.png" Type="http://schemas.openxmlformats.org/officeDocument/2006/relationships/image"/><Relationship Id="rId51" Target="../media/image521.svg" Type="http://schemas.openxmlformats.org/officeDocument/2006/relationships/image"/><Relationship Id="rId52" Target="../media/image522.png" Type="http://schemas.openxmlformats.org/officeDocument/2006/relationships/image"/><Relationship Id="rId53" Target="../media/image523.svg" Type="http://schemas.openxmlformats.org/officeDocument/2006/relationships/image"/><Relationship Id="rId54" Target="../media/image524.png" Type="http://schemas.openxmlformats.org/officeDocument/2006/relationships/image"/><Relationship Id="rId55" Target="../media/image525.svg" Type="http://schemas.openxmlformats.org/officeDocument/2006/relationships/image"/><Relationship Id="rId56" Target="../media/image526.png" Type="http://schemas.openxmlformats.org/officeDocument/2006/relationships/image"/><Relationship Id="rId57" Target="../media/image527.svg" Type="http://schemas.openxmlformats.org/officeDocument/2006/relationships/image"/><Relationship Id="rId58" Target="../media/image528.png" Type="http://schemas.openxmlformats.org/officeDocument/2006/relationships/image"/><Relationship Id="rId59" Target="../media/image529.svg" Type="http://schemas.openxmlformats.org/officeDocument/2006/relationships/image"/><Relationship Id="rId6" Target="../media/image477.svg" Type="http://schemas.openxmlformats.org/officeDocument/2006/relationships/image"/><Relationship Id="rId60" Target="../media/image530.png" Type="http://schemas.openxmlformats.org/officeDocument/2006/relationships/image"/><Relationship Id="rId61" Target="../media/image531.svg" Type="http://schemas.openxmlformats.org/officeDocument/2006/relationships/image"/><Relationship Id="rId62" Target="../media/image532.png" Type="http://schemas.openxmlformats.org/officeDocument/2006/relationships/image"/><Relationship Id="rId63" Target="../media/image533.svg" Type="http://schemas.openxmlformats.org/officeDocument/2006/relationships/image"/><Relationship Id="rId64" Target="../media/image534.png" Type="http://schemas.openxmlformats.org/officeDocument/2006/relationships/image"/><Relationship Id="rId65" Target="../media/image535.svg" Type="http://schemas.openxmlformats.org/officeDocument/2006/relationships/image"/><Relationship Id="rId66" Target="../media/image536.png" Type="http://schemas.openxmlformats.org/officeDocument/2006/relationships/image"/><Relationship Id="rId67" Target="../media/image537.svg" Type="http://schemas.openxmlformats.org/officeDocument/2006/relationships/image"/><Relationship Id="rId7" Target="../media/image8.jpeg" Type="http://schemas.openxmlformats.org/officeDocument/2006/relationships/image"/><Relationship Id="rId8" Target="../media/image478.png" Type="http://schemas.openxmlformats.org/officeDocument/2006/relationships/image"/><Relationship Id="rId9" Target="../media/image479.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5.svg" Type="http://schemas.openxmlformats.org/officeDocument/2006/relationships/image"/><Relationship Id="rId11" Target="../media/image546.png" Type="http://schemas.openxmlformats.org/officeDocument/2006/relationships/image"/><Relationship Id="rId12" Target="../media/image547.svg" Type="http://schemas.openxmlformats.org/officeDocument/2006/relationships/image"/><Relationship Id="rId13" Target="../media/image548.png" Type="http://schemas.openxmlformats.org/officeDocument/2006/relationships/image"/><Relationship Id="rId14" Target="../media/image549.svg" Type="http://schemas.openxmlformats.org/officeDocument/2006/relationships/image"/><Relationship Id="rId15" Target="../media/image550.png" Type="http://schemas.openxmlformats.org/officeDocument/2006/relationships/image"/><Relationship Id="rId16" Target="../media/image551.svg" Type="http://schemas.openxmlformats.org/officeDocument/2006/relationships/image"/><Relationship Id="rId17" Target="../media/image552.png" Type="http://schemas.openxmlformats.org/officeDocument/2006/relationships/image"/><Relationship Id="rId18" Target="../media/image553.svg" Type="http://schemas.openxmlformats.org/officeDocument/2006/relationships/image"/><Relationship Id="rId19" Target="../media/image554.png" Type="http://schemas.openxmlformats.org/officeDocument/2006/relationships/image"/><Relationship Id="rId2" Target="../notesSlides/notesSlide44.xml" Type="http://schemas.openxmlformats.org/officeDocument/2006/relationships/notesSlide"/><Relationship Id="rId20" Target="../media/image555.svg" Type="http://schemas.openxmlformats.org/officeDocument/2006/relationships/image"/><Relationship Id="rId21" Target="../media/image556.png" Type="http://schemas.openxmlformats.org/officeDocument/2006/relationships/image"/><Relationship Id="rId22" Target="../media/image557.svg" Type="http://schemas.openxmlformats.org/officeDocument/2006/relationships/image"/><Relationship Id="rId23" Target="../media/image558.png" Type="http://schemas.openxmlformats.org/officeDocument/2006/relationships/image"/><Relationship Id="rId24" Target="../media/image559.svg" Type="http://schemas.openxmlformats.org/officeDocument/2006/relationships/image"/><Relationship Id="rId25" Target="../media/image8.jpeg" Type="http://schemas.openxmlformats.org/officeDocument/2006/relationships/image"/><Relationship Id="rId26" Target="../media/image560.png" Type="http://schemas.openxmlformats.org/officeDocument/2006/relationships/image"/><Relationship Id="rId27" Target="../media/image561.svg" Type="http://schemas.openxmlformats.org/officeDocument/2006/relationships/image"/><Relationship Id="rId28" Target="../media/image562.png" Type="http://schemas.openxmlformats.org/officeDocument/2006/relationships/image"/><Relationship Id="rId29" Target="../media/image563.svg" Type="http://schemas.openxmlformats.org/officeDocument/2006/relationships/image"/><Relationship Id="rId3" Target="../media/image538.png" Type="http://schemas.openxmlformats.org/officeDocument/2006/relationships/image"/><Relationship Id="rId30" Target="../media/image564.png" Type="http://schemas.openxmlformats.org/officeDocument/2006/relationships/image"/><Relationship Id="rId31" Target="../media/image565.svg" Type="http://schemas.openxmlformats.org/officeDocument/2006/relationships/image"/><Relationship Id="rId32" Target="../media/image566.png" Type="http://schemas.openxmlformats.org/officeDocument/2006/relationships/image"/><Relationship Id="rId33" Target="../media/image567.svg" Type="http://schemas.openxmlformats.org/officeDocument/2006/relationships/image"/><Relationship Id="rId34" Target="../media/image568.png" Type="http://schemas.openxmlformats.org/officeDocument/2006/relationships/image"/><Relationship Id="rId35" Target="../media/image569.svg" Type="http://schemas.openxmlformats.org/officeDocument/2006/relationships/image"/><Relationship Id="rId36" Target="../media/image570.png" Type="http://schemas.openxmlformats.org/officeDocument/2006/relationships/image"/><Relationship Id="rId37" Target="../media/image571.svg" Type="http://schemas.openxmlformats.org/officeDocument/2006/relationships/image"/><Relationship Id="rId38" Target="../media/image572.png" Type="http://schemas.openxmlformats.org/officeDocument/2006/relationships/image"/><Relationship Id="rId39" Target="../media/image573.svg" Type="http://schemas.openxmlformats.org/officeDocument/2006/relationships/image"/><Relationship Id="rId4" Target="../media/image539.svg" Type="http://schemas.openxmlformats.org/officeDocument/2006/relationships/image"/><Relationship Id="rId40" Target="../media/image574.png" Type="http://schemas.openxmlformats.org/officeDocument/2006/relationships/image"/><Relationship Id="rId41" Target="../media/image575.svg" Type="http://schemas.openxmlformats.org/officeDocument/2006/relationships/image"/><Relationship Id="rId42" Target="../media/image576.png" Type="http://schemas.openxmlformats.org/officeDocument/2006/relationships/image"/><Relationship Id="rId43" Target="../media/image577.svg" Type="http://schemas.openxmlformats.org/officeDocument/2006/relationships/image"/><Relationship Id="rId44" Target="../media/image578.png" Type="http://schemas.openxmlformats.org/officeDocument/2006/relationships/image"/><Relationship Id="rId45" Target="../media/image579.svg" Type="http://schemas.openxmlformats.org/officeDocument/2006/relationships/image"/><Relationship Id="rId46" Target="../media/image580.png" Type="http://schemas.openxmlformats.org/officeDocument/2006/relationships/image"/><Relationship Id="rId47" Target="../media/image581.svg" Type="http://schemas.openxmlformats.org/officeDocument/2006/relationships/image"/><Relationship Id="rId48" Target="../media/image582.png" Type="http://schemas.openxmlformats.org/officeDocument/2006/relationships/image"/><Relationship Id="rId49" Target="../media/image583.svg" Type="http://schemas.openxmlformats.org/officeDocument/2006/relationships/image"/><Relationship Id="rId5" Target="../media/image540.png" Type="http://schemas.openxmlformats.org/officeDocument/2006/relationships/image"/><Relationship Id="rId50" Target="../media/image584.png" Type="http://schemas.openxmlformats.org/officeDocument/2006/relationships/image"/><Relationship Id="rId51" Target="../media/image585.svg" Type="http://schemas.openxmlformats.org/officeDocument/2006/relationships/image"/><Relationship Id="rId52" Target="../media/image586.png" Type="http://schemas.openxmlformats.org/officeDocument/2006/relationships/image"/><Relationship Id="rId53" Target="../media/image587.svg" Type="http://schemas.openxmlformats.org/officeDocument/2006/relationships/image"/><Relationship Id="rId54" Target="../media/image588.png" Type="http://schemas.openxmlformats.org/officeDocument/2006/relationships/image"/><Relationship Id="rId55" Target="../media/image589.svg" Type="http://schemas.openxmlformats.org/officeDocument/2006/relationships/image"/><Relationship Id="rId56" Target="../media/image590.png" Type="http://schemas.openxmlformats.org/officeDocument/2006/relationships/image"/><Relationship Id="rId57" Target="../media/image591.svg" Type="http://schemas.openxmlformats.org/officeDocument/2006/relationships/image"/><Relationship Id="rId6" Target="../media/image541.svg" Type="http://schemas.openxmlformats.org/officeDocument/2006/relationships/image"/><Relationship Id="rId7" Target="../media/image542.png" Type="http://schemas.openxmlformats.org/officeDocument/2006/relationships/image"/><Relationship Id="rId8" Target="../media/image543.svg" Type="http://schemas.openxmlformats.org/officeDocument/2006/relationships/image"/><Relationship Id="rId9" Target="../media/image544.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8.png" Type="http://schemas.openxmlformats.org/officeDocument/2006/relationships/image"/><Relationship Id="rId100" Target="../media/image688.png" Type="http://schemas.openxmlformats.org/officeDocument/2006/relationships/image"/><Relationship Id="rId101" Target="../media/image689.svg" Type="http://schemas.openxmlformats.org/officeDocument/2006/relationships/image"/><Relationship Id="rId102" Target="../media/image690.png" Type="http://schemas.openxmlformats.org/officeDocument/2006/relationships/image"/><Relationship Id="rId103" Target="../media/image691.svg" Type="http://schemas.openxmlformats.org/officeDocument/2006/relationships/image"/><Relationship Id="rId104" Target="../media/image692.png" Type="http://schemas.openxmlformats.org/officeDocument/2006/relationships/image"/><Relationship Id="rId105" Target="../media/image693.svg" Type="http://schemas.openxmlformats.org/officeDocument/2006/relationships/image"/><Relationship Id="rId106" Target="../media/image694.png" Type="http://schemas.openxmlformats.org/officeDocument/2006/relationships/image"/><Relationship Id="rId107" Target="../media/image695.svg" Type="http://schemas.openxmlformats.org/officeDocument/2006/relationships/image"/><Relationship Id="rId108" Target="../media/image696.png" Type="http://schemas.openxmlformats.org/officeDocument/2006/relationships/image"/><Relationship Id="rId109" Target="../media/image697.svg" Type="http://schemas.openxmlformats.org/officeDocument/2006/relationships/image"/><Relationship Id="rId11" Target="../media/image599.svg" Type="http://schemas.openxmlformats.org/officeDocument/2006/relationships/image"/><Relationship Id="rId110" Target="../media/image698.png" Type="http://schemas.openxmlformats.org/officeDocument/2006/relationships/image"/><Relationship Id="rId111" Target="../media/image699.svg" Type="http://schemas.openxmlformats.org/officeDocument/2006/relationships/image"/><Relationship Id="rId112" Target="../media/image700.png" Type="http://schemas.openxmlformats.org/officeDocument/2006/relationships/image"/><Relationship Id="rId113" Target="../media/image701.svg" Type="http://schemas.openxmlformats.org/officeDocument/2006/relationships/image"/><Relationship Id="rId114" Target="../media/image702.png" Type="http://schemas.openxmlformats.org/officeDocument/2006/relationships/image"/><Relationship Id="rId115" Target="../media/image703.svg" Type="http://schemas.openxmlformats.org/officeDocument/2006/relationships/image"/><Relationship Id="rId116" Target="../media/image704.png" Type="http://schemas.openxmlformats.org/officeDocument/2006/relationships/image"/><Relationship Id="rId117" Target="../media/image705.svg" Type="http://schemas.openxmlformats.org/officeDocument/2006/relationships/image"/><Relationship Id="rId118" Target="../media/image706.png" Type="http://schemas.openxmlformats.org/officeDocument/2006/relationships/image"/><Relationship Id="rId119" Target="../media/image707.svg" Type="http://schemas.openxmlformats.org/officeDocument/2006/relationships/image"/><Relationship Id="rId12" Target="../media/image600.png" Type="http://schemas.openxmlformats.org/officeDocument/2006/relationships/image"/><Relationship Id="rId120" Target="../media/image708.png" Type="http://schemas.openxmlformats.org/officeDocument/2006/relationships/image"/><Relationship Id="rId121" Target="../media/image709.svg" Type="http://schemas.openxmlformats.org/officeDocument/2006/relationships/image"/><Relationship Id="rId122" Target="../media/image710.png" Type="http://schemas.openxmlformats.org/officeDocument/2006/relationships/image"/><Relationship Id="rId123" Target="../media/image711.svg" Type="http://schemas.openxmlformats.org/officeDocument/2006/relationships/image"/><Relationship Id="rId124" Target="../media/image712.png" Type="http://schemas.openxmlformats.org/officeDocument/2006/relationships/image"/><Relationship Id="rId125" Target="../media/image713.svg" Type="http://schemas.openxmlformats.org/officeDocument/2006/relationships/image"/><Relationship Id="rId126" Target="../media/image714.png" Type="http://schemas.openxmlformats.org/officeDocument/2006/relationships/image"/><Relationship Id="rId127" Target="../media/image715.svg" Type="http://schemas.openxmlformats.org/officeDocument/2006/relationships/image"/><Relationship Id="rId128" Target="../media/image716.png" Type="http://schemas.openxmlformats.org/officeDocument/2006/relationships/image"/><Relationship Id="rId129" Target="../media/image717.svg" Type="http://schemas.openxmlformats.org/officeDocument/2006/relationships/image"/><Relationship Id="rId13" Target="../media/image601.svg" Type="http://schemas.openxmlformats.org/officeDocument/2006/relationships/image"/><Relationship Id="rId130" Target="../media/image718.png" Type="http://schemas.openxmlformats.org/officeDocument/2006/relationships/image"/><Relationship Id="rId131" Target="../media/image719.svg" Type="http://schemas.openxmlformats.org/officeDocument/2006/relationships/image"/><Relationship Id="rId132" Target="../media/image720.png" Type="http://schemas.openxmlformats.org/officeDocument/2006/relationships/image"/><Relationship Id="rId133" Target="../media/image721.svg" Type="http://schemas.openxmlformats.org/officeDocument/2006/relationships/image"/><Relationship Id="rId134" Target="../media/image722.png" Type="http://schemas.openxmlformats.org/officeDocument/2006/relationships/image"/><Relationship Id="rId135" Target="../media/image723.svg" Type="http://schemas.openxmlformats.org/officeDocument/2006/relationships/image"/><Relationship Id="rId136" Target="../media/image724.png" Type="http://schemas.openxmlformats.org/officeDocument/2006/relationships/image"/><Relationship Id="rId137" Target="../media/image725.svg" Type="http://schemas.openxmlformats.org/officeDocument/2006/relationships/image"/><Relationship Id="rId138" Target="../media/image726.png" Type="http://schemas.openxmlformats.org/officeDocument/2006/relationships/image"/><Relationship Id="rId139" Target="../media/image727.svg" Type="http://schemas.openxmlformats.org/officeDocument/2006/relationships/image"/><Relationship Id="rId14" Target="../media/image602.png" Type="http://schemas.openxmlformats.org/officeDocument/2006/relationships/image"/><Relationship Id="rId140" Target="../media/image728.png" Type="http://schemas.openxmlformats.org/officeDocument/2006/relationships/image"/><Relationship Id="rId141" Target="../media/image729.svg" Type="http://schemas.openxmlformats.org/officeDocument/2006/relationships/image"/><Relationship Id="rId142" Target="../media/image730.png" Type="http://schemas.openxmlformats.org/officeDocument/2006/relationships/image"/><Relationship Id="rId143" Target="../media/image731.svg" Type="http://schemas.openxmlformats.org/officeDocument/2006/relationships/image"/><Relationship Id="rId144" Target="../media/image732.png" Type="http://schemas.openxmlformats.org/officeDocument/2006/relationships/image"/><Relationship Id="rId145" Target="../media/image733.svg" Type="http://schemas.openxmlformats.org/officeDocument/2006/relationships/image"/><Relationship Id="rId146" Target="../media/image734.png" Type="http://schemas.openxmlformats.org/officeDocument/2006/relationships/image"/><Relationship Id="rId147" Target="../media/image735.svg" Type="http://schemas.openxmlformats.org/officeDocument/2006/relationships/image"/><Relationship Id="rId148" Target="../media/image736.png" Type="http://schemas.openxmlformats.org/officeDocument/2006/relationships/image"/><Relationship Id="rId149" Target="../media/image737.svg" Type="http://schemas.openxmlformats.org/officeDocument/2006/relationships/image"/><Relationship Id="rId15" Target="../media/image603.svg" Type="http://schemas.openxmlformats.org/officeDocument/2006/relationships/image"/><Relationship Id="rId150" Target="../media/image738.png" Type="http://schemas.openxmlformats.org/officeDocument/2006/relationships/image"/><Relationship Id="rId151" Target="../media/image739.svg" Type="http://schemas.openxmlformats.org/officeDocument/2006/relationships/image"/><Relationship Id="rId152" Target="../media/image740.png" Type="http://schemas.openxmlformats.org/officeDocument/2006/relationships/image"/><Relationship Id="rId153" Target="../media/image741.svg" Type="http://schemas.openxmlformats.org/officeDocument/2006/relationships/image"/><Relationship Id="rId154" Target="../media/image742.png" Type="http://schemas.openxmlformats.org/officeDocument/2006/relationships/image"/><Relationship Id="rId155" Target="../media/image743.svg" Type="http://schemas.openxmlformats.org/officeDocument/2006/relationships/image"/><Relationship Id="rId156" Target="../media/image744.png" Type="http://schemas.openxmlformats.org/officeDocument/2006/relationships/image"/><Relationship Id="rId157" Target="../media/image745.svg" Type="http://schemas.openxmlformats.org/officeDocument/2006/relationships/image"/><Relationship Id="rId158" Target="../media/image746.png" Type="http://schemas.openxmlformats.org/officeDocument/2006/relationships/image"/><Relationship Id="rId159" Target="../media/image747.svg" Type="http://schemas.openxmlformats.org/officeDocument/2006/relationships/image"/><Relationship Id="rId16" Target="../media/image604.png" Type="http://schemas.openxmlformats.org/officeDocument/2006/relationships/image"/><Relationship Id="rId160" Target="../media/image748.png" Type="http://schemas.openxmlformats.org/officeDocument/2006/relationships/image"/><Relationship Id="rId161" Target="../media/image749.svg" Type="http://schemas.openxmlformats.org/officeDocument/2006/relationships/image"/><Relationship Id="rId162" Target="../media/image750.png" Type="http://schemas.openxmlformats.org/officeDocument/2006/relationships/image"/><Relationship Id="rId163" Target="../media/image751.svg" Type="http://schemas.openxmlformats.org/officeDocument/2006/relationships/image"/><Relationship Id="rId164" Target="../media/image752.png" Type="http://schemas.openxmlformats.org/officeDocument/2006/relationships/image"/><Relationship Id="rId165" Target="../media/image753.svg" Type="http://schemas.openxmlformats.org/officeDocument/2006/relationships/image"/><Relationship Id="rId166" Target="../media/image754.png" Type="http://schemas.openxmlformats.org/officeDocument/2006/relationships/image"/><Relationship Id="rId167" Target="../media/image755.svg" Type="http://schemas.openxmlformats.org/officeDocument/2006/relationships/image"/><Relationship Id="rId168" Target="../media/image756.png" Type="http://schemas.openxmlformats.org/officeDocument/2006/relationships/image"/><Relationship Id="rId169" Target="../media/image757.svg" Type="http://schemas.openxmlformats.org/officeDocument/2006/relationships/image"/><Relationship Id="rId17" Target="../media/image605.svg" Type="http://schemas.openxmlformats.org/officeDocument/2006/relationships/image"/><Relationship Id="rId170" Target="../media/image758.png" Type="http://schemas.openxmlformats.org/officeDocument/2006/relationships/image"/><Relationship Id="rId171" Target="../media/image759.svg" Type="http://schemas.openxmlformats.org/officeDocument/2006/relationships/image"/><Relationship Id="rId172" Target="../media/image760.png" Type="http://schemas.openxmlformats.org/officeDocument/2006/relationships/image"/><Relationship Id="rId173" Target="../media/image761.svg" Type="http://schemas.openxmlformats.org/officeDocument/2006/relationships/image"/><Relationship Id="rId174" Target="../media/image762.png" Type="http://schemas.openxmlformats.org/officeDocument/2006/relationships/image"/><Relationship Id="rId175" Target="../media/image763.svg" Type="http://schemas.openxmlformats.org/officeDocument/2006/relationships/image"/><Relationship Id="rId176" Target="../media/image764.png" Type="http://schemas.openxmlformats.org/officeDocument/2006/relationships/image"/><Relationship Id="rId177" Target="../media/image765.svg" Type="http://schemas.openxmlformats.org/officeDocument/2006/relationships/image"/><Relationship Id="rId178" Target="../media/image766.png" Type="http://schemas.openxmlformats.org/officeDocument/2006/relationships/image"/><Relationship Id="rId179" Target="../media/image767.svg" Type="http://schemas.openxmlformats.org/officeDocument/2006/relationships/image"/><Relationship Id="rId18" Target="../media/image606.png" Type="http://schemas.openxmlformats.org/officeDocument/2006/relationships/image"/><Relationship Id="rId180" Target="../media/image768.png" Type="http://schemas.openxmlformats.org/officeDocument/2006/relationships/image"/><Relationship Id="rId181" Target="../media/image769.svg" Type="http://schemas.openxmlformats.org/officeDocument/2006/relationships/image"/><Relationship Id="rId182" Target="../media/image770.png" Type="http://schemas.openxmlformats.org/officeDocument/2006/relationships/image"/><Relationship Id="rId183" Target="../media/image771.svg" Type="http://schemas.openxmlformats.org/officeDocument/2006/relationships/image"/><Relationship Id="rId19" Target="../media/image607.svg" Type="http://schemas.openxmlformats.org/officeDocument/2006/relationships/image"/><Relationship Id="rId2" Target="../notesSlides/notesSlide45.xml" Type="http://schemas.openxmlformats.org/officeDocument/2006/relationships/notesSlide"/><Relationship Id="rId20" Target="../media/image608.png" Type="http://schemas.openxmlformats.org/officeDocument/2006/relationships/image"/><Relationship Id="rId21" Target="../media/image609.svg" Type="http://schemas.openxmlformats.org/officeDocument/2006/relationships/image"/><Relationship Id="rId22" Target="../media/image610.png" Type="http://schemas.openxmlformats.org/officeDocument/2006/relationships/image"/><Relationship Id="rId23" Target="../media/image611.svg" Type="http://schemas.openxmlformats.org/officeDocument/2006/relationships/image"/><Relationship Id="rId24" Target="../media/image612.png" Type="http://schemas.openxmlformats.org/officeDocument/2006/relationships/image"/><Relationship Id="rId25" Target="../media/image613.svg" Type="http://schemas.openxmlformats.org/officeDocument/2006/relationships/image"/><Relationship Id="rId26" Target="../media/image614.png" Type="http://schemas.openxmlformats.org/officeDocument/2006/relationships/image"/><Relationship Id="rId27" Target="../media/image615.svg" Type="http://schemas.openxmlformats.org/officeDocument/2006/relationships/image"/><Relationship Id="rId28" Target="../media/image616.png" Type="http://schemas.openxmlformats.org/officeDocument/2006/relationships/image"/><Relationship Id="rId29" Target="../media/image617.svg" Type="http://schemas.openxmlformats.org/officeDocument/2006/relationships/image"/><Relationship Id="rId3" Target="https://workspace.google.com/marketplace/app/icons_for_slides_docs/381578326502" TargetMode="External" Type="http://schemas.openxmlformats.org/officeDocument/2006/relationships/hyperlink"/><Relationship Id="rId30" Target="../media/image618.png" Type="http://schemas.openxmlformats.org/officeDocument/2006/relationships/image"/><Relationship Id="rId31" Target="../media/image619.svg" Type="http://schemas.openxmlformats.org/officeDocument/2006/relationships/image"/><Relationship Id="rId32" Target="../media/image620.png" Type="http://schemas.openxmlformats.org/officeDocument/2006/relationships/image"/><Relationship Id="rId33" Target="../media/image621.svg" Type="http://schemas.openxmlformats.org/officeDocument/2006/relationships/image"/><Relationship Id="rId34" Target="../media/image622.png" Type="http://schemas.openxmlformats.org/officeDocument/2006/relationships/image"/><Relationship Id="rId35" Target="../media/image623.svg" Type="http://schemas.openxmlformats.org/officeDocument/2006/relationships/image"/><Relationship Id="rId36" Target="../media/image624.png" Type="http://schemas.openxmlformats.org/officeDocument/2006/relationships/image"/><Relationship Id="rId37" Target="../media/image625.svg" Type="http://schemas.openxmlformats.org/officeDocument/2006/relationships/image"/><Relationship Id="rId38" Target="../media/image626.png" Type="http://schemas.openxmlformats.org/officeDocument/2006/relationships/image"/><Relationship Id="rId39" Target="../media/image627.svg" Type="http://schemas.openxmlformats.org/officeDocument/2006/relationships/image"/><Relationship Id="rId4" Target="../media/image592.png" Type="http://schemas.openxmlformats.org/officeDocument/2006/relationships/image"/><Relationship Id="rId40" Target="../media/image628.png" Type="http://schemas.openxmlformats.org/officeDocument/2006/relationships/image"/><Relationship Id="rId41" Target="../media/image629.svg" Type="http://schemas.openxmlformats.org/officeDocument/2006/relationships/image"/><Relationship Id="rId42" Target="../media/image630.png" Type="http://schemas.openxmlformats.org/officeDocument/2006/relationships/image"/><Relationship Id="rId43" Target="../media/image631.svg" Type="http://schemas.openxmlformats.org/officeDocument/2006/relationships/image"/><Relationship Id="rId44" Target="../media/image632.png" Type="http://schemas.openxmlformats.org/officeDocument/2006/relationships/image"/><Relationship Id="rId45" Target="../media/image633.svg" Type="http://schemas.openxmlformats.org/officeDocument/2006/relationships/image"/><Relationship Id="rId46" Target="../media/image634.png" Type="http://schemas.openxmlformats.org/officeDocument/2006/relationships/image"/><Relationship Id="rId47" Target="../media/image635.svg" Type="http://schemas.openxmlformats.org/officeDocument/2006/relationships/image"/><Relationship Id="rId48" Target="../media/image636.png" Type="http://schemas.openxmlformats.org/officeDocument/2006/relationships/image"/><Relationship Id="rId49" Target="../media/image637.svg" Type="http://schemas.openxmlformats.org/officeDocument/2006/relationships/image"/><Relationship Id="rId5" Target="../media/image593.svg" Type="http://schemas.openxmlformats.org/officeDocument/2006/relationships/image"/><Relationship Id="rId50" Target="../media/image638.png" Type="http://schemas.openxmlformats.org/officeDocument/2006/relationships/image"/><Relationship Id="rId51" Target="../media/image639.svg" Type="http://schemas.openxmlformats.org/officeDocument/2006/relationships/image"/><Relationship Id="rId52" Target="../media/image640.png" Type="http://schemas.openxmlformats.org/officeDocument/2006/relationships/image"/><Relationship Id="rId53" Target="../media/image641.svg" Type="http://schemas.openxmlformats.org/officeDocument/2006/relationships/image"/><Relationship Id="rId54" Target="../media/image642.png" Type="http://schemas.openxmlformats.org/officeDocument/2006/relationships/image"/><Relationship Id="rId55" Target="../media/image643.svg" Type="http://schemas.openxmlformats.org/officeDocument/2006/relationships/image"/><Relationship Id="rId56" Target="../media/image644.png" Type="http://schemas.openxmlformats.org/officeDocument/2006/relationships/image"/><Relationship Id="rId57" Target="../media/image645.svg" Type="http://schemas.openxmlformats.org/officeDocument/2006/relationships/image"/><Relationship Id="rId58" Target="../media/image646.png" Type="http://schemas.openxmlformats.org/officeDocument/2006/relationships/image"/><Relationship Id="rId59" Target="../media/image647.svg" Type="http://schemas.openxmlformats.org/officeDocument/2006/relationships/image"/><Relationship Id="rId6" Target="../media/image594.png" Type="http://schemas.openxmlformats.org/officeDocument/2006/relationships/image"/><Relationship Id="rId60" Target="../media/image648.png" Type="http://schemas.openxmlformats.org/officeDocument/2006/relationships/image"/><Relationship Id="rId61" Target="../media/image649.svg" Type="http://schemas.openxmlformats.org/officeDocument/2006/relationships/image"/><Relationship Id="rId62" Target="../media/image650.png" Type="http://schemas.openxmlformats.org/officeDocument/2006/relationships/image"/><Relationship Id="rId63" Target="../media/image651.svg" Type="http://schemas.openxmlformats.org/officeDocument/2006/relationships/image"/><Relationship Id="rId64" Target="../media/image652.png" Type="http://schemas.openxmlformats.org/officeDocument/2006/relationships/image"/><Relationship Id="rId65" Target="../media/image653.svg" Type="http://schemas.openxmlformats.org/officeDocument/2006/relationships/image"/><Relationship Id="rId66" Target="../media/image654.png" Type="http://schemas.openxmlformats.org/officeDocument/2006/relationships/image"/><Relationship Id="rId67" Target="../media/image655.svg" Type="http://schemas.openxmlformats.org/officeDocument/2006/relationships/image"/><Relationship Id="rId68" Target="../media/image656.png" Type="http://schemas.openxmlformats.org/officeDocument/2006/relationships/image"/><Relationship Id="rId69" Target="../media/image657.svg" Type="http://schemas.openxmlformats.org/officeDocument/2006/relationships/image"/><Relationship Id="rId7" Target="../media/image595.svg" Type="http://schemas.openxmlformats.org/officeDocument/2006/relationships/image"/><Relationship Id="rId70" Target="../media/image658.png" Type="http://schemas.openxmlformats.org/officeDocument/2006/relationships/image"/><Relationship Id="rId71" Target="../media/image659.svg" Type="http://schemas.openxmlformats.org/officeDocument/2006/relationships/image"/><Relationship Id="rId72" Target="../media/image660.png" Type="http://schemas.openxmlformats.org/officeDocument/2006/relationships/image"/><Relationship Id="rId73" Target="../media/image661.svg" Type="http://schemas.openxmlformats.org/officeDocument/2006/relationships/image"/><Relationship Id="rId74" Target="../media/image662.png" Type="http://schemas.openxmlformats.org/officeDocument/2006/relationships/image"/><Relationship Id="rId75" Target="../media/image663.svg" Type="http://schemas.openxmlformats.org/officeDocument/2006/relationships/image"/><Relationship Id="rId76" Target="../media/image664.png" Type="http://schemas.openxmlformats.org/officeDocument/2006/relationships/image"/><Relationship Id="rId77" Target="../media/image665.svg" Type="http://schemas.openxmlformats.org/officeDocument/2006/relationships/image"/><Relationship Id="rId78" Target="../media/image666.png" Type="http://schemas.openxmlformats.org/officeDocument/2006/relationships/image"/><Relationship Id="rId79" Target="../media/image667.svg" Type="http://schemas.openxmlformats.org/officeDocument/2006/relationships/image"/><Relationship Id="rId8" Target="../media/image596.png" Type="http://schemas.openxmlformats.org/officeDocument/2006/relationships/image"/><Relationship Id="rId80" Target="../media/image668.png" Type="http://schemas.openxmlformats.org/officeDocument/2006/relationships/image"/><Relationship Id="rId81" Target="../media/image669.svg" Type="http://schemas.openxmlformats.org/officeDocument/2006/relationships/image"/><Relationship Id="rId82" Target="../media/image670.png" Type="http://schemas.openxmlformats.org/officeDocument/2006/relationships/image"/><Relationship Id="rId83" Target="../media/image671.svg" Type="http://schemas.openxmlformats.org/officeDocument/2006/relationships/image"/><Relationship Id="rId84" Target="../media/image672.png" Type="http://schemas.openxmlformats.org/officeDocument/2006/relationships/image"/><Relationship Id="rId85" Target="../media/image673.svg" Type="http://schemas.openxmlformats.org/officeDocument/2006/relationships/image"/><Relationship Id="rId86" Target="../media/image674.png" Type="http://schemas.openxmlformats.org/officeDocument/2006/relationships/image"/><Relationship Id="rId87" Target="../media/image675.svg" Type="http://schemas.openxmlformats.org/officeDocument/2006/relationships/image"/><Relationship Id="rId88" Target="../media/image676.png" Type="http://schemas.openxmlformats.org/officeDocument/2006/relationships/image"/><Relationship Id="rId89" Target="../media/image677.svg" Type="http://schemas.openxmlformats.org/officeDocument/2006/relationships/image"/><Relationship Id="rId9" Target="../media/image597.svg" Type="http://schemas.openxmlformats.org/officeDocument/2006/relationships/image"/><Relationship Id="rId90" Target="../media/image678.png" Type="http://schemas.openxmlformats.org/officeDocument/2006/relationships/image"/><Relationship Id="rId91" Target="../media/image679.svg" Type="http://schemas.openxmlformats.org/officeDocument/2006/relationships/image"/><Relationship Id="rId92" Target="../media/image680.png" Type="http://schemas.openxmlformats.org/officeDocument/2006/relationships/image"/><Relationship Id="rId93" Target="../media/image681.svg" Type="http://schemas.openxmlformats.org/officeDocument/2006/relationships/image"/><Relationship Id="rId94" Target="../media/image682.png" Type="http://schemas.openxmlformats.org/officeDocument/2006/relationships/image"/><Relationship Id="rId95" Target="../media/image683.svg" Type="http://schemas.openxmlformats.org/officeDocument/2006/relationships/image"/><Relationship Id="rId96" Target="../media/image684.png" Type="http://schemas.openxmlformats.org/officeDocument/2006/relationships/image"/><Relationship Id="rId97" Target="../media/image685.svg" Type="http://schemas.openxmlformats.org/officeDocument/2006/relationships/image"/><Relationship Id="rId98" Target="../media/image686.png" Type="http://schemas.openxmlformats.org/officeDocument/2006/relationships/image"/><Relationship Id="rId99" Target="../media/image687.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9.svg" Type="http://schemas.openxmlformats.org/officeDocument/2006/relationships/image"/><Relationship Id="rId100" Target="../media/image869.svg" Type="http://schemas.openxmlformats.org/officeDocument/2006/relationships/image"/><Relationship Id="rId101" Target="../media/image870.png" Type="http://schemas.openxmlformats.org/officeDocument/2006/relationships/image"/><Relationship Id="rId102" Target="../media/image871.svg" Type="http://schemas.openxmlformats.org/officeDocument/2006/relationships/image"/><Relationship Id="rId103" Target="../media/image872.png" Type="http://schemas.openxmlformats.org/officeDocument/2006/relationships/image"/><Relationship Id="rId104" Target="../media/image873.svg" Type="http://schemas.openxmlformats.org/officeDocument/2006/relationships/image"/><Relationship Id="rId105" Target="../media/image874.png" Type="http://schemas.openxmlformats.org/officeDocument/2006/relationships/image"/><Relationship Id="rId106" Target="../media/image875.svg" Type="http://schemas.openxmlformats.org/officeDocument/2006/relationships/image"/><Relationship Id="rId107" Target="../media/image876.png" Type="http://schemas.openxmlformats.org/officeDocument/2006/relationships/image"/><Relationship Id="rId108" Target="../media/image877.svg" Type="http://schemas.openxmlformats.org/officeDocument/2006/relationships/image"/><Relationship Id="rId109" Target="../media/image878.png" Type="http://schemas.openxmlformats.org/officeDocument/2006/relationships/image"/><Relationship Id="rId11" Target="../media/image780.png" Type="http://schemas.openxmlformats.org/officeDocument/2006/relationships/image"/><Relationship Id="rId110" Target="../media/image879.svg" Type="http://schemas.openxmlformats.org/officeDocument/2006/relationships/image"/><Relationship Id="rId111" Target="../media/image880.png" Type="http://schemas.openxmlformats.org/officeDocument/2006/relationships/image"/><Relationship Id="rId112" Target="../media/image881.svg" Type="http://schemas.openxmlformats.org/officeDocument/2006/relationships/image"/><Relationship Id="rId113" Target="../media/image882.png" Type="http://schemas.openxmlformats.org/officeDocument/2006/relationships/image"/><Relationship Id="rId114" Target="../media/image883.svg" Type="http://schemas.openxmlformats.org/officeDocument/2006/relationships/image"/><Relationship Id="rId115" Target="../media/image884.png" Type="http://schemas.openxmlformats.org/officeDocument/2006/relationships/image"/><Relationship Id="rId116" Target="../media/image885.svg" Type="http://schemas.openxmlformats.org/officeDocument/2006/relationships/image"/><Relationship Id="rId117" Target="../media/image886.png" Type="http://schemas.openxmlformats.org/officeDocument/2006/relationships/image"/><Relationship Id="rId118" Target="../media/image887.svg" Type="http://schemas.openxmlformats.org/officeDocument/2006/relationships/image"/><Relationship Id="rId119" Target="../media/image888.png" Type="http://schemas.openxmlformats.org/officeDocument/2006/relationships/image"/><Relationship Id="rId12" Target="../media/image781.svg" Type="http://schemas.openxmlformats.org/officeDocument/2006/relationships/image"/><Relationship Id="rId120" Target="../media/image889.svg" Type="http://schemas.openxmlformats.org/officeDocument/2006/relationships/image"/><Relationship Id="rId121" Target="../media/image890.png" Type="http://schemas.openxmlformats.org/officeDocument/2006/relationships/image"/><Relationship Id="rId122" Target="../media/image891.svg" Type="http://schemas.openxmlformats.org/officeDocument/2006/relationships/image"/><Relationship Id="rId123" Target="../media/image892.png" Type="http://schemas.openxmlformats.org/officeDocument/2006/relationships/image"/><Relationship Id="rId124" Target="../media/image893.svg" Type="http://schemas.openxmlformats.org/officeDocument/2006/relationships/image"/><Relationship Id="rId125" Target="../media/image894.png" Type="http://schemas.openxmlformats.org/officeDocument/2006/relationships/image"/><Relationship Id="rId126" Target="../media/image895.svg" Type="http://schemas.openxmlformats.org/officeDocument/2006/relationships/image"/><Relationship Id="rId127" Target="../media/image896.png" Type="http://schemas.openxmlformats.org/officeDocument/2006/relationships/image"/><Relationship Id="rId128" Target="../media/image897.svg" Type="http://schemas.openxmlformats.org/officeDocument/2006/relationships/image"/><Relationship Id="rId129" Target="../media/image898.png" Type="http://schemas.openxmlformats.org/officeDocument/2006/relationships/image"/><Relationship Id="rId13" Target="../media/image782.png" Type="http://schemas.openxmlformats.org/officeDocument/2006/relationships/image"/><Relationship Id="rId130" Target="../media/image899.svg" Type="http://schemas.openxmlformats.org/officeDocument/2006/relationships/image"/><Relationship Id="rId131" Target="../media/image900.png" Type="http://schemas.openxmlformats.org/officeDocument/2006/relationships/image"/><Relationship Id="rId132" Target="../media/image901.svg" Type="http://schemas.openxmlformats.org/officeDocument/2006/relationships/image"/><Relationship Id="rId133" Target="../media/image902.png" Type="http://schemas.openxmlformats.org/officeDocument/2006/relationships/image"/><Relationship Id="rId134" Target="../media/image903.svg" Type="http://schemas.openxmlformats.org/officeDocument/2006/relationships/image"/><Relationship Id="rId135" Target="../media/image904.png" Type="http://schemas.openxmlformats.org/officeDocument/2006/relationships/image"/><Relationship Id="rId136" Target="../media/image905.svg" Type="http://schemas.openxmlformats.org/officeDocument/2006/relationships/image"/><Relationship Id="rId137" Target="../media/image906.png" Type="http://schemas.openxmlformats.org/officeDocument/2006/relationships/image"/><Relationship Id="rId138" Target="../media/image907.svg" Type="http://schemas.openxmlformats.org/officeDocument/2006/relationships/image"/><Relationship Id="rId139" Target="../media/image908.png" Type="http://schemas.openxmlformats.org/officeDocument/2006/relationships/image"/><Relationship Id="rId14" Target="../media/image783.svg" Type="http://schemas.openxmlformats.org/officeDocument/2006/relationships/image"/><Relationship Id="rId140" Target="../media/image909.svg" Type="http://schemas.openxmlformats.org/officeDocument/2006/relationships/image"/><Relationship Id="rId141" Target="../media/image910.png" Type="http://schemas.openxmlformats.org/officeDocument/2006/relationships/image"/><Relationship Id="rId142" Target="../media/image911.svg" Type="http://schemas.openxmlformats.org/officeDocument/2006/relationships/image"/><Relationship Id="rId143" Target="../media/image912.png" Type="http://schemas.openxmlformats.org/officeDocument/2006/relationships/image"/><Relationship Id="rId144" Target="../media/image913.svg" Type="http://schemas.openxmlformats.org/officeDocument/2006/relationships/image"/><Relationship Id="rId145" Target="../media/image914.png" Type="http://schemas.openxmlformats.org/officeDocument/2006/relationships/image"/><Relationship Id="rId146" Target="../media/image915.svg" Type="http://schemas.openxmlformats.org/officeDocument/2006/relationships/image"/><Relationship Id="rId147" Target="../media/image916.png" Type="http://schemas.openxmlformats.org/officeDocument/2006/relationships/image"/><Relationship Id="rId148" Target="../media/image917.svg" Type="http://schemas.openxmlformats.org/officeDocument/2006/relationships/image"/><Relationship Id="rId149" Target="../media/image918.png" Type="http://schemas.openxmlformats.org/officeDocument/2006/relationships/image"/><Relationship Id="rId15" Target="../media/image784.png" Type="http://schemas.openxmlformats.org/officeDocument/2006/relationships/image"/><Relationship Id="rId150" Target="../media/image919.svg" Type="http://schemas.openxmlformats.org/officeDocument/2006/relationships/image"/><Relationship Id="rId151" Target="../media/image920.png" Type="http://schemas.openxmlformats.org/officeDocument/2006/relationships/image"/><Relationship Id="rId152" Target="../media/image921.svg" Type="http://schemas.openxmlformats.org/officeDocument/2006/relationships/image"/><Relationship Id="rId153" Target="../media/image922.png" Type="http://schemas.openxmlformats.org/officeDocument/2006/relationships/image"/><Relationship Id="rId154" Target="../media/image923.svg" Type="http://schemas.openxmlformats.org/officeDocument/2006/relationships/image"/><Relationship Id="rId155" Target="../media/image924.png" Type="http://schemas.openxmlformats.org/officeDocument/2006/relationships/image"/><Relationship Id="rId156" Target="../media/image925.svg" Type="http://schemas.openxmlformats.org/officeDocument/2006/relationships/image"/><Relationship Id="rId157" Target="../media/image926.png" Type="http://schemas.openxmlformats.org/officeDocument/2006/relationships/image"/><Relationship Id="rId158" Target="../media/image927.svg" Type="http://schemas.openxmlformats.org/officeDocument/2006/relationships/image"/><Relationship Id="rId159" Target="../media/image928.png" Type="http://schemas.openxmlformats.org/officeDocument/2006/relationships/image"/><Relationship Id="rId16" Target="../media/image785.svg" Type="http://schemas.openxmlformats.org/officeDocument/2006/relationships/image"/><Relationship Id="rId160" Target="../media/image929.svg" Type="http://schemas.openxmlformats.org/officeDocument/2006/relationships/image"/><Relationship Id="rId161" Target="../media/image930.png" Type="http://schemas.openxmlformats.org/officeDocument/2006/relationships/image"/><Relationship Id="rId162" Target="../media/image931.svg" Type="http://schemas.openxmlformats.org/officeDocument/2006/relationships/image"/><Relationship Id="rId163" Target="../media/image932.png" Type="http://schemas.openxmlformats.org/officeDocument/2006/relationships/image"/><Relationship Id="rId164" Target="../media/image933.svg" Type="http://schemas.openxmlformats.org/officeDocument/2006/relationships/image"/><Relationship Id="rId165" Target="../media/image934.png" Type="http://schemas.openxmlformats.org/officeDocument/2006/relationships/image"/><Relationship Id="rId166" Target="../media/image935.svg" Type="http://schemas.openxmlformats.org/officeDocument/2006/relationships/image"/><Relationship Id="rId167" Target="../media/image936.png" Type="http://schemas.openxmlformats.org/officeDocument/2006/relationships/image"/><Relationship Id="rId168" Target="../media/image937.svg" Type="http://schemas.openxmlformats.org/officeDocument/2006/relationships/image"/><Relationship Id="rId169" Target="../media/image938.png" Type="http://schemas.openxmlformats.org/officeDocument/2006/relationships/image"/><Relationship Id="rId17" Target="../media/image786.png" Type="http://schemas.openxmlformats.org/officeDocument/2006/relationships/image"/><Relationship Id="rId170" Target="../media/image939.svg" Type="http://schemas.openxmlformats.org/officeDocument/2006/relationships/image"/><Relationship Id="rId171" Target="../media/image940.png" Type="http://schemas.openxmlformats.org/officeDocument/2006/relationships/image"/><Relationship Id="rId172" Target="../media/image941.svg" Type="http://schemas.openxmlformats.org/officeDocument/2006/relationships/image"/><Relationship Id="rId173" Target="../media/image942.png" Type="http://schemas.openxmlformats.org/officeDocument/2006/relationships/image"/><Relationship Id="rId174" Target="../media/image943.svg" Type="http://schemas.openxmlformats.org/officeDocument/2006/relationships/image"/><Relationship Id="rId175" Target="../media/image944.png" Type="http://schemas.openxmlformats.org/officeDocument/2006/relationships/image"/><Relationship Id="rId176" Target="../media/image945.svg" Type="http://schemas.openxmlformats.org/officeDocument/2006/relationships/image"/><Relationship Id="rId177" Target="../media/image946.png" Type="http://schemas.openxmlformats.org/officeDocument/2006/relationships/image"/><Relationship Id="rId178" Target="../media/image947.svg" Type="http://schemas.openxmlformats.org/officeDocument/2006/relationships/image"/><Relationship Id="rId179" Target="../media/image948.png" Type="http://schemas.openxmlformats.org/officeDocument/2006/relationships/image"/><Relationship Id="rId18" Target="../media/image787.svg" Type="http://schemas.openxmlformats.org/officeDocument/2006/relationships/image"/><Relationship Id="rId180" Target="../media/image949.svg" Type="http://schemas.openxmlformats.org/officeDocument/2006/relationships/image"/><Relationship Id="rId181" Target="../media/image950.png" Type="http://schemas.openxmlformats.org/officeDocument/2006/relationships/image"/><Relationship Id="rId182" Target="../media/image951.svg" Type="http://schemas.openxmlformats.org/officeDocument/2006/relationships/image"/><Relationship Id="rId183" Target="../media/image952.png" Type="http://schemas.openxmlformats.org/officeDocument/2006/relationships/image"/><Relationship Id="rId184" Target="../media/image953.svg" Type="http://schemas.openxmlformats.org/officeDocument/2006/relationships/image"/><Relationship Id="rId185" Target="../media/image954.png" Type="http://schemas.openxmlformats.org/officeDocument/2006/relationships/image"/><Relationship Id="rId186" Target="../media/image955.svg" Type="http://schemas.openxmlformats.org/officeDocument/2006/relationships/image"/><Relationship Id="rId187" Target="../media/image956.png" Type="http://schemas.openxmlformats.org/officeDocument/2006/relationships/image"/><Relationship Id="rId188" Target="../media/image957.svg" Type="http://schemas.openxmlformats.org/officeDocument/2006/relationships/image"/><Relationship Id="rId189" Target="../media/image958.png" Type="http://schemas.openxmlformats.org/officeDocument/2006/relationships/image"/><Relationship Id="rId19" Target="../media/image788.png" Type="http://schemas.openxmlformats.org/officeDocument/2006/relationships/image"/><Relationship Id="rId190" Target="../media/image959.svg" Type="http://schemas.openxmlformats.org/officeDocument/2006/relationships/image"/><Relationship Id="rId191" Target="../media/image960.png" Type="http://schemas.openxmlformats.org/officeDocument/2006/relationships/image"/><Relationship Id="rId192" Target="../media/image961.svg" Type="http://schemas.openxmlformats.org/officeDocument/2006/relationships/image"/><Relationship Id="rId193" Target="../media/image962.png" Type="http://schemas.openxmlformats.org/officeDocument/2006/relationships/image"/><Relationship Id="rId194" Target="../media/image963.svg" Type="http://schemas.openxmlformats.org/officeDocument/2006/relationships/image"/><Relationship Id="rId195" Target="../media/image964.png" Type="http://schemas.openxmlformats.org/officeDocument/2006/relationships/image"/><Relationship Id="rId196" Target="../media/image965.svg" Type="http://schemas.openxmlformats.org/officeDocument/2006/relationships/image"/><Relationship Id="rId197" Target="../media/image966.png" Type="http://schemas.openxmlformats.org/officeDocument/2006/relationships/image"/><Relationship Id="rId198" Target="../media/image967.svg" Type="http://schemas.openxmlformats.org/officeDocument/2006/relationships/image"/><Relationship Id="rId199" Target="../media/image968.png" Type="http://schemas.openxmlformats.org/officeDocument/2006/relationships/image"/><Relationship Id="rId2" Target="../notesSlides/notesSlide46.xml" Type="http://schemas.openxmlformats.org/officeDocument/2006/relationships/notesSlide"/><Relationship Id="rId20" Target="../media/image789.svg" Type="http://schemas.openxmlformats.org/officeDocument/2006/relationships/image"/><Relationship Id="rId200" Target="../media/image969.svg" Type="http://schemas.openxmlformats.org/officeDocument/2006/relationships/image"/><Relationship Id="rId201" Target="../media/image970.png" Type="http://schemas.openxmlformats.org/officeDocument/2006/relationships/image"/><Relationship Id="rId202" Target="../media/image971.svg" Type="http://schemas.openxmlformats.org/officeDocument/2006/relationships/image"/><Relationship Id="rId21" Target="../media/image790.png" Type="http://schemas.openxmlformats.org/officeDocument/2006/relationships/image"/><Relationship Id="rId22" Target="../media/image791.svg" Type="http://schemas.openxmlformats.org/officeDocument/2006/relationships/image"/><Relationship Id="rId23" Target="../media/image792.png" Type="http://schemas.openxmlformats.org/officeDocument/2006/relationships/image"/><Relationship Id="rId24" Target="../media/image793.svg" Type="http://schemas.openxmlformats.org/officeDocument/2006/relationships/image"/><Relationship Id="rId25" Target="../media/image794.png" Type="http://schemas.openxmlformats.org/officeDocument/2006/relationships/image"/><Relationship Id="rId26" Target="../media/image795.svg" Type="http://schemas.openxmlformats.org/officeDocument/2006/relationships/image"/><Relationship Id="rId27" Target="../media/image796.png" Type="http://schemas.openxmlformats.org/officeDocument/2006/relationships/image"/><Relationship Id="rId28" Target="../media/image797.svg" Type="http://schemas.openxmlformats.org/officeDocument/2006/relationships/image"/><Relationship Id="rId29" Target="../media/image798.png" Type="http://schemas.openxmlformats.org/officeDocument/2006/relationships/image"/><Relationship Id="rId3" Target="../media/image772.png" Type="http://schemas.openxmlformats.org/officeDocument/2006/relationships/image"/><Relationship Id="rId30" Target="../media/image799.svg" Type="http://schemas.openxmlformats.org/officeDocument/2006/relationships/image"/><Relationship Id="rId31" Target="../media/image800.png" Type="http://schemas.openxmlformats.org/officeDocument/2006/relationships/image"/><Relationship Id="rId32" Target="../media/image801.svg" Type="http://schemas.openxmlformats.org/officeDocument/2006/relationships/image"/><Relationship Id="rId33" Target="../media/image802.png" Type="http://schemas.openxmlformats.org/officeDocument/2006/relationships/image"/><Relationship Id="rId34" Target="../media/image803.svg" Type="http://schemas.openxmlformats.org/officeDocument/2006/relationships/image"/><Relationship Id="rId35" Target="../media/image804.png" Type="http://schemas.openxmlformats.org/officeDocument/2006/relationships/image"/><Relationship Id="rId36" Target="../media/image805.svg" Type="http://schemas.openxmlformats.org/officeDocument/2006/relationships/image"/><Relationship Id="rId37" Target="../media/image806.png" Type="http://schemas.openxmlformats.org/officeDocument/2006/relationships/image"/><Relationship Id="rId38" Target="../media/image807.svg" Type="http://schemas.openxmlformats.org/officeDocument/2006/relationships/image"/><Relationship Id="rId39" Target="../media/image808.png" Type="http://schemas.openxmlformats.org/officeDocument/2006/relationships/image"/><Relationship Id="rId4" Target="../media/image773.svg" Type="http://schemas.openxmlformats.org/officeDocument/2006/relationships/image"/><Relationship Id="rId40" Target="../media/image809.svg" Type="http://schemas.openxmlformats.org/officeDocument/2006/relationships/image"/><Relationship Id="rId41" Target="../media/image810.png" Type="http://schemas.openxmlformats.org/officeDocument/2006/relationships/image"/><Relationship Id="rId42" Target="../media/image811.svg" Type="http://schemas.openxmlformats.org/officeDocument/2006/relationships/image"/><Relationship Id="rId43" Target="../media/image812.png" Type="http://schemas.openxmlformats.org/officeDocument/2006/relationships/image"/><Relationship Id="rId44" Target="../media/image813.svg" Type="http://schemas.openxmlformats.org/officeDocument/2006/relationships/image"/><Relationship Id="rId45" Target="../media/image814.png" Type="http://schemas.openxmlformats.org/officeDocument/2006/relationships/image"/><Relationship Id="rId46" Target="../media/image815.svg" Type="http://schemas.openxmlformats.org/officeDocument/2006/relationships/image"/><Relationship Id="rId47" Target="../media/image816.png" Type="http://schemas.openxmlformats.org/officeDocument/2006/relationships/image"/><Relationship Id="rId48" Target="../media/image817.svg" Type="http://schemas.openxmlformats.org/officeDocument/2006/relationships/image"/><Relationship Id="rId49" Target="../media/image818.png" Type="http://schemas.openxmlformats.org/officeDocument/2006/relationships/image"/><Relationship Id="rId5" Target="../media/image774.png" Type="http://schemas.openxmlformats.org/officeDocument/2006/relationships/image"/><Relationship Id="rId50" Target="../media/image819.svg" Type="http://schemas.openxmlformats.org/officeDocument/2006/relationships/image"/><Relationship Id="rId51" Target="../media/image820.png" Type="http://schemas.openxmlformats.org/officeDocument/2006/relationships/image"/><Relationship Id="rId52" Target="../media/image821.svg" Type="http://schemas.openxmlformats.org/officeDocument/2006/relationships/image"/><Relationship Id="rId53" Target="../media/image822.png" Type="http://schemas.openxmlformats.org/officeDocument/2006/relationships/image"/><Relationship Id="rId54" Target="../media/image823.svg" Type="http://schemas.openxmlformats.org/officeDocument/2006/relationships/image"/><Relationship Id="rId55" Target="../media/image824.png" Type="http://schemas.openxmlformats.org/officeDocument/2006/relationships/image"/><Relationship Id="rId56" Target="../media/image825.svg" Type="http://schemas.openxmlformats.org/officeDocument/2006/relationships/image"/><Relationship Id="rId57" Target="../media/image826.png" Type="http://schemas.openxmlformats.org/officeDocument/2006/relationships/image"/><Relationship Id="rId58" Target="../media/image827.svg" Type="http://schemas.openxmlformats.org/officeDocument/2006/relationships/image"/><Relationship Id="rId59" Target="../media/image828.png" Type="http://schemas.openxmlformats.org/officeDocument/2006/relationships/image"/><Relationship Id="rId6" Target="../media/image775.svg" Type="http://schemas.openxmlformats.org/officeDocument/2006/relationships/image"/><Relationship Id="rId60" Target="../media/image829.svg" Type="http://schemas.openxmlformats.org/officeDocument/2006/relationships/image"/><Relationship Id="rId61" Target="../media/image830.png" Type="http://schemas.openxmlformats.org/officeDocument/2006/relationships/image"/><Relationship Id="rId62" Target="../media/image831.svg" Type="http://schemas.openxmlformats.org/officeDocument/2006/relationships/image"/><Relationship Id="rId63" Target="../media/image832.png" Type="http://schemas.openxmlformats.org/officeDocument/2006/relationships/image"/><Relationship Id="rId64" Target="../media/image833.svg" Type="http://schemas.openxmlformats.org/officeDocument/2006/relationships/image"/><Relationship Id="rId65" Target="../media/image834.png" Type="http://schemas.openxmlformats.org/officeDocument/2006/relationships/image"/><Relationship Id="rId66" Target="../media/image835.svg" Type="http://schemas.openxmlformats.org/officeDocument/2006/relationships/image"/><Relationship Id="rId67" Target="../media/image836.png" Type="http://schemas.openxmlformats.org/officeDocument/2006/relationships/image"/><Relationship Id="rId68" Target="../media/image837.svg" Type="http://schemas.openxmlformats.org/officeDocument/2006/relationships/image"/><Relationship Id="rId69" Target="../media/image838.png" Type="http://schemas.openxmlformats.org/officeDocument/2006/relationships/image"/><Relationship Id="rId7" Target="../media/image776.png" Type="http://schemas.openxmlformats.org/officeDocument/2006/relationships/image"/><Relationship Id="rId70" Target="../media/image839.svg" Type="http://schemas.openxmlformats.org/officeDocument/2006/relationships/image"/><Relationship Id="rId71" Target="../media/image840.png" Type="http://schemas.openxmlformats.org/officeDocument/2006/relationships/image"/><Relationship Id="rId72" Target="../media/image841.svg" Type="http://schemas.openxmlformats.org/officeDocument/2006/relationships/image"/><Relationship Id="rId73" Target="../media/image842.png" Type="http://schemas.openxmlformats.org/officeDocument/2006/relationships/image"/><Relationship Id="rId74" Target="../media/image843.svg" Type="http://schemas.openxmlformats.org/officeDocument/2006/relationships/image"/><Relationship Id="rId75" Target="../media/image844.png" Type="http://schemas.openxmlformats.org/officeDocument/2006/relationships/image"/><Relationship Id="rId76" Target="../media/image845.svg" Type="http://schemas.openxmlformats.org/officeDocument/2006/relationships/image"/><Relationship Id="rId77" Target="../media/image846.png" Type="http://schemas.openxmlformats.org/officeDocument/2006/relationships/image"/><Relationship Id="rId78" Target="../media/image847.svg" Type="http://schemas.openxmlformats.org/officeDocument/2006/relationships/image"/><Relationship Id="rId79" Target="../media/image848.png" Type="http://schemas.openxmlformats.org/officeDocument/2006/relationships/image"/><Relationship Id="rId8" Target="../media/image777.svg" Type="http://schemas.openxmlformats.org/officeDocument/2006/relationships/image"/><Relationship Id="rId80" Target="../media/image849.svg" Type="http://schemas.openxmlformats.org/officeDocument/2006/relationships/image"/><Relationship Id="rId81" Target="../media/image850.png" Type="http://schemas.openxmlformats.org/officeDocument/2006/relationships/image"/><Relationship Id="rId82" Target="../media/image851.svg" Type="http://schemas.openxmlformats.org/officeDocument/2006/relationships/image"/><Relationship Id="rId83" Target="../media/image852.png" Type="http://schemas.openxmlformats.org/officeDocument/2006/relationships/image"/><Relationship Id="rId84" Target="../media/image853.svg" Type="http://schemas.openxmlformats.org/officeDocument/2006/relationships/image"/><Relationship Id="rId85" Target="../media/image854.png" Type="http://schemas.openxmlformats.org/officeDocument/2006/relationships/image"/><Relationship Id="rId86" Target="../media/image855.svg" Type="http://schemas.openxmlformats.org/officeDocument/2006/relationships/image"/><Relationship Id="rId87" Target="../media/image856.png" Type="http://schemas.openxmlformats.org/officeDocument/2006/relationships/image"/><Relationship Id="rId88" Target="../media/image857.svg" Type="http://schemas.openxmlformats.org/officeDocument/2006/relationships/image"/><Relationship Id="rId89" Target="../media/image858.png" Type="http://schemas.openxmlformats.org/officeDocument/2006/relationships/image"/><Relationship Id="rId9" Target="../media/image778.png" Type="http://schemas.openxmlformats.org/officeDocument/2006/relationships/image"/><Relationship Id="rId90" Target="../media/image859.svg" Type="http://schemas.openxmlformats.org/officeDocument/2006/relationships/image"/><Relationship Id="rId91" Target="../media/image860.png" Type="http://schemas.openxmlformats.org/officeDocument/2006/relationships/image"/><Relationship Id="rId92" Target="../media/image861.svg" Type="http://schemas.openxmlformats.org/officeDocument/2006/relationships/image"/><Relationship Id="rId93" Target="../media/image862.png" Type="http://schemas.openxmlformats.org/officeDocument/2006/relationships/image"/><Relationship Id="rId94" Target="../media/image863.svg" Type="http://schemas.openxmlformats.org/officeDocument/2006/relationships/image"/><Relationship Id="rId95" Target="../media/image864.png" Type="http://schemas.openxmlformats.org/officeDocument/2006/relationships/image"/><Relationship Id="rId96" Target="../media/image865.svg" Type="http://schemas.openxmlformats.org/officeDocument/2006/relationships/image"/><Relationship Id="rId97" Target="../media/image866.png" Type="http://schemas.openxmlformats.org/officeDocument/2006/relationships/image"/><Relationship Id="rId98" Target="../media/image867.svg" Type="http://schemas.openxmlformats.org/officeDocument/2006/relationships/image"/><Relationship Id="rId99" Target="../media/image868.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79.svg" Type="http://schemas.openxmlformats.org/officeDocument/2006/relationships/image"/><Relationship Id="rId100" Target="../media/image1069.svg" Type="http://schemas.openxmlformats.org/officeDocument/2006/relationships/image"/><Relationship Id="rId101" Target="../media/image1070.png" Type="http://schemas.openxmlformats.org/officeDocument/2006/relationships/image"/><Relationship Id="rId102" Target="../media/image1071.svg" Type="http://schemas.openxmlformats.org/officeDocument/2006/relationships/image"/><Relationship Id="rId103" Target="../media/image1072.png" Type="http://schemas.openxmlformats.org/officeDocument/2006/relationships/image"/><Relationship Id="rId104" Target="../media/image1073.svg" Type="http://schemas.openxmlformats.org/officeDocument/2006/relationships/image"/><Relationship Id="rId105" Target="../media/image1074.png" Type="http://schemas.openxmlformats.org/officeDocument/2006/relationships/image"/><Relationship Id="rId106" Target="../media/image1075.svg" Type="http://schemas.openxmlformats.org/officeDocument/2006/relationships/image"/><Relationship Id="rId107" Target="../media/image1076.png" Type="http://schemas.openxmlformats.org/officeDocument/2006/relationships/image"/><Relationship Id="rId108" Target="../media/image1077.svg" Type="http://schemas.openxmlformats.org/officeDocument/2006/relationships/image"/><Relationship Id="rId109" Target="../media/image1078.png" Type="http://schemas.openxmlformats.org/officeDocument/2006/relationships/image"/><Relationship Id="rId11" Target="../media/image980.png" Type="http://schemas.openxmlformats.org/officeDocument/2006/relationships/image"/><Relationship Id="rId110" Target="../media/image1079.svg" Type="http://schemas.openxmlformats.org/officeDocument/2006/relationships/image"/><Relationship Id="rId111" Target="../media/image1080.png" Type="http://schemas.openxmlformats.org/officeDocument/2006/relationships/image"/><Relationship Id="rId112" Target="../media/image1081.svg" Type="http://schemas.openxmlformats.org/officeDocument/2006/relationships/image"/><Relationship Id="rId113" Target="../media/image1082.png" Type="http://schemas.openxmlformats.org/officeDocument/2006/relationships/image"/><Relationship Id="rId114" Target="../media/image1083.svg" Type="http://schemas.openxmlformats.org/officeDocument/2006/relationships/image"/><Relationship Id="rId115" Target="../media/image1084.png" Type="http://schemas.openxmlformats.org/officeDocument/2006/relationships/image"/><Relationship Id="rId116" Target="../media/image1085.svg" Type="http://schemas.openxmlformats.org/officeDocument/2006/relationships/image"/><Relationship Id="rId117" Target="../media/image1086.png" Type="http://schemas.openxmlformats.org/officeDocument/2006/relationships/image"/><Relationship Id="rId118" Target="../media/image1087.svg" Type="http://schemas.openxmlformats.org/officeDocument/2006/relationships/image"/><Relationship Id="rId119" Target="../media/image1088.png" Type="http://schemas.openxmlformats.org/officeDocument/2006/relationships/image"/><Relationship Id="rId12" Target="../media/image981.svg" Type="http://schemas.openxmlformats.org/officeDocument/2006/relationships/image"/><Relationship Id="rId120" Target="../media/image1089.svg" Type="http://schemas.openxmlformats.org/officeDocument/2006/relationships/image"/><Relationship Id="rId121" Target="../media/image1090.png" Type="http://schemas.openxmlformats.org/officeDocument/2006/relationships/image"/><Relationship Id="rId122" Target="../media/image1091.svg" Type="http://schemas.openxmlformats.org/officeDocument/2006/relationships/image"/><Relationship Id="rId123" Target="../media/image1092.png" Type="http://schemas.openxmlformats.org/officeDocument/2006/relationships/image"/><Relationship Id="rId124" Target="../media/image1093.svg" Type="http://schemas.openxmlformats.org/officeDocument/2006/relationships/image"/><Relationship Id="rId125" Target="../media/image1094.png" Type="http://schemas.openxmlformats.org/officeDocument/2006/relationships/image"/><Relationship Id="rId126" Target="../media/image1095.svg" Type="http://schemas.openxmlformats.org/officeDocument/2006/relationships/image"/><Relationship Id="rId127" Target="../media/image1096.png" Type="http://schemas.openxmlformats.org/officeDocument/2006/relationships/image"/><Relationship Id="rId128" Target="../media/image1097.svg" Type="http://schemas.openxmlformats.org/officeDocument/2006/relationships/image"/><Relationship Id="rId129" Target="../media/image1098.png" Type="http://schemas.openxmlformats.org/officeDocument/2006/relationships/image"/><Relationship Id="rId13" Target="../media/image982.png" Type="http://schemas.openxmlformats.org/officeDocument/2006/relationships/image"/><Relationship Id="rId130" Target="../media/image1099.svg" Type="http://schemas.openxmlformats.org/officeDocument/2006/relationships/image"/><Relationship Id="rId131" Target="../media/image1100.png" Type="http://schemas.openxmlformats.org/officeDocument/2006/relationships/image"/><Relationship Id="rId132" Target="../media/image1101.svg" Type="http://schemas.openxmlformats.org/officeDocument/2006/relationships/image"/><Relationship Id="rId133" Target="../media/image1102.png" Type="http://schemas.openxmlformats.org/officeDocument/2006/relationships/image"/><Relationship Id="rId134" Target="../media/image1103.svg" Type="http://schemas.openxmlformats.org/officeDocument/2006/relationships/image"/><Relationship Id="rId135" Target="../media/image1104.png" Type="http://schemas.openxmlformats.org/officeDocument/2006/relationships/image"/><Relationship Id="rId136" Target="../media/image1105.svg" Type="http://schemas.openxmlformats.org/officeDocument/2006/relationships/image"/><Relationship Id="rId137" Target="../media/image1106.png" Type="http://schemas.openxmlformats.org/officeDocument/2006/relationships/image"/><Relationship Id="rId138" Target="../media/image1107.svg" Type="http://schemas.openxmlformats.org/officeDocument/2006/relationships/image"/><Relationship Id="rId139" Target="../media/image1108.png" Type="http://schemas.openxmlformats.org/officeDocument/2006/relationships/image"/><Relationship Id="rId14" Target="../media/image983.svg" Type="http://schemas.openxmlformats.org/officeDocument/2006/relationships/image"/><Relationship Id="rId140" Target="../media/image1109.svg" Type="http://schemas.openxmlformats.org/officeDocument/2006/relationships/image"/><Relationship Id="rId141" Target="../media/image1110.png" Type="http://schemas.openxmlformats.org/officeDocument/2006/relationships/image"/><Relationship Id="rId142" Target="../media/image1111.svg" Type="http://schemas.openxmlformats.org/officeDocument/2006/relationships/image"/><Relationship Id="rId143" Target="../media/image1112.png" Type="http://schemas.openxmlformats.org/officeDocument/2006/relationships/image"/><Relationship Id="rId144" Target="../media/image1113.svg" Type="http://schemas.openxmlformats.org/officeDocument/2006/relationships/image"/><Relationship Id="rId145" Target="../media/image1114.png" Type="http://schemas.openxmlformats.org/officeDocument/2006/relationships/image"/><Relationship Id="rId146" Target="../media/image1115.svg" Type="http://schemas.openxmlformats.org/officeDocument/2006/relationships/image"/><Relationship Id="rId147" Target="../media/image1116.png" Type="http://schemas.openxmlformats.org/officeDocument/2006/relationships/image"/><Relationship Id="rId148" Target="../media/image1117.svg" Type="http://schemas.openxmlformats.org/officeDocument/2006/relationships/image"/><Relationship Id="rId149" Target="../media/image1118.png" Type="http://schemas.openxmlformats.org/officeDocument/2006/relationships/image"/><Relationship Id="rId15" Target="../media/image984.png" Type="http://schemas.openxmlformats.org/officeDocument/2006/relationships/image"/><Relationship Id="rId150" Target="../media/image1119.svg" Type="http://schemas.openxmlformats.org/officeDocument/2006/relationships/image"/><Relationship Id="rId151" Target="../media/image1120.png" Type="http://schemas.openxmlformats.org/officeDocument/2006/relationships/image"/><Relationship Id="rId152" Target="../media/image1121.svg" Type="http://schemas.openxmlformats.org/officeDocument/2006/relationships/image"/><Relationship Id="rId153" Target="../media/image1122.png" Type="http://schemas.openxmlformats.org/officeDocument/2006/relationships/image"/><Relationship Id="rId154" Target="../media/image1123.svg" Type="http://schemas.openxmlformats.org/officeDocument/2006/relationships/image"/><Relationship Id="rId155" Target="../media/image1124.png" Type="http://schemas.openxmlformats.org/officeDocument/2006/relationships/image"/><Relationship Id="rId156" Target="../media/image1125.svg" Type="http://schemas.openxmlformats.org/officeDocument/2006/relationships/image"/><Relationship Id="rId157" Target="../media/image1126.png" Type="http://schemas.openxmlformats.org/officeDocument/2006/relationships/image"/><Relationship Id="rId158" Target="../media/image1127.svg" Type="http://schemas.openxmlformats.org/officeDocument/2006/relationships/image"/><Relationship Id="rId159" Target="../media/image1128.png" Type="http://schemas.openxmlformats.org/officeDocument/2006/relationships/image"/><Relationship Id="rId16" Target="../media/image985.svg" Type="http://schemas.openxmlformats.org/officeDocument/2006/relationships/image"/><Relationship Id="rId160" Target="../media/image1129.svg" Type="http://schemas.openxmlformats.org/officeDocument/2006/relationships/image"/><Relationship Id="rId161" Target="../media/image1130.png" Type="http://schemas.openxmlformats.org/officeDocument/2006/relationships/image"/><Relationship Id="rId162" Target="../media/image1131.svg" Type="http://schemas.openxmlformats.org/officeDocument/2006/relationships/image"/><Relationship Id="rId163" Target="../media/image1132.png" Type="http://schemas.openxmlformats.org/officeDocument/2006/relationships/image"/><Relationship Id="rId164" Target="../media/image1133.svg" Type="http://schemas.openxmlformats.org/officeDocument/2006/relationships/image"/><Relationship Id="rId165" Target="../media/image1134.png" Type="http://schemas.openxmlformats.org/officeDocument/2006/relationships/image"/><Relationship Id="rId166" Target="../media/image1135.svg" Type="http://schemas.openxmlformats.org/officeDocument/2006/relationships/image"/><Relationship Id="rId167" Target="../media/image1136.png" Type="http://schemas.openxmlformats.org/officeDocument/2006/relationships/image"/><Relationship Id="rId168" Target="../media/image1137.svg" Type="http://schemas.openxmlformats.org/officeDocument/2006/relationships/image"/><Relationship Id="rId169" Target="../media/image1138.png" Type="http://schemas.openxmlformats.org/officeDocument/2006/relationships/image"/><Relationship Id="rId17" Target="../media/image986.png" Type="http://schemas.openxmlformats.org/officeDocument/2006/relationships/image"/><Relationship Id="rId170" Target="../media/image1139.svg" Type="http://schemas.openxmlformats.org/officeDocument/2006/relationships/image"/><Relationship Id="rId171" Target="../media/image1140.png" Type="http://schemas.openxmlformats.org/officeDocument/2006/relationships/image"/><Relationship Id="rId172" Target="../media/image1141.svg" Type="http://schemas.openxmlformats.org/officeDocument/2006/relationships/image"/><Relationship Id="rId173" Target="../media/image1142.png" Type="http://schemas.openxmlformats.org/officeDocument/2006/relationships/image"/><Relationship Id="rId174" Target="../media/image1143.svg" Type="http://schemas.openxmlformats.org/officeDocument/2006/relationships/image"/><Relationship Id="rId175" Target="../media/image1144.png" Type="http://schemas.openxmlformats.org/officeDocument/2006/relationships/image"/><Relationship Id="rId176" Target="../media/image1145.svg" Type="http://schemas.openxmlformats.org/officeDocument/2006/relationships/image"/><Relationship Id="rId177" Target="../media/image1146.png" Type="http://schemas.openxmlformats.org/officeDocument/2006/relationships/image"/><Relationship Id="rId178" Target="../media/image1147.svg" Type="http://schemas.openxmlformats.org/officeDocument/2006/relationships/image"/><Relationship Id="rId179" Target="../media/image1148.png" Type="http://schemas.openxmlformats.org/officeDocument/2006/relationships/image"/><Relationship Id="rId18" Target="../media/image987.svg" Type="http://schemas.openxmlformats.org/officeDocument/2006/relationships/image"/><Relationship Id="rId180" Target="../media/image1149.svg" Type="http://schemas.openxmlformats.org/officeDocument/2006/relationships/image"/><Relationship Id="rId181" Target="../media/image1150.png" Type="http://schemas.openxmlformats.org/officeDocument/2006/relationships/image"/><Relationship Id="rId182" Target="../media/image1151.svg" Type="http://schemas.openxmlformats.org/officeDocument/2006/relationships/image"/><Relationship Id="rId183" Target="../media/image1152.png" Type="http://schemas.openxmlformats.org/officeDocument/2006/relationships/image"/><Relationship Id="rId184" Target="../media/image1153.svg" Type="http://schemas.openxmlformats.org/officeDocument/2006/relationships/image"/><Relationship Id="rId185" Target="../media/image1154.png" Type="http://schemas.openxmlformats.org/officeDocument/2006/relationships/image"/><Relationship Id="rId186" Target="../media/image1155.svg" Type="http://schemas.openxmlformats.org/officeDocument/2006/relationships/image"/><Relationship Id="rId187" Target="../media/image1156.png" Type="http://schemas.openxmlformats.org/officeDocument/2006/relationships/image"/><Relationship Id="rId188" Target="../media/image1157.svg" Type="http://schemas.openxmlformats.org/officeDocument/2006/relationships/image"/><Relationship Id="rId189" Target="../media/image1158.png" Type="http://schemas.openxmlformats.org/officeDocument/2006/relationships/image"/><Relationship Id="rId19" Target="../media/image988.png" Type="http://schemas.openxmlformats.org/officeDocument/2006/relationships/image"/><Relationship Id="rId190" Target="../media/image1159.svg" Type="http://schemas.openxmlformats.org/officeDocument/2006/relationships/image"/><Relationship Id="rId191" Target="../media/image1160.png" Type="http://schemas.openxmlformats.org/officeDocument/2006/relationships/image"/><Relationship Id="rId192" Target="../media/image1161.svg" Type="http://schemas.openxmlformats.org/officeDocument/2006/relationships/image"/><Relationship Id="rId193" Target="../media/image1162.png" Type="http://schemas.openxmlformats.org/officeDocument/2006/relationships/image"/><Relationship Id="rId194" Target="../media/image1163.svg" Type="http://schemas.openxmlformats.org/officeDocument/2006/relationships/image"/><Relationship Id="rId195" Target="../media/image1164.png" Type="http://schemas.openxmlformats.org/officeDocument/2006/relationships/image"/><Relationship Id="rId196" Target="../media/image1165.svg" Type="http://schemas.openxmlformats.org/officeDocument/2006/relationships/image"/><Relationship Id="rId197" Target="../media/image1166.png" Type="http://schemas.openxmlformats.org/officeDocument/2006/relationships/image"/><Relationship Id="rId198" Target="../media/image1167.svg" Type="http://schemas.openxmlformats.org/officeDocument/2006/relationships/image"/><Relationship Id="rId199" Target="../media/image1168.png" Type="http://schemas.openxmlformats.org/officeDocument/2006/relationships/image"/><Relationship Id="rId2" Target="../notesSlides/notesSlide47.xml" Type="http://schemas.openxmlformats.org/officeDocument/2006/relationships/notesSlide"/><Relationship Id="rId20" Target="../media/image989.svg" Type="http://schemas.openxmlformats.org/officeDocument/2006/relationships/image"/><Relationship Id="rId200" Target="../media/image1169.svg" Type="http://schemas.openxmlformats.org/officeDocument/2006/relationships/image"/><Relationship Id="rId201" Target="../media/image1170.png" Type="http://schemas.openxmlformats.org/officeDocument/2006/relationships/image"/><Relationship Id="rId202" Target="../media/image1171.svg" Type="http://schemas.openxmlformats.org/officeDocument/2006/relationships/image"/><Relationship Id="rId21" Target="../media/image990.png" Type="http://schemas.openxmlformats.org/officeDocument/2006/relationships/image"/><Relationship Id="rId22" Target="../media/image991.svg" Type="http://schemas.openxmlformats.org/officeDocument/2006/relationships/image"/><Relationship Id="rId23" Target="../media/image992.png" Type="http://schemas.openxmlformats.org/officeDocument/2006/relationships/image"/><Relationship Id="rId24" Target="../media/image993.svg" Type="http://schemas.openxmlformats.org/officeDocument/2006/relationships/image"/><Relationship Id="rId25" Target="../media/image994.png" Type="http://schemas.openxmlformats.org/officeDocument/2006/relationships/image"/><Relationship Id="rId26" Target="../media/image995.svg" Type="http://schemas.openxmlformats.org/officeDocument/2006/relationships/image"/><Relationship Id="rId27" Target="../media/image996.png" Type="http://schemas.openxmlformats.org/officeDocument/2006/relationships/image"/><Relationship Id="rId28" Target="../media/image997.svg" Type="http://schemas.openxmlformats.org/officeDocument/2006/relationships/image"/><Relationship Id="rId29" Target="../media/image998.png" Type="http://schemas.openxmlformats.org/officeDocument/2006/relationships/image"/><Relationship Id="rId3" Target="../media/image972.png" Type="http://schemas.openxmlformats.org/officeDocument/2006/relationships/image"/><Relationship Id="rId30" Target="../media/image999.svg" Type="http://schemas.openxmlformats.org/officeDocument/2006/relationships/image"/><Relationship Id="rId31" Target="../media/image1000.png" Type="http://schemas.openxmlformats.org/officeDocument/2006/relationships/image"/><Relationship Id="rId32" Target="../media/image1001.svg" Type="http://schemas.openxmlformats.org/officeDocument/2006/relationships/image"/><Relationship Id="rId33" Target="../media/image1002.png" Type="http://schemas.openxmlformats.org/officeDocument/2006/relationships/image"/><Relationship Id="rId34" Target="../media/image1003.svg" Type="http://schemas.openxmlformats.org/officeDocument/2006/relationships/image"/><Relationship Id="rId35" Target="../media/image1004.png" Type="http://schemas.openxmlformats.org/officeDocument/2006/relationships/image"/><Relationship Id="rId36" Target="../media/image1005.svg" Type="http://schemas.openxmlformats.org/officeDocument/2006/relationships/image"/><Relationship Id="rId37" Target="../media/image1006.png" Type="http://schemas.openxmlformats.org/officeDocument/2006/relationships/image"/><Relationship Id="rId38" Target="../media/image1007.svg" Type="http://schemas.openxmlformats.org/officeDocument/2006/relationships/image"/><Relationship Id="rId39" Target="../media/image1008.png" Type="http://schemas.openxmlformats.org/officeDocument/2006/relationships/image"/><Relationship Id="rId4" Target="../media/image973.svg" Type="http://schemas.openxmlformats.org/officeDocument/2006/relationships/image"/><Relationship Id="rId40" Target="../media/image1009.svg" Type="http://schemas.openxmlformats.org/officeDocument/2006/relationships/image"/><Relationship Id="rId41" Target="../media/image1010.png" Type="http://schemas.openxmlformats.org/officeDocument/2006/relationships/image"/><Relationship Id="rId42" Target="../media/image1011.svg" Type="http://schemas.openxmlformats.org/officeDocument/2006/relationships/image"/><Relationship Id="rId43" Target="../media/image1012.png" Type="http://schemas.openxmlformats.org/officeDocument/2006/relationships/image"/><Relationship Id="rId44" Target="../media/image1013.svg" Type="http://schemas.openxmlformats.org/officeDocument/2006/relationships/image"/><Relationship Id="rId45" Target="../media/image1014.png" Type="http://schemas.openxmlformats.org/officeDocument/2006/relationships/image"/><Relationship Id="rId46" Target="../media/image1015.svg" Type="http://schemas.openxmlformats.org/officeDocument/2006/relationships/image"/><Relationship Id="rId47" Target="../media/image1016.png" Type="http://schemas.openxmlformats.org/officeDocument/2006/relationships/image"/><Relationship Id="rId48" Target="../media/image1017.svg" Type="http://schemas.openxmlformats.org/officeDocument/2006/relationships/image"/><Relationship Id="rId49" Target="../media/image1018.png" Type="http://schemas.openxmlformats.org/officeDocument/2006/relationships/image"/><Relationship Id="rId5" Target="../media/image974.png" Type="http://schemas.openxmlformats.org/officeDocument/2006/relationships/image"/><Relationship Id="rId50" Target="../media/image1019.svg" Type="http://schemas.openxmlformats.org/officeDocument/2006/relationships/image"/><Relationship Id="rId51" Target="../media/image1020.png" Type="http://schemas.openxmlformats.org/officeDocument/2006/relationships/image"/><Relationship Id="rId52" Target="../media/image1021.svg" Type="http://schemas.openxmlformats.org/officeDocument/2006/relationships/image"/><Relationship Id="rId53" Target="../media/image1022.png" Type="http://schemas.openxmlformats.org/officeDocument/2006/relationships/image"/><Relationship Id="rId54" Target="../media/image1023.svg" Type="http://schemas.openxmlformats.org/officeDocument/2006/relationships/image"/><Relationship Id="rId55" Target="../media/image1024.png" Type="http://schemas.openxmlformats.org/officeDocument/2006/relationships/image"/><Relationship Id="rId56" Target="../media/image1025.svg" Type="http://schemas.openxmlformats.org/officeDocument/2006/relationships/image"/><Relationship Id="rId57" Target="../media/image1026.png" Type="http://schemas.openxmlformats.org/officeDocument/2006/relationships/image"/><Relationship Id="rId58" Target="../media/image1027.svg" Type="http://schemas.openxmlformats.org/officeDocument/2006/relationships/image"/><Relationship Id="rId59" Target="../media/image1028.png" Type="http://schemas.openxmlformats.org/officeDocument/2006/relationships/image"/><Relationship Id="rId6" Target="../media/image975.svg" Type="http://schemas.openxmlformats.org/officeDocument/2006/relationships/image"/><Relationship Id="rId60" Target="../media/image1029.svg" Type="http://schemas.openxmlformats.org/officeDocument/2006/relationships/image"/><Relationship Id="rId61" Target="../media/image1030.png" Type="http://schemas.openxmlformats.org/officeDocument/2006/relationships/image"/><Relationship Id="rId62" Target="../media/image1031.svg" Type="http://schemas.openxmlformats.org/officeDocument/2006/relationships/image"/><Relationship Id="rId63" Target="../media/image1032.png" Type="http://schemas.openxmlformats.org/officeDocument/2006/relationships/image"/><Relationship Id="rId64" Target="../media/image1033.svg" Type="http://schemas.openxmlformats.org/officeDocument/2006/relationships/image"/><Relationship Id="rId65" Target="../media/image1034.png" Type="http://schemas.openxmlformats.org/officeDocument/2006/relationships/image"/><Relationship Id="rId66" Target="../media/image1035.svg" Type="http://schemas.openxmlformats.org/officeDocument/2006/relationships/image"/><Relationship Id="rId67" Target="../media/image1036.png" Type="http://schemas.openxmlformats.org/officeDocument/2006/relationships/image"/><Relationship Id="rId68" Target="../media/image1037.svg" Type="http://schemas.openxmlformats.org/officeDocument/2006/relationships/image"/><Relationship Id="rId69" Target="../media/image1038.png" Type="http://schemas.openxmlformats.org/officeDocument/2006/relationships/image"/><Relationship Id="rId7" Target="../media/image976.png" Type="http://schemas.openxmlformats.org/officeDocument/2006/relationships/image"/><Relationship Id="rId70" Target="../media/image1039.svg" Type="http://schemas.openxmlformats.org/officeDocument/2006/relationships/image"/><Relationship Id="rId71" Target="../media/image1040.png" Type="http://schemas.openxmlformats.org/officeDocument/2006/relationships/image"/><Relationship Id="rId72" Target="../media/image1041.svg" Type="http://schemas.openxmlformats.org/officeDocument/2006/relationships/image"/><Relationship Id="rId73" Target="../media/image1042.png" Type="http://schemas.openxmlformats.org/officeDocument/2006/relationships/image"/><Relationship Id="rId74" Target="../media/image1043.svg" Type="http://schemas.openxmlformats.org/officeDocument/2006/relationships/image"/><Relationship Id="rId75" Target="../media/image1044.png" Type="http://schemas.openxmlformats.org/officeDocument/2006/relationships/image"/><Relationship Id="rId76" Target="../media/image1045.svg" Type="http://schemas.openxmlformats.org/officeDocument/2006/relationships/image"/><Relationship Id="rId77" Target="../media/image1046.png" Type="http://schemas.openxmlformats.org/officeDocument/2006/relationships/image"/><Relationship Id="rId78" Target="../media/image1047.svg" Type="http://schemas.openxmlformats.org/officeDocument/2006/relationships/image"/><Relationship Id="rId79" Target="../media/image1048.png" Type="http://schemas.openxmlformats.org/officeDocument/2006/relationships/image"/><Relationship Id="rId8" Target="../media/image977.svg" Type="http://schemas.openxmlformats.org/officeDocument/2006/relationships/image"/><Relationship Id="rId80" Target="../media/image1049.svg" Type="http://schemas.openxmlformats.org/officeDocument/2006/relationships/image"/><Relationship Id="rId81" Target="../media/image1050.png" Type="http://schemas.openxmlformats.org/officeDocument/2006/relationships/image"/><Relationship Id="rId82" Target="../media/image1051.svg" Type="http://schemas.openxmlformats.org/officeDocument/2006/relationships/image"/><Relationship Id="rId83" Target="../media/image1052.png" Type="http://schemas.openxmlformats.org/officeDocument/2006/relationships/image"/><Relationship Id="rId84" Target="../media/image1053.svg" Type="http://schemas.openxmlformats.org/officeDocument/2006/relationships/image"/><Relationship Id="rId85" Target="../media/image1054.png" Type="http://schemas.openxmlformats.org/officeDocument/2006/relationships/image"/><Relationship Id="rId86" Target="../media/image1055.svg" Type="http://schemas.openxmlformats.org/officeDocument/2006/relationships/image"/><Relationship Id="rId87" Target="../media/image1056.png" Type="http://schemas.openxmlformats.org/officeDocument/2006/relationships/image"/><Relationship Id="rId88" Target="../media/image1057.svg" Type="http://schemas.openxmlformats.org/officeDocument/2006/relationships/image"/><Relationship Id="rId89" Target="../media/image1058.png" Type="http://schemas.openxmlformats.org/officeDocument/2006/relationships/image"/><Relationship Id="rId9" Target="../media/image978.png" Type="http://schemas.openxmlformats.org/officeDocument/2006/relationships/image"/><Relationship Id="rId90" Target="../media/image1059.svg" Type="http://schemas.openxmlformats.org/officeDocument/2006/relationships/image"/><Relationship Id="rId91" Target="../media/image1060.png" Type="http://schemas.openxmlformats.org/officeDocument/2006/relationships/image"/><Relationship Id="rId92" Target="../media/image1061.svg" Type="http://schemas.openxmlformats.org/officeDocument/2006/relationships/image"/><Relationship Id="rId93" Target="../media/image1062.png" Type="http://schemas.openxmlformats.org/officeDocument/2006/relationships/image"/><Relationship Id="rId94" Target="../media/image1063.svg" Type="http://schemas.openxmlformats.org/officeDocument/2006/relationships/image"/><Relationship Id="rId95" Target="../media/image1064.png" Type="http://schemas.openxmlformats.org/officeDocument/2006/relationships/image"/><Relationship Id="rId96" Target="../media/image1065.svg" Type="http://schemas.openxmlformats.org/officeDocument/2006/relationships/image"/><Relationship Id="rId97" Target="../media/image1066.png" Type="http://schemas.openxmlformats.org/officeDocument/2006/relationships/image"/><Relationship Id="rId98" Target="../media/image1067.svg" Type="http://schemas.openxmlformats.org/officeDocument/2006/relationships/image"/><Relationship Id="rId99" Target="../media/image1068.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79.svg" Type="http://schemas.openxmlformats.org/officeDocument/2006/relationships/image"/><Relationship Id="rId100" Target="../media/image1269.svg" Type="http://schemas.openxmlformats.org/officeDocument/2006/relationships/image"/><Relationship Id="rId101" Target="../media/image1270.png" Type="http://schemas.openxmlformats.org/officeDocument/2006/relationships/image"/><Relationship Id="rId102" Target="../media/image1271.svg" Type="http://schemas.openxmlformats.org/officeDocument/2006/relationships/image"/><Relationship Id="rId103" Target="../media/image1272.png" Type="http://schemas.openxmlformats.org/officeDocument/2006/relationships/image"/><Relationship Id="rId104" Target="../media/image1273.svg" Type="http://schemas.openxmlformats.org/officeDocument/2006/relationships/image"/><Relationship Id="rId105" Target="../media/image1274.png" Type="http://schemas.openxmlformats.org/officeDocument/2006/relationships/image"/><Relationship Id="rId106" Target="../media/image1275.svg" Type="http://schemas.openxmlformats.org/officeDocument/2006/relationships/image"/><Relationship Id="rId107" Target="../media/image1276.png" Type="http://schemas.openxmlformats.org/officeDocument/2006/relationships/image"/><Relationship Id="rId108" Target="../media/image1277.svg" Type="http://schemas.openxmlformats.org/officeDocument/2006/relationships/image"/><Relationship Id="rId109" Target="../media/image1278.png" Type="http://schemas.openxmlformats.org/officeDocument/2006/relationships/image"/><Relationship Id="rId11" Target="../media/image1180.png" Type="http://schemas.openxmlformats.org/officeDocument/2006/relationships/image"/><Relationship Id="rId110" Target="../media/image1279.svg" Type="http://schemas.openxmlformats.org/officeDocument/2006/relationships/image"/><Relationship Id="rId111" Target="../media/image1280.png" Type="http://schemas.openxmlformats.org/officeDocument/2006/relationships/image"/><Relationship Id="rId112" Target="../media/image1281.svg" Type="http://schemas.openxmlformats.org/officeDocument/2006/relationships/image"/><Relationship Id="rId113" Target="../media/image1282.png" Type="http://schemas.openxmlformats.org/officeDocument/2006/relationships/image"/><Relationship Id="rId114" Target="../media/image1283.svg" Type="http://schemas.openxmlformats.org/officeDocument/2006/relationships/image"/><Relationship Id="rId115" Target="../media/image1284.png" Type="http://schemas.openxmlformats.org/officeDocument/2006/relationships/image"/><Relationship Id="rId116" Target="../media/image1285.svg" Type="http://schemas.openxmlformats.org/officeDocument/2006/relationships/image"/><Relationship Id="rId117" Target="../media/image1286.png" Type="http://schemas.openxmlformats.org/officeDocument/2006/relationships/image"/><Relationship Id="rId118" Target="../media/image1287.svg" Type="http://schemas.openxmlformats.org/officeDocument/2006/relationships/image"/><Relationship Id="rId119" Target="../media/image1288.png" Type="http://schemas.openxmlformats.org/officeDocument/2006/relationships/image"/><Relationship Id="rId12" Target="../media/image1181.svg" Type="http://schemas.openxmlformats.org/officeDocument/2006/relationships/image"/><Relationship Id="rId120" Target="../media/image1289.svg" Type="http://schemas.openxmlformats.org/officeDocument/2006/relationships/image"/><Relationship Id="rId121" Target="../media/image1290.png" Type="http://schemas.openxmlformats.org/officeDocument/2006/relationships/image"/><Relationship Id="rId122" Target="../media/image1291.svg" Type="http://schemas.openxmlformats.org/officeDocument/2006/relationships/image"/><Relationship Id="rId123" Target="../media/image1292.png" Type="http://schemas.openxmlformats.org/officeDocument/2006/relationships/image"/><Relationship Id="rId124" Target="../media/image1293.svg" Type="http://schemas.openxmlformats.org/officeDocument/2006/relationships/image"/><Relationship Id="rId125" Target="../media/image1294.png" Type="http://schemas.openxmlformats.org/officeDocument/2006/relationships/image"/><Relationship Id="rId126" Target="../media/image1295.svg" Type="http://schemas.openxmlformats.org/officeDocument/2006/relationships/image"/><Relationship Id="rId127" Target="../media/image1296.png" Type="http://schemas.openxmlformats.org/officeDocument/2006/relationships/image"/><Relationship Id="rId128" Target="../media/image1297.svg" Type="http://schemas.openxmlformats.org/officeDocument/2006/relationships/image"/><Relationship Id="rId129" Target="../media/image1298.png" Type="http://schemas.openxmlformats.org/officeDocument/2006/relationships/image"/><Relationship Id="rId13" Target="../media/image1182.png" Type="http://schemas.openxmlformats.org/officeDocument/2006/relationships/image"/><Relationship Id="rId130" Target="../media/image1299.svg" Type="http://schemas.openxmlformats.org/officeDocument/2006/relationships/image"/><Relationship Id="rId131" Target="../media/image1300.png" Type="http://schemas.openxmlformats.org/officeDocument/2006/relationships/image"/><Relationship Id="rId132" Target="../media/image1301.svg" Type="http://schemas.openxmlformats.org/officeDocument/2006/relationships/image"/><Relationship Id="rId133" Target="../media/image1302.png" Type="http://schemas.openxmlformats.org/officeDocument/2006/relationships/image"/><Relationship Id="rId134" Target="../media/image1303.svg" Type="http://schemas.openxmlformats.org/officeDocument/2006/relationships/image"/><Relationship Id="rId135" Target="../media/image1304.png" Type="http://schemas.openxmlformats.org/officeDocument/2006/relationships/image"/><Relationship Id="rId136" Target="../media/image1305.svg" Type="http://schemas.openxmlformats.org/officeDocument/2006/relationships/image"/><Relationship Id="rId137" Target="../media/image1306.png" Type="http://schemas.openxmlformats.org/officeDocument/2006/relationships/image"/><Relationship Id="rId138" Target="../media/image1307.svg" Type="http://schemas.openxmlformats.org/officeDocument/2006/relationships/image"/><Relationship Id="rId139" Target="../media/image1308.png" Type="http://schemas.openxmlformats.org/officeDocument/2006/relationships/image"/><Relationship Id="rId14" Target="../media/image1183.svg" Type="http://schemas.openxmlformats.org/officeDocument/2006/relationships/image"/><Relationship Id="rId140" Target="../media/image1309.svg" Type="http://schemas.openxmlformats.org/officeDocument/2006/relationships/image"/><Relationship Id="rId141" Target="../media/image1310.png" Type="http://schemas.openxmlformats.org/officeDocument/2006/relationships/image"/><Relationship Id="rId142" Target="../media/image1311.svg" Type="http://schemas.openxmlformats.org/officeDocument/2006/relationships/image"/><Relationship Id="rId143" Target="../media/image1312.png" Type="http://schemas.openxmlformats.org/officeDocument/2006/relationships/image"/><Relationship Id="rId144" Target="../media/image1313.svg" Type="http://schemas.openxmlformats.org/officeDocument/2006/relationships/image"/><Relationship Id="rId145" Target="../media/image1314.png" Type="http://schemas.openxmlformats.org/officeDocument/2006/relationships/image"/><Relationship Id="rId146" Target="../media/image1315.svg" Type="http://schemas.openxmlformats.org/officeDocument/2006/relationships/image"/><Relationship Id="rId147" Target="../media/image1316.png" Type="http://schemas.openxmlformats.org/officeDocument/2006/relationships/image"/><Relationship Id="rId148" Target="../media/image1317.svg" Type="http://schemas.openxmlformats.org/officeDocument/2006/relationships/image"/><Relationship Id="rId149" Target="../media/image1318.png" Type="http://schemas.openxmlformats.org/officeDocument/2006/relationships/image"/><Relationship Id="rId15" Target="../media/image1184.png" Type="http://schemas.openxmlformats.org/officeDocument/2006/relationships/image"/><Relationship Id="rId150" Target="../media/image1319.svg" Type="http://schemas.openxmlformats.org/officeDocument/2006/relationships/image"/><Relationship Id="rId151" Target="../media/image1320.png" Type="http://schemas.openxmlformats.org/officeDocument/2006/relationships/image"/><Relationship Id="rId152" Target="../media/image1321.svg" Type="http://schemas.openxmlformats.org/officeDocument/2006/relationships/image"/><Relationship Id="rId153" Target="../media/image1322.png" Type="http://schemas.openxmlformats.org/officeDocument/2006/relationships/image"/><Relationship Id="rId154" Target="../media/image1323.svg" Type="http://schemas.openxmlformats.org/officeDocument/2006/relationships/image"/><Relationship Id="rId155" Target="../media/image1324.png" Type="http://schemas.openxmlformats.org/officeDocument/2006/relationships/image"/><Relationship Id="rId156" Target="../media/image1325.svg" Type="http://schemas.openxmlformats.org/officeDocument/2006/relationships/image"/><Relationship Id="rId157" Target="../media/image1326.png" Type="http://schemas.openxmlformats.org/officeDocument/2006/relationships/image"/><Relationship Id="rId158" Target="../media/image1327.svg" Type="http://schemas.openxmlformats.org/officeDocument/2006/relationships/image"/><Relationship Id="rId159" Target="../media/image1328.png" Type="http://schemas.openxmlformats.org/officeDocument/2006/relationships/image"/><Relationship Id="rId16" Target="../media/image1185.svg" Type="http://schemas.openxmlformats.org/officeDocument/2006/relationships/image"/><Relationship Id="rId160" Target="../media/image1329.svg" Type="http://schemas.openxmlformats.org/officeDocument/2006/relationships/image"/><Relationship Id="rId161" Target="../media/image1330.png" Type="http://schemas.openxmlformats.org/officeDocument/2006/relationships/image"/><Relationship Id="rId162" Target="../media/image1331.svg" Type="http://schemas.openxmlformats.org/officeDocument/2006/relationships/image"/><Relationship Id="rId163" Target="../media/image1332.png" Type="http://schemas.openxmlformats.org/officeDocument/2006/relationships/image"/><Relationship Id="rId164" Target="../media/image1333.svg" Type="http://schemas.openxmlformats.org/officeDocument/2006/relationships/image"/><Relationship Id="rId165" Target="../media/image1334.png" Type="http://schemas.openxmlformats.org/officeDocument/2006/relationships/image"/><Relationship Id="rId166" Target="../media/image1335.svg" Type="http://schemas.openxmlformats.org/officeDocument/2006/relationships/image"/><Relationship Id="rId167" Target="../media/image1336.png" Type="http://schemas.openxmlformats.org/officeDocument/2006/relationships/image"/><Relationship Id="rId168" Target="../media/image1337.svg" Type="http://schemas.openxmlformats.org/officeDocument/2006/relationships/image"/><Relationship Id="rId169" Target="../media/image1338.png" Type="http://schemas.openxmlformats.org/officeDocument/2006/relationships/image"/><Relationship Id="rId17" Target="../media/image1186.png" Type="http://schemas.openxmlformats.org/officeDocument/2006/relationships/image"/><Relationship Id="rId170" Target="../media/image1339.svg" Type="http://schemas.openxmlformats.org/officeDocument/2006/relationships/image"/><Relationship Id="rId171" Target="../media/image1340.png" Type="http://schemas.openxmlformats.org/officeDocument/2006/relationships/image"/><Relationship Id="rId172" Target="../media/image1341.svg" Type="http://schemas.openxmlformats.org/officeDocument/2006/relationships/image"/><Relationship Id="rId173" Target="../media/image1342.png" Type="http://schemas.openxmlformats.org/officeDocument/2006/relationships/image"/><Relationship Id="rId174" Target="../media/image1343.svg" Type="http://schemas.openxmlformats.org/officeDocument/2006/relationships/image"/><Relationship Id="rId175" Target="../media/image1344.png" Type="http://schemas.openxmlformats.org/officeDocument/2006/relationships/image"/><Relationship Id="rId176" Target="../media/image1345.svg" Type="http://schemas.openxmlformats.org/officeDocument/2006/relationships/image"/><Relationship Id="rId177" Target="../media/image1346.png" Type="http://schemas.openxmlformats.org/officeDocument/2006/relationships/image"/><Relationship Id="rId178" Target="../media/image1347.svg" Type="http://schemas.openxmlformats.org/officeDocument/2006/relationships/image"/><Relationship Id="rId179" Target="../media/image1348.png" Type="http://schemas.openxmlformats.org/officeDocument/2006/relationships/image"/><Relationship Id="rId18" Target="../media/image1187.svg" Type="http://schemas.openxmlformats.org/officeDocument/2006/relationships/image"/><Relationship Id="rId180" Target="../media/image1349.svg" Type="http://schemas.openxmlformats.org/officeDocument/2006/relationships/image"/><Relationship Id="rId181" Target="../media/image1350.png" Type="http://schemas.openxmlformats.org/officeDocument/2006/relationships/image"/><Relationship Id="rId182" Target="../media/image1351.svg" Type="http://schemas.openxmlformats.org/officeDocument/2006/relationships/image"/><Relationship Id="rId183" Target="../media/image1352.png" Type="http://schemas.openxmlformats.org/officeDocument/2006/relationships/image"/><Relationship Id="rId184" Target="../media/image1353.svg" Type="http://schemas.openxmlformats.org/officeDocument/2006/relationships/image"/><Relationship Id="rId185" Target="../media/image1354.png" Type="http://schemas.openxmlformats.org/officeDocument/2006/relationships/image"/><Relationship Id="rId186" Target="../media/image1355.svg" Type="http://schemas.openxmlformats.org/officeDocument/2006/relationships/image"/><Relationship Id="rId187" Target="../media/image1356.png" Type="http://schemas.openxmlformats.org/officeDocument/2006/relationships/image"/><Relationship Id="rId188" Target="../media/image1357.svg" Type="http://schemas.openxmlformats.org/officeDocument/2006/relationships/image"/><Relationship Id="rId189" Target="../media/image1358.png" Type="http://schemas.openxmlformats.org/officeDocument/2006/relationships/image"/><Relationship Id="rId19" Target="../media/image1188.png" Type="http://schemas.openxmlformats.org/officeDocument/2006/relationships/image"/><Relationship Id="rId190" Target="../media/image1359.svg" Type="http://schemas.openxmlformats.org/officeDocument/2006/relationships/image"/><Relationship Id="rId191" Target="../media/image1360.png" Type="http://schemas.openxmlformats.org/officeDocument/2006/relationships/image"/><Relationship Id="rId192" Target="../media/image1361.svg" Type="http://schemas.openxmlformats.org/officeDocument/2006/relationships/image"/><Relationship Id="rId193" Target="../media/image1362.png" Type="http://schemas.openxmlformats.org/officeDocument/2006/relationships/image"/><Relationship Id="rId194" Target="../media/image1363.svg" Type="http://schemas.openxmlformats.org/officeDocument/2006/relationships/image"/><Relationship Id="rId195" Target="../media/image1364.png" Type="http://schemas.openxmlformats.org/officeDocument/2006/relationships/image"/><Relationship Id="rId196" Target="../media/image1365.svg" Type="http://schemas.openxmlformats.org/officeDocument/2006/relationships/image"/><Relationship Id="rId197" Target="../media/image1366.png" Type="http://schemas.openxmlformats.org/officeDocument/2006/relationships/image"/><Relationship Id="rId198" Target="../media/image1367.svg" Type="http://schemas.openxmlformats.org/officeDocument/2006/relationships/image"/><Relationship Id="rId199" Target="../media/image1368.png" Type="http://schemas.openxmlformats.org/officeDocument/2006/relationships/image"/><Relationship Id="rId2" Target="../notesSlides/notesSlide48.xml" Type="http://schemas.openxmlformats.org/officeDocument/2006/relationships/notesSlide"/><Relationship Id="rId20" Target="../media/image1189.svg" Type="http://schemas.openxmlformats.org/officeDocument/2006/relationships/image"/><Relationship Id="rId200" Target="../media/image1369.svg" Type="http://schemas.openxmlformats.org/officeDocument/2006/relationships/image"/><Relationship Id="rId201" Target="../media/image1370.png" Type="http://schemas.openxmlformats.org/officeDocument/2006/relationships/image"/><Relationship Id="rId202" Target="../media/image1371.svg" Type="http://schemas.openxmlformats.org/officeDocument/2006/relationships/image"/><Relationship Id="rId21" Target="../media/image1190.png" Type="http://schemas.openxmlformats.org/officeDocument/2006/relationships/image"/><Relationship Id="rId22" Target="../media/image1191.svg" Type="http://schemas.openxmlformats.org/officeDocument/2006/relationships/image"/><Relationship Id="rId23" Target="../media/image1192.png" Type="http://schemas.openxmlformats.org/officeDocument/2006/relationships/image"/><Relationship Id="rId24" Target="../media/image1193.svg" Type="http://schemas.openxmlformats.org/officeDocument/2006/relationships/image"/><Relationship Id="rId25" Target="../media/image1194.png" Type="http://schemas.openxmlformats.org/officeDocument/2006/relationships/image"/><Relationship Id="rId26" Target="../media/image1195.svg" Type="http://schemas.openxmlformats.org/officeDocument/2006/relationships/image"/><Relationship Id="rId27" Target="../media/image1196.png" Type="http://schemas.openxmlformats.org/officeDocument/2006/relationships/image"/><Relationship Id="rId28" Target="../media/image1197.svg" Type="http://schemas.openxmlformats.org/officeDocument/2006/relationships/image"/><Relationship Id="rId29" Target="../media/image1198.png" Type="http://schemas.openxmlformats.org/officeDocument/2006/relationships/image"/><Relationship Id="rId3" Target="../media/image1172.png" Type="http://schemas.openxmlformats.org/officeDocument/2006/relationships/image"/><Relationship Id="rId30" Target="../media/image1199.svg" Type="http://schemas.openxmlformats.org/officeDocument/2006/relationships/image"/><Relationship Id="rId31" Target="../media/image1200.png" Type="http://schemas.openxmlformats.org/officeDocument/2006/relationships/image"/><Relationship Id="rId32" Target="../media/image1201.svg" Type="http://schemas.openxmlformats.org/officeDocument/2006/relationships/image"/><Relationship Id="rId33" Target="../media/image1202.png" Type="http://schemas.openxmlformats.org/officeDocument/2006/relationships/image"/><Relationship Id="rId34" Target="../media/image1203.svg" Type="http://schemas.openxmlformats.org/officeDocument/2006/relationships/image"/><Relationship Id="rId35" Target="../media/image1204.png" Type="http://schemas.openxmlformats.org/officeDocument/2006/relationships/image"/><Relationship Id="rId36" Target="../media/image1205.svg" Type="http://schemas.openxmlformats.org/officeDocument/2006/relationships/image"/><Relationship Id="rId37" Target="../media/image1206.png" Type="http://schemas.openxmlformats.org/officeDocument/2006/relationships/image"/><Relationship Id="rId38" Target="../media/image1207.svg" Type="http://schemas.openxmlformats.org/officeDocument/2006/relationships/image"/><Relationship Id="rId39" Target="../media/image1208.png" Type="http://schemas.openxmlformats.org/officeDocument/2006/relationships/image"/><Relationship Id="rId4" Target="../media/image1173.svg" Type="http://schemas.openxmlformats.org/officeDocument/2006/relationships/image"/><Relationship Id="rId40" Target="../media/image1209.svg" Type="http://schemas.openxmlformats.org/officeDocument/2006/relationships/image"/><Relationship Id="rId41" Target="../media/image1210.png" Type="http://schemas.openxmlformats.org/officeDocument/2006/relationships/image"/><Relationship Id="rId42" Target="../media/image1211.svg" Type="http://schemas.openxmlformats.org/officeDocument/2006/relationships/image"/><Relationship Id="rId43" Target="../media/image1212.png" Type="http://schemas.openxmlformats.org/officeDocument/2006/relationships/image"/><Relationship Id="rId44" Target="../media/image1213.svg" Type="http://schemas.openxmlformats.org/officeDocument/2006/relationships/image"/><Relationship Id="rId45" Target="../media/image1214.png" Type="http://schemas.openxmlformats.org/officeDocument/2006/relationships/image"/><Relationship Id="rId46" Target="../media/image1215.svg" Type="http://schemas.openxmlformats.org/officeDocument/2006/relationships/image"/><Relationship Id="rId47" Target="../media/image1216.png" Type="http://schemas.openxmlformats.org/officeDocument/2006/relationships/image"/><Relationship Id="rId48" Target="../media/image1217.svg" Type="http://schemas.openxmlformats.org/officeDocument/2006/relationships/image"/><Relationship Id="rId49" Target="../media/image1218.png" Type="http://schemas.openxmlformats.org/officeDocument/2006/relationships/image"/><Relationship Id="rId5" Target="../media/image1174.png" Type="http://schemas.openxmlformats.org/officeDocument/2006/relationships/image"/><Relationship Id="rId50" Target="../media/image1219.svg" Type="http://schemas.openxmlformats.org/officeDocument/2006/relationships/image"/><Relationship Id="rId51" Target="../media/image1220.png" Type="http://schemas.openxmlformats.org/officeDocument/2006/relationships/image"/><Relationship Id="rId52" Target="../media/image1221.svg" Type="http://schemas.openxmlformats.org/officeDocument/2006/relationships/image"/><Relationship Id="rId53" Target="../media/image1222.png" Type="http://schemas.openxmlformats.org/officeDocument/2006/relationships/image"/><Relationship Id="rId54" Target="../media/image1223.svg" Type="http://schemas.openxmlformats.org/officeDocument/2006/relationships/image"/><Relationship Id="rId55" Target="../media/image1224.png" Type="http://schemas.openxmlformats.org/officeDocument/2006/relationships/image"/><Relationship Id="rId56" Target="../media/image1225.svg" Type="http://schemas.openxmlformats.org/officeDocument/2006/relationships/image"/><Relationship Id="rId57" Target="../media/image1226.png" Type="http://schemas.openxmlformats.org/officeDocument/2006/relationships/image"/><Relationship Id="rId58" Target="../media/image1227.svg" Type="http://schemas.openxmlformats.org/officeDocument/2006/relationships/image"/><Relationship Id="rId59" Target="../media/image1228.png" Type="http://schemas.openxmlformats.org/officeDocument/2006/relationships/image"/><Relationship Id="rId6" Target="../media/image1175.svg" Type="http://schemas.openxmlformats.org/officeDocument/2006/relationships/image"/><Relationship Id="rId60" Target="../media/image1229.svg" Type="http://schemas.openxmlformats.org/officeDocument/2006/relationships/image"/><Relationship Id="rId61" Target="../media/image1230.png" Type="http://schemas.openxmlformats.org/officeDocument/2006/relationships/image"/><Relationship Id="rId62" Target="../media/image1231.svg" Type="http://schemas.openxmlformats.org/officeDocument/2006/relationships/image"/><Relationship Id="rId63" Target="../media/image1232.png" Type="http://schemas.openxmlformats.org/officeDocument/2006/relationships/image"/><Relationship Id="rId64" Target="../media/image1233.svg" Type="http://schemas.openxmlformats.org/officeDocument/2006/relationships/image"/><Relationship Id="rId65" Target="../media/image1234.png" Type="http://schemas.openxmlformats.org/officeDocument/2006/relationships/image"/><Relationship Id="rId66" Target="../media/image1235.svg" Type="http://schemas.openxmlformats.org/officeDocument/2006/relationships/image"/><Relationship Id="rId67" Target="../media/image1236.png" Type="http://schemas.openxmlformats.org/officeDocument/2006/relationships/image"/><Relationship Id="rId68" Target="../media/image1237.svg" Type="http://schemas.openxmlformats.org/officeDocument/2006/relationships/image"/><Relationship Id="rId69" Target="../media/image1238.png" Type="http://schemas.openxmlformats.org/officeDocument/2006/relationships/image"/><Relationship Id="rId7" Target="../media/image1176.png" Type="http://schemas.openxmlformats.org/officeDocument/2006/relationships/image"/><Relationship Id="rId70" Target="../media/image1239.svg" Type="http://schemas.openxmlformats.org/officeDocument/2006/relationships/image"/><Relationship Id="rId71" Target="../media/image1240.png" Type="http://schemas.openxmlformats.org/officeDocument/2006/relationships/image"/><Relationship Id="rId72" Target="../media/image1241.svg" Type="http://schemas.openxmlformats.org/officeDocument/2006/relationships/image"/><Relationship Id="rId73" Target="../media/image1242.png" Type="http://schemas.openxmlformats.org/officeDocument/2006/relationships/image"/><Relationship Id="rId74" Target="../media/image1243.svg" Type="http://schemas.openxmlformats.org/officeDocument/2006/relationships/image"/><Relationship Id="rId75" Target="../media/image1244.png" Type="http://schemas.openxmlformats.org/officeDocument/2006/relationships/image"/><Relationship Id="rId76" Target="../media/image1245.svg" Type="http://schemas.openxmlformats.org/officeDocument/2006/relationships/image"/><Relationship Id="rId77" Target="../media/image1246.png" Type="http://schemas.openxmlformats.org/officeDocument/2006/relationships/image"/><Relationship Id="rId78" Target="../media/image1247.svg" Type="http://schemas.openxmlformats.org/officeDocument/2006/relationships/image"/><Relationship Id="rId79" Target="../media/image1248.png" Type="http://schemas.openxmlformats.org/officeDocument/2006/relationships/image"/><Relationship Id="rId8" Target="../media/image1177.svg" Type="http://schemas.openxmlformats.org/officeDocument/2006/relationships/image"/><Relationship Id="rId80" Target="../media/image1249.svg" Type="http://schemas.openxmlformats.org/officeDocument/2006/relationships/image"/><Relationship Id="rId81" Target="../media/image1250.png" Type="http://schemas.openxmlformats.org/officeDocument/2006/relationships/image"/><Relationship Id="rId82" Target="../media/image1251.svg" Type="http://schemas.openxmlformats.org/officeDocument/2006/relationships/image"/><Relationship Id="rId83" Target="../media/image1252.png" Type="http://schemas.openxmlformats.org/officeDocument/2006/relationships/image"/><Relationship Id="rId84" Target="../media/image1253.svg" Type="http://schemas.openxmlformats.org/officeDocument/2006/relationships/image"/><Relationship Id="rId85" Target="../media/image1254.png" Type="http://schemas.openxmlformats.org/officeDocument/2006/relationships/image"/><Relationship Id="rId86" Target="../media/image1255.svg" Type="http://schemas.openxmlformats.org/officeDocument/2006/relationships/image"/><Relationship Id="rId87" Target="../media/image1256.png" Type="http://schemas.openxmlformats.org/officeDocument/2006/relationships/image"/><Relationship Id="rId88" Target="../media/image1257.svg" Type="http://schemas.openxmlformats.org/officeDocument/2006/relationships/image"/><Relationship Id="rId89" Target="../media/image1258.png" Type="http://schemas.openxmlformats.org/officeDocument/2006/relationships/image"/><Relationship Id="rId9" Target="../media/image1178.png" Type="http://schemas.openxmlformats.org/officeDocument/2006/relationships/image"/><Relationship Id="rId90" Target="../media/image1259.svg" Type="http://schemas.openxmlformats.org/officeDocument/2006/relationships/image"/><Relationship Id="rId91" Target="../media/image1260.png" Type="http://schemas.openxmlformats.org/officeDocument/2006/relationships/image"/><Relationship Id="rId92" Target="../media/image1261.svg" Type="http://schemas.openxmlformats.org/officeDocument/2006/relationships/image"/><Relationship Id="rId93" Target="../media/image1262.png" Type="http://schemas.openxmlformats.org/officeDocument/2006/relationships/image"/><Relationship Id="rId94" Target="../media/image1263.svg" Type="http://schemas.openxmlformats.org/officeDocument/2006/relationships/image"/><Relationship Id="rId95" Target="../media/image1264.png" Type="http://schemas.openxmlformats.org/officeDocument/2006/relationships/image"/><Relationship Id="rId96" Target="../media/image1265.svg" Type="http://schemas.openxmlformats.org/officeDocument/2006/relationships/image"/><Relationship Id="rId97" Target="../media/image1266.png" Type="http://schemas.openxmlformats.org/officeDocument/2006/relationships/image"/><Relationship Id="rId98" Target="../media/image1267.svg" Type="http://schemas.openxmlformats.org/officeDocument/2006/relationships/image"/><Relationship Id="rId99" Target="../media/image1268.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79.svg" Type="http://schemas.openxmlformats.org/officeDocument/2006/relationships/image"/><Relationship Id="rId100" Target="../media/image1469.svg" Type="http://schemas.openxmlformats.org/officeDocument/2006/relationships/image"/><Relationship Id="rId101" Target="../media/image1470.png" Type="http://schemas.openxmlformats.org/officeDocument/2006/relationships/image"/><Relationship Id="rId102" Target="../media/image1471.svg" Type="http://schemas.openxmlformats.org/officeDocument/2006/relationships/image"/><Relationship Id="rId103" Target="../media/image1472.png" Type="http://schemas.openxmlformats.org/officeDocument/2006/relationships/image"/><Relationship Id="rId104" Target="../media/image1473.svg" Type="http://schemas.openxmlformats.org/officeDocument/2006/relationships/image"/><Relationship Id="rId105" Target="../media/image1474.png" Type="http://schemas.openxmlformats.org/officeDocument/2006/relationships/image"/><Relationship Id="rId106" Target="../media/image1475.svg" Type="http://schemas.openxmlformats.org/officeDocument/2006/relationships/image"/><Relationship Id="rId107" Target="../media/image1476.png" Type="http://schemas.openxmlformats.org/officeDocument/2006/relationships/image"/><Relationship Id="rId108" Target="../media/image1477.svg" Type="http://schemas.openxmlformats.org/officeDocument/2006/relationships/image"/><Relationship Id="rId109" Target="../media/image1478.png" Type="http://schemas.openxmlformats.org/officeDocument/2006/relationships/image"/><Relationship Id="rId11" Target="../media/image1380.png" Type="http://schemas.openxmlformats.org/officeDocument/2006/relationships/image"/><Relationship Id="rId110" Target="../media/image1479.svg" Type="http://schemas.openxmlformats.org/officeDocument/2006/relationships/image"/><Relationship Id="rId111" Target="../media/image1480.png" Type="http://schemas.openxmlformats.org/officeDocument/2006/relationships/image"/><Relationship Id="rId112" Target="../media/image1481.svg" Type="http://schemas.openxmlformats.org/officeDocument/2006/relationships/image"/><Relationship Id="rId113" Target="../media/image1482.png" Type="http://schemas.openxmlformats.org/officeDocument/2006/relationships/image"/><Relationship Id="rId114" Target="../media/image1483.svg" Type="http://schemas.openxmlformats.org/officeDocument/2006/relationships/image"/><Relationship Id="rId115" Target="../media/image1484.png" Type="http://schemas.openxmlformats.org/officeDocument/2006/relationships/image"/><Relationship Id="rId116" Target="../media/image1485.svg" Type="http://schemas.openxmlformats.org/officeDocument/2006/relationships/image"/><Relationship Id="rId117" Target="../media/image1486.png" Type="http://schemas.openxmlformats.org/officeDocument/2006/relationships/image"/><Relationship Id="rId118" Target="../media/image1487.svg" Type="http://schemas.openxmlformats.org/officeDocument/2006/relationships/image"/><Relationship Id="rId119" Target="../media/image1488.png" Type="http://schemas.openxmlformats.org/officeDocument/2006/relationships/image"/><Relationship Id="rId12" Target="../media/image1381.svg" Type="http://schemas.openxmlformats.org/officeDocument/2006/relationships/image"/><Relationship Id="rId120" Target="../media/image1489.svg" Type="http://schemas.openxmlformats.org/officeDocument/2006/relationships/image"/><Relationship Id="rId121" Target="../media/image1490.png" Type="http://schemas.openxmlformats.org/officeDocument/2006/relationships/image"/><Relationship Id="rId122" Target="../media/image1491.svg" Type="http://schemas.openxmlformats.org/officeDocument/2006/relationships/image"/><Relationship Id="rId123" Target="../media/image1492.png" Type="http://schemas.openxmlformats.org/officeDocument/2006/relationships/image"/><Relationship Id="rId124" Target="../media/image1493.svg" Type="http://schemas.openxmlformats.org/officeDocument/2006/relationships/image"/><Relationship Id="rId125" Target="../media/image1494.png" Type="http://schemas.openxmlformats.org/officeDocument/2006/relationships/image"/><Relationship Id="rId126" Target="../media/image1495.svg" Type="http://schemas.openxmlformats.org/officeDocument/2006/relationships/image"/><Relationship Id="rId127" Target="../media/image1496.png" Type="http://schemas.openxmlformats.org/officeDocument/2006/relationships/image"/><Relationship Id="rId128" Target="../media/image1497.svg" Type="http://schemas.openxmlformats.org/officeDocument/2006/relationships/image"/><Relationship Id="rId129" Target="../media/image1498.png" Type="http://schemas.openxmlformats.org/officeDocument/2006/relationships/image"/><Relationship Id="rId13" Target="../media/image1382.png" Type="http://schemas.openxmlformats.org/officeDocument/2006/relationships/image"/><Relationship Id="rId130" Target="../media/image1499.svg" Type="http://schemas.openxmlformats.org/officeDocument/2006/relationships/image"/><Relationship Id="rId131" Target="../media/image1500.png" Type="http://schemas.openxmlformats.org/officeDocument/2006/relationships/image"/><Relationship Id="rId132" Target="../media/image1501.svg" Type="http://schemas.openxmlformats.org/officeDocument/2006/relationships/image"/><Relationship Id="rId133" Target="../media/image1502.png" Type="http://schemas.openxmlformats.org/officeDocument/2006/relationships/image"/><Relationship Id="rId134" Target="../media/image1503.svg" Type="http://schemas.openxmlformats.org/officeDocument/2006/relationships/image"/><Relationship Id="rId135" Target="../media/image1504.png" Type="http://schemas.openxmlformats.org/officeDocument/2006/relationships/image"/><Relationship Id="rId136" Target="../media/image1505.svg" Type="http://schemas.openxmlformats.org/officeDocument/2006/relationships/image"/><Relationship Id="rId137" Target="../media/image1506.png" Type="http://schemas.openxmlformats.org/officeDocument/2006/relationships/image"/><Relationship Id="rId138" Target="../media/image1507.svg" Type="http://schemas.openxmlformats.org/officeDocument/2006/relationships/image"/><Relationship Id="rId139" Target="../media/image1508.png" Type="http://schemas.openxmlformats.org/officeDocument/2006/relationships/image"/><Relationship Id="rId14" Target="../media/image1383.svg" Type="http://schemas.openxmlformats.org/officeDocument/2006/relationships/image"/><Relationship Id="rId140" Target="../media/image1509.svg" Type="http://schemas.openxmlformats.org/officeDocument/2006/relationships/image"/><Relationship Id="rId141" Target="../media/image1510.png" Type="http://schemas.openxmlformats.org/officeDocument/2006/relationships/image"/><Relationship Id="rId142" Target="../media/image1511.svg" Type="http://schemas.openxmlformats.org/officeDocument/2006/relationships/image"/><Relationship Id="rId143" Target="../media/image1512.png" Type="http://schemas.openxmlformats.org/officeDocument/2006/relationships/image"/><Relationship Id="rId144" Target="../media/image1513.svg" Type="http://schemas.openxmlformats.org/officeDocument/2006/relationships/image"/><Relationship Id="rId145" Target="../media/image1514.png" Type="http://schemas.openxmlformats.org/officeDocument/2006/relationships/image"/><Relationship Id="rId146" Target="../media/image1515.svg" Type="http://schemas.openxmlformats.org/officeDocument/2006/relationships/image"/><Relationship Id="rId147" Target="../media/image1516.png" Type="http://schemas.openxmlformats.org/officeDocument/2006/relationships/image"/><Relationship Id="rId148" Target="../media/image1517.svg" Type="http://schemas.openxmlformats.org/officeDocument/2006/relationships/image"/><Relationship Id="rId149" Target="../media/image1518.png" Type="http://schemas.openxmlformats.org/officeDocument/2006/relationships/image"/><Relationship Id="rId15" Target="../media/image1384.png" Type="http://schemas.openxmlformats.org/officeDocument/2006/relationships/image"/><Relationship Id="rId150" Target="../media/image1519.svg" Type="http://schemas.openxmlformats.org/officeDocument/2006/relationships/image"/><Relationship Id="rId151" Target="../media/image1520.png" Type="http://schemas.openxmlformats.org/officeDocument/2006/relationships/image"/><Relationship Id="rId152" Target="../media/image1521.svg" Type="http://schemas.openxmlformats.org/officeDocument/2006/relationships/image"/><Relationship Id="rId153" Target="../media/image1522.png" Type="http://schemas.openxmlformats.org/officeDocument/2006/relationships/image"/><Relationship Id="rId154" Target="../media/image1523.svg" Type="http://schemas.openxmlformats.org/officeDocument/2006/relationships/image"/><Relationship Id="rId155" Target="../media/image1524.png" Type="http://schemas.openxmlformats.org/officeDocument/2006/relationships/image"/><Relationship Id="rId156" Target="../media/image1525.svg" Type="http://schemas.openxmlformats.org/officeDocument/2006/relationships/image"/><Relationship Id="rId157" Target="../media/image1526.png" Type="http://schemas.openxmlformats.org/officeDocument/2006/relationships/image"/><Relationship Id="rId158" Target="../media/image1527.svg" Type="http://schemas.openxmlformats.org/officeDocument/2006/relationships/image"/><Relationship Id="rId159" Target="../media/image1528.png" Type="http://schemas.openxmlformats.org/officeDocument/2006/relationships/image"/><Relationship Id="rId16" Target="../media/image1385.svg" Type="http://schemas.openxmlformats.org/officeDocument/2006/relationships/image"/><Relationship Id="rId160" Target="../media/image1529.svg" Type="http://schemas.openxmlformats.org/officeDocument/2006/relationships/image"/><Relationship Id="rId161" Target="../media/image1530.png" Type="http://schemas.openxmlformats.org/officeDocument/2006/relationships/image"/><Relationship Id="rId162" Target="../media/image1531.svg" Type="http://schemas.openxmlformats.org/officeDocument/2006/relationships/image"/><Relationship Id="rId163" Target="../media/image1532.png" Type="http://schemas.openxmlformats.org/officeDocument/2006/relationships/image"/><Relationship Id="rId164" Target="../media/image1533.svg" Type="http://schemas.openxmlformats.org/officeDocument/2006/relationships/image"/><Relationship Id="rId165" Target="../media/image1534.png" Type="http://schemas.openxmlformats.org/officeDocument/2006/relationships/image"/><Relationship Id="rId166" Target="../media/image1535.svg" Type="http://schemas.openxmlformats.org/officeDocument/2006/relationships/image"/><Relationship Id="rId167" Target="../media/image1536.png" Type="http://schemas.openxmlformats.org/officeDocument/2006/relationships/image"/><Relationship Id="rId168" Target="../media/image1537.svg" Type="http://schemas.openxmlformats.org/officeDocument/2006/relationships/image"/><Relationship Id="rId169" Target="../media/image1538.png" Type="http://schemas.openxmlformats.org/officeDocument/2006/relationships/image"/><Relationship Id="rId17" Target="../media/image1386.png" Type="http://schemas.openxmlformats.org/officeDocument/2006/relationships/image"/><Relationship Id="rId170" Target="../media/image1539.svg" Type="http://schemas.openxmlformats.org/officeDocument/2006/relationships/image"/><Relationship Id="rId171" Target="../media/image1540.png" Type="http://schemas.openxmlformats.org/officeDocument/2006/relationships/image"/><Relationship Id="rId172" Target="../media/image1541.svg" Type="http://schemas.openxmlformats.org/officeDocument/2006/relationships/image"/><Relationship Id="rId173" Target="../media/image1542.png" Type="http://schemas.openxmlformats.org/officeDocument/2006/relationships/image"/><Relationship Id="rId174" Target="../media/image1543.svg" Type="http://schemas.openxmlformats.org/officeDocument/2006/relationships/image"/><Relationship Id="rId175" Target="../media/image1544.png" Type="http://schemas.openxmlformats.org/officeDocument/2006/relationships/image"/><Relationship Id="rId176" Target="../media/image1545.svg" Type="http://schemas.openxmlformats.org/officeDocument/2006/relationships/image"/><Relationship Id="rId177" Target="../media/image1546.png" Type="http://schemas.openxmlformats.org/officeDocument/2006/relationships/image"/><Relationship Id="rId178" Target="../media/image1547.svg" Type="http://schemas.openxmlformats.org/officeDocument/2006/relationships/image"/><Relationship Id="rId179" Target="../media/image1548.png" Type="http://schemas.openxmlformats.org/officeDocument/2006/relationships/image"/><Relationship Id="rId18" Target="../media/image1387.svg" Type="http://schemas.openxmlformats.org/officeDocument/2006/relationships/image"/><Relationship Id="rId180" Target="../media/image1549.svg" Type="http://schemas.openxmlformats.org/officeDocument/2006/relationships/image"/><Relationship Id="rId181" Target="../media/image1550.png" Type="http://schemas.openxmlformats.org/officeDocument/2006/relationships/image"/><Relationship Id="rId182" Target="../media/image1551.svg" Type="http://schemas.openxmlformats.org/officeDocument/2006/relationships/image"/><Relationship Id="rId19" Target="../media/image1388.png" Type="http://schemas.openxmlformats.org/officeDocument/2006/relationships/image"/><Relationship Id="rId2" Target="../notesSlides/notesSlide49.xml" Type="http://schemas.openxmlformats.org/officeDocument/2006/relationships/notesSlide"/><Relationship Id="rId20" Target="../media/image1389.svg" Type="http://schemas.openxmlformats.org/officeDocument/2006/relationships/image"/><Relationship Id="rId21" Target="../media/image1390.png" Type="http://schemas.openxmlformats.org/officeDocument/2006/relationships/image"/><Relationship Id="rId22" Target="../media/image1391.svg" Type="http://schemas.openxmlformats.org/officeDocument/2006/relationships/image"/><Relationship Id="rId23" Target="../media/image1392.png" Type="http://schemas.openxmlformats.org/officeDocument/2006/relationships/image"/><Relationship Id="rId24" Target="../media/image1393.svg" Type="http://schemas.openxmlformats.org/officeDocument/2006/relationships/image"/><Relationship Id="rId25" Target="../media/image1394.png" Type="http://schemas.openxmlformats.org/officeDocument/2006/relationships/image"/><Relationship Id="rId26" Target="../media/image1395.svg" Type="http://schemas.openxmlformats.org/officeDocument/2006/relationships/image"/><Relationship Id="rId27" Target="../media/image1396.png" Type="http://schemas.openxmlformats.org/officeDocument/2006/relationships/image"/><Relationship Id="rId28" Target="../media/image1397.svg" Type="http://schemas.openxmlformats.org/officeDocument/2006/relationships/image"/><Relationship Id="rId29" Target="../media/image1398.png" Type="http://schemas.openxmlformats.org/officeDocument/2006/relationships/image"/><Relationship Id="rId3" Target="../media/image1372.png" Type="http://schemas.openxmlformats.org/officeDocument/2006/relationships/image"/><Relationship Id="rId30" Target="../media/image1399.svg" Type="http://schemas.openxmlformats.org/officeDocument/2006/relationships/image"/><Relationship Id="rId31" Target="../media/image1400.png" Type="http://schemas.openxmlformats.org/officeDocument/2006/relationships/image"/><Relationship Id="rId32" Target="../media/image1401.svg" Type="http://schemas.openxmlformats.org/officeDocument/2006/relationships/image"/><Relationship Id="rId33" Target="../media/image1402.png" Type="http://schemas.openxmlformats.org/officeDocument/2006/relationships/image"/><Relationship Id="rId34" Target="../media/image1403.svg" Type="http://schemas.openxmlformats.org/officeDocument/2006/relationships/image"/><Relationship Id="rId35" Target="../media/image1404.png" Type="http://schemas.openxmlformats.org/officeDocument/2006/relationships/image"/><Relationship Id="rId36" Target="../media/image1405.svg" Type="http://schemas.openxmlformats.org/officeDocument/2006/relationships/image"/><Relationship Id="rId37" Target="../media/image1406.png" Type="http://schemas.openxmlformats.org/officeDocument/2006/relationships/image"/><Relationship Id="rId38" Target="../media/image1407.svg" Type="http://schemas.openxmlformats.org/officeDocument/2006/relationships/image"/><Relationship Id="rId39" Target="../media/image1408.png" Type="http://schemas.openxmlformats.org/officeDocument/2006/relationships/image"/><Relationship Id="rId4" Target="../media/image1373.svg" Type="http://schemas.openxmlformats.org/officeDocument/2006/relationships/image"/><Relationship Id="rId40" Target="../media/image1409.svg" Type="http://schemas.openxmlformats.org/officeDocument/2006/relationships/image"/><Relationship Id="rId41" Target="../media/image1410.png" Type="http://schemas.openxmlformats.org/officeDocument/2006/relationships/image"/><Relationship Id="rId42" Target="../media/image1411.svg" Type="http://schemas.openxmlformats.org/officeDocument/2006/relationships/image"/><Relationship Id="rId43" Target="../media/image1412.png" Type="http://schemas.openxmlformats.org/officeDocument/2006/relationships/image"/><Relationship Id="rId44" Target="../media/image1413.svg" Type="http://schemas.openxmlformats.org/officeDocument/2006/relationships/image"/><Relationship Id="rId45" Target="../media/image1414.png" Type="http://schemas.openxmlformats.org/officeDocument/2006/relationships/image"/><Relationship Id="rId46" Target="../media/image1415.svg" Type="http://schemas.openxmlformats.org/officeDocument/2006/relationships/image"/><Relationship Id="rId47" Target="../media/image1416.png" Type="http://schemas.openxmlformats.org/officeDocument/2006/relationships/image"/><Relationship Id="rId48" Target="../media/image1417.svg" Type="http://schemas.openxmlformats.org/officeDocument/2006/relationships/image"/><Relationship Id="rId49" Target="../media/image1418.png" Type="http://schemas.openxmlformats.org/officeDocument/2006/relationships/image"/><Relationship Id="rId5" Target="../media/image1374.png" Type="http://schemas.openxmlformats.org/officeDocument/2006/relationships/image"/><Relationship Id="rId50" Target="../media/image1419.svg" Type="http://schemas.openxmlformats.org/officeDocument/2006/relationships/image"/><Relationship Id="rId51" Target="../media/image1420.png" Type="http://schemas.openxmlformats.org/officeDocument/2006/relationships/image"/><Relationship Id="rId52" Target="../media/image1421.svg" Type="http://schemas.openxmlformats.org/officeDocument/2006/relationships/image"/><Relationship Id="rId53" Target="../media/image1422.png" Type="http://schemas.openxmlformats.org/officeDocument/2006/relationships/image"/><Relationship Id="rId54" Target="../media/image1423.svg" Type="http://schemas.openxmlformats.org/officeDocument/2006/relationships/image"/><Relationship Id="rId55" Target="../media/image1424.png" Type="http://schemas.openxmlformats.org/officeDocument/2006/relationships/image"/><Relationship Id="rId56" Target="../media/image1425.svg" Type="http://schemas.openxmlformats.org/officeDocument/2006/relationships/image"/><Relationship Id="rId57" Target="../media/image1426.png" Type="http://schemas.openxmlformats.org/officeDocument/2006/relationships/image"/><Relationship Id="rId58" Target="../media/image1427.svg" Type="http://schemas.openxmlformats.org/officeDocument/2006/relationships/image"/><Relationship Id="rId59" Target="../media/image1428.png" Type="http://schemas.openxmlformats.org/officeDocument/2006/relationships/image"/><Relationship Id="rId6" Target="../media/image1375.svg" Type="http://schemas.openxmlformats.org/officeDocument/2006/relationships/image"/><Relationship Id="rId60" Target="../media/image1429.svg" Type="http://schemas.openxmlformats.org/officeDocument/2006/relationships/image"/><Relationship Id="rId61" Target="../media/image1430.png" Type="http://schemas.openxmlformats.org/officeDocument/2006/relationships/image"/><Relationship Id="rId62" Target="../media/image1431.svg" Type="http://schemas.openxmlformats.org/officeDocument/2006/relationships/image"/><Relationship Id="rId63" Target="../media/image1432.png" Type="http://schemas.openxmlformats.org/officeDocument/2006/relationships/image"/><Relationship Id="rId64" Target="../media/image1433.svg" Type="http://schemas.openxmlformats.org/officeDocument/2006/relationships/image"/><Relationship Id="rId65" Target="../media/image1434.png" Type="http://schemas.openxmlformats.org/officeDocument/2006/relationships/image"/><Relationship Id="rId66" Target="../media/image1435.svg" Type="http://schemas.openxmlformats.org/officeDocument/2006/relationships/image"/><Relationship Id="rId67" Target="../media/image1436.png" Type="http://schemas.openxmlformats.org/officeDocument/2006/relationships/image"/><Relationship Id="rId68" Target="../media/image1437.svg" Type="http://schemas.openxmlformats.org/officeDocument/2006/relationships/image"/><Relationship Id="rId69" Target="../media/image1438.png" Type="http://schemas.openxmlformats.org/officeDocument/2006/relationships/image"/><Relationship Id="rId7" Target="../media/image1376.png" Type="http://schemas.openxmlformats.org/officeDocument/2006/relationships/image"/><Relationship Id="rId70" Target="../media/image1439.svg" Type="http://schemas.openxmlformats.org/officeDocument/2006/relationships/image"/><Relationship Id="rId71" Target="../media/image1440.png" Type="http://schemas.openxmlformats.org/officeDocument/2006/relationships/image"/><Relationship Id="rId72" Target="../media/image1441.svg" Type="http://schemas.openxmlformats.org/officeDocument/2006/relationships/image"/><Relationship Id="rId73" Target="../media/image1442.png" Type="http://schemas.openxmlformats.org/officeDocument/2006/relationships/image"/><Relationship Id="rId74" Target="../media/image1443.svg" Type="http://schemas.openxmlformats.org/officeDocument/2006/relationships/image"/><Relationship Id="rId75" Target="../media/image1444.png" Type="http://schemas.openxmlformats.org/officeDocument/2006/relationships/image"/><Relationship Id="rId76" Target="../media/image1445.svg" Type="http://schemas.openxmlformats.org/officeDocument/2006/relationships/image"/><Relationship Id="rId77" Target="../media/image1446.png" Type="http://schemas.openxmlformats.org/officeDocument/2006/relationships/image"/><Relationship Id="rId78" Target="../media/image1447.svg" Type="http://schemas.openxmlformats.org/officeDocument/2006/relationships/image"/><Relationship Id="rId79" Target="../media/image1448.png" Type="http://schemas.openxmlformats.org/officeDocument/2006/relationships/image"/><Relationship Id="rId8" Target="../media/image1377.svg" Type="http://schemas.openxmlformats.org/officeDocument/2006/relationships/image"/><Relationship Id="rId80" Target="../media/image1449.svg" Type="http://schemas.openxmlformats.org/officeDocument/2006/relationships/image"/><Relationship Id="rId81" Target="../media/image1450.png" Type="http://schemas.openxmlformats.org/officeDocument/2006/relationships/image"/><Relationship Id="rId82" Target="../media/image1451.svg" Type="http://schemas.openxmlformats.org/officeDocument/2006/relationships/image"/><Relationship Id="rId83" Target="../media/image1452.png" Type="http://schemas.openxmlformats.org/officeDocument/2006/relationships/image"/><Relationship Id="rId84" Target="../media/image1453.svg" Type="http://schemas.openxmlformats.org/officeDocument/2006/relationships/image"/><Relationship Id="rId85" Target="../media/image1454.png" Type="http://schemas.openxmlformats.org/officeDocument/2006/relationships/image"/><Relationship Id="rId86" Target="../media/image1455.svg" Type="http://schemas.openxmlformats.org/officeDocument/2006/relationships/image"/><Relationship Id="rId87" Target="../media/image1456.png" Type="http://schemas.openxmlformats.org/officeDocument/2006/relationships/image"/><Relationship Id="rId88" Target="../media/image1457.svg" Type="http://schemas.openxmlformats.org/officeDocument/2006/relationships/image"/><Relationship Id="rId89" Target="../media/image1458.png" Type="http://schemas.openxmlformats.org/officeDocument/2006/relationships/image"/><Relationship Id="rId9" Target="../media/image1378.png" Type="http://schemas.openxmlformats.org/officeDocument/2006/relationships/image"/><Relationship Id="rId90" Target="../media/image1459.svg" Type="http://schemas.openxmlformats.org/officeDocument/2006/relationships/image"/><Relationship Id="rId91" Target="../media/image1460.png" Type="http://schemas.openxmlformats.org/officeDocument/2006/relationships/image"/><Relationship Id="rId92" Target="../media/image1461.svg" Type="http://schemas.openxmlformats.org/officeDocument/2006/relationships/image"/><Relationship Id="rId93" Target="../media/image1462.png" Type="http://schemas.openxmlformats.org/officeDocument/2006/relationships/image"/><Relationship Id="rId94" Target="../media/image1463.svg" Type="http://schemas.openxmlformats.org/officeDocument/2006/relationships/image"/><Relationship Id="rId95" Target="../media/image1464.png" Type="http://schemas.openxmlformats.org/officeDocument/2006/relationships/image"/><Relationship Id="rId96" Target="../media/image1465.svg" Type="http://schemas.openxmlformats.org/officeDocument/2006/relationships/image"/><Relationship Id="rId97" Target="../media/image1466.png" Type="http://schemas.openxmlformats.org/officeDocument/2006/relationships/image"/><Relationship Id="rId98" Target="../media/image1467.svg" Type="http://schemas.openxmlformats.org/officeDocument/2006/relationships/image"/><Relationship Id="rId99" Target="../media/image1468.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59.svg" Type="http://schemas.openxmlformats.org/officeDocument/2006/relationships/image"/><Relationship Id="rId100" Target="../media/image1649.svg" Type="http://schemas.openxmlformats.org/officeDocument/2006/relationships/image"/><Relationship Id="rId101" Target="../media/image1650.png" Type="http://schemas.openxmlformats.org/officeDocument/2006/relationships/image"/><Relationship Id="rId102" Target="../media/image1651.svg" Type="http://schemas.openxmlformats.org/officeDocument/2006/relationships/image"/><Relationship Id="rId11" Target="../media/image1560.png" Type="http://schemas.openxmlformats.org/officeDocument/2006/relationships/image"/><Relationship Id="rId12" Target="../media/image1561.svg" Type="http://schemas.openxmlformats.org/officeDocument/2006/relationships/image"/><Relationship Id="rId13" Target="../media/image1562.png" Type="http://schemas.openxmlformats.org/officeDocument/2006/relationships/image"/><Relationship Id="rId14" Target="../media/image1563.svg" Type="http://schemas.openxmlformats.org/officeDocument/2006/relationships/image"/><Relationship Id="rId15" Target="../media/image1564.png" Type="http://schemas.openxmlformats.org/officeDocument/2006/relationships/image"/><Relationship Id="rId16" Target="../media/image1565.svg" Type="http://schemas.openxmlformats.org/officeDocument/2006/relationships/image"/><Relationship Id="rId17" Target="../media/image1566.png" Type="http://schemas.openxmlformats.org/officeDocument/2006/relationships/image"/><Relationship Id="rId18" Target="../media/image1567.svg" Type="http://schemas.openxmlformats.org/officeDocument/2006/relationships/image"/><Relationship Id="rId19" Target="../media/image1568.png" Type="http://schemas.openxmlformats.org/officeDocument/2006/relationships/image"/><Relationship Id="rId2" Target="../notesSlides/notesSlide50.xml" Type="http://schemas.openxmlformats.org/officeDocument/2006/relationships/notesSlide"/><Relationship Id="rId20" Target="../media/image1569.svg" Type="http://schemas.openxmlformats.org/officeDocument/2006/relationships/image"/><Relationship Id="rId21" Target="../media/image1570.png" Type="http://schemas.openxmlformats.org/officeDocument/2006/relationships/image"/><Relationship Id="rId22" Target="../media/image1571.svg" Type="http://schemas.openxmlformats.org/officeDocument/2006/relationships/image"/><Relationship Id="rId23" Target="../media/image1572.png" Type="http://schemas.openxmlformats.org/officeDocument/2006/relationships/image"/><Relationship Id="rId24" Target="../media/image1573.svg" Type="http://schemas.openxmlformats.org/officeDocument/2006/relationships/image"/><Relationship Id="rId25" Target="../media/image1574.png" Type="http://schemas.openxmlformats.org/officeDocument/2006/relationships/image"/><Relationship Id="rId26" Target="../media/image1575.svg" Type="http://schemas.openxmlformats.org/officeDocument/2006/relationships/image"/><Relationship Id="rId27" Target="../media/image1576.png" Type="http://schemas.openxmlformats.org/officeDocument/2006/relationships/image"/><Relationship Id="rId28" Target="../media/image1577.svg" Type="http://schemas.openxmlformats.org/officeDocument/2006/relationships/image"/><Relationship Id="rId29" Target="../media/image1578.png" Type="http://schemas.openxmlformats.org/officeDocument/2006/relationships/image"/><Relationship Id="rId3" Target="../media/image1552.png" Type="http://schemas.openxmlformats.org/officeDocument/2006/relationships/image"/><Relationship Id="rId30" Target="../media/image1579.svg" Type="http://schemas.openxmlformats.org/officeDocument/2006/relationships/image"/><Relationship Id="rId31" Target="../media/image1580.png" Type="http://schemas.openxmlformats.org/officeDocument/2006/relationships/image"/><Relationship Id="rId32" Target="../media/image1581.svg" Type="http://schemas.openxmlformats.org/officeDocument/2006/relationships/image"/><Relationship Id="rId33" Target="../media/image1582.png" Type="http://schemas.openxmlformats.org/officeDocument/2006/relationships/image"/><Relationship Id="rId34" Target="../media/image1583.svg" Type="http://schemas.openxmlformats.org/officeDocument/2006/relationships/image"/><Relationship Id="rId35" Target="../media/image1584.png" Type="http://schemas.openxmlformats.org/officeDocument/2006/relationships/image"/><Relationship Id="rId36" Target="../media/image1585.svg" Type="http://schemas.openxmlformats.org/officeDocument/2006/relationships/image"/><Relationship Id="rId37" Target="../media/image1586.png" Type="http://schemas.openxmlformats.org/officeDocument/2006/relationships/image"/><Relationship Id="rId38" Target="../media/image1587.svg" Type="http://schemas.openxmlformats.org/officeDocument/2006/relationships/image"/><Relationship Id="rId39" Target="../media/image1588.png" Type="http://schemas.openxmlformats.org/officeDocument/2006/relationships/image"/><Relationship Id="rId4" Target="../media/image1553.svg" Type="http://schemas.openxmlformats.org/officeDocument/2006/relationships/image"/><Relationship Id="rId40" Target="../media/image1589.svg" Type="http://schemas.openxmlformats.org/officeDocument/2006/relationships/image"/><Relationship Id="rId41" Target="../media/image1590.png" Type="http://schemas.openxmlformats.org/officeDocument/2006/relationships/image"/><Relationship Id="rId42" Target="../media/image1591.svg" Type="http://schemas.openxmlformats.org/officeDocument/2006/relationships/image"/><Relationship Id="rId43" Target="../media/image1592.png" Type="http://schemas.openxmlformats.org/officeDocument/2006/relationships/image"/><Relationship Id="rId44" Target="../media/image1593.svg" Type="http://schemas.openxmlformats.org/officeDocument/2006/relationships/image"/><Relationship Id="rId45" Target="../media/image1594.png" Type="http://schemas.openxmlformats.org/officeDocument/2006/relationships/image"/><Relationship Id="rId46" Target="../media/image1595.svg" Type="http://schemas.openxmlformats.org/officeDocument/2006/relationships/image"/><Relationship Id="rId47" Target="../media/image1596.png" Type="http://schemas.openxmlformats.org/officeDocument/2006/relationships/image"/><Relationship Id="rId48" Target="../media/image1597.svg" Type="http://schemas.openxmlformats.org/officeDocument/2006/relationships/image"/><Relationship Id="rId49" Target="../media/image1598.png" Type="http://schemas.openxmlformats.org/officeDocument/2006/relationships/image"/><Relationship Id="rId5" Target="../media/image1554.png" Type="http://schemas.openxmlformats.org/officeDocument/2006/relationships/image"/><Relationship Id="rId50" Target="../media/image1599.svg" Type="http://schemas.openxmlformats.org/officeDocument/2006/relationships/image"/><Relationship Id="rId51" Target="../media/image1600.png" Type="http://schemas.openxmlformats.org/officeDocument/2006/relationships/image"/><Relationship Id="rId52" Target="../media/image1601.svg" Type="http://schemas.openxmlformats.org/officeDocument/2006/relationships/image"/><Relationship Id="rId53" Target="../media/image1602.png" Type="http://schemas.openxmlformats.org/officeDocument/2006/relationships/image"/><Relationship Id="rId54" Target="../media/image1603.svg" Type="http://schemas.openxmlformats.org/officeDocument/2006/relationships/image"/><Relationship Id="rId55" Target="../media/image1604.png" Type="http://schemas.openxmlformats.org/officeDocument/2006/relationships/image"/><Relationship Id="rId56" Target="../media/image1605.svg" Type="http://schemas.openxmlformats.org/officeDocument/2006/relationships/image"/><Relationship Id="rId57" Target="../media/image1606.png" Type="http://schemas.openxmlformats.org/officeDocument/2006/relationships/image"/><Relationship Id="rId58" Target="../media/image1607.svg" Type="http://schemas.openxmlformats.org/officeDocument/2006/relationships/image"/><Relationship Id="rId59" Target="../media/image1608.png" Type="http://schemas.openxmlformats.org/officeDocument/2006/relationships/image"/><Relationship Id="rId6" Target="../media/image1555.svg" Type="http://schemas.openxmlformats.org/officeDocument/2006/relationships/image"/><Relationship Id="rId60" Target="../media/image1609.svg" Type="http://schemas.openxmlformats.org/officeDocument/2006/relationships/image"/><Relationship Id="rId61" Target="../media/image1610.png" Type="http://schemas.openxmlformats.org/officeDocument/2006/relationships/image"/><Relationship Id="rId62" Target="../media/image1611.svg" Type="http://schemas.openxmlformats.org/officeDocument/2006/relationships/image"/><Relationship Id="rId63" Target="../media/image1612.png" Type="http://schemas.openxmlformats.org/officeDocument/2006/relationships/image"/><Relationship Id="rId64" Target="../media/image1613.svg" Type="http://schemas.openxmlformats.org/officeDocument/2006/relationships/image"/><Relationship Id="rId65" Target="../media/image1614.png" Type="http://schemas.openxmlformats.org/officeDocument/2006/relationships/image"/><Relationship Id="rId66" Target="../media/image1615.svg" Type="http://schemas.openxmlformats.org/officeDocument/2006/relationships/image"/><Relationship Id="rId67" Target="../media/image1616.png" Type="http://schemas.openxmlformats.org/officeDocument/2006/relationships/image"/><Relationship Id="rId68" Target="../media/image1617.svg" Type="http://schemas.openxmlformats.org/officeDocument/2006/relationships/image"/><Relationship Id="rId69" Target="../media/image1618.png" Type="http://schemas.openxmlformats.org/officeDocument/2006/relationships/image"/><Relationship Id="rId7" Target="../media/image1556.png" Type="http://schemas.openxmlformats.org/officeDocument/2006/relationships/image"/><Relationship Id="rId70" Target="../media/image1619.svg" Type="http://schemas.openxmlformats.org/officeDocument/2006/relationships/image"/><Relationship Id="rId71" Target="../media/image1620.png" Type="http://schemas.openxmlformats.org/officeDocument/2006/relationships/image"/><Relationship Id="rId72" Target="../media/image1621.svg" Type="http://schemas.openxmlformats.org/officeDocument/2006/relationships/image"/><Relationship Id="rId73" Target="../media/image1622.png" Type="http://schemas.openxmlformats.org/officeDocument/2006/relationships/image"/><Relationship Id="rId74" Target="../media/image1623.svg" Type="http://schemas.openxmlformats.org/officeDocument/2006/relationships/image"/><Relationship Id="rId75" Target="../media/image1624.png" Type="http://schemas.openxmlformats.org/officeDocument/2006/relationships/image"/><Relationship Id="rId76" Target="../media/image1625.svg" Type="http://schemas.openxmlformats.org/officeDocument/2006/relationships/image"/><Relationship Id="rId77" Target="../media/image1626.png" Type="http://schemas.openxmlformats.org/officeDocument/2006/relationships/image"/><Relationship Id="rId78" Target="../media/image1627.svg" Type="http://schemas.openxmlformats.org/officeDocument/2006/relationships/image"/><Relationship Id="rId79" Target="../media/image1628.png" Type="http://schemas.openxmlformats.org/officeDocument/2006/relationships/image"/><Relationship Id="rId8" Target="../media/image1557.svg" Type="http://schemas.openxmlformats.org/officeDocument/2006/relationships/image"/><Relationship Id="rId80" Target="../media/image1629.svg" Type="http://schemas.openxmlformats.org/officeDocument/2006/relationships/image"/><Relationship Id="rId81" Target="../media/image1630.png" Type="http://schemas.openxmlformats.org/officeDocument/2006/relationships/image"/><Relationship Id="rId82" Target="../media/image1631.svg" Type="http://schemas.openxmlformats.org/officeDocument/2006/relationships/image"/><Relationship Id="rId83" Target="../media/image1632.png" Type="http://schemas.openxmlformats.org/officeDocument/2006/relationships/image"/><Relationship Id="rId84" Target="../media/image1633.svg" Type="http://schemas.openxmlformats.org/officeDocument/2006/relationships/image"/><Relationship Id="rId85" Target="../media/image1634.png" Type="http://schemas.openxmlformats.org/officeDocument/2006/relationships/image"/><Relationship Id="rId86" Target="../media/image1635.svg" Type="http://schemas.openxmlformats.org/officeDocument/2006/relationships/image"/><Relationship Id="rId87" Target="../media/image1636.png" Type="http://schemas.openxmlformats.org/officeDocument/2006/relationships/image"/><Relationship Id="rId88" Target="../media/image1637.svg" Type="http://schemas.openxmlformats.org/officeDocument/2006/relationships/image"/><Relationship Id="rId89" Target="../media/image1638.png" Type="http://schemas.openxmlformats.org/officeDocument/2006/relationships/image"/><Relationship Id="rId9" Target="../media/image1558.png" Type="http://schemas.openxmlformats.org/officeDocument/2006/relationships/image"/><Relationship Id="rId90" Target="../media/image1639.svg" Type="http://schemas.openxmlformats.org/officeDocument/2006/relationships/image"/><Relationship Id="rId91" Target="../media/image1640.png" Type="http://schemas.openxmlformats.org/officeDocument/2006/relationships/image"/><Relationship Id="rId92" Target="../media/image1641.svg" Type="http://schemas.openxmlformats.org/officeDocument/2006/relationships/image"/><Relationship Id="rId93" Target="../media/image1642.png" Type="http://schemas.openxmlformats.org/officeDocument/2006/relationships/image"/><Relationship Id="rId94" Target="../media/image1643.svg" Type="http://schemas.openxmlformats.org/officeDocument/2006/relationships/image"/><Relationship Id="rId95" Target="../media/image1644.png" Type="http://schemas.openxmlformats.org/officeDocument/2006/relationships/image"/><Relationship Id="rId96" Target="../media/image1645.svg" Type="http://schemas.openxmlformats.org/officeDocument/2006/relationships/image"/><Relationship Id="rId97" Target="../media/image1646.png" Type="http://schemas.openxmlformats.org/officeDocument/2006/relationships/image"/><Relationship Id="rId98" Target="../media/image1647.svg" Type="http://schemas.openxmlformats.org/officeDocument/2006/relationships/image"/><Relationship Id="rId99" Target="../media/image1648.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59.svg" Type="http://schemas.openxmlformats.org/officeDocument/2006/relationships/image"/><Relationship Id="rId100" Target="../media/image1749.svg" Type="http://schemas.openxmlformats.org/officeDocument/2006/relationships/image"/><Relationship Id="rId101" Target="../media/image1750.png" Type="http://schemas.openxmlformats.org/officeDocument/2006/relationships/image"/><Relationship Id="rId102" Target="../media/image1751.svg" Type="http://schemas.openxmlformats.org/officeDocument/2006/relationships/image"/><Relationship Id="rId103" Target="../media/image1752.png" Type="http://schemas.openxmlformats.org/officeDocument/2006/relationships/image"/><Relationship Id="rId104" Target="../media/image1753.svg" Type="http://schemas.openxmlformats.org/officeDocument/2006/relationships/image"/><Relationship Id="rId105" Target="../media/image1754.png" Type="http://schemas.openxmlformats.org/officeDocument/2006/relationships/image"/><Relationship Id="rId106" Target="../media/image1755.svg" Type="http://schemas.openxmlformats.org/officeDocument/2006/relationships/image"/><Relationship Id="rId107" Target="../media/image1756.png" Type="http://schemas.openxmlformats.org/officeDocument/2006/relationships/image"/><Relationship Id="rId108" Target="../media/image1757.svg" Type="http://schemas.openxmlformats.org/officeDocument/2006/relationships/image"/><Relationship Id="rId109" Target="../media/image1758.png" Type="http://schemas.openxmlformats.org/officeDocument/2006/relationships/image"/><Relationship Id="rId11" Target="../media/image1660.png" Type="http://schemas.openxmlformats.org/officeDocument/2006/relationships/image"/><Relationship Id="rId110" Target="../media/image1759.svg" Type="http://schemas.openxmlformats.org/officeDocument/2006/relationships/image"/><Relationship Id="rId111" Target="../media/image1760.png" Type="http://schemas.openxmlformats.org/officeDocument/2006/relationships/image"/><Relationship Id="rId112" Target="../media/image1761.svg" Type="http://schemas.openxmlformats.org/officeDocument/2006/relationships/image"/><Relationship Id="rId113" Target="../media/image1762.png" Type="http://schemas.openxmlformats.org/officeDocument/2006/relationships/image"/><Relationship Id="rId114" Target="../media/image1763.svg" Type="http://schemas.openxmlformats.org/officeDocument/2006/relationships/image"/><Relationship Id="rId115" Target="../media/image1764.png" Type="http://schemas.openxmlformats.org/officeDocument/2006/relationships/image"/><Relationship Id="rId116" Target="../media/image1765.svg" Type="http://schemas.openxmlformats.org/officeDocument/2006/relationships/image"/><Relationship Id="rId117" Target="../media/image1766.png" Type="http://schemas.openxmlformats.org/officeDocument/2006/relationships/image"/><Relationship Id="rId118" Target="../media/image1767.svg" Type="http://schemas.openxmlformats.org/officeDocument/2006/relationships/image"/><Relationship Id="rId119" Target="../media/image1768.png" Type="http://schemas.openxmlformats.org/officeDocument/2006/relationships/image"/><Relationship Id="rId12" Target="../media/image1661.svg" Type="http://schemas.openxmlformats.org/officeDocument/2006/relationships/image"/><Relationship Id="rId120" Target="../media/image1769.svg" Type="http://schemas.openxmlformats.org/officeDocument/2006/relationships/image"/><Relationship Id="rId121" Target="../media/image1770.png" Type="http://schemas.openxmlformats.org/officeDocument/2006/relationships/image"/><Relationship Id="rId122" Target="../media/image1771.svg" Type="http://schemas.openxmlformats.org/officeDocument/2006/relationships/image"/><Relationship Id="rId123" Target="../media/image1772.png" Type="http://schemas.openxmlformats.org/officeDocument/2006/relationships/image"/><Relationship Id="rId124" Target="../media/image1773.svg" Type="http://schemas.openxmlformats.org/officeDocument/2006/relationships/image"/><Relationship Id="rId125" Target="../media/image1774.png" Type="http://schemas.openxmlformats.org/officeDocument/2006/relationships/image"/><Relationship Id="rId126" Target="../media/image1775.svg" Type="http://schemas.openxmlformats.org/officeDocument/2006/relationships/image"/><Relationship Id="rId127" Target="../media/image1776.png" Type="http://schemas.openxmlformats.org/officeDocument/2006/relationships/image"/><Relationship Id="rId128" Target="../media/image1777.svg" Type="http://schemas.openxmlformats.org/officeDocument/2006/relationships/image"/><Relationship Id="rId129" Target="../media/image1778.png" Type="http://schemas.openxmlformats.org/officeDocument/2006/relationships/image"/><Relationship Id="rId13" Target="../media/image1662.png" Type="http://schemas.openxmlformats.org/officeDocument/2006/relationships/image"/><Relationship Id="rId130" Target="../media/image1779.svg" Type="http://schemas.openxmlformats.org/officeDocument/2006/relationships/image"/><Relationship Id="rId131" Target="../media/image1780.png" Type="http://schemas.openxmlformats.org/officeDocument/2006/relationships/image"/><Relationship Id="rId132" Target="../media/image1781.svg" Type="http://schemas.openxmlformats.org/officeDocument/2006/relationships/image"/><Relationship Id="rId133" Target="../media/image1782.png" Type="http://schemas.openxmlformats.org/officeDocument/2006/relationships/image"/><Relationship Id="rId134" Target="../media/image1783.svg" Type="http://schemas.openxmlformats.org/officeDocument/2006/relationships/image"/><Relationship Id="rId14" Target="../media/image1663.svg" Type="http://schemas.openxmlformats.org/officeDocument/2006/relationships/image"/><Relationship Id="rId15" Target="../media/image1664.png" Type="http://schemas.openxmlformats.org/officeDocument/2006/relationships/image"/><Relationship Id="rId16" Target="../media/image1665.svg" Type="http://schemas.openxmlformats.org/officeDocument/2006/relationships/image"/><Relationship Id="rId17" Target="../media/image1666.png" Type="http://schemas.openxmlformats.org/officeDocument/2006/relationships/image"/><Relationship Id="rId18" Target="../media/image1667.svg" Type="http://schemas.openxmlformats.org/officeDocument/2006/relationships/image"/><Relationship Id="rId19" Target="../media/image1668.png" Type="http://schemas.openxmlformats.org/officeDocument/2006/relationships/image"/><Relationship Id="rId2" Target="../notesSlides/notesSlide51.xml" Type="http://schemas.openxmlformats.org/officeDocument/2006/relationships/notesSlide"/><Relationship Id="rId20" Target="../media/image1669.svg" Type="http://schemas.openxmlformats.org/officeDocument/2006/relationships/image"/><Relationship Id="rId21" Target="../media/image1670.png" Type="http://schemas.openxmlformats.org/officeDocument/2006/relationships/image"/><Relationship Id="rId22" Target="../media/image1671.svg" Type="http://schemas.openxmlformats.org/officeDocument/2006/relationships/image"/><Relationship Id="rId23" Target="../media/image1672.png" Type="http://schemas.openxmlformats.org/officeDocument/2006/relationships/image"/><Relationship Id="rId24" Target="../media/image1673.svg" Type="http://schemas.openxmlformats.org/officeDocument/2006/relationships/image"/><Relationship Id="rId25" Target="../media/image1674.png" Type="http://schemas.openxmlformats.org/officeDocument/2006/relationships/image"/><Relationship Id="rId26" Target="../media/image1675.svg" Type="http://schemas.openxmlformats.org/officeDocument/2006/relationships/image"/><Relationship Id="rId27" Target="../media/image1676.png" Type="http://schemas.openxmlformats.org/officeDocument/2006/relationships/image"/><Relationship Id="rId28" Target="../media/image1677.svg" Type="http://schemas.openxmlformats.org/officeDocument/2006/relationships/image"/><Relationship Id="rId29" Target="../media/image1678.png" Type="http://schemas.openxmlformats.org/officeDocument/2006/relationships/image"/><Relationship Id="rId3" Target="../media/image1652.png" Type="http://schemas.openxmlformats.org/officeDocument/2006/relationships/image"/><Relationship Id="rId30" Target="../media/image1679.svg" Type="http://schemas.openxmlformats.org/officeDocument/2006/relationships/image"/><Relationship Id="rId31" Target="../media/image1680.png" Type="http://schemas.openxmlformats.org/officeDocument/2006/relationships/image"/><Relationship Id="rId32" Target="../media/image1681.svg" Type="http://schemas.openxmlformats.org/officeDocument/2006/relationships/image"/><Relationship Id="rId33" Target="../media/image1682.png" Type="http://schemas.openxmlformats.org/officeDocument/2006/relationships/image"/><Relationship Id="rId34" Target="../media/image1683.svg" Type="http://schemas.openxmlformats.org/officeDocument/2006/relationships/image"/><Relationship Id="rId35" Target="../media/image1684.png" Type="http://schemas.openxmlformats.org/officeDocument/2006/relationships/image"/><Relationship Id="rId36" Target="../media/image1685.svg" Type="http://schemas.openxmlformats.org/officeDocument/2006/relationships/image"/><Relationship Id="rId37" Target="../media/image1686.png" Type="http://schemas.openxmlformats.org/officeDocument/2006/relationships/image"/><Relationship Id="rId38" Target="../media/image1687.svg" Type="http://schemas.openxmlformats.org/officeDocument/2006/relationships/image"/><Relationship Id="rId39" Target="../media/image1688.png" Type="http://schemas.openxmlformats.org/officeDocument/2006/relationships/image"/><Relationship Id="rId4" Target="../media/image1653.svg" Type="http://schemas.openxmlformats.org/officeDocument/2006/relationships/image"/><Relationship Id="rId40" Target="../media/image1689.svg" Type="http://schemas.openxmlformats.org/officeDocument/2006/relationships/image"/><Relationship Id="rId41" Target="../media/image1690.png" Type="http://schemas.openxmlformats.org/officeDocument/2006/relationships/image"/><Relationship Id="rId42" Target="../media/image1691.svg" Type="http://schemas.openxmlformats.org/officeDocument/2006/relationships/image"/><Relationship Id="rId43" Target="../media/image1692.png" Type="http://schemas.openxmlformats.org/officeDocument/2006/relationships/image"/><Relationship Id="rId44" Target="../media/image1693.svg" Type="http://schemas.openxmlformats.org/officeDocument/2006/relationships/image"/><Relationship Id="rId45" Target="../media/image1694.png" Type="http://schemas.openxmlformats.org/officeDocument/2006/relationships/image"/><Relationship Id="rId46" Target="../media/image1695.svg" Type="http://schemas.openxmlformats.org/officeDocument/2006/relationships/image"/><Relationship Id="rId47" Target="../media/image1696.png" Type="http://schemas.openxmlformats.org/officeDocument/2006/relationships/image"/><Relationship Id="rId48" Target="../media/image1697.svg" Type="http://schemas.openxmlformats.org/officeDocument/2006/relationships/image"/><Relationship Id="rId49" Target="../media/image1698.png" Type="http://schemas.openxmlformats.org/officeDocument/2006/relationships/image"/><Relationship Id="rId5" Target="../media/image1654.png" Type="http://schemas.openxmlformats.org/officeDocument/2006/relationships/image"/><Relationship Id="rId50" Target="../media/image1699.svg" Type="http://schemas.openxmlformats.org/officeDocument/2006/relationships/image"/><Relationship Id="rId51" Target="../media/image1700.png" Type="http://schemas.openxmlformats.org/officeDocument/2006/relationships/image"/><Relationship Id="rId52" Target="../media/image1701.svg" Type="http://schemas.openxmlformats.org/officeDocument/2006/relationships/image"/><Relationship Id="rId53" Target="../media/image1702.png" Type="http://schemas.openxmlformats.org/officeDocument/2006/relationships/image"/><Relationship Id="rId54" Target="../media/image1703.svg" Type="http://schemas.openxmlformats.org/officeDocument/2006/relationships/image"/><Relationship Id="rId55" Target="../media/image1704.png" Type="http://schemas.openxmlformats.org/officeDocument/2006/relationships/image"/><Relationship Id="rId56" Target="../media/image1705.svg" Type="http://schemas.openxmlformats.org/officeDocument/2006/relationships/image"/><Relationship Id="rId57" Target="../media/image1706.png" Type="http://schemas.openxmlformats.org/officeDocument/2006/relationships/image"/><Relationship Id="rId58" Target="../media/image1707.svg" Type="http://schemas.openxmlformats.org/officeDocument/2006/relationships/image"/><Relationship Id="rId59" Target="../media/image1708.png" Type="http://schemas.openxmlformats.org/officeDocument/2006/relationships/image"/><Relationship Id="rId6" Target="../media/image1655.svg" Type="http://schemas.openxmlformats.org/officeDocument/2006/relationships/image"/><Relationship Id="rId60" Target="../media/image1709.svg" Type="http://schemas.openxmlformats.org/officeDocument/2006/relationships/image"/><Relationship Id="rId61" Target="../media/image1710.png" Type="http://schemas.openxmlformats.org/officeDocument/2006/relationships/image"/><Relationship Id="rId62" Target="../media/image1711.svg" Type="http://schemas.openxmlformats.org/officeDocument/2006/relationships/image"/><Relationship Id="rId63" Target="../media/image1712.png" Type="http://schemas.openxmlformats.org/officeDocument/2006/relationships/image"/><Relationship Id="rId64" Target="../media/image1713.svg" Type="http://schemas.openxmlformats.org/officeDocument/2006/relationships/image"/><Relationship Id="rId65" Target="../media/image1714.png" Type="http://schemas.openxmlformats.org/officeDocument/2006/relationships/image"/><Relationship Id="rId66" Target="../media/image1715.svg" Type="http://schemas.openxmlformats.org/officeDocument/2006/relationships/image"/><Relationship Id="rId67" Target="../media/image1716.png" Type="http://schemas.openxmlformats.org/officeDocument/2006/relationships/image"/><Relationship Id="rId68" Target="../media/image1717.svg" Type="http://schemas.openxmlformats.org/officeDocument/2006/relationships/image"/><Relationship Id="rId69" Target="../media/image1718.png" Type="http://schemas.openxmlformats.org/officeDocument/2006/relationships/image"/><Relationship Id="rId7" Target="../media/image1656.png" Type="http://schemas.openxmlformats.org/officeDocument/2006/relationships/image"/><Relationship Id="rId70" Target="../media/image1719.svg" Type="http://schemas.openxmlformats.org/officeDocument/2006/relationships/image"/><Relationship Id="rId71" Target="../media/image1720.png" Type="http://schemas.openxmlformats.org/officeDocument/2006/relationships/image"/><Relationship Id="rId72" Target="../media/image1721.svg" Type="http://schemas.openxmlformats.org/officeDocument/2006/relationships/image"/><Relationship Id="rId73" Target="../media/image1722.png" Type="http://schemas.openxmlformats.org/officeDocument/2006/relationships/image"/><Relationship Id="rId74" Target="../media/image1723.svg" Type="http://schemas.openxmlformats.org/officeDocument/2006/relationships/image"/><Relationship Id="rId75" Target="../media/image1724.png" Type="http://schemas.openxmlformats.org/officeDocument/2006/relationships/image"/><Relationship Id="rId76" Target="../media/image1725.svg" Type="http://schemas.openxmlformats.org/officeDocument/2006/relationships/image"/><Relationship Id="rId77" Target="../media/image1726.png" Type="http://schemas.openxmlformats.org/officeDocument/2006/relationships/image"/><Relationship Id="rId78" Target="../media/image1727.svg" Type="http://schemas.openxmlformats.org/officeDocument/2006/relationships/image"/><Relationship Id="rId79" Target="../media/image1728.png" Type="http://schemas.openxmlformats.org/officeDocument/2006/relationships/image"/><Relationship Id="rId8" Target="../media/image1657.svg" Type="http://schemas.openxmlformats.org/officeDocument/2006/relationships/image"/><Relationship Id="rId80" Target="../media/image1729.svg" Type="http://schemas.openxmlformats.org/officeDocument/2006/relationships/image"/><Relationship Id="rId81" Target="../media/image1730.png" Type="http://schemas.openxmlformats.org/officeDocument/2006/relationships/image"/><Relationship Id="rId82" Target="../media/image1731.svg" Type="http://schemas.openxmlformats.org/officeDocument/2006/relationships/image"/><Relationship Id="rId83" Target="../media/image1732.png" Type="http://schemas.openxmlformats.org/officeDocument/2006/relationships/image"/><Relationship Id="rId84" Target="../media/image1733.svg" Type="http://schemas.openxmlformats.org/officeDocument/2006/relationships/image"/><Relationship Id="rId85" Target="../media/image1734.png" Type="http://schemas.openxmlformats.org/officeDocument/2006/relationships/image"/><Relationship Id="rId86" Target="../media/image1735.svg" Type="http://schemas.openxmlformats.org/officeDocument/2006/relationships/image"/><Relationship Id="rId87" Target="../media/image1736.png" Type="http://schemas.openxmlformats.org/officeDocument/2006/relationships/image"/><Relationship Id="rId88" Target="../media/image1737.svg" Type="http://schemas.openxmlformats.org/officeDocument/2006/relationships/image"/><Relationship Id="rId89" Target="../media/image1738.png" Type="http://schemas.openxmlformats.org/officeDocument/2006/relationships/image"/><Relationship Id="rId9" Target="../media/image1658.png" Type="http://schemas.openxmlformats.org/officeDocument/2006/relationships/image"/><Relationship Id="rId90" Target="../media/image1739.svg" Type="http://schemas.openxmlformats.org/officeDocument/2006/relationships/image"/><Relationship Id="rId91" Target="../media/image1740.png" Type="http://schemas.openxmlformats.org/officeDocument/2006/relationships/image"/><Relationship Id="rId92" Target="../media/image1741.svg" Type="http://schemas.openxmlformats.org/officeDocument/2006/relationships/image"/><Relationship Id="rId93" Target="../media/image1742.png" Type="http://schemas.openxmlformats.org/officeDocument/2006/relationships/image"/><Relationship Id="rId94" Target="../media/image1743.svg" Type="http://schemas.openxmlformats.org/officeDocument/2006/relationships/image"/><Relationship Id="rId95" Target="../media/image1744.png" Type="http://schemas.openxmlformats.org/officeDocument/2006/relationships/image"/><Relationship Id="rId96" Target="../media/image1745.svg" Type="http://schemas.openxmlformats.org/officeDocument/2006/relationships/image"/><Relationship Id="rId97" Target="../media/image1746.png" Type="http://schemas.openxmlformats.org/officeDocument/2006/relationships/image"/><Relationship Id="rId98" Target="../media/image1747.svg" Type="http://schemas.openxmlformats.org/officeDocument/2006/relationships/image"/><Relationship Id="rId99" Target="../media/image1748.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http://bit.ly/2PfT4lq" TargetMode="External" Type="http://schemas.openxmlformats.org/officeDocument/2006/relationships/hyperlink"/><Relationship Id="rId4" Target="../media/image178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4467294" y="1763097"/>
            <a:ext cx="3477768" cy="3734086"/>
          </a:xfrm>
          <a:custGeom>
            <a:avLst/>
            <a:gdLst/>
            <a:ahLst/>
            <a:cxnLst/>
            <a:rect r="r" b="b" t="t" l="l"/>
            <a:pathLst>
              <a:path h="3734086" w="3477768">
                <a:moveTo>
                  <a:pt x="0" y="0"/>
                </a:moveTo>
                <a:lnTo>
                  <a:pt x="3477768" y="0"/>
                </a:lnTo>
                <a:lnTo>
                  <a:pt x="3477768" y="3734085"/>
                </a:lnTo>
                <a:lnTo>
                  <a:pt x="0" y="3734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76786" y="6994560"/>
            <a:ext cx="2963990" cy="3120819"/>
          </a:xfrm>
          <a:custGeom>
            <a:avLst/>
            <a:gdLst/>
            <a:ahLst/>
            <a:cxnLst/>
            <a:rect r="r" b="b" t="t" l="l"/>
            <a:pathLst>
              <a:path h="3120819" w="2963990">
                <a:moveTo>
                  <a:pt x="0" y="0"/>
                </a:moveTo>
                <a:lnTo>
                  <a:pt x="2963990" y="0"/>
                </a:lnTo>
                <a:lnTo>
                  <a:pt x="2963990" y="3120819"/>
                </a:lnTo>
                <a:lnTo>
                  <a:pt x="0" y="31208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4035600" y="2195151"/>
            <a:ext cx="10216801" cy="4284600"/>
            <a:chOff x="0" y="0"/>
            <a:chExt cx="13622401" cy="5712800"/>
          </a:xfrm>
        </p:grpSpPr>
        <p:sp>
          <p:nvSpPr>
            <p:cNvPr name="Freeform 8" id="8"/>
            <p:cNvSpPr/>
            <p:nvPr/>
          </p:nvSpPr>
          <p:spPr>
            <a:xfrm flipH="false" flipV="false" rot="0">
              <a:off x="0" y="0"/>
              <a:ext cx="13622400" cy="5712797"/>
            </a:xfrm>
            <a:custGeom>
              <a:avLst/>
              <a:gdLst/>
              <a:ahLst/>
              <a:cxnLst/>
              <a:rect r="r" b="b" t="t" l="l"/>
              <a:pathLst>
                <a:path h="5712797" w="13622400">
                  <a:moveTo>
                    <a:pt x="0" y="0"/>
                  </a:moveTo>
                  <a:lnTo>
                    <a:pt x="13622400" y="0"/>
                  </a:lnTo>
                  <a:lnTo>
                    <a:pt x="13622400" y="5712797"/>
                  </a:lnTo>
                  <a:lnTo>
                    <a:pt x="0" y="5712797"/>
                  </a:lnTo>
                  <a:close/>
                </a:path>
              </a:pathLst>
            </a:custGeom>
            <a:blipFill>
              <a:blip r:embed="rId10">
                <a:alphaModFix amt="0"/>
              </a:blip>
              <a:stretch>
                <a:fillRect l="-3806" t="0" r="-3806" b="0"/>
              </a:stretch>
            </a:blipFill>
          </p:spPr>
        </p:sp>
        <p:sp>
          <p:nvSpPr>
            <p:cNvPr name="TextBox 9" id="9"/>
            <p:cNvSpPr txBox="true"/>
            <p:nvPr/>
          </p:nvSpPr>
          <p:spPr>
            <a:xfrm>
              <a:off x="0" y="104775"/>
              <a:ext cx="13622401" cy="5608025"/>
            </a:xfrm>
            <a:prstGeom prst="rect">
              <a:avLst/>
            </a:prstGeom>
          </p:spPr>
          <p:txBody>
            <a:bodyPr anchor="b" rtlCol="false" tIns="0" lIns="0" bIns="0" rIns="0"/>
            <a:lstStyle/>
            <a:p>
              <a:pPr algn="ctr">
                <a:lnSpc>
                  <a:spcPts val="10799"/>
                </a:lnSpc>
              </a:pPr>
              <a:r>
                <a:rPr lang="en-US" b="true" sz="9999">
                  <a:solidFill>
                    <a:srgbClr val="2E2F38"/>
                  </a:solidFill>
                  <a:latin typeface="Balsamiq Sans Bold"/>
                  <a:ea typeface="Balsamiq Sans Bold"/>
                  <a:cs typeface="Balsamiq Sans Bold"/>
                  <a:sym typeface="Balsamiq Sans Bold"/>
                </a:rPr>
                <a:t>Mini-Project III </a:t>
              </a:r>
              <a:r>
                <a:rPr lang="en-US" b="true" sz="9999">
                  <a:solidFill>
                    <a:srgbClr val="6B2011"/>
                  </a:solidFill>
                  <a:latin typeface="Balsamiq Sans Bold"/>
                  <a:ea typeface="Balsamiq Sans Bold"/>
                  <a:cs typeface="Balsamiq Sans Bold"/>
                  <a:sym typeface="Balsamiq Sans Bold"/>
                </a:rPr>
                <a:t>Group 1</a:t>
              </a:r>
            </a:p>
          </p:txBody>
        </p:sp>
      </p:grpSp>
      <p:sp>
        <p:nvSpPr>
          <p:cNvPr name="TextBox 10" id="10"/>
          <p:cNvSpPr txBox="true"/>
          <p:nvPr/>
        </p:nvSpPr>
        <p:spPr>
          <a:xfrm rot="0">
            <a:off x="4127025" y="6508709"/>
            <a:ext cx="10033949" cy="943127"/>
          </a:xfrm>
          <a:prstGeom prst="rect">
            <a:avLst/>
          </a:prstGeom>
        </p:spPr>
        <p:txBody>
          <a:bodyPr anchor="t" rtlCol="false" tIns="0" lIns="0" bIns="0" rIns="0">
            <a:spAutoFit/>
          </a:bodyPr>
          <a:lstStyle/>
          <a:p>
            <a:pPr algn="ctr">
              <a:lnSpc>
                <a:spcPts val="3840"/>
              </a:lnSpc>
            </a:pPr>
            <a:r>
              <a:rPr lang="en-US" b="true" sz="3200">
                <a:solidFill>
                  <a:srgbClr val="2E2F38"/>
                </a:solidFill>
                <a:latin typeface="Arimo Bold"/>
                <a:ea typeface="Arimo Bold"/>
                <a:cs typeface="Arimo Bold"/>
                <a:sym typeface="Arimo Bold"/>
              </a:rPr>
              <a:t>Department of Computer Science and Engineering</a:t>
            </a:r>
          </a:p>
        </p:txBody>
      </p:sp>
      <p:sp>
        <p:nvSpPr>
          <p:cNvPr name="Freeform 11" id="11"/>
          <p:cNvSpPr/>
          <p:nvPr/>
        </p:nvSpPr>
        <p:spPr>
          <a:xfrm flipH="false" flipV="false" rot="0">
            <a:off x="1317136" y="2650598"/>
            <a:ext cx="1883550" cy="1620984"/>
          </a:xfrm>
          <a:custGeom>
            <a:avLst/>
            <a:gdLst/>
            <a:ahLst/>
            <a:cxnLst/>
            <a:rect r="r" b="b" t="t" l="l"/>
            <a:pathLst>
              <a:path h="1620984" w="1883550">
                <a:moveTo>
                  <a:pt x="0" y="0"/>
                </a:moveTo>
                <a:lnTo>
                  <a:pt x="1883550" y="0"/>
                </a:lnTo>
                <a:lnTo>
                  <a:pt x="1883550" y="1620984"/>
                </a:lnTo>
                <a:lnTo>
                  <a:pt x="0" y="16209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14657022" y="6479915"/>
            <a:ext cx="2855966" cy="2311298"/>
          </a:xfrm>
          <a:custGeom>
            <a:avLst/>
            <a:gdLst/>
            <a:ahLst/>
            <a:cxnLst/>
            <a:rect r="r" b="b" t="t" l="l"/>
            <a:pathLst>
              <a:path h="2311298" w="2855966">
                <a:moveTo>
                  <a:pt x="0" y="0"/>
                </a:moveTo>
                <a:lnTo>
                  <a:pt x="2855967" y="0"/>
                </a:lnTo>
                <a:lnTo>
                  <a:pt x="2855967" y="2311298"/>
                </a:lnTo>
                <a:lnTo>
                  <a:pt x="0" y="23112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2540879" y="647100"/>
            <a:ext cx="13168170" cy="8992800"/>
          </a:xfrm>
          <a:custGeom>
            <a:avLst/>
            <a:gdLst/>
            <a:ahLst/>
            <a:cxnLst/>
            <a:rect r="r" b="b" t="t" l="l"/>
            <a:pathLst>
              <a:path h="8992800" w="13168170">
                <a:moveTo>
                  <a:pt x="0" y="0"/>
                </a:moveTo>
                <a:lnTo>
                  <a:pt x="13168170" y="0"/>
                </a:lnTo>
                <a:lnTo>
                  <a:pt x="13168170" y="8992800"/>
                </a:lnTo>
                <a:lnTo>
                  <a:pt x="0" y="8992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595071" y="2480281"/>
            <a:ext cx="2566387" cy="2806360"/>
          </a:xfrm>
          <a:custGeom>
            <a:avLst/>
            <a:gdLst/>
            <a:ahLst/>
            <a:cxnLst/>
            <a:rect r="r" b="b" t="t" l="l"/>
            <a:pathLst>
              <a:path h="2806360" w="2566387">
                <a:moveTo>
                  <a:pt x="0" y="0"/>
                </a:moveTo>
                <a:lnTo>
                  <a:pt x="2566387" y="0"/>
                </a:lnTo>
                <a:lnTo>
                  <a:pt x="2566387" y="2806361"/>
                </a:lnTo>
                <a:lnTo>
                  <a:pt x="0" y="28063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834386" y="434978"/>
            <a:ext cx="3027188" cy="3359772"/>
          </a:xfrm>
          <a:custGeom>
            <a:avLst/>
            <a:gdLst/>
            <a:ahLst/>
            <a:cxnLst/>
            <a:rect r="r" b="b" t="t" l="l"/>
            <a:pathLst>
              <a:path h="3359772" w="3027188">
                <a:moveTo>
                  <a:pt x="0" y="0"/>
                </a:moveTo>
                <a:lnTo>
                  <a:pt x="3027188" y="0"/>
                </a:lnTo>
                <a:lnTo>
                  <a:pt x="3027188" y="3359772"/>
                </a:lnTo>
                <a:lnTo>
                  <a:pt x="0" y="33597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791263" y="6360071"/>
            <a:ext cx="2566387" cy="2806360"/>
          </a:xfrm>
          <a:custGeom>
            <a:avLst/>
            <a:gdLst/>
            <a:ahLst/>
            <a:cxnLst/>
            <a:rect r="r" b="b" t="t" l="l"/>
            <a:pathLst>
              <a:path h="2806360" w="2566387">
                <a:moveTo>
                  <a:pt x="0" y="0"/>
                </a:moveTo>
                <a:lnTo>
                  <a:pt x="2566387" y="0"/>
                </a:lnTo>
                <a:lnTo>
                  <a:pt x="2566387" y="2806360"/>
                </a:lnTo>
                <a:lnTo>
                  <a:pt x="0" y="28063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5571011" y="6360071"/>
            <a:ext cx="2566387" cy="2806360"/>
          </a:xfrm>
          <a:custGeom>
            <a:avLst/>
            <a:gdLst/>
            <a:ahLst/>
            <a:cxnLst/>
            <a:rect r="r" b="b" t="t" l="l"/>
            <a:pathLst>
              <a:path h="2806360" w="2566387">
                <a:moveTo>
                  <a:pt x="0" y="0"/>
                </a:moveTo>
                <a:lnTo>
                  <a:pt x="2566387" y="0"/>
                </a:lnTo>
                <a:lnTo>
                  <a:pt x="2566387" y="2806360"/>
                </a:lnTo>
                <a:lnTo>
                  <a:pt x="0" y="28063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0775328" y="2544070"/>
            <a:ext cx="2566387" cy="2806360"/>
          </a:xfrm>
          <a:custGeom>
            <a:avLst/>
            <a:gdLst/>
            <a:ahLst/>
            <a:cxnLst/>
            <a:rect r="r" b="b" t="t" l="l"/>
            <a:pathLst>
              <a:path h="2806360" w="2566387">
                <a:moveTo>
                  <a:pt x="0" y="0"/>
                </a:moveTo>
                <a:lnTo>
                  <a:pt x="2566387" y="0"/>
                </a:lnTo>
                <a:lnTo>
                  <a:pt x="2566387" y="2806361"/>
                </a:lnTo>
                <a:lnTo>
                  <a:pt x="0" y="28063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808221" y="6056576"/>
            <a:ext cx="787517" cy="929469"/>
          </a:xfrm>
          <a:custGeom>
            <a:avLst/>
            <a:gdLst/>
            <a:ahLst/>
            <a:cxnLst/>
            <a:rect r="r" b="b" t="t" l="l"/>
            <a:pathLst>
              <a:path h="929469" w="787517">
                <a:moveTo>
                  <a:pt x="0" y="0"/>
                </a:moveTo>
                <a:lnTo>
                  <a:pt x="787518" y="0"/>
                </a:lnTo>
                <a:lnTo>
                  <a:pt x="787518" y="929469"/>
                </a:lnTo>
                <a:lnTo>
                  <a:pt x="0" y="9294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1043523" y="2209181"/>
            <a:ext cx="787517" cy="929469"/>
          </a:xfrm>
          <a:custGeom>
            <a:avLst/>
            <a:gdLst/>
            <a:ahLst/>
            <a:cxnLst/>
            <a:rect r="r" b="b" t="t" l="l"/>
            <a:pathLst>
              <a:path h="929469" w="787517">
                <a:moveTo>
                  <a:pt x="0" y="0"/>
                </a:moveTo>
                <a:lnTo>
                  <a:pt x="787518" y="0"/>
                </a:lnTo>
                <a:lnTo>
                  <a:pt x="787518" y="929468"/>
                </a:lnTo>
                <a:lnTo>
                  <a:pt x="0" y="9294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5834748" y="2238489"/>
            <a:ext cx="787517" cy="929469"/>
          </a:xfrm>
          <a:custGeom>
            <a:avLst/>
            <a:gdLst/>
            <a:ahLst/>
            <a:cxnLst/>
            <a:rect r="r" b="b" t="t" l="l"/>
            <a:pathLst>
              <a:path h="929469" w="787517">
                <a:moveTo>
                  <a:pt x="0" y="0"/>
                </a:moveTo>
                <a:lnTo>
                  <a:pt x="787518" y="0"/>
                </a:lnTo>
                <a:lnTo>
                  <a:pt x="787518" y="929469"/>
                </a:lnTo>
                <a:lnTo>
                  <a:pt x="0" y="9294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1133992" y="6023972"/>
            <a:ext cx="787517" cy="929469"/>
          </a:xfrm>
          <a:custGeom>
            <a:avLst/>
            <a:gdLst/>
            <a:ahLst/>
            <a:cxnLst/>
            <a:rect r="r" b="b" t="t" l="l"/>
            <a:pathLst>
              <a:path h="929469" w="787517">
                <a:moveTo>
                  <a:pt x="0" y="0"/>
                </a:moveTo>
                <a:lnTo>
                  <a:pt x="787517" y="0"/>
                </a:lnTo>
                <a:lnTo>
                  <a:pt x="787517" y="929468"/>
                </a:lnTo>
                <a:lnTo>
                  <a:pt x="0" y="9294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3978431" y="1008440"/>
            <a:ext cx="3746744" cy="972074"/>
          </a:xfrm>
          <a:prstGeom prst="rect">
            <a:avLst/>
          </a:prstGeom>
        </p:spPr>
        <p:txBody>
          <a:bodyPr anchor="t" rtlCol="false" tIns="0" lIns="0" bIns="0" rIns="0">
            <a:spAutoFit/>
          </a:bodyPr>
          <a:lstStyle/>
          <a:p>
            <a:pPr algn="l">
              <a:lnSpc>
                <a:spcPts val="6719"/>
              </a:lnSpc>
            </a:pPr>
            <a:r>
              <a:rPr lang="en-US" b="true" sz="5599">
                <a:solidFill>
                  <a:srgbClr val="2E2F38"/>
                </a:solidFill>
                <a:latin typeface="Balsamiq Sans Bold"/>
                <a:ea typeface="Balsamiq Sans Bold"/>
                <a:cs typeface="Balsamiq Sans Bold"/>
                <a:sym typeface="Balsamiq Sans Bold"/>
              </a:rPr>
              <a:t>Our Team </a:t>
            </a:r>
          </a:p>
        </p:txBody>
      </p:sp>
      <p:grpSp>
        <p:nvGrpSpPr>
          <p:cNvPr name="Group 15" id="15"/>
          <p:cNvGrpSpPr/>
          <p:nvPr/>
        </p:nvGrpSpPr>
        <p:grpSpPr>
          <a:xfrm rot="0">
            <a:off x="5890270" y="3167958"/>
            <a:ext cx="2003631" cy="1648482"/>
            <a:chOff x="0" y="0"/>
            <a:chExt cx="2671508" cy="2197976"/>
          </a:xfrm>
        </p:grpSpPr>
        <p:sp>
          <p:nvSpPr>
            <p:cNvPr name="Freeform 16" id="16"/>
            <p:cNvSpPr/>
            <p:nvPr/>
          </p:nvSpPr>
          <p:spPr>
            <a:xfrm flipH="false" flipV="false" rot="0">
              <a:off x="0" y="0"/>
              <a:ext cx="2671515" cy="2197973"/>
            </a:xfrm>
            <a:custGeom>
              <a:avLst/>
              <a:gdLst/>
              <a:ahLst/>
              <a:cxnLst/>
              <a:rect r="r" b="b" t="t" l="l"/>
              <a:pathLst>
                <a:path h="2197973" w="2671515">
                  <a:moveTo>
                    <a:pt x="0" y="0"/>
                  </a:moveTo>
                  <a:lnTo>
                    <a:pt x="2671515" y="0"/>
                  </a:lnTo>
                  <a:lnTo>
                    <a:pt x="2671515" y="2197973"/>
                  </a:lnTo>
                  <a:lnTo>
                    <a:pt x="0" y="2197973"/>
                  </a:lnTo>
                  <a:close/>
                </a:path>
              </a:pathLst>
            </a:custGeom>
            <a:blipFill>
              <a:blip r:embed="rId14">
                <a:alphaModFix amt="0"/>
              </a:blip>
              <a:stretch>
                <a:fillRect l="-55561" t="0" r="-55561" b="0"/>
              </a:stretch>
            </a:blipFill>
          </p:spPr>
        </p:sp>
        <p:sp>
          <p:nvSpPr>
            <p:cNvPr name="TextBox 17" id="17"/>
            <p:cNvSpPr txBox="true"/>
            <p:nvPr/>
          </p:nvSpPr>
          <p:spPr>
            <a:xfrm>
              <a:off x="0" y="-19050"/>
              <a:ext cx="2671508" cy="2217026"/>
            </a:xfrm>
            <a:prstGeom prst="rect">
              <a:avLst/>
            </a:prstGeom>
          </p:spPr>
          <p:txBody>
            <a:bodyPr anchor="b" rtlCol="false" tIns="0" lIns="0" bIns="0" rIns="0"/>
            <a:lstStyle/>
            <a:p>
              <a:pPr algn="ctr">
                <a:lnSpc>
                  <a:spcPts val="3120"/>
                </a:lnSpc>
              </a:pPr>
              <a:r>
                <a:rPr lang="en-US" sz="2600" b="true">
                  <a:solidFill>
                    <a:srgbClr val="000000"/>
                  </a:solidFill>
                  <a:latin typeface="Arial Bold"/>
                  <a:ea typeface="Arial Bold"/>
                  <a:cs typeface="Arial Bold"/>
                  <a:sym typeface="Arial Bold"/>
                </a:rPr>
                <a:t>Anusha </a:t>
              </a:r>
            </a:p>
            <a:p>
              <a:pPr algn="ctr">
                <a:lnSpc>
                  <a:spcPts val="3120"/>
                </a:lnSpc>
              </a:pPr>
              <a:r>
                <a:rPr lang="en-US" sz="2600" b="true">
                  <a:solidFill>
                    <a:srgbClr val="000000"/>
                  </a:solidFill>
                  <a:latin typeface="Arial Bold"/>
                  <a:ea typeface="Arial Bold"/>
                  <a:cs typeface="Arial Bold"/>
                  <a:sym typeface="Arial Bold"/>
                </a:rPr>
                <a:t>Patil</a:t>
              </a:r>
            </a:p>
            <a:p>
              <a:pPr algn="ctr">
                <a:lnSpc>
                  <a:spcPts val="3120"/>
                </a:lnSpc>
              </a:pPr>
              <a:r>
                <a:rPr lang="en-US" sz="2600" b="true">
                  <a:solidFill>
                    <a:srgbClr val="000000"/>
                  </a:solidFill>
                  <a:latin typeface="Arial Bold"/>
                  <a:ea typeface="Arial Bold"/>
                  <a:cs typeface="Arial Bold"/>
                  <a:sym typeface="Arial Bold"/>
                </a:rPr>
                <a:t>B44</a:t>
              </a:r>
            </a:p>
          </p:txBody>
        </p:sp>
      </p:grpSp>
      <p:grpSp>
        <p:nvGrpSpPr>
          <p:cNvPr name="Group 18" id="18"/>
          <p:cNvGrpSpPr/>
          <p:nvPr/>
        </p:nvGrpSpPr>
        <p:grpSpPr>
          <a:xfrm rot="0">
            <a:off x="5890270" y="7090661"/>
            <a:ext cx="2003631" cy="1648482"/>
            <a:chOff x="0" y="0"/>
            <a:chExt cx="2671508" cy="2197976"/>
          </a:xfrm>
        </p:grpSpPr>
        <p:sp>
          <p:nvSpPr>
            <p:cNvPr name="Freeform 19" id="19"/>
            <p:cNvSpPr/>
            <p:nvPr/>
          </p:nvSpPr>
          <p:spPr>
            <a:xfrm flipH="false" flipV="false" rot="0">
              <a:off x="0" y="0"/>
              <a:ext cx="2671515" cy="2197973"/>
            </a:xfrm>
            <a:custGeom>
              <a:avLst/>
              <a:gdLst/>
              <a:ahLst/>
              <a:cxnLst/>
              <a:rect r="r" b="b" t="t" l="l"/>
              <a:pathLst>
                <a:path h="2197973" w="2671515">
                  <a:moveTo>
                    <a:pt x="0" y="0"/>
                  </a:moveTo>
                  <a:lnTo>
                    <a:pt x="2671515" y="0"/>
                  </a:lnTo>
                  <a:lnTo>
                    <a:pt x="2671515" y="2197973"/>
                  </a:lnTo>
                  <a:lnTo>
                    <a:pt x="0" y="2197973"/>
                  </a:lnTo>
                  <a:close/>
                </a:path>
              </a:pathLst>
            </a:custGeom>
            <a:blipFill>
              <a:blip r:embed="rId14">
                <a:alphaModFix amt="0"/>
              </a:blip>
              <a:stretch>
                <a:fillRect l="-55561" t="0" r="-55561" b="0"/>
              </a:stretch>
            </a:blipFill>
          </p:spPr>
        </p:sp>
        <p:sp>
          <p:nvSpPr>
            <p:cNvPr name="TextBox 20" id="20"/>
            <p:cNvSpPr txBox="true"/>
            <p:nvPr/>
          </p:nvSpPr>
          <p:spPr>
            <a:xfrm>
              <a:off x="0" y="-19050"/>
              <a:ext cx="2671508" cy="2217026"/>
            </a:xfrm>
            <a:prstGeom prst="rect">
              <a:avLst/>
            </a:prstGeom>
          </p:spPr>
          <p:txBody>
            <a:bodyPr anchor="b" rtlCol="false" tIns="0" lIns="0" bIns="0" rIns="0"/>
            <a:lstStyle/>
            <a:p>
              <a:pPr algn="ctr">
                <a:lnSpc>
                  <a:spcPts val="3120"/>
                </a:lnSpc>
              </a:pPr>
              <a:r>
                <a:rPr lang="en-US" sz="2600" b="true">
                  <a:solidFill>
                    <a:srgbClr val="000000"/>
                  </a:solidFill>
                  <a:latin typeface="Arial Bold"/>
                  <a:ea typeface="Arial Bold"/>
                  <a:cs typeface="Arial Bold"/>
                  <a:sym typeface="Arial Bold"/>
                </a:rPr>
                <a:t>Adarsh </a:t>
              </a:r>
            </a:p>
            <a:p>
              <a:pPr algn="ctr">
                <a:lnSpc>
                  <a:spcPts val="3120"/>
                </a:lnSpc>
              </a:pPr>
              <a:r>
                <a:rPr lang="en-US" sz="2600" b="true">
                  <a:solidFill>
                    <a:srgbClr val="000000"/>
                  </a:solidFill>
                  <a:latin typeface="Arial Bold"/>
                  <a:ea typeface="Arial Bold"/>
                  <a:cs typeface="Arial Bold"/>
                  <a:sym typeface="Arial Bold"/>
                </a:rPr>
                <a:t>Gurav</a:t>
              </a:r>
            </a:p>
            <a:p>
              <a:pPr algn="ctr">
                <a:lnSpc>
                  <a:spcPts val="3120"/>
                </a:lnSpc>
              </a:pPr>
              <a:r>
                <a:rPr lang="en-US" sz="2600" b="true">
                  <a:solidFill>
                    <a:srgbClr val="000000"/>
                  </a:solidFill>
                  <a:latin typeface="Arial Bold"/>
                  <a:ea typeface="Arial Bold"/>
                  <a:cs typeface="Arial Bold"/>
                  <a:sym typeface="Arial Bold"/>
                </a:rPr>
                <a:t>B73</a:t>
              </a:r>
            </a:p>
          </p:txBody>
        </p:sp>
      </p:grpSp>
      <p:grpSp>
        <p:nvGrpSpPr>
          <p:cNvPr name="Group 21" id="21"/>
          <p:cNvGrpSpPr/>
          <p:nvPr/>
        </p:nvGrpSpPr>
        <p:grpSpPr>
          <a:xfrm rot="0">
            <a:off x="11072641" y="3278409"/>
            <a:ext cx="2003631" cy="1648482"/>
            <a:chOff x="0" y="0"/>
            <a:chExt cx="2671508" cy="2197976"/>
          </a:xfrm>
        </p:grpSpPr>
        <p:sp>
          <p:nvSpPr>
            <p:cNvPr name="Freeform 22" id="22"/>
            <p:cNvSpPr/>
            <p:nvPr/>
          </p:nvSpPr>
          <p:spPr>
            <a:xfrm flipH="false" flipV="false" rot="0">
              <a:off x="0" y="0"/>
              <a:ext cx="2671515" cy="2197973"/>
            </a:xfrm>
            <a:custGeom>
              <a:avLst/>
              <a:gdLst/>
              <a:ahLst/>
              <a:cxnLst/>
              <a:rect r="r" b="b" t="t" l="l"/>
              <a:pathLst>
                <a:path h="2197973" w="2671515">
                  <a:moveTo>
                    <a:pt x="0" y="0"/>
                  </a:moveTo>
                  <a:lnTo>
                    <a:pt x="2671515" y="0"/>
                  </a:lnTo>
                  <a:lnTo>
                    <a:pt x="2671515" y="2197973"/>
                  </a:lnTo>
                  <a:lnTo>
                    <a:pt x="0" y="2197973"/>
                  </a:lnTo>
                  <a:close/>
                </a:path>
              </a:pathLst>
            </a:custGeom>
            <a:blipFill>
              <a:blip r:embed="rId14">
                <a:alphaModFix amt="0"/>
              </a:blip>
              <a:stretch>
                <a:fillRect l="-55561" t="0" r="-55561" b="0"/>
              </a:stretch>
            </a:blipFill>
          </p:spPr>
        </p:sp>
        <p:sp>
          <p:nvSpPr>
            <p:cNvPr name="TextBox 23" id="23"/>
            <p:cNvSpPr txBox="true"/>
            <p:nvPr/>
          </p:nvSpPr>
          <p:spPr>
            <a:xfrm>
              <a:off x="0" y="-19050"/>
              <a:ext cx="2671508" cy="2217026"/>
            </a:xfrm>
            <a:prstGeom prst="rect">
              <a:avLst/>
            </a:prstGeom>
          </p:spPr>
          <p:txBody>
            <a:bodyPr anchor="b" rtlCol="false" tIns="0" lIns="0" bIns="0" rIns="0"/>
            <a:lstStyle/>
            <a:p>
              <a:pPr algn="ctr">
                <a:lnSpc>
                  <a:spcPts val="3120"/>
                </a:lnSpc>
              </a:pPr>
              <a:r>
                <a:rPr lang="en-US" sz="2600" b="true">
                  <a:solidFill>
                    <a:srgbClr val="000000"/>
                  </a:solidFill>
                  <a:latin typeface="Arial Bold"/>
                  <a:ea typeface="Arial Bold"/>
                  <a:cs typeface="Arial Bold"/>
                  <a:sym typeface="Arial Bold"/>
                </a:rPr>
                <a:t>Shrutika</a:t>
              </a:r>
            </a:p>
            <a:p>
              <a:pPr algn="ctr">
                <a:lnSpc>
                  <a:spcPts val="3120"/>
                </a:lnSpc>
              </a:pPr>
              <a:r>
                <a:rPr lang="en-US" sz="2600" b="true">
                  <a:solidFill>
                    <a:srgbClr val="000000"/>
                  </a:solidFill>
                  <a:latin typeface="Arial Bold"/>
                  <a:ea typeface="Arial Bold"/>
                  <a:cs typeface="Arial Bold"/>
                  <a:sym typeface="Arial Bold"/>
                </a:rPr>
                <a:t>Patil</a:t>
              </a:r>
            </a:p>
            <a:p>
              <a:pPr algn="ctr">
                <a:lnSpc>
                  <a:spcPts val="3120"/>
                </a:lnSpc>
              </a:pPr>
              <a:r>
                <a:rPr lang="en-US" sz="2600" b="true">
                  <a:solidFill>
                    <a:srgbClr val="000000"/>
                  </a:solidFill>
                  <a:latin typeface="Arial Bold"/>
                  <a:ea typeface="Arial Bold"/>
                  <a:cs typeface="Arial Bold"/>
                  <a:sym typeface="Arial Bold"/>
                </a:rPr>
                <a:t>B50</a:t>
              </a:r>
            </a:p>
          </p:txBody>
        </p:sp>
      </p:grpSp>
      <p:grpSp>
        <p:nvGrpSpPr>
          <p:cNvPr name="Group 24" id="24"/>
          <p:cNvGrpSpPr/>
          <p:nvPr/>
        </p:nvGrpSpPr>
        <p:grpSpPr>
          <a:xfrm rot="0">
            <a:off x="11056706" y="7090661"/>
            <a:ext cx="2003631" cy="1648482"/>
            <a:chOff x="0" y="0"/>
            <a:chExt cx="2671508" cy="2197976"/>
          </a:xfrm>
        </p:grpSpPr>
        <p:sp>
          <p:nvSpPr>
            <p:cNvPr name="Freeform 25" id="25"/>
            <p:cNvSpPr/>
            <p:nvPr/>
          </p:nvSpPr>
          <p:spPr>
            <a:xfrm flipH="false" flipV="false" rot="0">
              <a:off x="0" y="0"/>
              <a:ext cx="2671515" cy="2197973"/>
            </a:xfrm>
            <a:custGeom>
              <a:avLst/>
              <a:gdLst/>
              <a:ahLst/>
              <a:cxnLst/>
              <a:rect r="r" b="b" t="t" l="l"/>
              <a:pathLst>
                <a:path h="2197973" w="2671515">
                  <a:moveTo>
                    <a:pt x="0" y="0"/>
                  </a:moveTo>
                  <a:lnTo>
                    <a:pt x="2671515" y="0"/>
                  </a:lnTo>
                  <a:lnTo>
                    <a:pt x="2671515" y="2197973"/>
                  </a:lnTo>
                  <a:lnTo>
                    <a:pt x="0" y="2197973"/>
                  </a:lnTo>
                  <a:close/>
                </a:path>
              </a:pathLst>
            </a:custGeom>
            <a:blipFill>
              <a:blip r:embed="rId14">
                <a:alphaModFix amt="0"/>
              </a:blip>
              <a:stretch>
                <a:fillRect l="-55561" t="0" r="-55561" b="0"/>
              </a:stretch>
            </a:blipFill>
          </p:spPr>
        </p:sp>
        <p:sp>
          <p:nvSpPr>
            <p:cNvPr name="TextBox 26" id="26"/>
            <p:cNvSpPr txBox="true"/>
            <p:nvPr/>
          </p:nvSpPr>
          <p:spPr>
            <a:xfrm>
              <a:off x="0" y="-19050"/>
              <a:ext cx="2671508" cy="2217026"/>
            </a:xfrm>
            <a:prstGeom prst="rect">
              <a:avLst/>
            </a:prstGeom>
          </p:spPr>
          <p:txBody>
            <a:bodyPr anchor="b" rtlCol="false" tIns="0" lIns="0" bIns="0" rIns="0"/>
            <a:lstStyle/>
            <a:p>
              <a:pPr algn="ctr">
                <a:lnSpc>
                  <a:spcPts val="3120"/>
                </a:lnSpc>
              </a:pPr>
              <a:r>
                <a:rPr lang="en-US" sz="2600" b="true">
                  <a:solidFill>
                    <a:srgbClr val="000000"/>
                  </a:solidFill>
                  <a:latin typeface="Arial Bold"/>
                  <a:ea typeface="Arial Bold"/>
                  <a:cs typeface="Arial Bold"/>
                  <a:sym typeface="Arial Bold"/>
                </a:rPr>
                <a:t>Sanket</a:t>
              </a:r>
            </a:p>
            <a:p>
              <a:pPr algn="ctr">
                <a:lnSpc>
                  <a:spcPts val="3120"/>
                </a:lnSpc>
              </a:pPr>
              <a:r>
                <a:rPr lang="en-US" sz="2600" b="true">
                  <a:solidFill>
                    <a:srgbClr val="000000"/>
                  </a:solidFill>
                  <a:latin typeface="Arial Bold"/>
                  <a:ea typeface="Arial Bold"/>
                  <a:cs typeface="Arial Bold"/>
                  <a:sym typeface="Arial Bold"/>
                </a:rPr>
                <a:t>Magdum</a:t>
              </a:r>
            </a:p>
            <a:p>
              <a:pPr algn="ctr">
                <a:lnSpc>
                  <a:spcPts val="3120"/>
                </a:lnSpc>
              </a:pPr>
              <a:r>
                <a:rPr lang="en-US" sz="2600" b="true">
                  <a:solidFill>
                    <a:srgbClr val="000000"/>
                  </a:solidFill>
                  <a:latin typeface="Arial Bold"/>
                  <a:ea typeface="Arial Bold"/>
                  <a:cs typeface="Arial Bold"/>
                  <a:sym typeface="Arial Bold"/>
                </a:rPr>
                <a:t>B77</a:t>
              </a:r>
            </a:p>
          </p:txBody>
        </p:sp>
      </p:grpSp>
      <p:sp>
        <p:nvSpPr>
          <p:cNvPr name="TextBox 27" id="27"/>
          <p:cNvSpPr txBox="true"/>
          <p:nvPr/>
        </p:nvSpPr>
        <p:spPr>
          <a:xfrm rot="0">
            <a:off x="8552450" y="998915"/>
            <a:ext cx="3894754" cy="781050"/>
          </a:xfrm>
          <a:prstGeom prst="rect">
            <a:avLst/>
          </a:prstGeom>
        </p:spPr>
        <p:txBody>
          <a:bodyPr anchor="t" rtlCol="false" tIns="0" lIns="0" bIns="0" rIns="0">
            <a:spAutoFit/>
          </a:bodyPr>
          <a:lstStyle/>
          <a:p>
            <a:pPr algn="ctr">
              <a:lnSpc>
                <a:spcPts val="3000"/>
              </a:lnSpc>
            </a:pPr>
            <a:r>
              <a:rPr lang="en-US" b="true" sz="2500">
                <a:solidFill>
                  <a:srgbClr val="2E2F38"/>
                </a:solidFill>
                <a:latin typeface="Arimo Bold"/>
                <a:ea typeface="Arimo Bold"/>
                <a:cs typeface="Arimo Bold"/>
                <a:sym typeface="Arimo Bold"/>
              </a:rPr>
              <a:t>Course Co-Ordinator : Narule Mam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2870980" y="2858167"/>
            <a:ext cx="3558007" cy="3798570"/>
          </a:xfrm>
          <a:custGeom>
            <a:avLst/>
            <a:gdLst/>
            <a:ahLst/>
            <a:cxnLst/>
            <a:rect r="r" b="b" t="t" l="l"/>
            <a:pathLst>
              <a:path h="3798570" w="3558007">
                <a:moveTo>
                  <a:pt x="0" y="0"/>
                </a:moveTo>
                <a:lnTo>
                  <a:pt x="3558007" y="0"/>
                </a:lnTo>
                <a:lnTo>
                  <a:pt x="3558007" y="3798570"/>
                </a:lnTo>
                <a:lnTo>
                  <a:pt x="0" y="379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963064" y="624678"/>
            <a:ext cx="11127457" cy="8001276"/>
          </a:xfrm>
          <a:custGeom>
            <a:avLst/>
            <a:gdLst/>
            <a:ahLst/>
            <a:cxnLst/>
            <a:rect r="r" b="b" t="t" l="l"/>
            <a:pathLst>
              <a:path h="8001276" w="11127457">
                <a:moveTo>
                  <a:pt x="0" y="0"/>
                </a:moveTo>
                <a:lnTo>
                  <a:pt x="11127458" y="0"/>
                </a:lnTo>
                <a:lnTo>
                  <a:pt x="11127458" y="8001276"/>
                </a:lnTo>
                <a:lnTo>
                  <a:pt x="0" y="8001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947922" y="1032786"/>
            <a:ext cx="10354085" cy="8221418"/>
          </a:xfrm>
          <a:custGeom>
            <a:avLst/>
            <a:gdLst/>
            <a:ahLst/>
            <a:cxnLst/>
            <a:rect r="r" b="b" t="t" l="l"/>
            <a:pathLst>
              <a:path h="8221418" w="10354085">
                <a:moveTo>
                  <a:pt x="0" y="0"/>
                </a:moveTo>
                <a:lnTo>
                  <a:pt x="10354085" y="0"/>
                </a:lnTo>
                <a:lnTo>
                  <a:pt x="10354085" y="8221418"/>
                </a:lnTo>
                <a:lnTo>
                  <a:pt x="0" y="82214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5430263" y="2475137"/>
            <a:ext cx="3912228" cy="1225413"/>
            <a:chOff x="0" y="0"/>
            <a:chExt cx="5216305" cy="1633884"/>
          </a:xfrm>
        </p:grpSpPr>
        <p:sp>
          <p:nvSpPr>
            <p:cNvPr name="Freeform 8" id="8"/>
            <p:cNvSpPr/>
            <p:nvPr/>
          </p:nvSpPr>
          <p:spPr>
            <a:xfrm flipH="false" flipV="false" rot="0">
              <a:off x="0" y="0"/>
              <a:ext cx="5216309" cy="1633889"/>
            </a:xfrm>
            <a:custGeom>
              <a:avLst/>
              <a:gdLst/>
              <a:ahLst/>
              <a:cxnLst/>
              <a:rect r="r" b="b" t="t" l="l"/>
              <a:pathLst>
                <a:path h="1633889" w="5216309">
                  <a:moveTo>
                    <a:pt x="0" y="0"/>
                  </a:moveTo>
                  <a:lnTo>
                    <a:pt x="5216309" y="0"/>
                  </a:lnTo>
                  <a:lnTo>
                    <a:pt x="5216309" y="1633889"/>
                  </a:lnTo>
                  <a:lnTo>
                    <a:pt x="0" y="1633889"/>
                  </a:lnTo>
                  <a:close/>
                </a:path>
              </a:pathLst>
            </a:custGeom>
            <a:blipFill>
              <a:blip r:embed="rId10">
                <a:alphaModFix amt="0"/>
              </a:blip>
              <a:stretch>
                <a:fillRect l="-10297" t="0" r="-162705" b="-239655"/>
              </a:stretch>
            </a:blipFill>
          </p:spPr>
        </p:sp>
        <p:sp>
          <p:nvSpPr>
            <p:cNvPr name="TextBox 9" id="9"/>
            <p:cNvSpPr txBox="true"/>
            <p:nvPr/>
          </p:nvSpPr>
          <p:spPr>
            <a:xfrm>
              <a:off x="0" y="95250"/>
              <a:ext cx="5216305" cy="1538634"/>
            </a:xfrm>
            <a:prstGeom prst="rect">
              <a:avLst/>
            </a:prstGeom>
          </p:spPr>
          <p:txBody>
            <a:bodyPr anchor="ctr" rtlCol="false" tIns="0" lIns="0" bIns="0" rIns="0"/>
            <a:lstStyle/>
            <a:p>
              <a:pPr algn="ctr">
                <a:lnSpc>
                  <a:spcPts val="4800"/>
                </a:lnSpc>
              </a:pPr>
              <a:r>
                <a:rPr lang="en-US" b="true" sz="5000">
                  <a:solidFill>
                    <a:srgbClr val="6B2011"/>
                  </a:solidFill>
                  <a:latin typeface="Balsamiq Sans Bold"/>
                  <a:ea typeface="Balsamiq Sans Bold"/>
                  <a:cs typeface="Balsamiq Sans Bold"/>
                  <a:sym typeface="Balsamiq Sans Bold"/>
                </a:rPr>
                <a:t>Introduction</a:t>
              </a:r>
            </a:p>
          </p:txBody>
        </p:sp>
      </p:grpSp>
      <p:sp>
        <p:nvSpPr>
          <p:cNvPr name="Freeform 10" id="10"/>
          <p:cNvSpPr/>
          <p:nvPr/>
        </p:nvSpPr>
        <p:spPr>
          <a:xfrm flipH="false" flipV="false" rot="0">
            <a:off x="3245434" y="2277351"/>
            <a:ext cx="1883550" cy="1620984"/>
          </a:xfrm>
          <a:custGeom>
            <a:avLst/>
            <a:gdLst/>
            <a:ahLst/>
            <a:cxnLst/>
            <a:rect r="r" b="b" t="t" l="l"/>
            <a:pathLst>
              <a:path h="1620984" w="1883550">
                <a:moveTo>
                  <a:pt x="0" y="0"/>
                </a:moveTo>
                <a:lnTo>
                  <a:pt x="1883550" y="0"/>
                </a:lnTo>
                <a:lnTo>
                  <a:pt x="1883550" y="1620984"/>
                </a:lnTo>
                <a:lnTo>
                  <a:pt x="0" y="16209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2231072" y="7412917"/>
            <a:ext cx="2855986" cy="2311327"/>
          </a:xfrm>
          <a:custGeom>
            <a:avLst/>
            <a:gdLst/>
            <a:ahLst/>
            <a:cxnLst/>
            <a:rect r="r" b="b" t="t" l="l"/>
            <a:pathLst>
              <a:path h="2311327" w="2855986">
                <a:moveTo>
                  <a:pt x="0" y="0"/>
                </a:moveTo>
                <a:lnTo>
                  <a:pt x="2855985" y="0"/>
                </a:lnTo>
                <a:lnTo>
                  <a:pt x="2855985" y="2311327"/>
                </a:lnTo>
                <a:lnTo>
                  <a:pt x="0" y="231132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2" id="12"/>
          <p:cNvSpPr txBox="true"/>
          <p:nvPr/>
        </p:nvSpPr>
        <p:spPr>
          <a:xfrm rot="0">
            <a:off x="4813215" y="3605300"/>
            <a:ext cx="8564352" cy="4703445"/>
          </a:xfrm>
          <a:prstGeom prst="rect">
            <a:avLst/>
          </a:prstGeom>
        </p:spPr>
        <p:txBody>
          <a:bodyPr anchor="t" rtlCol="false" tIns="0" lIns="0" bIns="0" rIns="0">
            <a:spAutoFit/>
          </a:bodyPr>
          <a:lstStyle/>
          <a:p>
            <a:pPr algn="l" marL="604518" indent="-302259" lvl="1">
              <a:lnSpc>
                <a:spcPts val="4199"/>
              </a:lnSpc>
              <a:buFont typeface="Arial"/>
              <a:buChar char="•"/>
            </a:pPr>
            <a:r>
              <a:rPr lang="en-US" b="true" sz="2799">
                <a:solidFill>
                  <a:srgbClr val="2E2F38"/>
                </a:solidFill>
                <a:latin typeface="Arimo Bold"/>
                <a:ea typeface="Arimo Bold"/>
                <a:cs typeface="Arimo Bold"/>
                <a:sym typeface="Arimo Bold"/>
              </a:rPr>
              <a:t>T</a:t>
            </a:r>
            <a:r>
              <a:rPr lang="en-US" b="true" sz="2799">
                <a:solidFill>
                  <a:srgbClr val="2E2F38"/>
                </a:solidFill>
                <a:latin typeface="Arimo Bold"/>
                <a:ea typeface="Arimo Bold"/>
                <a:cs typeface="Arimo Bold"/>
                <a:sym typeface="Arimo Bold"/>
              </a:rPr>
              <a:t>oday, we will present three real-world problems that people face in their daily lives.</a:t>
            </a:r>
          </a:p>
          <a:p>
            <a:pPr algn="l" marL="604518" indent="-302259" lvl="1">
              <a:lnSpc>
                <a:spcPts val="4199"/>
              </a:lnSpc>
              <a:buFont typeface="Arial"/>
              <a:buChar char="•"/>
            </a:pPr>
            <a:r>
              <a:rPr lang="en-US" b="true" sz="2799">
                <a:solidFill>
                  <a:srgbClr val="2E2F38"/>
                </a:solidFill>
                <a:latin typeface="Arimo Bold"/>
                <a:ea typeface="Arimo Bold"/>
                <a:cs typeface="Arimo Bold"/>
                <a:sym typeface="Arimo Bold"/>
              </a:rPr>
              <a:t>We have designed smart solutions using Machine Learning (ML), hardware, and software.</a:t>
            </a:r>
          </a:p>
          <a:p>
            <a:pPr algn="l" marL="604518" indent="-302259" lvl="1">
              <a:lnSpc>
                <a:spcPts val="4199"/>
              </a:lnSpc>
              <a:buFont typeface="Arial"/>
              <a:buChar char="•"/>
            </a:pPr>
            <a:r>
              <a:rPr lang="en-US" b="true" sz="2799">
                <a:solidFill>
                  <a:srgbClr val="2E2F38"/>
                </a:solidFill>
                <a:latin typeface="Arimo Bold"/>
                <a:ea typeface="Arimo Bold"/>
                <a:cs typeface="Arimo Bold"/>
                <a:sym typeface="Arimo Bold"/>
              </a:rPr>
              <a:t>These solutions help to make work easier, faster, and more accurate.</a:t>
            </a:r>
          </a:p>
          <a:p>
            <a:pPr algn="l" marL="604518" indent="-302259" lvl="1">
              <a:lnSpc>
                <a:spcPts val="4199"/>
              </a:lnSpc>
              <a:buFont typeface="Arial"/>
              <a:buChar char="•"/>
            </a:pPr>
            <a:r>
              <a:rPr lang="en-US" b="true" sz="2799">
                <a:solidFill>
                  <a:srgbClr val="2E2F38"/>
                </a:solidFill>
                <a:latin typeface="Arimo Bold"/>
                <a:ea typeface="Arimo Bold"/>
                <a:cs typeface="Arimo Bold"/>
                <a:sym typeface="Arimo Bold"/>
              </a:rPr>
              <a:t>Our goal is to show how technology can solve real-life problems and improve people's lives.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905761" y="325669"/>
            <a:ext cx="16541410" cy="9441942"/>
          </a:xfrm>
          <a:custGeom>
            <a:avLst/>
            <a:gdLst/>
            <a:ahLst/>
            <a:cxnLst/>
            <a:rect r="r" b="b" t="t" l="l"/>
            <a:pathLst>
              <a:path h="9441942" w="16541410">
                <a:moveTo>
                  <a:pt x="0" y="0"/>
                </a:moveTo>
                <a:lnTo>
                  <a:pt x="16541410" y="0"/>
                </a:lnTo>
                <a:lnTo>
                  <a:pt x="16541410" y="9441942"/>
                </a:lnTo>
                <a:lnTo>
                  <a:pt x="0" y="94419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637749" y="1655159"/>
            <a:ext cx="12625349" cy="1085850"/>
          </a:xfrm>
          <a:prstGeom prst="rect">
            <a:avLst/>
          </a:prstGeom>
        </p:spPr>
        <p:txBody>
          <a:bodyPr anchor="t" rtlCol="false" tIns="0" lIns="0" bIns="0" rIns="0">
            <a:spAutoFit/>
          </a:bodyPr>
          <a:lstStyle/>
          <a:p>
            <a:pPr algn="ctr">
              <a:lnSpc>
                <a:spcPts val="8519"/>
              </a:lnSpc>
            </a:pPr>
            <a:r>
              <a:rPr lang="en-US" b="true" sz="7099">
                <a:solidFill>
                  <a:srgbClr val="6B2011"/>
                </a:solidFill>
                <a:latin typeface="Balsamiq Sans Bold"/>
                <a:ea typeface="Balsamiq Sans Bold"/>
                <a:cs typeface="Balsamiq Sans Bold"/>
                <a:sym typeface="Balsamiq Sans Bold"/>
              </a:rPr>
              <a:t>: Project Title :</a:t>
            </a:r>
          </a:p>
        </p:txBody>
      </p:sp>
      <p:grpSp>
        <p:nvGrpSpPr>
          <p:cNvPr name="Group 6" id="6"/>
          <p:cNvGrpSpPr/>
          <p:nvPr/>
        </p:nvGrpSpPr>
        <p:grpSpPr>
          <a:xfrm rot="0">
            <a:off x="3963895" y="3955218"/>
            <a:ext cx="1469403" cy="895198"/>
            <a:chOff x="0" y="0"/>
            <a:chExt cx="1959204" cy="1193597"/>
          </a:xfrm>
        </p:grpSpPr>
        <p:sp>
          <p:nvSpPr>
            <p:cNvPr name="Freeform 7" id="7"/>
            <p:cNvSpPr/>
            <p:nvPr/>
          </p:nvSpPr>
          <p:spPr>
            <a:xfrm flipH="false" flipV="false" rot="0">
              <a:off x="0" y="0"/>
              <a:ext cx="1959200" cy="1193600"/>
            </a:xfrm>
            <a:custGeom>
              <a:avLst/>
              <a:gdLst/>
              <a:ahLst/>
              <a:cxnLst/>
              <a:rect r="r" b="b" t="t" l="l"/>
              <a:pathLst>
                <a:path h="1193600" w="1959200">
                  <a:moveTo>
                    <a:pt x="0" y="0"/>
                  </a:moveTo>
                  <a:lnTo>
                    <a:pt x="1959200" y="0"/>
                  </a:lnTo>
                  <a:lnTo>
                    <a:pt x="1959200" y="1193600"/>
                  </a:lnTo>
                  <a:lnTo>
                    <a:pt x="0" y="1193600"/>
                  </a:lnTo>
                  <a:close/>
                </a:path>
              </a:pathLst>
            </a:custGeom>
            <a:blipFill>
              <a:blip r:embed="rId6">
                <a:alphaModFix amt="0"/>
              </a:blip>
              <a:stretch>
                <a:fillRect l="-28165" t="0" r="-28166" b="0"/>
              </a:stretch>
            </a:blipFill>
          </p:spPr>
        </p:sp>
        <p:sp>
          <p:nvSpPr>
            <p:cNvPr name="TextBox 8" id="8"/>
            <p:cNvSpPr txBox="true"/>
            <p:nvPr/>
          </p:nvSpPr>
          <p:spPr>
            <a:xfrm>
              <a:off x="0" y="-19050"/>
              <a:ext cx="1959204" cy="1212647"/>
            </a:xfrm>
            <a:prstGeom prst="rect">
              <a:avLst/>
            </a:prstGeom>
          </p:spPr>
          <p:txBody>
            <a:bodyPr anchor="ctr" rtlCol="false" tIns="0" lIns="0" bIns="0" rIns="0"/>
            <a:lstStyle/>
            <a:p>
              <a:pPr algn="ctr">
                <a:lnSpc>
                  <a:spcPts val="7200"/>
                </a:lnSpc>
              </a:pPr>
              <a:r>
                <a:rPr lang="en-US" b="true" sz="6000">
                  <a:solidFill>
                    <a:srgbClr val="6B2011"/>
                  </a:solidFill>
                  <a:latin typeface="Balsamiq Sans Bold"/>
                  <a:ea typeface="Balsamiq Sans Bold"/>
                  <a:cs typeface="Balsamiq Sans Bold"/>
                  <a:sym typeface="Balsamiq Sans Bold"/>
                </a:rPr>
                <a:t>01</a:t>
              </a:r>
            </a:p>
          </p:txBody>
        </p:sp>
      </p:grpSp>
      <p:grpSp>
        <p:nvGrpSpPr>
          <p:cNvPr name="Group 9" id="9"/>
          <p:cNvGrpSpPr/>
          <p:nvPr/>
        </p:nvGrpSpPr>
        <p:grpSpPr>
          <a:xfrm rot="0">
            <a:off x="2797497" y="5046640"/>
            <a:ext cx="3878399" cy="2692927"/>
            <a:chOff x="0" y="0"/>
            <a:chExt cx="5171199" cy="3590569"/>
          </a:xfrm>
        </p:grpSpPr>
        <p:sp>
          <p:nvSpPr>
            <p:cNvPr name="Freeform 10" id="10"/>
            <p:cNvSpPr/>
            <p:nvPr/>
          </p:nvSpPr>
          <p:spPr>
            <a:xfrm flipH="false" flipV="false" rot="0">
              <a:off x="0" y="0"/>
              <a:ext cx="5171200" cy="3590568"/>
            </a:xfrm>
            <a:custGeom>
              <a:avLst/>
              <a:gdLst/>
              <a:ahLst/>
              <a:cxnLst/>
              <a:rect r="r" b="b" t="t" l="l"/>
              <a:pathLst>
                <a:path h="3590568" w="5171200">
                  <a:moveTo>
                    <a:pt x="0" y="0"/>
                  </a:moveTo>
                  <a:lnTo>
                    <a:pt x="5171200" y="0"/>
                  </a:lnTo>
                  <a:lnTo>
                    <a:pt x="5171200" y="3590568"/>
                  </a:lnTo>
                  <a:lnTo>
                    <a:pt x="0" y="3590568"/>
                  </a:lnTo>
                  <a:close/>
                </a:path>
              </a:pathLst>
            </a:custGeom>
            <a:blipFill>
              <a:blip r:embed="rId6">
                <a:alphaModFix amt="0"/>
              </a:blip>
              <a:stretch>
                <a:fillRect l="-39086" t="0" r="-39086" b="0"/>
              </a:stretch>
            </a:blipFill>
          </p:spPr>
        </p:sp>
        <p:sp>
          <p:nvSpPr>
            <p:cNvPr name="TextBox 11" id="11"/>
            <p:cNvSpPr txBox="true"/>
            <p:nvPr/>
          </p:nvSpPr>
          <p:spPr>
            <a:xfrm>
              <a:off x="0" y="-19050"/>
              <a:ext cx="5171199" cy="3609619"/>
            </a:xfrm>
            <a:prstGeom prst="rect">
              <a:avLst/>
            </a:prstGeom>
          </p:spPr>
          <p:txBody>
            <a:bodyPr anchor="b" rtlCol="false" tIns="0" lIns="0" bIns="0" rIns="0"/>
            <a:lstStyle/>
            <a:p>
              <a:pPr algn="ctr">
                <a:lnSpc>
                  <a:spcPts val="5040"/>
                </a:lnSpc>
              </a:pPr>
              <a:r>
                <a:rPr lang="en-US" sz="4200" b="true">
                  <a:solidFill>
                    <a:srgbClr val="2E2F38"/>
                  </a:solidFill>
                  <a:latin typeface="Arimo Bold"/>
                  <a:ea typeface="Arimo Bold"/>
                  <a:cs typeface="Arimo Bold"/>
                  <a:sym typeface="Arimo Bold"/>
                </a:rPr>
                <a:t> Smart waste segregation and recycling system </a:t>
              </a:r>
            </a:p>
          </p:txBody>
        </p:sp>
      </p:grpSp>
      <p:sp>
        <p:nvSpPr>
          <p:cNvPr name="Freeform 12" id="12"/>
          <p:cNvSpPr/>
          <p:nvPr/>
        </p:nvSpPr>
        <p:spPr>
          <a:xfrm flipH="false" flipV="false" rot="0">
            <a:off x="15543895" y="893321"/>
            <a:ext cx="2367343" cy="2109359"/>
          </a:xfrm>
          <a:custGeom>
            <a:avLst/>
            <a:gdLst/>
            <a:ahLst/>
            <a:cxnLst/>
            <a:rect r="r" b="b" t="t" l="l"/>
            <a:pathLst>
              <a:path h="2109359" w="2367343">
                <a:moveTo>
                  <a:pt x="0" y="0"/>
                </a:moveTo>
                <a:lnTo>
                  <a:pt x="2367344" y="0"/>
                </a:lnTo>
                <a:lnTo>
                  <a:pt x="2367344" y="2109359"/>
                </a:lnTo>
                <a:lnTo>
                  <a:pt x="0" y="21093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2840548" y="3955218"/>
            <a:ext cx="1469403" cy="895198"/>
            <a:chOff x="0" y="0"/>
            <a:chExt cx="1959204" cy="1193597"/>
          </a:xfrm>
        </p:grpSpPr>
        <p:sp>
          <p:nvSpPr>
            <p:cNvPr name="Freeform 14" id="14"/>
            <p:cNvSpPr/>
            <p:nvPr/>
          </p:nvSpPr>
          <p:spPr>
            <a:xfrm flipH="false" flipV="false" rot="0">
              <a:off x="0" y="0"/>
              <a:ext cx="1959200" cy="1193600"/>
            </a:xfrm>
            <a:custGeom>
              <a:avLst/>
              <a:gdLst/>
              <a:ahLst/>
              <a:cxnLst/>
              <a:rect r="r" b="b" t="t" l="l"/>
              <a:pathLst>
                <a:path h="1193600" w="1959200">
                  <a:moveTo>
                    <a:pt x="0" y="0"/>
                  </a:moveTo>
                  <a:lnTo>
                    <a:pt x="1959200" y="0"/>
                  </a:lnTo>
                  <a:lnTo>
                    <a:pt x="1959200" y="1193600"/>
                  </a:lnTo>
                  <a:lnTo>
                    <a:pt x="0" y="1193600"/>
                  </a:lnTo>
                  <a:close/>
                </a:path>
              </a:pathLst>
            </a:custGeom>
            <a:blipFill>
              <a:blip r:embed="rId6">
                <a:alphaModFix amt="0"/>
              </a:blip>
              <a:stretch>
                <a:fillRect l="-28165" t="0" r="-28166" b="0"/>
              </a:stretch>
            </a:blipFill>
          </p:spPr>
        </p:sp>
        <p:sp>
          <p:nvSpPr>
            <p:cNvPr name="TextBox 15" id="15"/>
            <p:cNvSpPr txBox="true"/>
            <p:nvPr/>
          </p:nvSpPr>
          <p:spPr>
            <a:xfrm>
              <a:off x="0" y="-19050"/>
              <a:ext cx="1959204" cy="1212647"/>
            </a:xfrm>
            <a:prstGeom prst="rect">
              <a:avLst/>
            </a:prstGeom>
          </p:spPr>
          <p:txBody>
            <a:bodyPr anchor="ctr" rtlCol="false" tIns="0" lIns="0" bIns="0" rIns="0"/>
            <a:lstStyle/>
            <a:p>
              <a:pPr algn="ctr">
                <a:lnSpc>
                  <a:spcPts val="7200"/>
                </a:lnSpc>
              </a:pPr>
              <a:r>
                <a:rPr lang="en-US" b="true" sz="6000">
                  <a:solidFill>
                    <a:srgbClr val="6B2011"/>
                  </a:solidFill>
                  <a:latin typeface="Balsamiq Sans Bold"/>
                  <a:ea typeface="Balsamiq Sans Bold"/>
                  <a:cs typeface="Balsamiq Sans Bold"/>
                  <a:sym typeface="Balsamiq Sans Bold"/>
                </a:rPr>
                <a:t>03</a:t>
              </a:r>
            </a:p>
          </p:txBody>
        </p:sp>
      </p:grpSp>
      <p:grpSp>
        <p:nvGrpSpPr>
          <p:cNvPr name="Group 16" id="16"/>
          <p:cNvGrpSpPr/>
          <p:nvPr/>
        </p:nvGrpSpPr>
        <p:grpSpPr>
          <a:xfrm rot="0">
            <a:off x="8402222" y="3955218"/>
            <a:ext cx="1469403" cy="895198"/>
            <a:chOff x="0" y="0"/>
            <a:chExt cx="1959204" cy="1193597"/>
          </a:xfrm>
        </p:grpSpPr>
        <p:sp>
          <p:nvSpPr>
            <p:cNvPr name="Freeform 17" id="17"/>
            <p:cNvSpPr/>
            <p:nvPr/>
          </p:nvSpPr>
          <p:spPr>
            <a:xfrm flipH="false" flipV="false" rot="0">
              <a:off x="0" y="0"/>
              <a:ext cx="1959200" cy="1193600"/>
            </a:xfrm>
            <a:custGeom>
              <a:avLst/>
              <a:gdLst/>
              <a:ahLst/>
              <a:cxnLst/>
              <a:rect r="r" b="b" t="t" l="l"/>
              <a:pathLst>
                <a:path h="1193600" w="1959200">
                  <a:moveTo>
                    <a:pt x="0" y="0"/>
                  </a:moveTo>
                  <a:lnTo>
                    <a:pt x="1959200" y="0"/>
                  </a:lnTo>
                  <a:lnTo>
                    <a:pt x="1959200" y="1193600"/>
                  </a:lnTo>
                  <a:lnTo>
                    <a:pt x="0" y="1193600"/>
                  </a:lnTo>
                  <a:close/>
                </a:path>
              </a:pathLst>
            </a:custGeom>
            <a:blipFill>
              <a:blip r:embed="rId6">
                <a:alphaModFix amt="0"/>
              </a:blip>
              <a:stretch>
                <a:fillRect l="-28165" t="0" r="-28166" b="0"/>
              </a:stretch>
            </a:blipFill>
          </p:spPr>
        </p:sp>
        <p:sp>
          <p:nvSpPr>
            <p:cNvPr name="TextBox 18" id="18"/>
            <p:cNvSpPr txBox="true"/>
            <p:nvPr/>
          </p:nvSpPr>
          <p:spPr>
            <a:xfrm>
              <a:off x="0" y="-19050"/>
              <a:ext cx="1959204" cy="1212647"/>
            </a:xfrm>
            <a:prstGeom prst="rect">
              <a:avLst/>
            </a:prstGeom>
          </p:spPr>
          <p:txBody>
            <a:bodyPr anchor="ctr" rtlCol="false" tIns="0" lIns="0" bIns="0" rIns="0"/>
            <a:lstStyle/>
            <a:p>
              <a:pPr algn="ctr">
                <a:lnSpc>
                  <a:spcPts val="7200"/>
                </a:lnSpc>
              </a:pPr>
              <a:r>
                <a:rPr lang="en-US" b="true" sz="6000">
                  <a:solidFill>
                    <a:srgbClr val="6B2011"/>
                  </a:solidFill>
                  <a:latin typeface="Balsamiq Sans Bold"/>
                  <a:ea typeface="Balsamiq Sans Bold"/>
                  <a:cs typeface="Balsamiq Sans Bold"/>
                  <a:sym typeface="Balsamiq Sans Bold"/>
                </a:rPr>
                <a:t>02</a:t>
              </a:r>
            </a:p>
          </p:txBody>
        </p:sp>
      </p:grpSp>
      <p:grpSp>
        <p:nvGrpSpPr>
          <p:cNvPr name="Group 19" id="19"/>
          <p:cNvGrpSpPr/>
          <p:nvPr/>
        </p:nvGrpSpPr>
        <p:grpSpPr>
          <a:xfrm rot="0">
            <a:off x="7237266" y="4365098"/>
            <a:ext cx="3878399" cy="2692927"/>
            <a:chOff x="0" y="0"/>
            <a:chExt cx="5171199" cy="3590569"/>
          </a:xfrm>
        </p:grpSpPr>
        <p:sp>
          <p:nvSpPr>
            <p:cNvPr name="Freeform 20" id="20"/>
            <p:cNvSpPr/>
            <p:nvPr/>
          </p:nvSpPr>
          <p:spPr>
            <a:xfrm flipH="false" flipV="false" rot="0">
              <a:off x="0" y="0"/>
              <a:ext cx="5171200" cy="3590565"/>
            </a:xfrm>
            <a:custGeom>
              <a:avLst/>
              <a:gdLst/>
              <a:ahLst/>
              <a:cxnLst/>
              <a:rect r="r" b="b" t="t" l="l"/>
              <a:pathLst>
                <a:path h="3590565" w="5171200">
                  <a:moveTo>
                    <a:pt x="0" y="0"/>
                  </a:moveTo>
                  <a:lnTo>
                    <a:pt x="5171200" y="0"/>
                  </a:lnTo>
                  <a:lnTo>
                    <a:pt x="5171200" y="3590565"/>
                  </a:lnTo>
                  <a:lnTo>
                    <a:pt x="0" y="3590565"/>
                  </a:lnTo>
                  <a:close/>
                </a:path>
              </a:pathLst>
            </a:custGeom>
            <a:blipFill>
              <a:blip r:embed="rId6">
                <a:alphaModFix amt="0"/>
              </a:blip>
              <a:stretch>
                <a:fillRect l="-39086" t="0" r="-39086" b="0"/>
              </a:stretch>
            </a:blipFill>
          </p:spPr>
        </p:sp>
        <p:sp>
          <p:nvSpPr>
            <p:cNvPr name="TextBox 21" id="21"/>
            <p:cNvSpPr txBox="true"/>
            <p:nvPr/>
          </p:nvSpPr>
          <p:spPr>
            <a:xfrm>
              <a:off x="0" y="-19050"/>
              <a:ext cx="5171199" cy="3609619"/>
            </a:xfrm>
            <a:prstGeom prst="rect">
              <a:avLst/>
            </a:prstGeom>
          </p:spPr>
          <p:txBody>
            <a:bodyPr anchor="b" rtlCol="false" tIns="0" lIns="0" bIns="0" rIns="0"/>
            <a:lstStyle/>
            <a:p>
              <a:pPr algn="ctr">
                <a:lnSpc>
                  <a:spcPts val="4800"/>
                </a:lnSpc>
              </a:pPr>
              <a:r>
                <a:rPr lang="en-US" sz="4000" b="true">
                  <a:solidFill>
                    <a:srgbClr val="2E2F38"/>
                  </a:solidFill>
                  <a:latin typeface="Arimo Bold"/>
                  <a:ea typeface="Arimo Bold"/>
                  <a:cs typeface="Arimo Bold"/>
                  <a:sym typeface="Arimo Bold"/>
                </a:rPr>
                <a:t>Ai based traffic management</a:t>
              </a:r>
            </a:p>
            <a:p>
              <a:pPr algn="ctr">
                <a:lnSpc>
                  <a:spcPts val="4800"/>
                </a:lnSpc>
              </a:pPr>
              <a:r>
                <a:rPr lang="en-US" sz="4000" b="true">
                  <a:solidFill>
                    <a:srgbClr val="2E2F38"/>
                  </a:solidFill>
                  <a:latin typeface="Arimo Bold"/>
                  <a:ea typeface="Arimo Bold"/>
                  <a:cs typeface="Arimo Bold"/>
                  <a:sym typeface="Arimo Bold"/>
                </a:rPr>
                <a:t>System</a:t>
              </a:r>
            </a:p>
          </p:txBody>
        </p:sp>
      </p:grpSp>
      <p:sp>
        <p:nvSpPr>
          <p:cNvPr name="Freeform 22" id="22"/>
          <p:cNvSpPr/>
          <p:nvPr/>
        </p:nvSpPr>
        <p:spPr>
          <a:xfrm flipH="false" flipV="false" rot="0">
            <a:off x="191043" y="2311727"/>
            <a:ext cx="2144535" cy="1759363"/>
          </a:xfrm>
          <a:custGeom>
            <a:avLst/>
            <a:gdLst/>
            <a:ahLst/>
            <a:cxnLst/>
            <a:rect r="r" b="b" t="t" l="l"/>
            <a:pathLst>
              <a:path h="1759363" w="2144535">
                <a:moveTo>
                  <a:pt x="0" y="0"/>
                </a:moveTo>
                <a:lnTo>
                  <a:pt x="2144535" y="0"/>
                </a:lnTo>
                <a:lnTo>
                  <a:pt x="2144535" y="1759363"/>
                </a:lnTo>
                <a:lnTo>
                  <a:pt x="0" y="17593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028700" y="333335"/>
            <a:ext cx="16230600" cy="9441212"/>
          </a:xfrm>
          <a:custGeom>
            <a:avLst/>
            <a:gdLst/>
            <a:ahLst/>
            <a:cxnLst/>
            <a:rect r="r" b="b" t="t" l="l"/>
            <a:pathLst>
              <a:path h="9441212" w="16230600">
                <a:moveTo>
                  <a:pt x="0" y="0"/>
                </a:moveTo>
                <a:lnTo>
                  <a:pt x="16230600" y="0"/>
                </a:lnTo>
                <a:lnTo>
                  <a:pt x="16230600" y="9441212"/>
                </a:lnTo>
                <a:lnTo>
                  <a:pt x="0" y="94412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464780" y="1205098"/>
            <a:ext cx="5496337" cy="3408452"/>
            <a:chOff x="0" y="0"/>
            <a:chExt cx="5558282" cy="3446865"/>
          </a:xfrm>
        </p:grpSpPr>
        <p:sp>
          <p:nvSpPr>
            <p:cNvPr name="Freeform 6" id="6"/>
            <p:cNvSpPr/>
            <p:nvPr/>
          </p:nvSpPr>
          <p:spPr>
            <a:xfrm flipH="false" flipV="false" rot="0">
              <a:off x="0" y="0"/>
              <a:ext cx="5558282" cy="3446891"/>
            </a:xfrm>
            <a:custGeom>
              <a:avLst/>
              <a:gdLst/>
              <a:ahLst/>
              <a:cxnLst/>
              <a:rect r="r" b="b" t="t" l="l"/>
              <a:pathLst>
                <a:path h="3446891" w="5558282">
                  <a:moveTo>
                    <a:pt x="0" y="0"/>
                  </a:moveTo>
                  <a:lnTo>
                    <a:pt x="5558282" y="0"/>
                  </a:lnTo>
                  <a:lnTo>
                    <a:pt x="5558282" y="3446891"/>
                  </a:lnTo>
                  <a:lnTo>
                    <a:pt x="0" y="3446891"/>
                  </a:lnTo>
                  <a:lnTo>
                    <a:pt x="0" y="0"/>
                  </a:lnTo>
                  <a:close/>
                </a:path>
              </a:pathLst>
            </a:custGeom>
            <a:blipFill>
              <a:blip r:embed="rId6"/>
              <a:stretch>
                <a:fillRect l="-5164" t="0" r="-5164" b="0"/>
              </a:stretch>
            </a:blipFill>
          </p:spPr>
        </p:sp>
      </p:grpSp>
      <p:grpSp>
        <p:nvGrpSpPr>
          <p:cNvPr name="Group 7" id="7"/>
          <p:cNvGrpSpPr/>
          <p:nvPr/>
        </p:nvGrpSpPr>
        <p:grpSpPr>
          <a:xfrm rot="0">
            <a:off x="2464780" y="5143500"/>
            <a:ext cx="5496337" cy="3706035"/>
            <a:chOff x="0" y="0"/>
            <a:chExt cx="5558282" cy="3747803"/>
          </a:xfrm>
        </p:grpSpPr>
        <p:sp>
          <p:nvSpPr>
            <p:cNvPr name="Freeform 8" id="8"/>
            <p:cNvSpPr/>
            <p:nvPr/>
          </p:nvSpPr>
          <p:spPr>
            <a:xfrm flipH="false" flipV="false" rot="0">
              <a:off x="0" y="0"/>
              <a:ext cx="5558282" cy="3747829"/>
            </a:xfrm>
            <a:custGeom>
              <a:avLst/>
              <a:gdLst/>
              <a:ahLst/>
              <a:cxnLst/>
              <a:rect r="r" b="b" t="t" l="l"/>
              <a:pathLst>
                <a:path h="3747829" w="5558282">
                  <a:moveTo>
                    <a:pt x="0" y="0"/>
                  </a:moveTo>
                  <a:lnTo>
                    <a:pt x="5558282" y="0"/>
                  </a:lnTo>
                  <a:lnTo>
                    <a:pt x="5558282" y="3747829"/>
                  </a:lnTo>
                  <a:lnTo>
                    <a:pt x="0" y="3747829"/>
                  </a:lnTo>
                  <a:lnTo>
                    <a:pt x="0" y="0"/>
                  </a:lnTo>
                  <a:close/>
                </a:path>
              </a:pathLst>
            </a:custGeom>
            <a:blipFill>
              <a:blip r:embed="rId7"/>
              <a:stretch>
                <a:fillRect l="0" t="0" r="-1141" b="0"/>
              </a:stretch>
            </a:blipFill>
          </p:spPr>
        </p:sp>
      </p:grpSp>
      <p:grpSp>
        <p:nvGrpSpPr>
          <p:cNvPr name="Group 9" id="9"/>
          <p:cNvGrpSpPr/>
          <p:nvPr/>
        </p:nvGrpSpPr>
        <p:grpSpPr>
          <a:xfrm rot="0">
            <a:off x="10140895" y="2542113"/>
            <a:ext cx="5854848" cy="5940211"/>
            <a:chOff x="0" y="0"/>
            <a:chExt cx="5920833" cy="6007159"/>
          </a:xfrm>
        </p:grpSpPr>
        <p:sp>
          <p:nvSpPr>
            <p:cNvPr name="Freeform 10" id="10"/>
            <p:cNvSpPr/>
            <p:nvPr/>
          </p:nvSpPr>
          <p:spPr>
            <a:xfrm flipH="false" flipV="false" rot="0">
              <a:off x="0" y="0"/>
              <a:ext cx="5920833" cy="6007184"/>
            </a:xfrm>
            <a:custGeom>
              <a:avLst/>
              <a:gdLst/>
              <a:ahLst/>
              <a:cxnLst/>
              <a:rect r="r" b="b" t="t" l="l"/>
              <a:pathLst>
                <a:path h="6007184" w="5920833">
                  <a:moveTo>
                    <a:pt x="0" y="0"/>
                  </a:moveTo>
                  <a:lnTo>
                    <a:pt x="5920833" y="0"/>
                  </a:lnTo>
                  <a:lnTo>
                    <a:pt x="5920833" y="6007184"/>
                  </a:lnTo>
                  <a:lnTo>
                    <a:pt x="0" y="6007184"/>
                  </a:lnTo>
                  <a:lnTo>
                    <a:pt x="0" y="0"/>
                  </a:lnTo>
                  <a:close/>
                </a:path>
              </a:pathLst>
            </a:custGeom>
            <a:blipFill>
              <a:blip r:embed="rId8"/>
              <a:stretch>
                <a:fillRect l="-729" t="0" r="-729" b="0"/>
              </a:stretch>
            </a:blipFill>
          </p:spPr>
        </p:sp>
      </p:grpSp>
      <p:sp>
        <p:nvSpPr>
          <p:cNvPr name="Freeform 11" id="11"/>
          <p:cNvSpPr/>
          <p:nvPr/>
        </p:nvSpPr>
        <p:spPr>
          <a:xfrm flipH="false" flipV="false" rot="0">
            <a:off x="9552945" y="1481523"/>
            <a:ext cx="2490664" cy="2121179"/>
          </a:xfrm>
          <a:custGeom>
            <a:avLst/>
            <a:gdLst/>
            <a:ahLst/>
            <a:cxnLst/>
            <a:rect r="r" b="b" t="t" l="l"/>
            <a:pathLst>
              <a:path h="2121179" w="2490664">
                <a:moveTo>
                  <a:pt x="0" y="0"/>
                </a:moveTo>
                <a:lnTo>
                  <a:pt x="2490663" y="0"/>
                </a:lnTo>
                <a:lnTo>
                  <a:pt x="2490663" y="2121180"/>
                </a:lnTo>
                <a:lnTo>
                  <a:pt x="0" y="21211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5526584" y="1702935"/>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1905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5356930" y="2574176"/>
            <a:ext cx="3304203" cy="2327275"/>
            <a:chOff x="0" y="0"/>
            <a:chExt cx="4405605" cy="3103033"/>
          </a:xfrm>
        </p:grpSpPr>
        <p:sp>
          <p:nvSpPr>
            <p:cNvPr name="Freeform 6" id="6"/>
            <p:cNvSpPr/>
            <p:nvPr/>
          </p:nvSpPr>
          <p:spPr>
            <a:xfrm flipH="false" flipV="false" rot="0">
              <a:off x="0" y="0"/>
              <a:ext cx="4405600" cy="3103039"/>
            </a:xfrm>
            <a:custGeom>
              <a:avLst/>
              <a:gdLst/>
              <a:ahLst/>
              <a:cxnLst/>
              <a:rect r="r" b="b" t="t" l="l"/>
              <a:pathLst>
                <a:path h="3103039" w="4405600">
                  <a:moveTo>
                    <a:pt x="0" y="0"/>
                  </a:moveTo>
                  <a:lnTo>
                    <a:pt x="4405600" y="0"/>
                  </a:lnTo>
                  <a:lnTo>
                    <a:pt x="4405600" y="3103039"/>
                  </a:lnTo>
                  <a:lnTo>
                    <a:pt x="0" y="3103039"/>
                  </a:lnTo>
                  <a:close/>
                </a:path>
              </a:pathLst>
            </a:custGeom>
            <a:blipFill>
              <a:blip r:embed="rId6">
                <a:alphaModFix amt="0"/>
              </a:blip>
              <a:stretch>
                <a:fillRect l="-10691" t="0" r="-10691" b="32840"/>
              </a:stretch>
            </a:blipFill>
          </p:spPr>
        </p:sp>
        <p:sp>
          <p:nvSpPr>
            <p:cNvPr name="TextBox 7" id="7"/>
            <p:cNvSpPr txBox="true"/>
            <p:nvPr/>
          </p:nvSpPr>
          <p:spPr>
            <a:xfrm>
              <a:off x="0" y="-9525"/>
              <a:ext cx="4405605" cy="3112558"/>
            </a:xfrm>
            <a:prstGeom prst="rect">
              <a:avLst/>
            </a:prstGeom>
          </p:spPr>
          <p:txBody>
            <a:bodyPr anchor="ctr" rtlCol="false" tIns="0" lIns="0" bIns="0" rIns="0"/>
            <a:lstStyle/>
            <a:p>
              <a:pPr algn="l">
                <a:lnSpc>
                  <a:spcPts val="11999"/>
                </a:lnSpc>
              </a:pPr>
              <a:r>
                <a:rPr lang="en-US" b="true" sz="9999">
                  <a:solidFill>
                    <a:srgbClr val="6B2011"/>
                  </a:solidFill>
                  <a:latin typeface="Balsamiq Sans Bold"/>
                  <a:ea typeface="Balsamiq Sans Bold"/>
                  <a:cs typeface="Balsamiq Sans Bold"/>
                  <a:sym typeface="Balsamiq Sans Bold"/>
                </a:rPr>
                <a:t>01</a:t>
              </a:r>
            </a:p>
          </p:txBody>
        </p:sp>
      </p:grpSp>
      <p:sp>
        <p:nvSpPr>
          <p:cNvPr name="Freeform 8" id="8"/>
          <p:cNvSpPr/>
          <p:nvPr/>
        </p:nvSpPr>
        <p:spPr>
          <a:xfrm flipH="false" flipV="false" rot="0">
            <a:off x="1426435" y="5212709"/>
            <a:ext cx="3345856" cy="3625910"/>
          </a:xfrm>
          <a:custGeom>
            <a:avLst/>
            <a:gdLst/>
            <a:ahLst/>
            <a:cxnLst/>
            <a:rect r="r" b="b" t="t" l="l"/>
            <a:pathLst>
              <a:path h="3625910" w="3345856">
                <a:moveTo>
                  <a:pt x="0" y="0"/>
                </a:moveTo>
                <a:lnTo>
                  <a:pt x="3345857" y="0"/>
                </a:lnTo>
                <a:lnTo>
                  <a:pt x="3345857" y="3625910"/>
                </a:lnTo>
                <a:lnTo>
                  <a:pt x="0" y="36259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4803203" y="2760297"/>
            <a:ext cx="2319709" cy="761857"/>
          </a:xfrm>
          <a:custGeom>
            <a:avLst/>
            <a:gdLst/>
            <a:ahLst/>
            <a:cxnLst/>
            <a:rect r="r" b="b" t="t" l="l"/>
            <a:pathLst>
              <a:path h="761857" w="2319709">
                <a:moveTo>
                  <a:pt x="0" y="0"/>
                </a:moveTo>
                <a:lnTo>
                  <a:pt x="2319709" y="0"/>
                </a:lnTo>
                <a:lnTo>
                  <a:pt x="2319709" y="761857"/>
                </a:lnTo>
                <a:lnTo>
                  <a:pt x="0" y="7618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661917" y="6322905"/>
            <a:ext cx="2098881" cy="1924631"/>
          </a:xfrm>
          <a:custGeom>
            <a:avLst/>
            <a:gdLst/>
            <a:ahLst/>
            <a:cxnLst/>
            <a:rect r="r" b="b" t="t" l="l"/>
            <a:pathLst>
              <a:path h="1924631" w="2098881">
                <a:moveTo>
                  <a:pt x="0" y="0"/>
                </a:moveTo>
                <a:lnTo>
                  <a:pt x="2098881" y="0"/>
                </a:lnTo>
                <a:lnTo>
                  <a:pt x="2098881" y="1924631"/>
                </a:lnTo>
                <a:lnTo>
                  <a:pt x="0" y="19246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5356930" y="4683024"/>
            <a:ext cx="7138874" cy="2262950"/>
            <a:chOff x="0" y="0"/>
            <a:chExt cx="9518498" cy="3017266"/>
          </a:xfrm>
        </p:grpSpPr>
        <p:sp>
          <p:nvSpPr>
            <p:cNvPr name="Freeform 12" id="12"/>
            <p:cNvSpPr/>
            <p:nvPr/>
          </p:nvSpPr>
          <p:spPr>
            <a:xfrm flipH="false" flipV="false" rot="0">
              <a:off x="0" y="0"/>
              <a:ext cx="9518500" cy="3017265"/>
            </a:xfrm>
            <a:custGeom>
              <a:avLst/>
              <a:gdLst/>
              <a:ahLst/>
              <a:cxnLst/>
              <a:rect r="r" b="b" t="t" l="l"/>
              <a:pathLst>
                <a:path h="3017265" w="9518500">
                  <a:moveTo>
                    <a:pt x="0" y="0"/>
                  </a:moveTo>
                  <a:lnTo>
                    <a:pt x="9518500" y="0"/>
                  </a:lnTo>
                  <a:lnTo>
                    <a:pt x="9518500" y="3017265"/>
                  </a:lnTo>
                  <a:lnTo>
                    <a:pt x="0" y="3017265"/>
                  </a:lnTo>
                  <a:close/>
                </a:path>
              </a:pathLst>
            </a:custGeom>
            <a:blipFill>
              <a:blip r:embed="rId6">
                <a:alphaModFix amt="0"/>
              </a:blip>
              <a:stretch>
                <a:fillRect l="-21234" t="0" r="24437" b="-19000"/>
              </a:stretch>
            </a:blipFill>
          </p:spPr>
        </p:sp>
        <p:sp>
          <p:nvSpPr>
            <p:cNvPr name="TextBox 13" id="13"/>
            <p:cNvSpPr txBox="true"/>
            <p:nvPr/>
          </p:nvSpPr>
          <p:spPr>
            <a:xfrm>
              <a:off x="0" y="-19050"/>
              <a:ext cx="9518498" cy="3036316"/>
            </a:xfrm>
            <a:prstGeom prst="rect">
              <a:avLst/>
            </a:prstGeom>
          </p:spPr>
          <p:txBody>
            <a:bodyPr anchor="b" rtlCol="false" tIns="0" lIns="0" bIns="0" rIns="0"/>
            <a:lstStyle/>
            <a:p>
              <a:pPr algn="l">
                <a:lnSpc>
                  <a:spcPts val="5399"/>
                </a:lnSpc>
              </a:pPr>
              <a:r>
                <a:rPr lang="en-US" sz="4499" b="true">
                  <a:solidFill>
                    <a:srgbClr val="2E2F38"/>
                  </a:solidFill>
                  <a:latin typeface="Arimo Bold"/>
                  <a:ea typeface="Arimo Bold"/>
                  <a:cs typeface="Arimo Bold"/>
                  <a:sym typeface="Arimo Bold"/>
                </a:rPr>
                <a:t>Smart waste segregation and recycling system </a:t>
              </a:r>
            </a:p>
            <a:p>
              <a:pPr algn="l">
                <a:lnSpc>
                  <a:spcPts val="5399"/>
                </a:lnSpc>
              </a:pPr>
              <a:r>
                <a:rPr lang="en-US" sz="4499" b="true">
                  <a:solidFill>
                    <a:srgbClr val="2E2F38"/>
                  </a:solidFill>
                  <a:latin typeface="Arimo Bold"/>
                  <a:ea typeface="Arimo Bold"/>
                  <a:cs typeface="Arimo Bold"/>
                  <a:sym typeface="Arimo Bold"/>
                </a:rPr>
                <a:t>SIH PS Gov of Odisha</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46046"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17875" y="1176914"/>
            <a:ext cx="7626129" cy="847725"/>
          </a:xfrm>
          <a:prstGeom prst="rect">
            <a:avLst/>
          </a:prstGeom>
        </p:spPr>
        <p:txBody>
          <a:bodyPr anchor="t" rtlCol="false" tIns="0" lIns="0" bIns="0" rIns="0">
            <a:spAutoFit/>
          </a:bodyPr>
          <a:lstStyle/>
          <a:p>
            <a:pPr algn="l">
              <a:lnSpc>
                <a:spcPts val="6600"/>
              </a:lnSpc>
            </a:pPr>
            <a:r>
              <a:rPr lang="en-US" b="true" sz="5500">
                <a:solidFill>
                  <a:srgbClr val="2E2F38"/>
                </a:solidFill>
                <a:latin typeface="Balsamiq Sans Bold"/>
                <a:ea typeface="Balsamiq Sans Bold"/>
                <a:cs typeface="Balsamiq Sans Bold"/>
                <a:sym typeface="Balsamiq Sans Bold"/>
              </a:rPr>
              <a:t>Problem in real world </a:t>
            </a:r>
          </a:p>
        </p:txBody>
      </p:sp>
      <p:sp>
        <p:nvSpPr>
          <p:cNvPr name="TextBox 6" id="6"/>
          <p:cNvSpPr txBox="true"/>
          <p:nvPr/>
        </p:nvSpPr>
        <p:spPr>
          <a:xfrm rot="0">
            <a:off x="1279145" y="2081000"/>
            <a:ext cx="12666038" cy="2790826"/>
          </a:xfrm>
          <a:prstGeom prst="rect">
            <a:avLst/>
          </a:prstGeom>
        </p:spPr>
        <p:txBody>
          <a:bodyPr anchor="t" rtlCol="false" tIns="0" lIns="0" bIns="0" rIns="0">
            <a:spAutoFit/>
          </a:bodyPr>
          <a:lstStyle/>
          <a:p>
            <a:pPr algn="l" marL="647697" indent="-323848" lvl="1">
              <a:lnSpc>
                <a:spcPts val="4499"/>
              </a:lnSpc>
              <a:buFont typeface="Arial"/>
              <a:buChar char="•"/>
            </a:pPr>
            <a:r>
              <a:rPr lang="en-US" b="true" sz="2999">
                <a:solidFill>
                  <a:srgbClr val="2E2F38"/>
                </a:solidFill>
                <a:latin typeface="Arimo Bold"/>
                <a:ea typeface="Arimo Bold"/>
                <a:cs typeface="Arimo Bold"/>
                <a:sym typeface="Arimo Bold"/>
              </a:rPr>
              <a:t>Garbag</a:t>
            </a:r>
            <a:r>
              <a:rPr lang="en-US" b="true" sz="2999">
                <a:solidFill>
                  <a:srgbClr val="2E2F38"/>
                </a:solidFill>
                <a:latin typeface="Arimo Bold"/>
                <a:ea typeface="Arimo Bold"/>
                <a:cs typeface="Arimo Bold"/>
                <a:sym typeface="Arimo Bold"/>
              </a:rPr>
              <a:t>e bins overflow due to improper monitoring and collection.               </a:t>
            </a:r>
          </a:p>
          <a:p>
            <a:pPr algn="l" marL="647697" indent="-323848" lvl="1">
              <a:lnSpc>
                <a:spcPts val="4499"/>
              </a:lnSpc>
              <a:buFont typeface="Arial"/>
              <a:buChar char="•"/>
            </a:pPr>
            <a:r>
              <a:rPr lang="en-US" b="true" sz="2999">
                <a:solidFill>
                  <a:srgbClr val="2E2F38"/>
                </a:solidFill>
                <a:latin typeface="Arimo Bold"/>
                <a:ea typeface="Arimo Bold"/>
                <a:cs typeface="Arimo Bold"/>
                <a:sym typeface="Arimo Bold"/>
              </a:rPr>
              <a:t>Mixed waste makes recycling difficult and increases landfill waste.</a:t>
            </a:r>
          </a:p>
          <a:p>
            <a:pPr algn="l" marL="647697" indent="-323848" lvl="1">
              <a:lnSpc>
                <a:spcPts val="4499"/>
              </a:lnSpc>
              <a:buFont typeface="Arial"/>
              <a:buChar char="•"/>
            </a:pPr>
            <a:r>
              <a:rPr lang="en-US" b="true" sz="2999">
                <a:solidFill>
                  <a:srgbClr val="2E2F38"/>
                </a:solidFill>
                <a:latin typeface="Arimo Bold"/>
                <a:ea typeface="Arimo Bold"/>
                <a:cs typeface="Arimo Bold"/>
                <a:sym typeface="Arimo Bold"/>
              </a:rPr>
              <a:t>Plastic and other waste pollute roads, rivers, and the environment. </a:t>
            </a:r>
          </a:p>
        </p:txBody>
      </p:sp>
      <p:sp>
        <p:nvSpPr>
          <p:cNvPr name="Freeform 7" id="7"/>
          <p:cNvSpPr/>
          <p:nvPr/>
        </p:nvSpPr>
        <p:spPr>
          <a:xfrm flipH="false" flipV="false" rot="0">
            <a:off x="15282510" y="7463857"/>
            <a:ext cx="2098881" cy="1924631"/>
          </a:xfrm>
          <a:custGeom>
            <a:avLst/>
            <a:gdLst/>
            <a:ahLst/>
            <a:cxnLst/>
            <a:rect r="r" b="b" t="t" l="l"/>
            <a:pathLst>
              <a:path h="1924631" w="2098881">
                <a:moveTo>
                  <a:pt x="0" y="0"/>
                </a:moveTo>
                <a:lnTo>
                  <a:pt x="2098881" y="0"/>
                </a:lnTo>
                <a:lnTo>
                  <a:pt x="2098881" y="1924631"/>
                </a:lnTo>
                <a:lnTo>
                  <a:pt x="0" y="19246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941715" y="467497"/>
            <a:ext cx="3522440" cy="3381461"/>
          </a:xfrm>
          <a:custGeom>
            <a:avLst/>
            <a:gdLst/>
            <a:ahLst/>
            <a:cxnLst/>
            <a:rect r="r" b="b" t="t" l="l"/>
            <a:pathLst>
              <a:path h="3381461" w="3522440">
                <a:moveTo>
                  <a:pt x="0" y="0"/>
                </a:moveTo>
                <a:lnTo>
                  <a:pt x="3522440" y="0"/>
                </a:lnTo>
                <a:lnTo>
                  <a:pt x="3522440" y="3381460"/>
                </a:lnTo>
                <a:lnTo>
                  <a:pt x="0" y="33814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941715" y="1447248"/>
            <a:ext cx="3522440" cy="3381461"/>
          </a:xfrm>
          <a:custGeom>
            <a:avLst/>
            <a:gdLst/>
            <a:ahLst/>
            <a:cxnLst/>
            <a:rect r="r" b="b" t="t" l="l"/>
            <a:pathLst>
              <a:path h="3381461" w="3522440">
                <a:moveTo>
                  <a:pt x="0" y="0"/>
                </a:moveTo>
                <a:lnTo>
                  <a:pt x="3522440" y="0"/>
                </a:lnTo>
                <a:lnTo>
                  <a:pt x="3522440" y="3381460"/>
                </a:lnTo>
                <a:lnTo>
                  <a:pt x="0" y="33814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517875" y="5359976"/>
            <a:ext cx="11094153" cy="781050"/>
          </a:xfrm>
          <a:prstGeom prst="rect">
            <a:avLst/>
          </a:prstGeom>
        </p:spPr>
        <p:txBody>
          <a:bodyPr anchor="t" rtlCol="false" tIns="0" lIns="0" bIns="0" rIns="0">
            <a:spAutoFit/>
          </a:bodyPr>
          <a:lstStyle/>
          <a:p>
            <a:pPr algn="l">
              <a:lnSpc>
                <a:spcPts val="6000"/>
              </a:lnSpc>
            </a:pPr>
            <a:r>
              <a:rPr lang="en-US" b="true" sz="5000">
                <a:solidFill>
                  <a:srgbClr val="2E2F38"/>
                </a:solidFill>
                <a:latin typeface="Balsamiq Sans Bold"/>
                <a:ea typeface="Balsamiq Sans Bold"/>
                <a:cs typeface="Balsamiq Sans Bold"/>
                <a:sym typeface="Balsamiq Sans Bold"/>
              </a:rPr>
              <a:t>How We Are Going to Resolve It </a:t>
            </a:r>
          </a:p>
        </p:txBody>
      </p:sp>
      <p:sp>
        <p:nvSpPr>
          <p:cNvPr name="TextBox 11" id="11"/>
          <p:cNvSpPr txBox="true"/>
          <p:nvPr/>
        </p:nvSpPr>
        <p:spPr>
          <a:xfrm rot="0">
            <a:off x="1250570" y="6143630"/>
            <a:ext cx="13662570" cy="2971801"/>
          </a:xfrm>
          <a:prstGeom prst="rect">
            <a:avLst/>
          </a:prstGeom>
        </p:spPr>
        <p:txBody>
          <a:bodyPr anchor="t" rtlCol="false" tIns="0" lIns="0" bIns="0" rIns="0">
            <a:spAutoFit/>
          </a:bodyPr>
          <a:lstStyle/>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Us</a:t>
            </a:r>
            <a:r>
              <a:rPr lang="en-US" b="true" sz="2999">
                <a:solidFill>
                  <a:srgbClr val="2E2F38"/>
                </a:solidFill>
                <a:latin typeface="Arimo Bold"/>
                <a:ea typeface="Arimo Bold"/>
                <a:cs typeface="Arimo Bold"/>
                <a:sym typeface="Arimo Bold"/>
              </a:rPr>
              <a:t>e AI to automatically identify and segregate different types of waste.</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Monitor bin fill levels using IoT sensors and send alerts when full.</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Store waste data on a dashboard for better waste management.</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Target users : shopping malls , schools , airport , public place , home </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Reward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990981" y="2182263"/>
            <a:ext cx="3345856" cy="3625910"/>
          </a:xfrm>
          <a:custGeom>
            <a:avLst/>
            <a:gdLst/>
            <a:ahLst/>
            <a:cxnLst/>
            <a:rect r="r" b="b" t="t" l="l"/>
            <a:pathLst>
              <a:path h="3625910" w="3345856">
                <a:moveTo>
                  <a:pt x="0" y="0"/>
                </a:moveTo>
                <a:lnTo>
                  <a:pt x="3345856" y="0"/>
                </a:lnTo>
                <a:lnTo>
                  <a:pt x="3345856" y="3625911"/>
                </a:lnTo>
                <a:lnTo>
                  <a:pt x="0" y="3625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540879" y="647100"/>
            <a:ext cx="13168170" cy="8992800"/>
          </a:xfrm>
          <a:custGeom>
            <a:avLst/>
            <a:gdLst/>
            <a:ahLst/>
            <a:cxnLst/>
            <a:rect r="r" b="b" t="t" l="l"/>
            <a:pathLst>
              <a:path h="8992800" w="13168170">
                <a:moveTo>
                  <a:pt x="0" y="0"/>
                </a:moveTo>
                <a:lnTo>
                  <a:pt x="13168170" y="0"/>
                </a:lnTo>
                <a:lnTo>
                  <a:pt x="13168170" y="8992800"/>
                </a:lnTo>
                <a:lnTo>
                  <a:pt x="0" y="8992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094095" y="6051994"/>
            <a:ext cx="3477768" cy="3734086"/>
          </a:xfrm>
          <a:custGeom>
            <a:avLst/>
            <a:gdLst/>
            <a:ahLst/>
            <a:cxnLst/>
            <a:rect r="r" b="b" t="t" l="l"/>
            <a:pathLst>
              <a:path h="3734086" w="3477768">
                <a:moveTo>
                  <a:pt x="0" y="0"/>
                </a:moveTo>
                <a:lnTo>
                  <a:pt x="3477768" y="0"/>
                </a:lnTo>
                <a:lnTo>
                  <a:pt x="3477768" y="3734086"/>
                </a:lnTo>
                <a:lnTo>
                  <a:pt x="0" y="37340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028755" y="5915873"/>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834386" y="248374"/>
            <a:ext cx="3027188" cy="3359772"/>
          </a:xfrm>
          <a:custGeom>
            <a:avLst/>
            <a:gdLst/>
            <a:ahLst/>
            <a:cxnLst/>
            <a:rect r="r" b="b" t="t" l="l"/>
            <a:pathLst>
              <a:path h="3359772" w="3027188">
                <a:moveTo>
                  <a:pt x="0" y="0"/>
                </a:moveTo>
                <a:lnTo>
                  <a:pt x="3027188" y="0"/>
                </a:lnTo>
                <a:lnTo>
                  <a:pt x="3027188" y="3359772"/>
                </a:lnTo>
                <a:lnTo>
                  <a:pt x="0" y="33597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3587203" y="1285441"/>
            <a:ext cx="8855653" cy="714590"/>
          </a:xfrm>
          <a:prstGeom prst="rect">
            <a:avLst/>
          </a:prstGeom>
        </p:spPr>
        <p:txBody>
          <a:bodyPr anchor="t" rtlCol="false" tIns="0" lIns="0" bIns="0" rIns="0">
            <a:spAutoFit/>
          </a:bodyPr>
          <a:lstStyle/>
          <a:p>
            <a:pPr algn="l">
              <a:lnSpc>
                <a:spcPts val="5626"/>
              </a:lnSpc>
            </a:pPr>
            <a:r>
              <a:rPr lang="en-US" b="true" sz="4688">
                <a:solidFill>
                  <a:srgbClr val="2E2F38"/>
                </a:solidFill>
                <a:latin typeface="Balsamiq Sans Bold"/>
                <a:ea typeface="Balsamiq Sans Bold"/>
                <a:cs typeface="Balsamiq Sans Bold"/>
                <a:sym typeface="Balsamiq Sans Bold"/>
              </a:rPr>
              <a:t>Basic Idea And Existing Product</a:t>
            </a:r>
          </a:p>
        </p:txBody>
      </p:sp>
      <p:sp>
        <p:nvSpPr>
          <p:cNvPr name="TextBox 10" id="10"/>
          <p:cNvSpPr txBox="true"/>
          <p:nvPr/>
        </p:nvSpPr>
        <p:spPr>
          <a:xfrm rot="0">
            <a:off x="3389290" y="2088518"/>
            <a:ext cx="10500460" cy="2587978"/>
          </a:xfrm>
          <a:prstGeom prst="rect">
            <a:avLst/>
          </a:prstGeom>
        </p:spPr>
        <p:txBody>
          <a:bodyPr anchor="t" rtlCol="false" tIns="0" lIns="0" bIns="0" rIns="0">
            <a:spAutoFit/>
          </a:bodyPr>
          <a:lstStyle/>
          <a:p>
            <a:pPr algn="l" marL="527756" indent="-263878" lvl="1">
              <a:lnSpc>
                <a:spcPts val="4155"/>
              </a:lnSpc>
              <a:buFont typeface="Arial"/>
              <a:buChar char="•"/>
            </a:pPr>
            <a:r>
              <a:rPr lang="en-US" b="true" sz="2444">
                <a:solidFill>
                  <a:srgbClr val="2E2F38"/>
                </a:solidFill>
                <a:latin typeface="Arimo Bold"/>
                <a:ea typeface="Arimo Bold"/>
                <a:cs typeface="Arimo Bold"/>
                <a:sym typeface="Arimo Bold"/>
              </a:rPr>
              <a:t>A camera captur</a:t>
            </a:r>
            <a:r>
              <a:rPr lang="en-US" b="true" sz="2444">
                <a:solidFill>
                  <a:srgbClr val="2E2F38"/>
                </a:solidFill>
                <a:latin typeface="Arimo Bold"/>
                <a:ea typeface="Arimo Bold"/>
                <a:cs typeface="Arimo Bold"/>
                <a:sym typeface="Arimo Bold"/>
              </a:rPr>
              <a:t>es the waste image when it is thrown into the bin.</a:t>
            </a:r>
          </a:p>
          <a:p>
            <a:pPr algn="l" marL="527756" indent="-263878" lvl="1">
              <a:lnSpc>
                <a:spcPts val="4155"/>
              </a:lnSpc>
              <a:buFont typeface="Arial"/>
              <a:buChar char="•"/>
            </a:pPr>
            <a:r>
              <a:rPr lang="en-US" b="true" sz="2444">
                <a:solidFill>
                  <a:srgbClr val="2E2F38"/>
                </a:solidFill>
                <a:latin typeface="Arimo Bold"/>
                <a:ea typeface="Arimo Bold"/>
                <a:cs typeface="Arimo Bold"/>
                <a:sym typeface="Arimo Bold"/>
              </a:rPr>
              <a:t>AI classifies the waste and a motor opens the correct compartment.</a:t>
            </a:r>
          </a:p>
          <a:p>
            <a:pPr algn="l" marL="527756" indent="-263878" lvl="1">
              <a:lnSpc>
                <a:spcPts val="4155"/>
              </a:lnSpc>
              <a:buFont typeface="Arial"/>
              <a:buChar char="•"/>
            </a:pPr>
            <a:r>
              <a:rPr lang="en-US" b="true" sz="2444">
                <a:solidFill>
                  <a:srgbClr val="2E2F38"/>
                </a:solidFill>
                <a:latin typeface="Arimo Bold"/>
                <a:ea typeface="Arimo Bold"/>
                <a:cs typeface="Arimo Bold"/>
                <a:sym typeface="Arimo Bold"/>
              </a:rPr>
              <a:t>Sensors monitor the bin level and send data to the cloud/dashboard.</a:t>
            </a:r>
          </a:p>
        </p:txBody>
      </p:sp>
      <p:sp>
        <p:nvSpPr>
          <p:cNvPr name="TextBox 11" id="11"/>
          <p:cNvSpPr txBox="true"/>
          <p:nvPr/>
        </p:nvSpPr>
        <p:spPr>
          <a:xfrm rot="0">
            <a:off x="3587203" y="5251307"/>
            <a:ext cx="9197328" cy="664565"/>
          </a:xfrm>
          <a:prstGeom prst="rect">
            <a:avLst/>
          </a:prstGeom>
        </p:spPr>
        <p:txBody>
          <a:bodyPr anchor="t" rtlCol="false" tIns="0" lIns="0" bIns="0" rIns="0">
            <a:spAutoFit/>
          </a:bodyPr>
          <a:lstStyle/>
          <a:p>
            <a:pPr algn="l">
              <a:lnSpc>
                <a:spcPts val="5157"/>
              </a:lnSpc>
            </a:pPr>
            <a:r>
              <a:rPr lang="en-US" b="true" sz="4298">
                <a:solidFill>
                  <a:srgbClr val="2E2F38"/>
                </a:solidFill>
                <a:latin typeface="Balsamiq Sans Bold"/>
                <a:ea typeface="Balsamiq Sans Bold"/>
                <a:cs typeface="Balsamiq Sans Bold"/>
                <a:sym typeface="Balsamiq Sans Bold"/>
              </a:rPr>
              <a:t>Technology Used</a:t>
            </a:r>
          </a:p>
        </p:txBody>
      </p:sp>
      <p:sp>
        <p:nvSpPr>
          <p:cNvPr name="TextBox 12" id="12"/>
          <p:cNvSpPr txBox="true"/>
          <p:nvPr/>
        </p:nvSpPr>
        <p:spPr>
          <a:xfrm rot="0">
            <a:off x="3442610" y="6366667"/>
            <a:ext cx="11326609" cy="2107354"/>
          </a:xfrm>
          <a:prstGeom prst="rect">
            <a:avLst/>
          </a:prstGeom>
        </p:spPr>
        <p:txBody>
          <a:bodyPr anchor="t" rtlCol="false" tIns="0" lIns="0" bIns="0" rIns="0">
            <a:spAutoFit/>
          </a:bodyPr>
          <a:lstStyle/>
          <a:p>
            <a:pPr algn="l" marL="506165" indent="-253082" lvl="1">
              <a:lnSpc>
                <a:spcPts val="4219"/>
              </a:lnSpc>
              <a:buFont typeface="Arial"/>
              <a:buChar char="•"/>
            </a:pPr>
            <a:r>
              <a:rPr lang="en-US" b="true" sz="2344">
                <a:solidFill>
                  <a:srgbClr val="2E2F38"/>
                </a:solidFill>
                <a:latin typeface="Arimo Bold"/>
                <a:ea typeface="Arimo Bold"/>
                <a:cs typeface="Arimo Bold"/>
                <a:sym typeface="Arimo Bold"/>
              </a:rPr>
              <a:t>H</a:t>
            </a:r>
            <a:r>
              <a:rPr lang="en-US" b="true" sz="2344">
                <a:solidFill>
                  <a:srgbClr val="2E2F38"/>
                </a:solidFill>
                <a:latin typeface="Arimo Bold"/>
                <a:ea typeface="Arimo Bold"/>
                <a:cs typeface="Arimo Bold"/>
                <a:sym typeface="Arimo Bold"/>
              </a:rPr>
              <a:t>ardware: ESP32/Raspberry Pi, Camera, Ultrasonic Sensor, Servo Motor.</a:t>
            </a:r>
          </a:p>
          <a:p>
            <a:pPr algn="l" marL="506165" indent="-253082" lvl="1">
              <a:lnSpc>
                <a:spcPts val="4219"/>
              </a:lnSpc>
              <a:buFont typeface="Arial"/>
              <a:buChar char="•"/>
            </a:pPr>
            <a:r>
              <a:rPr lang="en-US" b="true" sz="2344">
                <a:solidFill>
                  <a:srgbClr val="2E2F38"/>
                </a:solidFill>
                <a:latin typeface="Arimo Bold"/>
                <a:ea typeface="Arimo Bold"/>
                <a:cs typeface="Arimo Bold"/>
                <a:sym typeface="Arimo Bold"/>
              </a:rPr>
              <a:t>Software: Python, OpenCV, YOLO.</a:t>
            </a:r>
          </a:p>
          <a:p>
            <a:pPr algn="l" marL="506165" indent="-253082" lvl="1">
              <a:lnSpc>
                <a:spcPts val="4219"/>
              </a:lnSpc>
              <a:buFont typeface="Arial"/>
              <a:buChar char="•"/>
            </a:pPr>
            <a:r>
              <a:rPr lang="en-US" b="true" sz="2344">
                <a:solidFill>
                  <a:srgbClr val="2E2F38"/>
                </a:solidFill>
                <a:latin typeface="Arimo Bold"/>
                <a:ea typeface="Arimo Bold"/>
                <a:cs typeface="Arimo Bold"/>
                <a:sym typeface="Arimo Bold"/>
              </a:rPr>
              <a:t>Dashboard: HTML, CSS, JavaScript.</a:t>
            </a:r>
          </a:p>
          <a:p>
            <a:pPr algn="l" marL="506165" indent="-253082" lvl="1">
              <a:lnSpc>
                <a:spcPts val="4219"/>
              </a:lnSpc>
              <a:buFont typeface="Arial"/>
              <a:buChar char="•"/>
            </a:pPr>
            <a:r>
              <a:rPr lang="en-US" b="true" sz="2344">
                <a:solidFill>
                  <a:srgbClr val="2E2F38"/>
                </a:solidFill>
                <a:latin typeface="Arimo Bold"/>
                <a:ea typeface="Arimo Bold"/>
                <a:cs typeface="Arimo Bold"/>
                <a:sym typeface="Arimo Bold"/>
              </a:rPr>
              <a:t>components-3D printer and software used for 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29475"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521038" y="2057857"/>
            <a:ext cx="3345856" cy="3625910"/>
          </a:xfrm>
          <a:custGeom>
            <a:avLst/>
            <a:gdLst/>
            <a:ahLst/>
            <a:cxnLst/>
            <a:rect r="r" b="b" t="t" l="l"/>
            <a:pathLst>
              <a:path h="3625910" w="3345856">
                <a:moveTo>
                  <a:pt x="0" y="0"/>
                </a:moveTo>
                <a:lnTo>
                  <a:pt x="3345856" y="0"/>
                </a:lnTo>
                <a:lnTo>
                  <a:pt x="3345856" y="3625911"/>
                </a:lnTo>
                <a:lnTo>
                  <a:pt x="0" y="3625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966810" y="1032710"/>
            <a:ext cx="10295439" cy="8175146"/>
          </a:xfrm>
          <a:custGeom>
            <a:avLst/>
            <a:gdLst/>
            <a:ahLst/>
            <a:cxnLst/>
            <a:rect r="r" b="b" t="t" l="l"/>
            <a:pathLst>
              <a:path h="8175146" w="10295439">
                <a:moveTo>
                  <a:pt x="0" y="0"/>
                </a:moveTo>
                <a:lnTo>
                  <a:pt x="10295439" y="0"/>
                </a:lnTo>
                <a:lnTo>
                  <a:pt x="10295439" y="8175146"/>
                </a:lnTo>
                <a:lnTo>
                  <a:pt x="0" y="8175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866894" y="2847513"/>
            <a:ext cx="2032949" cy="2037074"/>
          </a:xfrm>
          <a:prstGeom prst="rect">
            <a:avLst/>
          </a:prstGeom>
        </p:spPr>
        <p:txBody>
          <a:bodyPr anchor="t" rtlCol="false" tIns="0" lIns="0" bIns="0" rIns="0">
            <a:spAutoFit/>
          </a:bodyPr>
          <a:lstStyle/>
          <a:p>
            <a:pPr algn="l">
              <a:lnSpc>
                <a:spcPts val="11999"/>
              </a:lnSpc>
            </a:pPr>
            <a:r>
              <a:rPr lang="en-US" b="true" sz="9999">
                <a:solidFill>
                  <a:srgbClr val="6B2011"/>
                </a:solidFill>
                <a:latin typeface="Balsamiq Sans Bold"/>
                <a:ea typeface="Balsamiq Sans Bold"/>
                <a:cs typeface="Balsamiq Sans Bold"/>
                <a:sym typeface="Balsamiq Sans Bold"/>
              </a:rPr>
              <a:t>02</a:t>
            </a:r>
          </a:p>
        </p:txBody>
      </p:sp>
      <p:sp>
        <p:nvSpPr>
          <p:cNvPr name="Freeform 7" id="7"/>
          <p:cNvSpPr/>
          <p:nvPr/>
        </p:nvSpPr>
        <p:spPr>
          <a:xfrm flipH="false" flipV="false" rot="0">
            <a:off x="13363194" y="5196745"/>
            <a:ext cx="3477768" cy="3734086"/>
          </a:xfrm>
          <a:custGeom>
            <a:avLst/>
            <a:gdLst/>
            <a:ahLst/>
            <a:cxnLst/>
            <a:rect r="r" b="b" t="t" l="l"/>
            <a:pathLst>
              <a:path h="3734086" w="3477768">
                <a:moveTo>
                  <a:pt x="0" y="0"/>
                </a:moveTo>
                <a:lnTo>
                  <a:pt x="3477768" y="0"/>
                </a:lnTo>
                <a:lnTo>
                  <a:pt x="3477768" y="3734085"/>
                </a:lnTo>
                <a:lnTo>
                  <a:pt x="0" y="37340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297854" y="5060623"/>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385680" y="7056549"/>
            <a:ext cx="1883550" cy="1620984"/>
          </a:xfrm>
          <a:custGeom>
            <a:avLst/>
            <a:gdLst/>
            <a:ahLst/>
            <a:cxnLst/>
            <a:rect r="r" b="b" t="t" l="l"/>
            <a:pathLst>
              <a:path h="1620984" w="1883550">
                <a:moveTo>
                  <a:pt x="0" y="0"/>
                </a:moveTo>
                <a:lnTo>
                  <a:pt x="1883550" y="0"/>
                </a:lnTo>
                <a:lnTo>
                  <a:pt x="1883550" y="1620983"/>
                </a:lnTo>
                <a:lnTo>
                  <a:pt x="0" y="16209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0" id="10"/>
          <p:cNvGrpSpPr/>
          <p:nvPr/>
        </p:nvGrpSpPr>
        <p:grpSpPr>
          <a:xfrm rot="0">
            <a:off x="4866894" y="4455376"/>
            <a:ext cx="8093964" cy="2896723"/>
            <a:chOff x="0" y="0"/>
            <a:chExt cx="10791952" cy="3862297"/>
          </a:xfrm>
        </p:grpSpPr>
        <p:sp>
          <p:nvSpPr>
            <p:cNvPr name="Freeform 11" id="11"/>
            <p:cNvSpPr/>
            <p:nvPr/>
          </p:nvSpPr>
          <p:spPr>
            <a:xfrm flipH="false" flipV="false" rot="0">
              <a:off x="0" y="0"/>
              <a:ext cx="10791953" cy="3862296"/>
            </a:xfrm>
            <a:custGeom>
              <a:avLst/>
              <a:gdLst/>
              <a:ahLst/>
              <a:cxnLst/>
              <a:rect r="r" b="b" t="t" l="l"/>
              <a:pathLst>
                <a:path h="3862296" w="10791953">
                  <a:moveTo>
                    <a:pt x="0" y="0"/>
                  </a:moveTo>
                  <a:lnTo>
                    <a:pt x="10791953" y="0"/>
                  </a:lnTo>
                  <a:lnTo>
                    <a:pt x="10791953" y="3862296"/>
                  </a:lnTo>
                  <a:lnTo>
                    <a:pt x="0" y="3862296"/>
                  </a:lnTo>
                  <a:close/>
                </a:path>
              </a:pathLst>
            </a:custGeom>
            <a:blipFill>
              <a:blip r:embed="rId14">
                <a:alphaModFix amt="0"/>
              </a:blip>
              <a:stretch>
                <a:fillRect l="-18729" t="0" r="33353" b="7035"/>
              </a:stretch>
            </a:blipFill>
          </p:spPr>
        </p:sp>
        <p:sp>
          <p:nvSpPr>
            <p:cNvPr name="TextBox 12" id="12"/>
            <p:cNvSpPr txBox="true"/>
            <p:nvPr/>
          </p:nvSpPr>
          <p:spPr>
            <a:xfrm>
              <a:off x="0" y="-9525"/>
              <a:ext cx="10791952" cy="3871822"/>
            </a:xfrm>
            <a:prstGeom prst="rect">
              <a:avLst/>
            </a:prstGeom>
          </p:spPr>
          <p:txBody>
            <a:bodyPr anchor="b" rtlCol="false" tIns="0" lIns="0" bIns="0" rIns="0"/>
            <a:lstStyle/>
            <a:p>
              <a:pPr algn="l">
                <a:lnSpc>
                  <a:spcPts val="4799"/>
                </a:lnSpc>
              </a:pPr>
              <a:r>
                <a:rPr lang="en-US" sz="3999" spc="95" b="true">
                  <a:solidFill>
                    <a:srgbClr val="2E2F38"/>
                  </a:solidFill>
                  <a:latin typeface="Arimo Bold"/>
                  <a:ea typeface="Arimo Bold"/>
                  <a:cs typeface="Arimo Bold"/>
                  <a:sym typeface="Arimo Bold"/>
                </a:rPr>
                <a:t>Smart Traffic Management Systern for Urban Congestion</a:t>
              </a:r>
            </a:p>
            <a:p>
              <a:pPr algn="l">
                <a:lnSpc>
                  <a:spcPts val="4799"/>
                </a:lnSpc>
              </a:pPr>
            </a:p>
            <a:p>
              <a:pPr algn="l">
                <a:lnSpc>
                  <a:spcPts val="3600"/>
                </a:lnSpc>
              </a:pPr>
              <a:r>
                <a:rPr lang="en-US" sz="3000" b="true">
                  <a:solidFill>
                    <a:srgbClr val="2E2F38"/>
                  </a:solidFill>
                  <a:latin typeface="Arimo Bold"/>
                  <a:ea typeface="Arimo Bold"/>
                  <a:cs typeface="Arimo Bold"/>
                  <a:sym typeface="Arimo Bold"/>
                </a:rPr>
                <a:t>SIH25050 - Software edition - Government of odisha</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79096">
            <a:off x="1909808" y="-657312"/>
            <a:ext cx="3522440" cy="3381461"/>
          </a:xfrm>
          <a:custGeom>
            <a:avLst/>
            <a:gdLst/>
            <a:ahLst/>
            <a:cxnLst/>
            <a:rect r="r" b="b" t="t" l="l"/>
            <a:pathLst>
              <a:path h="3381461" w="3522440">
                <a:moveTo>
                  <a:pt x="0" y="0"/>
                </a:moveTo>
                <a:lnTo>
                  <a:pt x="3522440" y="0"/>
                </a:lnTo>
                <a:lnTo>
                  <a:pt x="3522440" y="3381461"/>
                </a:lnTo>
                <a:lnTo>
                  <a:pt x="0" y="33814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059321" y="-657312"/>
            <a:ext cx="3522440" cy="3381461"/>
          </a:xfrm>
          <a:custGeom>
            <a:avLst/>
            <a:gdLst/>
            <a:ahLst/>
            <a:cxnLst/>
            <a:rect r="r" b="b" t="t" l="l"/>
            <a:pathLst>
              <a:path h="3381461" w="3522440">
                <a:moveTo>
                  <a:pt x="0" y="0"/>
                </a:moveTo>
                <a:lnTo>
                  <a:pt x="3522441" y="0"/>
                </a:lnTo>
                <a:lnTo>
                  <a:pt x="3522441" y="3381461"/>
                </a:lnTo>
                <a:lnTo>
                  <a:pt x="0" y="33814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601594" y="1865877"/>
            <a:ext cx="6986885" cy="828675"/>
          </a:xfrm>
          <a:prstGeom prst="rect">
            <a:avLst/>
          </a:prstGeom>
        </p:spPr>
        <p:txBody>
          <a:bodyPr anchor="t" rtlCol="false" tIns="0" lIns="0" bIns="0" rIns="0">
            <a:spAutoFit/>
          </a:bodyPr>
          <a:lstStyle/>
          <a:p>
            <a:pPr algn="l">
              <a:lnSpc>
                <a:spcPts val="6599"/>
              </a:lnSpc>
            </a:pPr>
            <a:r>
              <a:rPr lang="en-US" b="true" sz="5499">
                <a:solidFill>
                  <a:srgbClr val="2E2F38"/>
                </a:solidFill>
                <a:latin typeface="Balsamiq Sans Bold"/>
                <a:ea typeface="Balsamiq Sans Bold"/>
                <a:cs typeface="Balsamiq Sans Bold"/>
                <a:sym typeface="Balsamiq Sans Bold"/>
              </a:rPr>
              <a:t>Problem in real world </a:t>
            </a:r>
          </a:p>
        </p:txBody>
      </p:sp>
      <p:sp>
        <p:nvSpPr>
          <p:cNvPr name="TextBox 8" id="8"/>
          <p:cNvSpPr txBox="true"/>
          <p:nvPr/>
        </p:nvSpPr>
        <p:spPr>
          <a:xfrm rot="0">
            <a:off x="1345454" y="3071345"/>
            <a:ext cx="7105088" cy="5972176"/>
          </a:xfrm>
          <a:prstGeom prst="rect">
            <a:avLst/>
          </a:prstGeom>
        </p:spPr>
        <p:txBody>
          <a:bodyPr anchor="t" rtlCol="false" tIns="0" lIns="0" bIns="0" rIns="0">
            <a:spAutoFit/>
          </a:bodyPr>
          <a:lstStyle/>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Increasing v</a:t>
            </a:r>
            <a:r>
              <a:rPr lang="en-US" b="true" sz="2999">
                <a:solidFill>
                  <a:srgbClr val="2E2F38"/>
                </a:solidFill>
                <a:latin typeface="Arimo Bold"/>
                <a:ea typeface="Arimo Bold"/>
                <a:cs typeface="Arimo Bold"/>
                <a:sym typeface="Arimo Bold"/>
              </a:rPr>
              <a:t>ehicle population leads to severe urban traffic congestion.</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Fixed-time traffic signals cannot adapt to real-time traffic conditions.</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Long waiting times result in fuel wastage and higher CO₂ emissions.</a:t>
            </a:r>
          </a:p>
          <a:p>
            <a:pPr algn="l" marL="647697" indent="-323848" lvl="1">
              <a:lnSpc>
                <a:spcPts val="4799"/>
              </a:lnSpc>
              <a:buFont typeface="Arial"/>
              <a:buChar char="•"/>
            </a:pPr>
            <a:r>
              <a:rPr lang="en-US" b="true" sz="2999">
                <a:solidFill>
                  <a:srgbClr val="2E2F38"/>
                </a:solidFill>
                <a:latin typeface="Arimo Bold"/>
                <a:ea typeface="Arimo Bold"/>
                <a:cs typeface="Arimo Bold"/>
                <a:sym typeface="Arimo Bold"/>
              </a:rPr>
              <a:t>Emergency vehicles are delayed due to inefficient traffic management.</a:t>
            </a:r>
          </a:p>
        </p:txBody>
      </p:sp>
      <p:sp>
        <p:nvSpPr>
          <p:cNvPr name="TextBox 9" id="9"/>
          <p:cNvSpPr txBox="true"/>
          <p:nvPr/>
        </p:nvSpPr>
        <p:spPr>
          <a:xfrm rot="0">
            <a:off x="9764634" y="1537820"/>
            <a:ext cx="7558935" cy="1657350"/>
          </a:xfrm>
          <a:prstGeom prst="rect">
            <a:avLst/>
          </a:prstGeom>
        </p:spPr>
        <p:txBody>
          <a:bodyPr anchor="t" rtlCol="false" tIns="0" lIns="0" bIns="0" rIns="0">
            <a:spAutoFit/>
          </a:bodyPr>
          <a:lstStyle/>
          <a:p>
            <a:pPr algn="l">
              <a:lnSpc>
                <a:spcPts val="6599"/>
              </a:lnSpc>
            </a:pPr>
            <a:r>
              <a:rPr lang="en-US" b="true" sz="5499">
                <a:solidFill>
                  <a:srgbClr val="2E2F38"/>
                </a:solidFill>
                <a:latin typeface="Balsamiq Sans Bold"/>
                <a:ea typeface="Balsamiq Sans Bold"/>
                <a:cs typeface="Balsamiq Sans Bold"/>
                <a:sym typeface="Balsamiq Sans Bold"/>
              </a:rPr>
              <a:t>How We Are Going to Resolve It </a:t>
            </a:r>
          </a:p>
        </p:txBody>
      </p:sp>
      <p:sp>
        <p:nvSpPr>
          <p:cNvPr name="TextBox 10" id="10"/>
          <p:cNvSpPr txBox="true"/>
          <p:nvPr/>
        </p:nvSpPr>
        <p:spPr>
          <a:xfrm rot="0">
            <a:off x="9144005" y="2543174"/>
            <a:ext cx="8179565" cy="6715126"/>
          </a:xfrm>
          <a:prstGeom prst="rect">
            <a:avLst/>
          </a:prstGeom>
        </p:spPr>
        <p:txBody>
          <a:bodyPr anchor="t" rtlCol="false" tIns="0" lIns="0" bIns="0" rIns="0">
            <a:spAutoFit/>
          </a:bodyPr>
          <a:lstStyle/>
          <a:p>
            <a:pPr algn="l">
              <a:lnSpc>
                <a:spcPts val="5399"/>
              </a:lnSpc>
            </a:pPr>
          </a:p>
          <a:p>
            <a:pPr algn="l" marL="647697" indent="-323848" lvl="1">
              <a:lnSpc>
                <a:spcPts val="5399"/>
              </a:lnSpc>
              <a:buFont typeface="Arial"/>
              <a:buChar char="•"/>
            </a:pPr>
            <a:r>
              <a:rPr lang="en-US" b="true" sz="2999">
                <a:solidFill>
                  <a:srgbClr val="2E2F38"/>
                </a:solidFill>
                <a:latin typeface="Arimo Bold"/>
                <a:ea typeface="Arimo Bold"/>
                <a:cs typeface="Arimo Bold"/>
                <a:sym typeface="Arimo Bold"/>
              </a:rPr>
              <a:t>Capture and detect live traffic using CCTV/SUMO with YOLO + OpenCV.</a:t>
            </a:r>
          </a:p>
          <a:p>
            <a:pPr algn="l" marL="647697" indent="-323848" lvl="1">
              <a:lnSpc>
                <a:spcPts val="5399"/>
              </a:lnSpc>
              <a:buFont typeface="Arial"/>
              <a:buChar char="•"/>
            </a:pPr>
            <a:r>
              <a:rPr lang="en-US" b="true" sz="2999">
                <a:solidFill>
                  <a:srgbClr val="2E2F38"/>
                </a:solidFill>
                <a:latin typeface="Arimo Bold"/>
                <a:ea typeface="Arimo Bold"/>
                <a:cs typeface="Arimo Bold"/>
                <a:sym typeface="Arimo Bold"/>
              </a:rPr>
              <a:t>Analyze traffic density and queue length in real time.</a:t>
            </a:r>
          </a:p>
          <a:p>
            <a:pPr algn="l" marL="647697" indent="-323848" lvl="1">
              <a:lnSpc>
                <a:spcPts val="5399"/>
              </a:lnSpc>
              <a:buFont typeface="Arial"/>
              <a:buChar char="•"/>
            </a:pPr>
            <a:r>
              <a:rPr lang="en-US" b="true" sz="2999">
                <a:solidFill>
                  <a:srgbClr val="2E2F38"/>
                </a:solidFill>
                <a:latin typeface="Arimo Bold"/>
                <a:ea typeface="Arimo Bold"/>
                <a:cs typeface="Arimo Bold"/>
                <a:sym typeface="Arimo Bold"/>
              </a:rPr>
              <a:t>Optimize traffic signals dynamically using an AI decision engine.</a:t>
            </a:r>
          </a:p>
          <a:p>
            <a:pPr algn="l" marL="647697" indent="-323848" lvl="1">
              <a:lnSpc>
                <a:spcPts val="5399"/>
              </a:lnSpc>
              <a:buFont typeface="Arial"/>
              <a:buChar char="•"/>
            </a:pPr>
            <a:r>
              <a:rPr lang="en-US" b="true" sz="2999">
                <a:solidFill>
                  <a:srgbClr val="2E2F38"/>
                </a:solidFill>
                <a:latin typeface="Arimo Bold"/>
                <a:ea typeface="Arimo Bold"/>
                <a:cs typeface="Arimo Bold"/>
                <a:sym typeface="Arimo Bold"/>
              </a:rPr>
              <a:t>Prioritize emergency vehicles and provide live monitoring through a React dashboard.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241249" y="2010051"/>
            <a:ext cx="2319709" cy="761857"/>
          </a:xfrm>
          <a:custGeom>
            <a:avLst/>
            <a:gdLst/>
            <a:ahLst/>
            <a:cxnLst/>
            <a:rect r="r" b="b" t="t" l="l"/>
            <a:pathLst>
              <a:path h="761857" w="2319709">
                <a:moveTo>
                  <a:pt x="0" y="0"/>
                </a:moveTo>
                <a:lnTo>
                  <a:pt x="2319709" y="0"/>
                </a:lnTo>
                <a:lnTo>
                  <a:pt x="2319709" y="761857"/>
                </a:lnTo>
                <a:lnTo>
                  <a:pt x="0" y="7618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838783" y="1704291"/>
            <a:ext cx="8497389" cy="4634940"/>
          </a:xfrm>
          <a:custGeom>
            <a:avLst/>
            <a:gdLst/>
            <a:ahLst/>
            <a:cxnLst/>
            <a:rect r="r" b="b" t="t" l="l"/>
            <a:pathLst>
              <a:path h="4634940" w="8497389">
                <a:moveTo>
                  <a:pt x="0" y="0"/>
                </a:moveTo>
                <a:lnTo>
                  <a:pt x="8497389" y="0"/>
                </a:lnTo>
                <a:lnTo>
                  <a:pt x="8497389" y="4634939"/>
                </a:lnTo>
                <a:lnTo>
                  <a:pt x="0" y="4634939"/>
                </a:lnTo>
                <a:lnTo>
                  <a:pt x="0" y="0"/>
                </a:lnTo>
                <a:close/>
              </a:path>
            </a:pathLst>
          </a:custGeom>
          <a:blipFill>
            <a:blip r:embed="rId8"/>
            <a:stretch>
              <a:fillRect l="0" t="0" r="0" b="0"/>
            </a:stretch>
          </a:blipFill>
        </p:spPr>
      </p:sp>
      <p:sp>
        <p:nvSpPr>
          <p:cNvPr name="TextBox 7" id="7"/>
          <p:cNvSpPr txBox="true"/>
          <p:nvPr/>
        </p:nvSpPr>
        <p:spPr>
          <a:xfrm rot="0">
            <a:off x="1631283" y="1019175"/>
            <a:ext cx="12218687" cy="802077"/>
          </a:xfrm>
          <a:prstGeom prst="rect">
            <a:avLst/>
          </a:prstGeom>
        </p:spPr>
        <p:txBody>
          <a:bodyPr anchor="t" rtlCol="false" tIns="0" lIns="0" bIns="0" rIns="0">
            <a:spAutoFit/>
          </a:bodyPr>
          <a:lstStyle/>
          <a:p>
            <a:pPr algn="l">
              <a:lnSpc>
                <a:spcPts val="6240"/>
              </a:lnSpc>
            </a:pPr>
            <a:r>
              <a:rPr lang="en-US" b="true" sz="5200">
                <a:solidFill>
                  <a:srgbClr val="2E2F38"/>
                </a:solidFill>
                <a:latin typeface="Balsamiq Sans Bold"/>
                <a:ea typeface="Balsamiq Sans Bold"/>
                <a:cs typeface="Balsamiq Sans Bold"/>
                <a:sym typeface="Balsamiq Sans Bold"/>
              </a:rPr>
              <a:t>Basic Idea And Existing Product</a:t>
            </a:r>
          </a:p>
        </p:txBody>
      </p:sp>
      <p:sp>
        <p:nvSpPr>
          <p:cNvPr name="TextBox 8" id="8"/>
          <p:cNvSpPr txBox="true"/>
          <p:nvPr/>
        </p:nvSpPr>
        <p:spPr>
          <a:xfrm rot="0">
            <a:off x="1631283" y="6532750"/>
            <a:ext cx="12690117" cy="736031"/>
          </a:xfrm>
          <a:prstGeom prst="rect">
            <a:avLst/>
          </a:prstGeom>
        </p:spPr>
        <p:txBody>
          <a:bodyPr anchor="t" rtlCol="false" tIns="0" lIns="0" bIns="0" rIns="0">
            <a:spAutoFit/>
          </a:bodyPr>
          <a:lstStyle/>
          <a:p>
            <a:pPr algn="l">
              <a:lnSpc>
                <a:spcPts val="5720"/>
              </a:lnSpc>
            </a:pPr>
            <a:r>
              <a:rPr lang="en-US" b="true" sz="4767">
                <a:solidFill>
                  <a:srgbClr val="2E2F38"/>
                </a:solidFill>
                <a:latin typeface="Balsamiq Sans Bold"/>
                <a:ea typeface="Balsamiq Sans Bold"/>
                <a:cs typeface="Balsamiq Sans Bold"/>
                <a:sym typeface="Balsamiq Sans Bold"/>
              </a:rPr>
              <a:t>Technology Used</a:t>
            </a:r>
          </a:p>
        </p:txBody>
      </p:sp>
      <p:sp>
        <p:nvSpPr>
          <p:cNvPr name="TextBox 9" id="9"/>
          <p:cNvSpPr txBox="true"/>
          <p:nvPr/>
        </p:nvSpPr>
        <p:spPr>
          <a:xfrm rot="0">
            <a:off x="1631283" y="7519729"/>
            <a:ext cx="15628017" cy="1738571"/>
          </a:xfrm>
          <a:prstGeom prst="rect">
            <a:avLst/>
          </a:prstGeom>
        </p:spPr>
        <p:txBody>
          <a:bodyPr anchor="t" rtlCol="false" tIns="0" lIns="0" bIns="0" rIns="0">
            <a:spAutoFit/>
          </a:bodyPr>
          <a:lstStyle/>
          <a:p>
            <a:pPr algn="l" marL="561388" indent="-280694" lvl="1">
              <a:lnSpc>
                <a:spcPts val="4680"/>
              </a:lnSpc>
              <a:buFont typeface="Arial"/>
              <a:buChar char="•"/>
            </a:pPr>
            <a:r>
              <a:rPr lang="en-US" b="true" sz="2600">
                <a:solidFill>
                  <a:srgbClr val="2E2F38"/>
                </a:solidFill>
                <a:latin typeface="Arimo Bold"/>
                <a:ea typeface="Arimo Bold"/>
                <a:cs typeface="Arimo Bold"/>
                <a:sym typeface="Arimo Bold"/>
              </a:rPr>
              <a:t>F</a:t>
            </a:r>
            <a:r>
              <a:rPr lang="en-US" b="true" sz="2600">
                <a:solidFill>
                  <a:srgbClr val="2E2F38"/>
                </a:solidFill>
                <a:latin typeface="Arimo Bold"/>
                <a:ea typeface="Arimo Bold"/>
                <a:cs typeface="Arimo Bold"/>
                <a:sym typeface="Arimo Bold"/>
              </a:rPr>
              <a:t>rontend : React.js</a:t>
            </a:r>
          </a:p>
          <a:p>
            <a:pPr algn="l" marL="561388" indent="-280694" lvl="1">
              <a:lnSpc>
                <a:spcPts val="4680"/>
              </a:lnSpc>
              <a:buFont typeface="Arial"/>
              <a:buChar char="•"/>
            </a:pPr>
            <a:r>
              <a:rPr lang="en-US" b="true" sz="2600">
                <a:solidFill>
                  <a:srgbClr val="2E2F38"/>
                </a:solidFill>
                <a:latin typeface="Arimo Bold"/>
                <a:ea typeface="Arimo Bold"/>
                <a:cs typeface="Arimo Bold"/>
                <a:sym typeface="Arimo Bold"/>
              </a:rPr>
              <a:t>Backend &amp; AI : Python, YOLO, OpenCV, FastAPI/Flask</a:t>
            </a:r>
          </a:p>
          <a:p>
            <a:pPr algn="l" marL="561388" indent="-280694" lvl="1">
              <a:lnSpc>
                <a:spcPts val="4680"/>
              </a:lnSpc>
              <a:buFont typeface="Arial"/>
              <a:buChar char="•"/>
            </a:pPr>
            <a:r>
              <a:rPr lang="en-US" b="true" sz="2600">
                <a:solidFill>
                  <a:srgbClr val="2E2F38"/>
                </a:solidFill>
                <a:latin typeface="Arimo Bold"/>
                <a:ea typeface="Arimo Bold"/>
                <a:cs typeface="Arimo Bold"/>
                <a:sym typeface="Arimo Bold"/>
              </a:rPr>
              <a:t>Simulation SUMO (Simulation of Urban Mobility)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515100" y="1809740"/>
            <a:ext cx="5257800" cy="933450"/>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 Conclusion :-</a:t>
            </a:r>
          </a:p>
        </p:txBody>
      </p:sp>
      <p:sp>
        <p:nvSpPr>
          <p:cNvPr name="TextBox 6" id="6"/>
          <p:cNvSpPr txBox="true"/>
          <p:nvPr/>
        </p:nvSpPr>
        <p:spPr>
          <a:xfrm rot="0">
            <a:off x="3105711" y="2921365"/>
            <a:ext cx="11969688" cy="6159501"/>
          </a:xfrm>
          <a:prstGeom prst="rect">
            <a:avLst/>
          </a:prstGeom>
        </p:spPr>
        <p:txBody>
          <a:bodyPr anchor="t" rtlCol="false" tIns="0" lIns="0" bIns="0" rIns="0">
            <a:spAutoFit/>
          </a:bodyPr>
          <a:lstStyle/>
          <a:p>
            <a:pPr algn="l" marL="626107" indent="-313054" lvl="1">
              <a:lnSpc>
                <a:spcPts val="4929"/>
              </a:lnSpc>
              <a:buFont typeface="Arial"/>
              <a:buChar char="•"/>
            </a:pPr>
            <a:r>
              <a:rPr lang="en-US" b="true" sz="2899">
                <a:solidFill>
                  <a:srgbClr val="2E2F38"/>
                </a:solidFill>
                <a:latin typeface="Arimo Bold"/>
                <a:ea typeface="Arimo Bold"/>
                <a:cs typeface="Arimo Bold"/>
                <a:sym typeface="Arimo Bold"/>
              </a:rPr>
              <a:t>Th</a:t>
            </a:r>
            <a:r>
              <a:rPr lang="en-US" b="true" sz="2899">
                <a:solidFill>
                  <a:srgbClr val="2E2F38"/>
                </a:solidFill>
                <a:latin typeface="Arimo Bold"/>
                <a:ea typeface="Arimo Bold"/>
                <a:cs typeface="Arimo Bold"/>
                <a:sym typeface="Arimo Bold"/>
              </a:rPr>
              <a:t>ese three problem statements focus on solving important real-world problems using AI, Machine Learning, hardware, and software.</a:t>
            </a:r>
          </a:p>
          <a:p>
            <a:pPr algn="l" marL="626107" indent="-313054" lvl="1">
              <a:lnSpc>
                <a:spcPts val="4929"/>
              </a:lnSpc>
              <a:buFont typeface="Arial"/>
              <a:buChar char="•"/>
            </a:pPr>
            <a:r>
              <a:rPr lang="en-US" b="true" sz="2899">
                <a:solidFill>
                  <a:srgbClr val="2E2F38"/>
                </a:solidFill>
                <a:latin typeface="Arimo Bold"/>
                <a:ea typeface="Arimo Bold"/>
                <a:cs typeface="Arimo Bold"/>
                <a:sym typeface="Arimo Bold"/>
              </a:rPr>
              <a:t>The proposed systems help to reduce waste, keep water bodies clean, and improve traffic management.</a:t>
            </a:r>
          </a:p>
          <a:p>
            <a:pPr algn="l" marL="626107" indent="-313054" lvl="1">
              <a:lnSpc>
                <a:spcPts val="4929"/>
              </a:lnSpc>
              <a:buFont typeface="Arial"/>
              <a:buChar char="•"/>
            </a:pPr>
            <a:r>
              <a:rPr lang="en-US" b="true" sz="2899">
                <a:solidFill>
                  <a:srgbClr val="2E2F38"/>
                </a:solidFill>
                <a:latin typeface="Arimo Bold"/>
                <a:ea typeface="Arimo Bold"/>
                <a:cs typeface="Arimo Bold"/>
                <a:sym typeface="Arimo Bold"/>
              </a:rPr>
              <a:t>These solutions can save time, resources, and human effort while making our environment cleaner, safer, and smarter.</a:t>
            </a:r>
          </a:p>
          <a:p>
            <a:pPr algn="l" marL="626107" indent="-313054" lvl="1">
              <a:lnSpc>
                <a:spcPts val="4929"/>
              </a:lnSpc>
              <a:buFont typeface="Arial"/>
              <a:buChar char="•"/>
            </a:pPr>
            <a:r>
              <a:rPr lang="en-US" b="true" sz="2899">
                <a:solidFill>
                  <a:srgbClr val="2E2F38"/>
                </a:solidFill>
                <a:latin typeface="Arimo Bold"/>
                <a:ea typeface="Arimo Bold"/>
                <a:cs typeface="Arimo Bold"/>
                <a:sym typeface="Arimo Bold"/>
              </a:rPr>
              <a:t>With further development and real-world implementation, these ideas can contribute to building smart and sustainable cities.</a:t>
            </a:r>
          </a:p>
          <a:p>
            <a:pPr algn="l">
              <a:lnSpc>
                <a:spcPts val="4929"/>
              </a:lnSpc>
            </a:pPr>
          </a:p>
        </p:txBody>
      </p:sp>
      <p:sp>
        <p:nvSpPr>
          <p:cNvPr name="Freeform 7" id="7"/>
          <p:cNvSpPr/>
          <p:nvPr/>
        </p:nvSpPr>
        <p:spPr>
          <a:xfrm flipH="false" flipV="false" rot="0">
            <a:off x="15597045" y="1828790"/>
            <a:ext cx="2963990" cy="3120819"/>
          </a:xfrm>
          <a:custGeom>
            <a:avLst/>
            <a:gdLst/>
            <a:ahLst/>
            <a:cxnLst/>
            <a:rect r="r" b="b" t="t" l="l"/>
            <a:pathLst>
              <a:path h="3120819" w="2963990">
                <a:moveTo>
                  <a:pt x="0" y="0"/>
                </a:moveTo>
                <a:lnTo>
                  <a:pt x="2963989" y="0"/>
                </a:lnTo>
                <a:lnTo>
                  <a:pt x="2963989" y="3120819"/>
                </a:lnTo>
                <a:lnTo>
                  <a:pt x="0" y="31208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075398" y="2909849"/>
            <a:ext cx="938317" cy="1206389"/>
          </a:xfrm>
          <a:custGeom>
            <a:avLst/>
            <a:gdLst/>
            <a:ahLst/>
            <a:cxnLst/>
            <a:rect r="r" b="b" t="t" l="l"/>
            <a:pathLst>
              <a:path h="1206389" w="938317">
                <a:moveTo>
                  <a:pt x="0" y="0"/>
                </a:moveTo>
                <a:lnTo>
                  <a:pt x="938318" y="0"/>
                </a:lnTo>
                <a:lnTo>
                  <a:pt x="938318" y="1206389"/>
                </a:lnTo>
                <a:lnTo>
                  <a:pt x="0" y="12063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006383" y="2857748"/>
            <a:ext cx="1883550" cy="1620984"/>
          </a:xfrm>
          <a:custGeom>
            <a:avLst/>
            <a:gdLst/>
            <a:ahLst/>
            <a:cxnLst/>
            <a:rect r="r" b="b" t="t" l="l"/>
            <a:pathLst>
              <a:path h="1620984" w="1883550">
                <a:moveTo>
                  <a:pt x="0" y="0"/>
                </a:moveTo>
                <a:lnTo>
                  <a:pt x="1883550" y="0"/>
                </a:lnTo>
                <a:lnTo>
                  <a:pt x="1883550" y="1620983"/>
                </a:lnTo>
                <a:lnTo>
                  <a:pt x="0" y="16209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019300" y="828904"/>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Contents of this temlate</a:t>
            </a:r>
          </a:p>
        </p:txBody>
      </p:sp>
      <p:sp>
        <p:nvSpPr>
          <p:cNvPr name="TextBox 6" id="6"/>
          <p:cNvSpPr txBox="true"/>
          <p:nvPr/>
        </p:nvSpPr>
        <p:spPr>
          <a:xfrm rot="0">
            <a:off x="1531430" y="2208600"/>
            <a:ext cx="15225151" cy="480079"/>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You can delete this slide when you’re done editing the presentation</a:t>
            </a:r>
          </a:p>
        </p:txBody>
      </p:sp>
      <p:graphicFrame>
        <p:nvGraphicFramePr>
          <p:cNvPr name="Table 7" id="7"/>
          <p:cNvGraphicFramePr>
            <a:graphicFrameLocks noGrp="true"/>
          </p:cNvGraphicFramePr>
          <p:nvPr/>
        </p:nvGraphicFramePr>
        <p:xfrm>
          <a:off x="1440000" y="3229650"/>
          <a:ext cx="15392400" cy="4267200"/>
        </p:xfrm>
        <a:graphic>
          <a:graphicData uri="http://schemas.openxmlformats.org/drawingml/2006/table">
            <a:tbl>
              <a:tblPr/>
              <a:tblGrid>
                <a:gridCol w="4519993"/>
                <a:gridCol w="10872407"/>
              </a:tblGrid>
              <a:tr h="711200">
                <a:tc>
                  <a:txBody>
                    <a:bodyPr anchor="t" rtlCol="false"/>
                    <a:lstStyle/>
                    <a:p>
                      <a:pPr algn="l">
                        <a:lnSpc>
                          <a:spcPts val="2640"/>
                        </a:lnSpc>
                        <a:defRPr/>
                      </a:pPr>
                      <a:r>
                        <a:rPr lang="en-US" b="true" sz="2200" u="sng">
                          <a:solidFill>
                            <a:srgbClr val="6B2011"/>
                          </a:solidFill>
                          <a:latin typeface="Balsamiq Sans Bold"/>
                          <a:ea typeface="Balsamiq Sans Bold"/>
                          <a:cs typeface="Balsamiq Sans Bold"/>
                          <a:sym typeface="Balsamiq Sans Bold"/>
                          <a:hlinkClick r:id="rId6" action="ppaction://hlinksldjump"/>
                        </a:rPr>
                        <a:t>Fonts</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To view this template correctly in PowerPoint, download and install the fonts we used</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r h="711200">
                <a:tc>
                  <a:txBody>
                    <a:bodyPr anchor="t" rtlCol="false"/>
                    <a:lstStyle/>
                    <a:p>
                      <a:pPr algn="l">
                        <a:lnSpc>
                          <a:spcPts val="2640"/>
                        </a:lnSpc>
                        <a:defRPr/>
                      </a:pPr>
                      <a:r>
                        <a:rPr lang="en-US" b="true" sz="2200" u="sng">
                          <a:solidFill>
                            <a:srgbClr val="6B2011"/>
                          </a:solidFill>
                          <a:latin typeface="Balsamiq Sans Bold"/>
                          <a:ea typeface="Balsamiq Sans Bold"/>
                          <a:cs typeface="Balsamiq Sans Bold"/>
                          <a:sym typeface="Balsamiq Sans Bold"/>
                          <a:hlinkClick r:id="rId7" action="ppaction://hlinksldjump"/>
                        </a:rPr>
                        <a:t>Used</a:t>
                      </a:r>
                      <a:r>
                        <a:rPr lang="en-US" b="true" sz="2200">
                          <a:solidFill>
                            <a:srgbClr val="6B2011"/>
                          </a:solidFill>
                          <a:latin typeface="Balsamiq Sans Bold"/>
                          <a:ea typeface="Balsamiq Sans Bold"/>
                          <a:cs typeface="Balsamiq Sans Bold"/>
                          <a:sym typeface="Balsamiq Sans Bold"/>
                        </a:rPr>
                        <a:t> and </a:t>
                      </a:r>
                      <a:r>
                        <a:rPr lang="en-US" b="true" sz="2200" u="sng">
                          <a:solidFill>
                            <a:srgbClr val="6B2011"/>
                          </a:solidFill>
                          <a:latin typeface="Balsamiq Sans Bold"/>
                          <a:ea typeface="Balsamiq Sans Bold"/>
                          <a:cs typeface="Balsamiq Sans Bold"/>
                          <a:sym typeface="Balsamiq Sans Bold"/>
                          <a:hlinkClick r:id="rId8" action="ppaction://hlinksldjump"/>
                        </a:rPr>
                        <a:t>alternative resources</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An assortment of graphic resources that are suitable for use in this presentation</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r h="711200">
                <a:tc>
                  <a:txBody>
                    <a:bodyPr anchor="t" rtlCol="false"/>
                    <a:lstStyle/>
                    <a:p>
                      <a:pPr algn="l">
                        <a:lnSpc>
                          <a:spcPts val="2640"/>
                        </a:lnSpc>
                        <a:defRPr/>
                      </a:pPr>
                      <a:r>
                        <a:rPr lang="en-US" b="true" sz="2200" u="none">
                          <a:solidFill>
                            <a:srgbClr val="6B2011"/>
                          </a:solidFill>
                          <a:latin typeface="Balsamiq Sans Bold"/>
                          <a:ea typeface="Balsamiq Sans Bold"/>
                          <a:cs typeface="Balsamiq Sans Bold"/>
                          <a:sym typeface="Balsamiq Sans Bold"/>
                        </a:rPr>
                        <a:t>Thanks slide</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You must keep it so that proper credits for our design are given</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r h="711200">
                <a:tc>
                  <a:txBody>
                    <a:bodyPr anchor="t" rtlCol="false"/>
                    <a:lstStyle/>
                    <a:p>
                      <a:pPr algn="l">
                        <a:lnSpc>
                          <a:spcPts val="2640"/>
                        </a:lnSpc>
                        <a:defRPr/>
                      </a:pPr>
                      <a:r>
                        <a:rPr lang="en-US" b="true" sz="2200" u="sng">
                          <a:solidFill>
                            <a:srgbClr val="6B2011"/>
                          </a:solidFill>
                          <a:latin typeface="Balsamiq Sans Bold"/>
                          <a:ea typeface="Balsamiq Sans Bold"/>
                          <a:cs typeface="Balsamiq Sans Bold"/>
                          <a:sym typeface="Balsamiq Sans Bold"/>
                          <a:hlinkClick r:id="rId6" action="ppaction://hlinksldjump"/>
                        </a:rPr>
                        <a:t>Colors</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All the colors used in this presentation</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r h="711200">
                <a:tc>
                  <a:txBody>
                    <a:bodyPr anchor="t" rtlCol="false"/>
                    <a:lstStyle/>
                    <a:p>
                      <a:pPr algn="l">
                        <a:lnSpc>
                          <a:spcPts val="2640"/>
                        </a:lnSpc>
                        <a:defRPr/>
                      </a:pPr>
                      <a:r>
                        <a:rPr lang="en-US" b="true" sz="2200" u="sng">
                          <a:solidFill>
                            <a:srgbClr val="6B2011"/>
                          </a:solidFill>
                          <a:latin typeface="Balsamiq Sans Bold"/>
                          <a:ea typeface="Balsamiq Sans Bold"/>
                          <a:cs typeface="Balsamiq Sans Bold"/>
                          <a:sym typeface="Balsamiq Sans Bold"/>
                          <a:hlinkClick r:id="rId9" action="ppaction://hlinksldjump"/>
                        </a:rPr>
                        <a:t>Icons</a:t>
                      </a:r>
                      <a:r>
                        <a:rPr lang="en-US" b="true" sz="2200">
                          <a:solidFill>
                            <a:srgbClr val="000000"/>
                          </a:solidFill>
                          <a:latin typeface="Balsamiq Sans Bold"/>
                          <a:ea typeface="Balsamiq Sans Bold"/>
                          <a:cs typeface="Balsamiq Sans Bold"/>
                          <a:sym typeface="Balsamiq Sans Bold"/>
                        </a:rPr>
                        <a:t> </a:t>
                      </a:r>
                      <a:r>
                        <a:rPr lang="en-US" b="true" sz="2200">
                          <a:solidFill>
                            <a:srgbClr val="6B2011"/>
                          </a:solidFill>
                          <a:latin typeface="Balsamiq Sans Bold"/>
                          <a:ea typeface="Balsamiq Sans Bold"/>
                          <a:cs typeface="Balsamiq Sans Bold"/>
                          <a:sym typeface="Balsamiq Sans Bold"/>
                        </a:rPr>
                        <a:t>and </a:t>
                      </a:r>
                      <a:r>
                        <a:rPr lang="en-US" b="true" sz="2200" u="sng">
                          <a:solidFill>
                            <a:srgbClr val="6B2011"/>
                          </a:solidFill>
                          <a:latin typeface="Balsamiq Sans Bold"/>
                          <a:ea typeface="Balsamiq Sans Bold"/>
                          <a:cs typeface="Balsamiq Sans Bold"/>
                          <a:sym typeface="Balsamiq Sans Bold"/>
                          <a:hlinkClick r:id="rId10" action="ppaction://hlinksldjump"/>
                        </a:rPr>
                        <a:t>infographic resources</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These can be used in the template, and their size and color can be edited</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r h="711200">
                <a:tc>
                  <a:txBody>
                    <a:bodyPr anchor="t" rtlCol="false"/>
                    <a:lstStyle/>
                    <a:p>
                      <a:pPr algn="l">
                        <a:lnSpc>
                          <a:spcPts val="2640"/>
                        </a:lnSpc>
                        <a:defRPr/>
                      </a:pPr>
                      <a:r>
                        <a:rPr lang="en-US" b="true" sz="2200">
                          <a:solidFill>
                            <a:srgbClr val="6B2011"/>
                          </a:solidFill>
                          <a:latin typeface="Balsamiq Sans Bold"/>
                          <a:ea typeface="Balsamiq Sans Bold"/>
                          <a:cs typeface="Balsamiq Sans Bold"/>
                          <a:sym typeface="Balsamiq Sans Bold"/>
                        </a:rPr>
                        <a:t>Editable presentation theme </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c>
                  <a:txBody>
                    <a:bodyPr anchor="t" rtlCol="false"/>
                    <a:lstStyle/>
                    <a:p>
                      <a:pPr algn="l">
                        <a:lnSpc>
                          <a:spcPts val="2640"/>
                        </a:lnSpc>
                        <a:defRPr/>
                      </a:pPr>
                      <a:r>
                        <a:rPr lang="en-US" b="true" sz="2200">
                          <a:solidFill>
                            <a:srgbClr val="2E2F38"/>
                          </a:solidFill>
                          <a:latin typeface="Arimo Bold"/>
                          <a:ea typeface="Arimo Bold"/>
                          <a:cs typeface="Arimo Bold"/>
                          <a:sym typeface="Arimo Bold"/>
                        </a:rPr>
                        <a:t>You can edit the master slides easily. For more info, click </a:t>
                      </a:r>
                      <a:r>
                        <a:rPr lang="en-US" b="true" sz="2200" u="sng">
                          <a:solidFill>
                            <a:srgbClr val="2E2F38"/>
                          </a:solidFill>
                          <a:latin typeface="Arimo Bold"/>
                          <a:ea typeface="Arimo Bold"/>
                          <a:cs typeface="Arimo Bold"/>
                          <a:sym typeface="Arimo Bold"/>
                          <a:hlinkClick r:id="rId11" tooltip="https://slidesgo.com/slidesgo-school/presentation-tips/how-to-edit-the-master-slides-in-our-templates?utm_source=slidesgo_template&amp;utm_medium=referral-link&amp;utm_campaign=how-to-edit-the-master-slides-in-our-templates&amp;utm_term=slidesgo-school&amp;utm_content=how-to-edit-the-master-slides-in-our-templates"/>
                        </a:rPr>
                        <a:t>here</a:t>
                      </a:r>
                      <a:endParaRPr lang="en-US" sz="1100"/>
                    </a:p>
                  </a:txBody>
                  <a:tcPr marL="91425" marR="91425" marT="91425" marB="91425" anchor="ctr">
                    <a:lnL cmpd="sng" algn="ctr" cap="flat" w="9525">
                      <a:solidFill>
                        <a:srgbClr val="2E2F38"/>
                      </a:solidFill>
                      <a:prstDash val="solid"/>
                      <a:round/>
                      <a:headEnd type="none" w="med" len="med"/>
                      <a:tailEnd type="none" w="med" len="med"/>
                    </a:lnL>
                    <a:lnR cmpd="sng" algn="ctr" cap="flat" w="9525">
                      <a:solidFill>
                        <a:srgbClr val="2E2F38"/>
                      </a:solidFill>
                      <a:prstDash val="solid"/>
                      <a:round/>
                      <a:headEnd type="none" w="med" len="med"/>
                      <a:tailEnd type="none" w="med" len="med"/>
                    </a:lnR>
                    <a:lnT cmpd="sng" algn="ctr" cap="flat" w="9525">
                      <a:solidFill>
                        <a:srgbClr val="2E2F38"/>
                      </a:solidFill>
                      <a:prstDash val="solid"/>
                      <a:round/>
                      <a:headEnd type="none" w="med" len="med"/>
                      <a:tailEnd type="none" w="med" len="med"/>
                    </a:lnT>
                    <a:lnB cmpd="sng" algn="ctr" cap="flat" w="9525">
                      <a:solidFill>
                        <a:srgbClr val="2E2F38"/>
                      </a:solidFill>
                      <a:prstDash val="solid"/>
                      <a:round/>
                      <a:headEnd type="none" w="med" len="med"/>
                      <a:tailEnd type="none" w="med" len="med"/>
                    </a:lnB>
                  </a:tcPr>
                </a:tc>
              </a:tr>
            </a:tbl>
          </a:graphicData>
        </a:graphic>
      </p:graphicFrame>
      <p:sp>
        <p:nvSpPr>
          <p:cNvPr name="TextBox 8" id="8"/>
          <p:cNvSpPr txBox="true"/>
          <p:nvPr/>
        </p:nvSpPr>
        <p:spPr>
          <a:xfrm rot="0">
            <a:off x="1529077" y="8196853"/>
            <a:ext cx="3890553" cy="750075"/>
          </a:xfrm>
          <a:prstGeom prst="rect">
            <a:avLst/>
          </a:prstGeom>
        </p:spPr>
        <p:txBody>
          <a:bodyPr anchor="t" rtlCol="false" tIns="0" lIns="0" bIns="0" rIns="0">
            <a:spAutoFit/>
          </a:bodyPr>
          <a:lstStyle/>
          <a:p>
            <a:pPr algn="l">
              <a:lnSpc>
                <a:spcPts val="2400"/>
              </a:lnSpc>
            </a:pPr>
            <a:r>
              <a:rPr lang="en-US" b="true" sz="2000">
                <a:solidFill>
                  <a:srgbClr val="2E2F38"/>
                </a:solidFill>
                <a:latin typeface="Arimo Bold"/>
                <a:ea typeface="Arimo Bold"/>
                <a:cs typeface="Arimo Bold"/>
                <a:sym typeface="Arimo Bold"/>
              </a:rPr>
              <a:t>For more info:</a:t>
            </a:r>
          </a:p>
          <a:p>
            <a:pPr algn="l">
              <a:lnSpc>
                <a:spcPts val="2400"/>
              </a:lnSpc>
            </a:pPr>
            <a:r>
              <a:rPr lang="en-US" b="true" sz="2000" u="sng">
                <a:solidFill>
                  <a:srgbClr val="6B2011"/>
                </a:solidFill>
                <a:latin typeface="Arimo Bold"/>
                <a:ea typeface="Arimo Bold"/>
                <a:cs typeface="Arimo Bold"/>
                <a:sym typeface="Arimo Bold"/>
                <a:hlinkClick r:id="rId12" tooltip="https://bit.ly/3A1uf1Q"/>
              </a:rPr>
              <a:t>SLIDESGO </a:t>
            </a:r>
            <a:r>
              <a:rPr lang="en-US" b="true" sz="2000">
                <a:solidFill>
                  <a:srgbClr val="6B2011"/>
                </a:solidFill>
                <a:latin typeface="Arimo Bold"/>
                <a:ea typeface="Arimo Bold"/>
                <a:cs typeface="Arimo Bold"/>
                <a:sym typeface="Arimo Bold"/>
              </a:rPr>
              <a:t>| </a:t>
            </a:r>
            <a:r>
              <a:rPr lang="en-US" b="true" sz="2000" u="sng">
                <a:solidFill>
                  <a:srgbClr val="6B2011"/>
                </a:solidFill>
                <a:latin typeface="Arimo Bold"/>
                <a:ea typeface="Arimo Bold"/>
                <a:cs typeface="Arimo Bold"/>
                <a:sym typeface="Arimo Bold"/>
                <a:hlinkClick r:id="rId13" tooltip="http://bit.ly/30B07Gq"/>
              </a:rPr>
              <a:t>BLOG</a:t>
            </a:r>
            <a:r>
              <a:rPr lang="en-US" b="true" sz="2000">
                <a:solidFill>
                  <a:srgbClr val="6B2011"/>
                </a:solidFill>
                <a:latin typeface="Arimo Bold"/>
                <a:ea typeface="Arimo Bold"/>
                <a:cs typeface="Arimo Bold"/>
                <a:sym typeface="Arimo Bold"/>
              </a:rPr>
              <a:t> | </a:t>
            </a:r>
            <a:r>
              <a:rPr lang="en-US" b="true" sz="2000" u="sng">
                <a:solidFill>
                  <a:srgbClr val="6B2011"/>
                </a:solidFill>
                <a:latin typeface="Arimo Bold"/>
                <a:ea typeface="Arimo Bold"/>
                <a:cs typeface="Arimo Bold"/>
                <a:sym typeface="Arimo Bold"/>
                <a:hlinkClick r:id="rId14" tooltip="http://bit.ly/33VAFh3"/>
              </a:rPr>
              <a:t>FAQ</a:t>
            </a:r>
            <a:r>
              <a:rPr lang="en-US" b="true" sz="2000" u="sng">
                <a:solidFill>
                  <a:srgbClr val="6B2011"/>
                </a:solidFill>
                <a:latin typeface="Arimo Bold"/>
                <a:ea typeface="Arimo Bold"/>
                <a:cs typeface="Arimo Bold"/>
                <a:sym typeface="Arimo Bold"/>
              </a:rPr>
              <a:t>s</a:t>
            </a:r>
          </a:p>
        </p:txBody>
      </p:sp>
      <p:sp>
        <p:nvSpPr>
          <p:cNvPr name="TextBox 9" id="9"/>
          <p:cNvSpPr txBox="true"/>
          <p:nvPr/>
        </p:nvSpPr>
        <p:spPr>
          <a:xfrm rot="0">
            <a:off x="6657899" y="8196853"/>
            <a:ext cx="7624353" cy="750075"/>
          </a:xfrm>
          <a:prstGeom prst="rect">
            <a:avLst/>
          </a:prstGeom>
        </p:spPr>
        <p:txBody>
          <a:bodyPr anchor="t" rtlCol="false" tIns="0" lIns="0" bIns="0" rIns="0">
            <a:spAutoFit/>
          </a:bodyPr>
          <a:lstStyle/>
          <a:p>
            <a:pPr algn="l">
              <a:lnSpc>
                <a:spcPts val="2400"/>
              </a:lnSpc>
            </a:pPr>
            <a:r>
              <a:rPr lang="en-US" b="true" sz="2000">
                <a:solidFill>
                  <a:srgbClr val="2E2F38"/>
                </a:solidFill>
                <a:latin typeface="Arimo Bold"/>
                <a:ea typeface="Arimo Bold"/>
                <a:cs typeface="Arimo Bold"/>
                <a:sym typeface="Arimo Bold"/>
              </a:rPr>
              <a:t>You can visit our sister projects:</a:t>
            </a:r>
          </a:p>
          <a:p>
            <a:pPr algn="l">
              <a:lnSpc>
                <a:spcPts val="2400"/>
              </a:lnSpc>
            </a:pPr>
            <a:r>
              <a:rPr lang="en-US" b="true" sz="2000" u="sng">
                <a:solidFill>
                  <a:srgbClr val="6B2011"/>
                </a:solidFill>
                <a:latin typeface="Arimo Bold"/>
                <a:ea typeface="Arimo Bold"/>
                <a:cs typeface="Arimo Bold"/>
                <a:sym typeface="Arimo Bold"/>
                <a:hlinkClick r:id="rId15" tooltip="https://www.freepik.com/?utm_source=slidesgo_template&amp;utm_medium=referral-link&amp;utm_campaign=promo-slide&amp;utm_term=slidesgo&amp;utm_content=freepik"/>
              </a:rPr>
              <a:t>FREEPIK</a:t>
            </a:r>
            <a:r>
              <a:rPr lang="en-US" b="true" sz="2000">
                <a:solidFill>
                  <a:srgbClr val="6B2011"/>
                </a:solidFill>
                <a:latin typeface="Arimo Bold"/>
                <a:ea typeface="Arimo Bold"/>
                <a:cs typeface="Arimo Bold"/>
                <a:sym typeface="Arimo Bold"/>
              </a:rPr>
              <a:t> | </a:t>
            </a:r>
            <a:r>
              <a:rPr lang="en-US" b="true" sz="2000" u="sng">
                <a:solidFill>
                  <a:srgbClr val="6B2011"/>
                </a:solidFill>
                <a:latin typeface="Arimo Bold"/>
                <a:ea typeface="Arimo Bold"/>
                <a:cs typeface="Arimo Bold"/>
                <a:sym typeface="Arimo Bold"/>
                <a:hlinkClick r:id="rId16" tooltip="https://www.flaticon.com/?utm_source=slidesgo_template&amp;utm_medium=referral-link&amp;utm_campaign=promo-slide&amp;utm_term=slidesgo&amp;utm_content=flaticon"/>
              </a:rPr>
              <a:t>FLATICON</a:t>
            </a:r>
            <a:r>
              <a:rPr lang="en-US" b="true" sz="2000">
                <a:solidFill>
                  <a:srgbClr val="6B2011"/>
                </a:solidFill>
                <a:latin typeface="Arimo Bold"/>
                <a:ea typeface="Arimo Bold"/>
                <a:cs typeface="Arimo Bold"/>
                <a:sym typeface="Arimo Bold"/>
              </a:rPr>
              <a:t> | </a:t>
            </a:r>
            <a:r>
              <a:rPr lang="en-US" b="true" sz="2000" u="sng">
                <a:solidFill>
                  <a:srgbClr val="6B2011"/>
                </a:solidFill>
                <a:latin typeface="Arimo Bold"/>
                <a:ea typeface="Arimo Bold"/>
                <a:cs typeface="Arimo Bold"/>
                <a:sym typeface="Arimo Bold"/>
                <a:hlinkClick r:id="rId17" tooltip="https://storyset.com/?utm_source=slidesgo_template&amp;utm_medium=referral-link&amp;utm_campaign=promo-slide&amp;utm_term=slidesgo&amp;utm_content=storyset"/>
              </a:rPr>
              <a:t>STORYSET</a:t>
            </a:r>
            <a:r>
              <a:rPr lang="en-US" b="true" sz="2000">
                <a:solidFill>
                  <a:srgbClr val="6B2011"/>
                </a:solidFill>
                <a:latin typeface="Arimo Bold"/>
                <a:ea typeface="Arimo Bold"/>
                <a:cs typeface="Arimo Bold"/>
                <a:sym typeface="Arimo Bold"/>
              </a:rPr>
              <a:t> | </a:t>
            </a:r>
            <a:r>
              <a:rPr lang="en-US" b="true" sz="2000" u="sng">
                <a:solidFill>
                  <a:srgbClr val="6B2011"/>
                </a:solidFill>
                <a:latin typeface="Arimo Bold"/>
                <a:ea typeface="Arimo Bold"/>
                <a:cs typeface="Arimo Bold"/>
                <a:sym typeface="Arimo Bold"/>
                <a:hlinkClick r:id="rId18" tooltip="https://wepik.com/?utm_source=slidesgo_template&amp;utm_medium=referral-link&amp;utm_campaign=promo-slide&amp;utm_term=slidesgo&amp;utm_content=wepik"/>
              </a:rPr>
              <a:t>WEPIK </a:t>
            </a:r>
            <a:r>
              <a:rPr lang="en-US" b="true" sz="2000">
                <a:solidFill>
                  <a:srgbClr val="6B2011"/>
                </a:solidFill>
                <a:latin typeface="Arimo Bold"/>
                <a:ea typeface="Arimo Bold"/>
                <a:cs typeface="Arimo Bold"/>
                <a:sym typeface="Arimo Bold"/>
              </a:rPr>
              <a:t>| </a:t>
            </a:r>
            <a:r>
              <a:rPr lang="en-US" b="true" sz="2000" u="sng">
                <a:solidFill>
                  <a:srgbClr val="6B2011"/>
                </a:solidFill>
                <a:latin typeface="Arimo Bold"/>
                <a:ea typeface="Arimo Bold"/>
                <a:cs typeface="Arimo Bold"/>
                <a:sym typeface="Arimo Bold"/>
                <a:hlinkClick r:id="rId19" tooltip="https://www.videvo.net/?utm_source=slidesgo_template&amp;utm_medium=referral-link&amp;utm_campaign=sg_resources&amp;utm_content=videvo"/>
              </a:rPr>
              <a:t>VIDEVO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Here are three important ideas</a:t>
            </a:r>
          </a:p>
        </p:txBody>
      </p:sp>
      <p:sp>
        <p:nvSpPr>
          <p:cNvPr name="TextBox 6" id="6"/>
          <p:cNvSpPr txBox="true"/>
          <p:nvPr/>
        </p:nvSpPr>
        <p:spPr>
          <a:xfrm rot="0">
            <a:off x="1966674" y="4802200"/>
            <a:ext cx="4167749" cy="2853071"/>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Jupiter is a gas giant and the biggest planet in the Solar System. It's the fourth-brightest object in the night sky and was named after the Roman god of the skies and lightning</a:t>
            </a:r>
          </a:p>
        </p:txBody>
      </p:sp>
      <p:sp>
        <p:nvSpPr>
          <p:cNvPr name="TextBox 7" id="7"/>
          <p:cNvSpPr txBox="true"/>
          <p:nvPr/>
        </p:nvSpPr>
        <p:spPr>
          <a:xfrm rot="0">
            <a:off x="7060120" y="4802200"/>
            <a:ext cx="4167749" cy="2853071"/>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Venus has a beautiful name and is the second planet from the Sun. It’s the second-brightest object in the night sky after the Moon. Its temperatures are extremely high</a:t>
            </a:r>
          </a:p>
        </p:txBody>
      </p:sp>
      <p:sp>
        <p:nvSpPr>
          <p:cNvPr name="TextBox 8" id="8"/>
          <p:cNvSpPr txBox="true"/>
          <p:nvPr/>
        </p:nvSpPr>
        <p:spPr>
          <a:xfrm rot="0">
            <a:off x="12153576" y="4802200"/>
            <a:ext cx="4167749" cy="2853071"/>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Saturn is a gas giant and has several rings. This planet is composed mostly of hydrogen and also helium. Saturn was named after the Roman god of wealth and agriculture</a:t>
            </a:r>
          </a:p>
        </p:txBody>
      </p:sp>
      <p:grpSp>
        <p:nvGrpSpPr>
          <p:cNvPr name="Group 9" id="9"/>
          <p:cNvGrpSpPr/>
          <p:nvPr/>
        </p:nvGrpSpPr>
        <p:grpSpPr>
          <a:xfrm rot="0">
            <a:off x="1875253" y="3686794"/>
            <a:ext cx="4350601" cy="1033796"/>
            <a:chOff x="0" y="0"/>
            <a:chExt cx="5800801" cy="1378394"/>
          </a:xfrm>
        </p:grpSpPr>
        <p:sp>
          <p:nvSpPr>
            <p:cNvPr name="Freeform 10" id="10"/>
            <p:cNvSpPr/>
            <p:nvPr/>
          </p:nvSpPr>
          <p:spPr>
            <a:xfrm flipH="false" flipV="false" rot="0">
              <a:off x="0" y="0"/>
              <a:ext cx="5800800" cy="1378400"/>
            </a:xfrm>
            <a:custGeom>
              <a:avLst/>
              <a:gdLst/>
              <a:ahLst/>
              <a:cxnLst/>
              <a:rect r="r" b="b" t="t" l="l"/>
              <a:pathLst>
                <a:path h="1378400" w="5800800">
                  <a:moveTo>
                    <a:pt x="0" y="0"/>
                  </a:moveTo>
                  <a:lnTo>
                    <a:pt x="5800800" y="0"/>
                  </a:lnTo>
                  <a:lnTo>
                    <a:pt x="5800800" y="1378400"/>
                  </a:lnTo>
                  <a:lnTo>
                    <a:pt x="0" y="1378400"/>
                  </a:lnTo>
                  <a:close/>
                </a:path>
              </a:pathLst>
            </a:custGeom>
            <a:blipFill>
              <a:blip r:embed="rId6">
                <a:alphaModFix amt="0"/>
              </a:blip>
              <a:stretch>
                <a:fillRect l="0" t="-32000" r="0" b="-31999"/>
              </a:stretch>
            </a:blipFill>
          </p:spPr>
        </p:sp>
        <p:sp>
          <p:nvSpPr>
            <p:cNvPr name="TextBox 11" id="11"/>
            <p:cNvSpPr txBox="true"/>
            <p:nvPr/>
          </p:nvSpPr>
          <p:spPr>
            <a:xfrm>
              <a:off x="0" y="-19050"/>
              <a:ext cx="5800801" cy="1397444"/>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Jupiter</a:t>
              </a:r>
            </a:p>
          </p:txBody>
        </p:sp>
      </p:grpSp>
      <p:grpSp>
        <p:nvGrpSpPr>
          <p:cNvPr name="Group 12" id="12"/>
          <p:cNvGrpSpPr/>
          <p:nvPr/>
        </p:nvGrpSpPr>
        <p:grpSpPr>
          <a:xfrm rot="0">
            <a:off x="6968700" y="3686794"/>
            <a:ext cx="4350601" cy="1033796"/>
            <a:chOff x="0" y="0"/>
            <a:chExt cx="5800801" cy="1378394"/>
          </a:xfrm>
        </p:grpSpPr>
        <p:sp>
          <p:nvSpPr>
            <p:cNvPr name="Freeform 13" id="13"/>
            <p:cNvSpPr/>
            <p:nvPr/>
          </p:nvSpPr>
          <p:spPr>
            <a:xfrm flipH="false" flipV="false" rot="0">
              <a:off x="0" y="0"/>
              <a:ext cx="5800800" cy="1378400"/>
            </a:xfrm>
            <a:custGeom>
              <a:avLst/>
              <a:gdLst/>
              <a:ahLst/>
              <a:cxnLst/>
              <a:rect r="r" b="b" t="t" l="l"/>
              <a:pathLst>
                <a:path h="1378400" w="5800800">
                  <a:moveTo>
                    <a:pt x="0" y="0"/>
                  </a:moveTo>
                  <a:lnTo>
                    <a:pt x="5800800" y="0"/>
                  </a:lnTo>
                  <a:lnTo>
                    <a:pt x="5800800" y="1378400"/>
                  </a:lnTo>
                  <a:lnTo>
                    <a:pt x="0" y="1378400"/>
                  </a:lnTo>
                  <a:close/>
                </a:path>
              </a:pathLst>
            </a:custGeom>
            <a:blipFill>
              <a:blip r:embed="rId6">
                <a:alphaModFix amt="0"/>
              </a:blip>
              <a:stretch>
                <a:fillRect l="0" t="-32000" r="0" b="-31999"/>
              </a:stretch>
            </a:blipFill>
          </p:spPr>
        </p:sp>
        <p:sp>
          <p:nvSpPr>
            <p:cNvPr name="TextBox 14" id="14"/>
            <p:cNvSpPr txBox="true"/>
            <p:nvPr/>
          </p:nvSpPr>
          <p:spPr>
            <a:xfrm>
              <a:off x="0" y="-19050"/>
              <a:ext cx="5800801" cy="1397444"/>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Venus</a:t>
              </a:r>
            </a:p>
          </p:txBody>
        </p:sp>
      </p:grpSp>
      <p:grpSp>
        <p:nvGrpSpPr>
          <p:cNvPr name="Group 15" id="15"/>
          <p:cNvGrpSpPr/>
          <p:nvPr/>
        </p:nvGrpSpPr>
        <p:grpSpPr>
          <a:xfrm rot="0">
            <a:off x="12062146" y="3686794"/>
            <a:ext cx="4350601" cy="1033796"/>
            <a:chOff x="0" y="0"/>
            <a:chExt cx="5800801" cy="1378394"/>
          </a:xfrm>
        </p:grpSpPr>
        <p:sp>
          <p:nvSpPr>
            <p:cNvPr name="Freeform 16" id="16"/>
            <p:cNvSpPr/>
            <p:nvPr/>
          </p:nvSpPr>
          <p:spPr>
            <a:xfrm flipH="false" flipV="false" rot="0">
              <a:off x="0" y="0"/>
              <a:ext cx="5800800" cy="1378400"/>
            </a:xfrm>
            <a:custGeom>
              <a:avLst/>
              <a:gdLst/>
              <a:ahLst/>
              <a:cxnLst/>
              <a:rect r="r" b="b" t="t" l="l"/>
              <a:pathLst>
                <a:path h="1378400" w="5800800">
                  <a:moveTo>
                    <a:pt x="0" y="0"/>
                  </a:moveTo>
                  <a:lnTo>
                    <a:pt x="5800800" y="0"/>
                  </a:lnTo>
                  <a:lnTo>
                    <a:pt x="5800800" y="1378400"/>
                  </a:lnTo>
                  <a:lnTo>
                    <a:pt x="0" y="1378400"/>
                  </a:lnTo>
                  <a:close/>
                </a:path>
              </a:pathLst>
            </a:custGeom>
            <a:blipFill>
              <a:blip r:embed="rId6">
                <a:alphaModFix amt="0"/>
              </a:blip>
              <a:stretch>
                <a:fillRect l="0" t="-32000" r="0" b="-31999"/>
              </a:stretch>
            </a:blipFill>
          </p:spPr>
        </p:sp>
        <p:sp>
          <p:nvSpPr>
            <p:cNvPr name="TextBox 17" id="17"/>
            <p:cNvSpPr txBox="true"/>
            <p:nvPr/>
          </p:nvSpPr>
          <p:spPr>
            <a:xfrm>
              <a:off x="0" y="-19050"/>
              <a:ext cx="5800801" cy="1397444"/>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Saturn</a:t>
              </a:r>
            </a:p>
          </p:txBody>
        </p:sp>
      </p:grpSp>
      <p:sp>
        <p:nvSpPr>
          <p:cNvPr name="Freeform 18" id="18"/>
          <p:cNvSpPr/>
          <p:nvPr/>
        </p:nvSpPr>
        <p:spPr>
          <a:xfrm flipH="false" flipV="false" rot="0">
            <a:off x="2047885" y="3059440"/>
            <a:ext cx="656882" cy="636908"/>
          </a:xfrm>
          <a:custGeom>
            <a:avLst/>
            <a:gdLst/>
            <a:ahLst/>
            <a:cxnLst/>
            <a:rect r="r" b="b" t="t" l="l"/>
            <a:pathLst>
              <a:path h="636908" w="656882">
                <a:moveTo>
                  <a:pt x="0" y="0"/>
                </a:moveTo>
                <a:lnTo>
                  <a:pt x="656882" y="0"/>
                </a:lnTo>
                <a:lnTo>
                  <a:pt x="656882" y="636908"/>
                </a:lnTo>
                <a:lnTo>
                  <a:pt x="0" y="6369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7183450" y="3063459"/>
            <a:ext cx="642690" cy="628821"/>
          </a:xfrm>
          <a:custGeom>
            <a:avLst/>
            <a:gdLst/>
            <a:ahLst/>
            <a:cxnLst/>
            <a:rect r="r" b="b" t="t" l="l"/>
            <a:pathLst>
              <a:path h="628821" w="642690">
                <a:moveTo>
                  <a:pt x="0" y="0"/>
                </a:moveTo>
                <a:lnTo>
                  <a:pt x="642690" y="0"/>
                </a:lnTo>
                <a:lnTo>
                  <a:pt x="642690" y="628822"/>
                </a:lnTo>
                <a:lnTo>
                  <a:pt x="0" y="6288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2256856" y="3060163"/>
            <a:ext cx="672370" cy="635422"/>
          </a:xfrm>
          <a:custGeom>
            <a:avLst/>
            <a:gdLst/>
            <a:ahLst/>
            <a:cxnLst/>
            <a:rect r="r" b="b" t="t" l="l"/>
            <a:pathLst>
              <a:path h="635422" w="672370">
                <a:moveTo>
                  <a:pt x="0" y="0"/>
                </a:moveTo>
                <a:lnTo>
                  <a:pt x="672369" y="0"/>
                </a:lnTo>
                <a:lnTo>
                  <a:pt x="672369" y="635423"/>
                </a:lnTo>
                <a:lnTo>
                  <a:pt x="0" y="6354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14931304" y="954243"/>
            <a:ext cx="3520297" cy="3372069"/>
          </a:xfrm>
          <a:custGeom>
            <a:avLst/>
            <a:gdLst/>
            <a:ahLst/>
            <a:cxnLst/>
            <a:rect r="r" b="b" t="t" l="l"/>
            <a:pathLst>
              <a:path h="3372069" w="3520297">
                <a:moveTo>
                  <a:pt x="0" y="0"/>
                </a:moveTo>
                <a:lnTo>
                  <a:pt x="3520297" y="0"/>
                </a:lnTo>
                <a:lnTo>
                  <a:pt x="3520297" y="3372069"/>
                </a:lnTo>
                <a:lnTo>
                  <a:pt x="0" y="33720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168223" y="3906545"/>
            <a:ext cx="6021753" cy="1736474"/>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Despite being red, Mars is actually a cold place. It's full of iron oxide dust, which gives the planet its reddish cast, and it’s made of basalt</a:t>
            </a:r>
          </a:p>
        </p:txBody>
      </p:sp>
      <p:sp>
        <p:nvSpPr>
          <p:cNvPr name="TextBox 6" id="6"/>
          <p:cNvSpPr txBox="true"/>
          <p:nvPr/>
        </p:nvSpPr>
        <p:spPr>
          <a:xfrm rot="0">
            <a:off x="10098034" y="3906545"/>
            <a:ext cx="6021753" cy="1736474"/>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Venus has a beautiful name and is the second planet from the Sun. It’s terribly hot and its atmosphere is extremely poisonous</a:t>
            </a:r>
          </a:p>
        </p:txBody>
      </p:sp>
      <p:sp>
        <p:nvSpPr>
          <p:cNvPr name="TextBox 7" id="7"/>
          <p:cNvSpPr txBox="true"/>
          <p:nvPr/>
        </p:nvSpPr>
        <p:spPr>
          <a:xfrm rot="0">
            <a:off x="2168223" y="7380103"/>
            <a:ext cx="6021753" cy="1736474"/>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Jupiter is a gas giant and the biggest planet in the Solar System. It's the fourth-brightest object in the night sky and was named after a Roman god</a:t>
            </a:r>
          </a:p>
        </p:txBody>
      </p:sp>
      <p:sp>
        <p:nvSpPr>
          <p:cNvPr name="TextBox 8" id="8"/>
          <p:cNvSpPr txBox="true"/>
          <p:nvPr/>
        </p:nvSpPr>
        <p:spPr>
          <a:xfrm rot="0">
            <a:off x="10098034" y="7380103"/>
            <a:ext cx="6021753" cy="1736474"/>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Saturn is a gas giant and has </a:t>
            </a:r>
          </a:p>
          <a:p>
            <a:pPr algn="l">
              <a:lnSpc>
                <a:spcPts val="2879"/>
              </a:lnSpc>
            </a:pPr>
            <a:r>
              <a:rPr lang="en-US" b="true" sz="2400">
                <a:solidFill>
                  <a:srgbClr val="2E2F38"/>
                </a:solidFill>
                <a:latin typeface="Arimo Bold"/>
                <a:ea typeface="Arimo Bold"/>
                <a:cs typeface="Arimo Bold"/>
                <a:sym typeface="Arimo Bold"/>
              </a:rPr>
              <a:t>several rings. This planet is composed mostly of hydrogen and helium. It’s the sixth planet from the Sun</a:t>
            </a:r>
          </a:p>
        </p:txBody>
      </p:sp>
      <p:grpSp>
        <p:nvGrpSpPr>
          <p:cNvPr name="Group 9" id="9"/>
          <p:cNvGrpSpPr/>
          <p:nvPr/>
        </p:nvGrpSpPr>
        <p:grpSpPr>
          <a:xfrm rot="0">
            <a:off x="2076802" y="3237948"/>
            <a:ext cx="6204604" cy="754199"/>
            <a:chOff x="0" y="0"/>
            <a:chExt cx="8272805" cy="1005599"/>
          </a:xfrm>
        </p:grpSpPr>
        <p:sp>
          <p:nvSpPr>
            <p:cNvPr name="Freeform 10" id="10"/>
            <p:cNvSpPr/>
            <p:nvPr/>
          </p:nvSpPr>
          <p:spPr>
            <a:xfrm flipH="false" flipV="false" rot="0">
              <a:off x="0" y="0"/>
              <a:ext cx="8272800" cy="1005600"/>
            </a:xfrm>
            <a:custGeom>
              <a:avLst/>
              <a:gdLst/>
              <a:ahLst/>
              <a:cxnLst/>
              <a:rect r="r" b="b" t="t" l="l"/>
              <a:pathLst>
                <a:path h="1005600" w="8272800">
                  <a:moveTo>
                    <a:pt x="0" y="0"/>
                  </a:moveTo>
                  <a:lnTo>
                    <a:pt x="8272800" y="0"/>
                  </a:lnTo>
                  <a:lnTo>
                    <a:pt x="8272800" y="1005600"/>
                  </a:lnTo>
                  <a:lnTo>
                    <a:pt x="0" y="1005600"/>
                  </a:lnTo>
                  <a:close/>
                </a:path>
              </a:pathLst>
            </a:custGeom>
            <a:blipFill>
              <a:blip r:embed="rId6">
                <a:alphaModFix amt="0"/>
              </a:blip>
              <a:stretch>
                <a:fillRect l="0" t="-110298" r="0" b="-110298"/>
              </a:stretch>
            </a:blipFill>
          </p:spPr>
        </p:sp>
        <p:sp>
          <p:nvSpPr>
            <p:cNvPr name="TextBox 11" id="11"/>
            <p:cNvSpPr txBox="true"/>
            <p:nvPr/>
          </p:nvSpPr>
          <p:spPr>
            <a:xfrm>
              <a:off x="0" y="-19050"/>
              <a:ext cx="8272805" cy="1024649"/>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Mars</a:t>
              </a:r>
            </a:p>
          </p:txBody>
        </p:sp>
      </p:grpSp>
      <p:grpSp>
        <p:nvGrpSpPr>
          <p:cNvPr name="Group 12" id="12"/>
          <p:cNvGrpSpPr/>
          <p:nvPr/>
        </p:nvGrpSpPr>
        <p:grpSpPr>
          <a:xfrm rot="0">
            <a:off x="2076802" y="6711648"/>
            <a:ext cx="6204604" cy="754199"/>
            <a:chOff x="0" y="0"/>
            <a:chExt cx="8272805" cy="1005599"/>
          </a:xfrm>
        </p:grpSpPr>
        <p:sp>
          <p:nvSpPr>
            <p:cNvPr name="Freeform 13" id="13"/>
            <p:cNvSpPr/>
            <p:nvPr/>
          </p:nvSpPr>
          <p:spPr>
            <a:xfrm flipH="false" flipV="false" rot="0">
              <a:off x="0" y="0"/>
              <a:ext cx="8272800" cy="1005600"/>
            </a:xfrm>
            <a:custGeom>
              <a:avLst/>
              <a:gdLst/>
              <a:ahLst/>
              <a:cxnLst/>
              <a:rect r="r" b="b" t="t" l="l"/>
              <a:pathLst>
                <a:path h="1005600" w="8272800">
                  <a:moveTo>
                    <a:pt x="0" y="0"/>
                  </a:moveTo>
                  <a:lnTo>
                    <a:pt x="8272800" y="0"/>
                  </a:lnTo>
                  <a:lnTo>
                    <a:pt x="8272800" y="1005600"/>
                  </a:lnTo>
                  <a:lnTo>
                    <a:pt x="0" y="1005600"/>
                  </a:lnTo>
                  <a:close/>
                </a:path>
              </a:pathLst>
            </a:custGeom>
            <a:blipFill>
              <a:blip r:embed="rId6">
                <a:alphaModFix amt="0"/>
              </a:blip>
              <a:stretch>
                <a:fillRect l="0" t="-110298" r="0" b="-110298"/>
              </a:stretch>
            </a:blipFill>
          </p:spPr>
        </p:sp>
        <p:sp>
          <p:nvSpPr>
            <p:cNvPr name="TextBox 14" id="14"/>
            <p:cNvSpPr txBox="true"/>
            <p:nvPr/>
          </p:nvSpPr>
          <p:spPr>
            <a:xfrm>
              <a:off x="0" y="-19050"/>
              <a:ext cx="8272805" cy="1024649"/>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Jupiter</a:t>
              </a:r>
            </a:p>
          </p:txBody>
        </p:sp>
      </p:grpSp>
      <p:grpSp>
        <p:nvGrpSpPr>
          <p:cNvPr name="Group 15" id="15"/>
          <p:cNvGrpSpPr/>
          <p:nvPr/>
        </p:nvGrpSpPr>
        <p:grpSpPr>
          <a:xfrm rot="0">
            <a:off x="10006546" y="3237948"/>
            <a:ext cx="6204604" cy="754199"/>
            <a:chOff x="0" y="0"/>
            <a:chExt cx="8272805" cy="1005599"/>
          </a:xfrm>
        </p:grpSpPr>
        <p:sp>
          <p:nvSpPr>
            <p:cNvPr name="Freeform 16" id="16"/>
            <p:cNvSpPr/>
            <p:nvPr/>
          </p:nvSpPr>
          <p:spPr>
            <a:xfrm flipH="false" flipV="false" rot="0">
              <a:off x="0" y="0"/>
              <a:ext cx="8272800" cy="1005600"/>
            </a:xfrm>
            <a:custGeom>
              <a:avLst/>
              <a:gdLst/>
              <a:ahLst/>
              <a:cxnLst/>
              <a:rect r="r" b="b" t="t" l="l"/>
              <a:pathLst>
                <a:path h="1005600" w="8272800">
                  <a:moveTo>
                    <a:pt x="0" y="0"/>
                  </a:moveTo>
                  <a:lnTo>
                    <a:pt x="8272800" y="0"/>
                  </a:lnTo>
                  <a:lnTo>
                    <a:pt x="8272800" y="1005600"/>
                  </a:lnTo>
                  <a:lnTo>
                    <a:pt x="0" y="1005600"/>
                  </a:lnTo>
                  <a:close/>
                </a:path>
              </a:pathLst>
            </a:custGeom>
            <a:blipFill>
              <a:blip r:embed="rId6">
                <a:alphaModFix amt="0"/>
              </a:blip>
              <a:stretch>
                <a:fillRect l="0" t="-110298" r="0" b="-110298"/>
              </a:stretch>
            </a:blipFill>
          </p:spPr>
        </p:sp>
        <p:sp>
          <p:nvSpPr>
            <p:cNvPr name="TextBox 17" id="17"/>
            <p:cNvSpPr txBox="true"/>
            <p:nvPr/>
          </p:nvSpPr>
          <p:spPr>
            <a:xfrm>
              <a:off x="0" y="-19050"/>
              <a:ext cx="8272805" cy="1024649"/>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Venus</a:t>
              </a:r>
            </a:p>
          </p:txBody>
        </p:sp>
      </p:grpSp>
      <p:grpSp>
        <p:nvGrpSpPr>
          <p:cNvPr name="Group 18" id="18"/>
          <p:cNvGrpSpPr/>
          <p:nvPr/>
        </p:nvGrpSpPr>
        <p:grpSpPr>
          <a:xfrm rot="0">
            <a:off x="10006546" y="6711648"/>
            <a:ext cx="6204604" cy="754199"/>
            <a:chOff x="0" y="0"/>
            <a:chExt cx="8272805" cy="1005599"/>
          </a:xfrm>
        </p:grpSpPr>
        <p:sp>
          <p:nvSpPr>
            <p:cNvPr name="Freeform 19" id="19"/>
            <p:cNvSpPr/>
            <p:nvPr/>
          </p:nvSpPr>
          <p:spPr>
            <a:xfrm flipH="false" flipV="false" rot="0">
              <a:off x="0" y="0"/>
              <a:ext cx="8272800" cy="1005600"/>
            </a:xfrm>
            <a:custGeom>
              <a:avLst/>
              <a:gdLst/>
              <a:ahLst/>
              <a:cxnLst/>
              <a:rect r="r" b="b" t="t" l="l"/>
              <a:pathLst>
                <a:path h="1005600" w="8272800">
                  <a:moveTo>
                    <a:pt x="0" y="0"/>
                  </a:moveTo>
                  <a:lnTo>
                    <a:pt x="8272800" y="0"/>
                  </a:lnTo>
                  <a:lnTo>
                    <a:pt x="8272800" y="1005600"/>
                  </a:lnTo>
                  <a:lnTo>
                    <a:pt x="0" y="1005600"/>
                  </a:lnTo>
                  <a:close/>
                </a:path>
              </a:pathLst>
            </a:custGeom>
            <a:blipFill>
              <a:blip r:embed="rId6">
                <a:alphaModFix amt="0"/>
              </a:blip>
              <a:stretch>
                <a:fillRect l="0" t="-110298" r="0" b="-110298"/>
              </a:stretch>
            </a:blipFill>
          </p:spPr>
        </p:sp>
        <p:sp>
          <p:nvSpPr>
            <p:cNvPr name="TextBox 20" id="20"/>
            <p:cNvSpPr txBox="true"/>
            <p:nvPr/>
          </p:nvSpPr>
          <p:spPr>
            <a:xfrm>
              <a:off x="0" y="-19050"/>
              <a:ext cx="8272805" cy="1024649"/>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Saturn</a:t>
              </a:r>
            </a:p>
          </p:txBody>
        </p:sp>
      </p:grpSp>
      <p:sp>
        <p:nvSpPr>
          <p:cNvPr name="TextBox 21" id="21"/>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Divide the content in four ideas</a:t>
            </a:r>
          </a:p>
        </p:txBody>
      </p:sp>
      <p:sp>
        <p:nvSpPr>
          <p:cNvPr name="Freeform 22" id="22"/>
          <p:cNvSpPr/>
          <p:nvPr/>
        </p:nvSpPr>
        <p:spPr>
          <a:xfrm flipH="false" flipV="false" rot="0">
            <a:off x="2276485" y="5824899"/>
            <a:ext cx="498300" cy="634022"/>
          </a:xfrm>
          <a:custGeom>
            <a:avLst/>
            <a:gdLst/>
            <a:ahLst/>
            <a:cxnLst/>
            <a:rect r="r" b="b" t="t" l="l"/>
            <a:pathLst>
              <a:path h="634022" w="498300">
                <a:moveTo>
                  <a:pt x="0" y="0"/>
                </a:moveTo>
                <a:lnTo>
                  <a:pt x="498300" y="0"/>
                </a:lnTo>
                <a:lnTo>
                  <a:pt x="498300" y="634023"/>
                </a:lnTo>
                <a:lnTo>
                  <a:pt x="0" y="634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0226192" y="5824033"/>
            <a:ext cx="624440" cy="635756"/>
          </a:xfrm>
          <a:custGeom>
            <a:avLst/>
            <a:gdLst/>
            <a:ahLst/>
            <a:cxnLst/>
            <a:rect r="r" b="b" t="t" l="l"/>
            <a:pathLst>
              <a:path h="635756" w="624440">
                <a:moveTo>
                  <a:pt x="0" y="0"/>
                </a:moveTo>
                <a:lnTo>
                  <a:pt x="624440" y="0"/>
                </a:lnTo>
                <a:lnTo>
                  <a:pt x="624440" y="635755"/>
                </a:lnTo>
                <a:lnTo>
                  <a:pt x="0" y="63575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0">
            <a:off x="2276456" y="2342407"/>
            <a:ext cx="672370" cy="635422"/>
          </a:xfrm>
          <a:custGeom>
            <a:avLst/>
            <a:gdLst/>
            <a:ahLst/>
            <a:cxnLst/>
            <a:rect r="r" b="b" t="t" l="l"/>
            <a:pathLst>
              <a:path h="635422" w="672370">
                <a:moveTo>
                  <a:pt x="0" y="0"/>
                </a:moveTo>
                <a:lnTo>
                  <a:pt x="672370" y="0"/>
                </a:lnTo>
                <a:lnTo>
                  <a:pt x="672370" y="635422"/>
                </a:lnTo>
                <a:lnTo>
                  <a:pt x="0" y="63542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0213429" y="2342217"/>
            <a:ext cx="649919" cy="635803"/>
          </a:xfrm>
          <a:custGeom>
            <a:avLst/>
            <a:gdLst/>
            <a:ahLst/>
            <a:cxnLst/>
            <a:rect r="r" b="b" t="t" l="l"/>
            <a:pathLst>
              <a:path h="635803" w="649919">
                <a:moveTo>
                  <a:pt x="0" y="0"/>
                </a:moveTo>
                <a:lnTo>
                  <a:pt x="649919" y="0"/>
                </a:lnTo>
                <a:lnTo>
                  <a:pt x="649919" y="635803"/>
                </a:lnTo>
                <a:lnTo>
                  <a:pt x="0" y="63580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16121986" y="151895"/>
            <a:ext cx="1883550" cy="1620984"/>
          </a:xfrm>
          <a:custGeom>
            <a:avLst/>
            <a:gdLst/>
            <a:ahLst/>
            <a:cxnLst/>
            <a:rect r="r" b="b" t="t" l="l"/>
            <a:pathLst>
              <a:path h="1620984" w="1883550">
                <a:moveTo>
                  <a:pt x="0" y="0"/>
                </a:moveTo>
                <a:lnTo>
                  <a:pt x="1883550" y="0"/>
                </a:lnTo>
                <a:lnTo>
                  <a:pt x="1883550" y="1620984"/>
                </a:lnTo>
                <a:lnTo>
                  <a:pt x="0" y="16209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082527" y="2579446"/>
            <a:ext cx="14122803" cy="3726599"/>
            <a:chOff x="0" y="0"/>
            <a:chExt cx="18830404" cy="4968799"/>
          </a:xfrm>
        </p:grpSpPr>
        <p:sp>
          <p:nvSpPr>
            <p:cNvPr name="Freeform 6" id="6"/>
            <p:cNvSpPr/>
            <p:nvPr/>
          </p:nvSpPr>
          <p:spPr>
            <a:xfrm flipH="false" flipV="false" rot="0">
              <a:off x="0" y="0"/>
              <a:ext cx="18830399" cy="4968800"/>
            </a:xfrm>
            <a:custGeom>
              <a:avLst/>
              <a:gdLst/>
              <a:ahLst/>
              <a:cxnLst/>
              <a:rect r="r" b="b" t="t" l="l"/>
              <a:pathLst>
                <a:path h="4968800" w="18830399">
                  <a:moveTo>
                    <a:pt x="0" y="0"/>
                  </a:moveTo>
                  <a:lnTo>
                    <a:pt x="18830399" y="0"/>
                  </a:lnTo>
                  <a:lnTo>
                    <a:pt x="18830399" y="4968800"/>
                  </a:lnTo>
                  <a:lnTo>
                    <a:pt x="0" y="4968800"/>
                  </a:lnTo>
                  <a:close/>
                </a:path>
              </a:pathLst>
            </a:custGeom>
            <a:blipFill>
              <a:blip r:embed="rId6">
                <a:alphaModFix amt="0"/>
              </a:blip>
              <a:stretch>
                <a:fillRect l="0" t="-23843" r="0" b="-23842"/>
              </a:stretch>
            </a:blipFill>
          </p:spPr>
        </p:sp>
        <p:sp>
          <p:nvSpPr>
            <p:cNvPr name="TextBox 7" id="7"/>
            <p:cNvSpPr txBox="true"/>
            <p:nvPr/>
          </p:nvSpPr>
          <p:spPr>
            <a:xfrm>
              <a:off x="0" y="-28575"/>
              <a:ext cx="18830404" cy="4997374"/>
            </a:xfrm>
            <a:prstGeom prst="rect">
              <a:avLst/>
            </a:prstGeom>
          </p:spPr>
          <p:txBody>
            <a:bodyPr anchor="b" rtlCol="false" tIns="0" lIns="0" bIns="0" rIns="0"/>
            <a:lstStyle/>
            <a:p>
              <a:pPr algn="ctr">
                <a:lnSpc>
                  <a:spcPts val="7200"/>
                </a:lnSpc>
              </a:pPr>
              <a:r>
                <a:rPr lang="en-US" b="true" sz="6000">
                  <a:solidFill>
                    <a:srgbClr val="2E2F38"/>
                  </a:solidFill>
                  <a:latin typeface="Arimo Bold"/>
                  <a:ea typeface="Arimo Bold"/>
                  <a:cs typeface="Arimo Bold"/>
                  <a:sym typeface="Arimo Bold"/>
                </a:rPr>
                <a:t>“This is a quote, words full </a:t>
              </a:r>
            </a:p>
            <a:p>
              <a:pPr algn="ctr">
                <a:lnSpc>
                  <a:spcPts val="7200"/>
                </a:lnSpc>
              </a:pPr>
              <a:r>
                <a:rPr lang="en-US" b="true" sz="6000">
                  <a:solidFill>
                    <a:srgbClr val="2E2F38"/>
                  </a:solidFill>
                  <a:latin typeface="Arimo Bold"/>
                  <a:ea typeface="Arimo Bold"/>
                  <a:cs typeface="Arimo Bold"/>
                  <a:sym typeface="Arimo Bold"/>
                </a:rPr>
                <a:t>of wisdom that someone important said and can make the reader </a:t>
              </a:r>
            </a:p>
            <a:p>
              <a:pPr algn="ctr">
                <a:lnSpc>
                  <a:spcPts val="7200"/>
                </a:lnSpc>
              </a:pPr>
              <a:r>
                <a:rPr lang="en-US" b="true" sz="6000">
                  <a:solidFill>
                    <a:srgbClr val="2E2F38"/>
                  </a:solidFill>
                  <a:latin typeface="Arimo Bold"/>
                  <a:ea typeface="Arimo Bold"/>
                  <a:cs typeface="Arimo Bold"/>
                  <a:sym typeface="Arimo Bold"/>
                </a:rPr>
                <a:t>get inspired.”</a:t>
              </a:r>
            </a:p>
          </p:txBody>
        </p:sp>
      </p:grpSp>
      <p:sp>
        <p:nvSpPr>
          <p:cNvPr name="TextBox 8" id="8"/>
          <p:cNvSpPr txBox="true"/>
          <p:nvPr/>
        </p:nvSpPr>
        <p:spPr>
          <a:xfrm rot="0">
            <a:off x="2174100" y="6599577"/>
            <a:ext cx="13939952" cy="1159802"/>
          </a:xfrm>
          <a:prstGeom prst="rect">
            <a:avLst/>
          </a:prstGeom>
        </p:spPr>
        <p:txBody>
          <a:bodyPr anchor="t" rtlCol="false" tIns="0" lIns="0" bIns="0" rIns="0">
            <a:spAutoFit/>
          </a:bodyPr>
          <a:lstStyle/>
          <a:p>
            <a:pPr algn="ctr">
              <a:lnSpc>
                <a:spcPts val="7200"/>
              </a:lnSpc>
            </a:pPr>
            <a:r>
              <a:rPr lang="en-US" b="true" sz="6000">
                <a:solidFill>
                  <a:srgbClr val="6B2011"/>
                </a:solidFill>
                <a:latin typeface="Balsamiq Sans Bold"/>
                <a:ea typeface="Balsamiq Sans Bold"/>
                <a:cs typeface="Balsamiq Sans Bold"/>
                <a:sym typeface="Balsamiq Sans Bold"/>
              </a:rPr>
              <a:t>—Someone Famous</a:t>
            </a:r>
          </a:p>
        </p:txBody>
      </p:sp>
      <p:sp>
        <p:nvSpPr>
          <p:cNvPr name="Freeform 9" id="9"/>
          <p:cNvSpPr/>
          <p:nvPr/>
        </p:nvSpPr>
        <p:spPr>
          <a:xfrm flipH="false" flipV="false" rot="0">
            <a:off x="16086001" y="1068324"/>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36081" y="7152523"/>
            <a:ext cx="2780738" cy="3201133"/>
          </a:xfrm>
          <a:custGeom>
            <a:avLst/>
            <a:gdLst/>
            <a:ahLst/>
            <a:cxnLst/>
            <a:rect r="r" b="b" t="t" l="l"/>
            <a:pathLst>
              <a:path h="3201133" w="2780738">
                <a:moveTo>
                  <a:pt x="0" y="0"/>
                </a:moveTo>
                <a:lnTo>
                  <a:pt x="2780738" y="0"/>
                </a:lnTo>
                <a:lnTo>
                  <a:pt x="2780738" y="3201133"/>
                </a:lnTo>
                <a:lnTo>
                  <a:pt x="0" y="32011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10" cy="10287000"/>
            <a:chOff x="0" y="0"/>
            <a:chExt cx="24384013"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18119" r="0" b="-370"/>
              </a:stretch>
            </a:blipFill>
          </p:spPr>
        </p:sp>
      </p:grpSp>
      <p:grpSp>
        <p:nvGrpSpPr>
          <p:cNvPr name="Group 4" id="4"/>
          <p:cNvGrpSpPr/>
          <p:nvPr/>
        </p:nvGrpSpPr>
        <p:grpSpPr>
          <a:xfrm rot="0">
            <a:off x="1439999" y="1079002"/>
            <a:ext cx="15408002" cy="1145400"/>
            <a:chOff x="0" y="0"/>
            <a:chExt cx="20544003" cy="1527200"/>
          </a:xfrm>
        </p:grpSpPr>
        <p:grpSp>
          <p:nvGrpSpPr>
            <p:cNvPr name="Group 5" id="5"/>
            <p:cNvGrpSpPr/>
            <p:nvPr/>
          </p:nvGrpSpPr>
          <p:grpSpPr>
            <a:xfrm rot="0">
              <a:off x="0" y="0"/>
              <a:ext cx="20544003" cy="1527200"/>
              <a:chOff x="0" y="0"/>
              <a:chExt cx="20544003" cy="1527200"/>
            </a:xfrm>
          </p:grpSpPr>
          <p:sp>
            <p:nvSpPr>
              <p:cNvPr name="Freeform 6" id="6"/>
              <p:cNvSpPr/>
              <p:nvPr/>
            </p:nvSpPr>
            <p:spPr>
              <a:xfrm flipH="false" flipV="false" rot="0">
                <a:off x="0" y="0"/>
                <a:ext cx="20544028" cy="1527175"/>
              </a:xfrm>
              <a:custGeom>
                <a:avLst/>
                <a:gdLst/>
                <a:ahLst/>
                <a:cxnLst/>
                <a:rect r="r" b="b" t="t" l="l"/>
                <a:pathLst>
                  <a:path h="1527175" w="20544028">
                    <a:moveTo>
                      <a:pt x="0" y="0"/>
                    </a:moveTo>
                    <a:lnTo>
                      <a:pt x="20544028" y="0"/>
                    </a:lnTo>
                    <a:lnTo>
                      <a:pt x="20544028" y="1527175"/>
                    </a:lnTo>
                    <a:lnTo>
                      <a:pt x="0" y="1527175"/>
                    </a:lnTo>
                    <a:close/>
                  </a:path>
                </a:pathLst>
              </a:custGeom>
              <a:solidFill>
                <a:srgbClr val="F0F0C2"/>
              </a:solidFill>
            </p:spPr>
          </p:sp>
        </p:grpSp>
        <p:sp>
          <p:nvSpPr>
            <p:cNvPr name="TextBox 7" id="7"/>
            <p:cNvSpPr txBox="true"/>
            <p:nvPr/>
          </p:nvSpPr>
          <p:spPr>
            <a:xfrm rot="0">
              <a:off x="121895" y="112370"/>
              <a:ext cx="20300201" cy="1292923"/>
            </a:xfrm>
            <a:prstGeom prst="rect">
              <a:avLst/>
            </a:prstGeom>
          </p:spPr>
          <p:txBody>
            <a:bodyPr anchor="t" rtlCol="false" tIns="0" lIns="0" bIns="0" rIns="0">
              <a:spAutoFit/>
            </a:bodyPr>
            <a:lstStyle/>
            <a:p>
              <a:pPr algn="ctr">
                <a:lnSpc>
                  <a:spcPts val="5999"/>
                </a:lnSpc>
              </a:pPr>
              <a:r>
                <a:rPr lang="en-US" b="true" sz="4999">
                  <a:solidFill>
                    <a:srgbClr val="2E2F38"/>
                  </a:solidFill>
                  <a:latin typeface="Balsamiq Sans Bold"/>
                  <a:ea typeface="Balsamiq Sans Bold"/>
                  <a:cs typeface="Balsamiq Sans Bold"/>
                  <a:sym typeface="Balsamiq Sans Bold"/>
                </a:rPr>
                <a:t>A picture is worth a thousand words</a:t>
              </a:r>
            </a:p>
          </p:txBody>
        </p:sp>
      </p:grpSp>
      <p:sp>
        <p:nvSpPr>
          <p:cNvPr name="Freeform 8" id="8"/>
          <p:cNvSpPr/>
          <p:nvPr/>
        </p:nvSpPr>
        <p:spPr>
          <a:xfrm flipH="false" flipV="false" rot="0">
            <a:off x="15930505" y="384124"/>
            <a:ext cx="938317" cy="1206389"/>
          </a:xfrm>
          <a:custGeom>
            <a:avLst/>
            <a:gdLst/>
            <a:ahLst/>
            <a:cxnLst/>
            <a:rect r="r" b="b" t="t" l="l"/>
            <a:pathLst>
              <a:path h="1206389" w="938317">
                <a:moveTo>
                  <a:pt x="0" y="0"/>
                </a:moveTo>
                <a:lnTo>
                  <a:pt x="938318" y="0"/>
                </a:lnTo>
                <a:lnTo>
                  <a:pt x="938318" y="1206389"/>
                </a:lnTo>
                <a:lnTo>
                  <a:pt x="0" y="12063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66947" y="652586"/>
            <a:ext cx="3508105" cy="3329064"/>
          </a:xfrm>
          <a:custGeom>
            <a:avLst/>
            <a:gdLst/>
            <a:ahLst/>
            <a:cxnLst/>
            <a:rect r="r" b="b" t="t" l="l"/>
            <a:pathLst>
              <a:path h="3329064" w="3508105">
                <a:moveTo>
                  <a:pt x="0" y="0"/>
                </a:moveTo>
                <a:lnTo>
                  <a:pt x="3508105" y="0"/>
                </a:lnTo>
                <a:lnTo>
                  <a:pt x="3508105" y="3329064"/>
                </a:lnTo>
                <a:lnTo>
                  <a:pt x="0" y="33290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193799" y="2862253"/>
            <a:ext cx="11900402" cy="2965199"/>
            <a:chOff x="0" y="0"/>
            <a:chExt cx="15867202" cy="3953599"/>
          </a:xfrm>
        </p:grpSpPr>
        <p:sp>
          <p:nvSpPr>
            <p:cNvPr name="Freeform 6" id="6"/>
            <p:cNvSpPr/>
            <p:nvPr/>
          </p:nvSpPr>
          <p:spPr>
            <a:xfrm flipH="false" flipV="false" rot="0">
              <a:off x="0" y="0"/>
              <a:ext cx="15867200" cy="3953600"/>
            </a:xfrm>
            <a:custGeom>
              <a:avLst/>
              <a:gdLst/>
              <a:ahLst/>
              <a:cxnLst/>
              <a:rect r="r" b="b" t="t" l="l"/>
              <a:pathLst>
                <a:path h="3953600" w="15867200">
                  <a:moveTo>
                    <a:pt x="0" y="0"/>
                  </a:moveTo>
                  <a:lnTo>
                    <a:pt x="15867200" y="0"/>
                  </a:lnTo>
                  <a:lnTo>
                    <a:pt x="15867200" y="3953600"/>
                  </a:lnTo>
                  <a:lnTo>
                    <a:pt x="0" y="3953600"/>
                  </a:lnTo>
                  <a:close/>
                </a:path>
              </a:pathLst>
            </a:custGeom>
            <a:blipFill>
              <a:blip r:embed="rId6">
                <a:alphaModFix amt="0"/>
              </a:blip>
              <a:stretch>
                <a:fillRect l="0" t="-28200" r="0" b="-28200"/>
              </a:stretch>
            </a:blipFill>
          </p:spPr>
        </p:sp>
        <p:sp>
          <p:nvSpPr>
            <p:cNvPr name="TextBox 7" id="7"/>
            <p:cNvSpPr txBox="true"/>
            <p:nvPr/>
          </p:nvSpPr>
          <p:spPr>
            <a:xfrm>
              <a:off x="0" y="0"/>
              <a:ext cx="15867202" cy="3953599"/>
            </a:xfrm>
            <a:prstGeom prst="rect">
              <a:avLst/>
            </a:prstGeom>
          </p:spPr>
          <p:txBody>
            <a:bodyPr anchor="b" rtlCol="false" tIns="0" lIns="0" bIns="0" rIns="0"/>
            <a:lstStyle/>
            <a:p>
              <a:pPr algn="ctr">
                <a:lnSpc>
                  <a:spcPts val="17280"/>
                </a:lnSpc>
              </a:pPr>
              <a:r>
                <a:rPr lang="en-US" b="true" sz="14400">
                  <a:solidFill>
                    <a:srgbClr val="2E2F38"/>
                  </a:solidFill>
                  <a:latin typeface="Balsamiq Sans Bold"/>
                  <a:ea typeface="Balsamiq Sans Bold"/>
                  <a:cs typeface="Balsamiq Sans Bold"/>
                  <a:sym typeface="Balsamiq Sans Bold"/>
                </a:rPr>
                <a:t>98,300,000</a:t>
              </a:r>
            </a:p>
          </p:txBody>
        </p:sp>
      </p:grpSp>
      <p:sp>
        <p:nvSpPr>
          <p:cNvPr name="TextBox 8" id="8"/>
          <p:cNvSpPr txBox="true"/>
          <p:nvPr/>
        </p:nvSpPr>
        <p:spPr>
          <a:xfrm rot="0">
            <a:off x="3285230" y="6303102"/>
            <a:ext cx="11717550" cy="839924"/>
          </a:xfrm>
          <a:prstGeom prst="rect">
            <a:avLst/>
          </a:prstGeom>
        </p:spPr>
        <p:txBody>
          <a:bodyPr anchor="t" rtlCol="false" tIns="0" lIns="0" bIns="0" rIns="0">
            <a:spAutoFit/>
          </a:bodyPr>
          <a:lstStyle/>
          <a:p>
            <a:pPr algn="ctr">
              <a:lnSpc>
                <a:spcPts val="3840"/>
              </a:lnSpc>
            </a:pPr>
            <a:r>
              <a:rPr lang="en-US" b="true" sz="3200">
                <a:solidFill>
                  <a:srgbClr val="2E2F38"/>
                </a:solidFill>
                <a:latin typeface="Arimo Bold"/>
                <a:ea typeface="Arimo Bold"/>
                <a:cs typeface="Arimo Bold"/>
                <a:sym typeface="Arimo Bold"/>
              </a:rPr>
              <a:t>Big numbers catch your audience’s attention</a:t>
            </a:r>
          </a:p>
        </p:txBody>
      </p:sp>
      <p:sp>
        <p:nvSpPr>
          <p:cNvPr name="Freeform 9" id="9"/>
          <p:cNvSpPr/>
          <p:nvPr/>
        </p:nvSpPr>
        <p:spPr>
          <a:xfrm flipH="false" flipV="false" rot="0">
            <a:off x="14198022" y="4964944"/>
            <a:ext cx="3857053" cy="4084330"/>
          </a:xfrm>
          <a:custGeom>
            <a:avLst/>
            <a:gdLst/>
            <a:ahLst/>
            <a:cxnLst/>
            <a:rect r="r" b="b" t="t" l="l"/>
            <a:pathLst>
              <a:path h="4084330" w="3857053">
                <a:moveTo>
                  <a:pt x="0" y="0"/>
                </a:moveTo>
                <a:lnTo>
                  <a:pt x="3857054" y="0"/>
                </a:lnTo>
                <a:lnTo>
                  <a:pt x="3857054" y="4084330"/>
                </a:lnTo>
                <a:lnTo>
                  <a:pt x="0" y="40843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191149" y="1752648"/>
            <a:ext cx="2166442" cy="2266121"/>
          </a:xfrm>
          <a:custGeom>
            <a:avLst/>
            <a:gdLst/>
            <a:ahLst/>
            <a:cxnLst/>
            <a:rect r="r" b="b" t="t" l="l"/>
            <a:pathLst>
              <a:path h="2266121" w="2166442">
                <a:moveTo>
                  <a:pt x="0" y="0"/>
                </a:moveTo>
                <a:lnTo>
                  <a:pt x="2166442" y="0"/>
                </a:lnTo>
                <a:lnTo>
                  <a:pt x="2166442" y="2266121"/>
                </a:lnTo>
                <a:lnTo>
                  <a:pt x="0" y="22661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430997" y="2576141"/>
            <a:ext cx="8404203" cy="1197597"/>
            <a:chOff x="0" y="0"/>
            <a:chExt cx="11205604" cy="1596796"/>
          </a:xfrm>
        </p:grpSpPr>
        <p:sp>
          <p:nvSpPr>
            <p:cNvPr name="Freeform 6" id="6"/>
            <p:cNvSpPr/>
            <p:nvPr/>
          </p:nvSpPr>
          <p:spPr>
            <a:xfrm flipH="false" flipV="false" rot="0">
              <a:off x="0" y="0"/>
              <a:ext cx="11205600" cy="1596800"/>
            </a:xfrm>
            <a:custGeom>
              <a:avLst/>
              <a:gdLst/>
              <a:ahLst/>
              <a:cxnLst/>
              <a:rect r="r" b="b" t="t" l="l"/>
              <a:pathLst>
                <a:path h="1596800" w="11205600">
                  <a:moveTo>
                    <a:pt x="0" y="0"/>
                  </a:moveTo>
                  <a:lnTo>
                    <a:pt x="11205600" y="0"/>
                  </a:lnTo>
                  <a:lnTo>
                    <a:pt x="11205600" y="1596800"/>
                  </a:lnTo>
                  <a:lnTo>
                    <a:pt x="0" y="1596800"/>
                  </a:lnTo>
                  <a:close/>
                </a:path>
              </a:pathLst>
            </a:custGeom>
            <a:blipFill>
              <a:blip r:embed="rId6">
                <a:alphaModFix amt="0"/>
              </a:blip>
              <a:stretch>
                <a:fillRect l="0" t="-86737" r="0" b="-86736"/>
              </a:stretch>
            </a:blipFill>
          </p:spPr>
        </p:sp>
        <p:sp>
          <p:nvSpPr>
            <p:cNvPr name="TextBox 7" id="7"/>
            <p:cNvSpPr txBox="true"/>
            <p:nvPr/>
          </p:nvSpPr>
          <p:spPr>
            <a:xfrm>
              <a:off x="0" y="-28575"/>
              <a:ext cx="11205604" cy="1625371"/>
            </a:xfrm>
            <a:prstGeom prst="rect">
              <a:avLst/>
            </a:prstGeom>
          </p:spPr>
          <p:txBody>
            <a:bodyPr anchor="ctr" rtlCol="false" tIns="0" lIns="0" bIns="0" rIns="0"/>
            <a:lstStyle/>
            <a:p>
              <a:pPr algn="ctr">
                <a:lnSpc>
                  <a:spcPts val="3840"/>
                </a:lnSpc>
              </a:pPr>
              <a:r>
                <a:rPr lang="en-US" b="true" sz="3200">
                  <a:solidFill>
                    <a:srgbClr val="2E2F38"/>
                  </a:solidFill>
                  <a:latin typeface="Arimo Bold"/>
                  <a:ea typeface="Arimo Bold"/>
                  <a:cs typeface="Arimo Bold"/>
                  <a:sym typeface="Arimo Bold"/>
                </a:rPr>
                <a:t>Jupiter’s rotation period</a:t>
              </a:r>
            </a:p>
          </p:txBody>
        </p:sp>
      </p:grpSp>
      <p:grpSp>
        <p:nvGrpSpPr>
          <p:cNvPr name="Group 8" id="8"/>
          <p:cNvGrpSpPr/>
          <p:nvPr/>
        </p:nvGrpSpPr>
        <p:grpSpPr>
          <a:xfrm rot="0">
            <a:off x="8430997" y="1104205"/>
            <a:ext cx="8404203" cy="1537802"/>
            <a:chOff x="0" y="0"/>
            <a:chExt cx="11205604" cy="2050402"/>
          </a:xfrm>
        </p:grpSpPr>
        <p:sp>
          <p:nvSpPr>
            <p:cNvPr name="Freeform 9" id="9"/>
            <p:cNvSpPr/>
            <p:nvPr/>
          </p:nvSpPr>
          <p:spPr>
            <a:xfrm flipH="false" flipV="false" rot="0">
              <a:off x="0" y="0"/>
              <a:ext cx="11205600" cy="2050400"/>
            </a:xfrm>
            <a:custGeom>
              <a:avLst/>
              <a:gdLst/>
              <a:ahLst/>
              <a:cxnLst/>
              <a:rect r="r" b="b" t="t" l="l"/>
              <a:pathLst>
                <a:path h="2050400" w="11205600">
                  <a:moveTo>
                    <a:pt x="0" y="0"/>
                  </a:moveTo>
                  <a:lnTo>
                    <a:pt x="11205600" y="0"/>
                  </a:lnTo>
                  <a:lnTo>
                    <a:pt x="11205600" y="2050400"/>
                  </a:lnTo>
                  <a:lnTo>
                    <a:pt x="0" y="2050400"/>
                  </a:lnTo>
                  <a:close/>
                </a:path>
              </a:pathLst>
            </a:custGeom>
            <a:blipFill>
              <a:blip r:embed="rId6">
                <a:alphaModFix amt="0"/>
              </a:blip>
              <a:stretch>
                <a:fillRect l="0" t="-56487" r="0" b="-56487"/>
              </a:stretch>
            </a:blipFill>
          </p:spPr>
        </p:sp>
        <p:sp>
          <p:nvSpPr>
            <p:cNvPr name="TextBox 10" id="10"/>
            <p:cNvSpPr txBox="true"/>
            <p:nvPr/>
          </p:nvSpPr>
          <p:spPr>
            <a:xfrm>
              <a:off x="0" y="-19050"/>
              <a:ext cx="11205604" cy="2069452"/>
            </a:xfrm>
            <a:prstGeom prst="rect">
              <a:avLst/>
            </a:prstGeom>
          </p:spPr>
          <p:txBody>
            <a:bodyPr anchor="ctr" rtlCol="false" tIns="0" lIns="0" bIns="0" rIns="0"/>
            <a:lstStyle/>
            <a:p>
              <a:pPr algn="ctr">
                <a:lnSpc>
                  <a:spcPts val="10800"/>
                </a:lnSpc>
              </a:pPr>
              <a:r>
                <a:rPr lang="en-US" b="true" sz="9000">
                  <a:solidFill>
                    <a:srgbClr val="2E2F38"/>
                  </a:solidFill>
                  <a:latin typeface="Balsamiq Sans Bold"/>
                  <a:ea typeface="Balsamiq Sans Bold"/>
                  <a:cs typeface="Balsamiq Sans Bold"/>
                  <a:sym typeface="Balsamiq Sans Bold"/>
                </a:rPr>
                <a:t>9h 55m 23s</a:t>
              </a:r>
            </a:p>
          </p:txBody>
        </p:sp>
      </p:grpSp>
      <p:grpSp>
        <p:nvGrpSpPr>
          <p:cNvPr name="Group 11" id="11"/>
          <p:cNvGrpSpPr/>
          <p:nvPr/>
        </p:nvGrpSpPr>
        <p:grpSpPr>
          <a:xfrm rot="0">
            <a:off x="8430997" y="3808724"/>
            <a:ext cx="8404203" cy="1537802"/>
            <a:chOff x="0" y="0"/>
            <a:chExt cx="11205604" cy="2050402"/>
          </a:xfrm>
        </p:grpSpPr>
        <p:sp>
          <p:nvSpPr>
            <p:cNvPr name="Freeform 12" id="12"/>
            <p:cNvSpPr/>
            <p:nvPr/>
          </p:nvSpPr>
          <p:spPr>
            <a:xfrm flipH="false" flipV="false" rot="0">
              <a:off x="0" y="0"/>
              <a:ext cx="11205600" cy="2050400"/>
            </a:xfrm>
            <a:custGeom>
              <a:avLst/>
              <a:gdLst/>
              <a:ahLst/>
              <a:cxnLst/>
              <a:rect r="r" b="b" t="t" l="l"/>
              <a:pathLst>
                <a:path h="2050400" w="11205600">
                  <a:moveTo>
                    <a:pt x="0" y="0"/>
                  </a:moveTo>
                  <a:lnTo>
                    <a:pt x="11205600" y="0"/>
                  </a:lnTo>
                  <a:lnTo>
                    <a:pt x="11205600" y="2050400"/>
                  </a:lnTo>
                  <a:lnTo>
                    <a:pt x="0" y="2050400"/>
                  </a:lnTo>
                  <a:close/>
                </a:path>
              </a:pathLst>
            </a:custGeom>
            <a:blipFill>
              <a:blip r:embed="rId6">
                <a:alphaModFix amt="0"/>
              </a:blip>
              <a:stretch>
                <a:fillRect l="0" t="-56487" r="0" b="-56487"/>
              </a:stretch>
            </a:blipFill>
          </p:spPr>
        </p:sp>
        <p:sp>
          <p:nvSpPr>
            <p:cNvPr name="TextBox 13" id="13"/>
            <p:cNvSpPr txBox="true"/>
            <p:nvPr/>
          </p:nvSpPr>
          <p:spPr>
            <a:xfrm>
              <a:off x="0" y="-19050"/>
              <a:ext cx="11205604" cy="2069452"/>
            </a:xfrm>
            <a:prstGeom prst="rect">
              <a:avLst/>
            </a:prstGeom>
          </p:spPr>
          <p:txBody>
            <a:bodyPr anchor="ctr" rtlCol="false" tIns="0" lIns="0" bIns="0" rIns="0"/>
            <a:lstStyle/>
            <a:p>
              <a:pPr algn="ctr">
                <a:lnSpc>
                  <a:spcPts val="10800"/>
                </a:lnSpc>
              </a:pPr>
              <a:r>
                <a:rPr lang="en-US" b="true" sz="9000">
                  <a:solidFill>
                    <a:srgbClr val="2E2F38"/>
                  </a:solidFill>
                  <a:latin typeface="Balsamiq Sans Bold"/>
                  <a:ea typeface="Balsamiq Sans Bold"/>
                  <a:cs typeface="Balsamiq Sans Bold"/>
                  <a:sym typeface="Balsamiq Sans Bold"/>
                </a:rPr>
                <a:t>333,000</a:t>
              </a:r>
            </a:p>
          </p:txBody>
        </p:sp>
      </p:grpSp>
      <p:grpSp>
        <p:nvGrpSpPr>
          <p:cNvPr name="Group 14" id="14"/>
          <p:cNvGrpSpPr/>
          <p:nvPr/>
        </p:nvGrpSpPr>
        <p:grpSpPr>
          <a:xfrm rot="0">
            <a:off x="8430997" y="5280670"/>
            <a:ext cx="8404203" cy="1197597"/>
            <a:chOff x="0" y="0"/>
            <a:chExt cx="11205604" cy="1596796"/>
          </a:xfrm>
        </p:grpSpPr>
        <p:sp>
          <p:nvSpPr>
            <p:cNvPr name="Freeform 15" id="15"/>
            <p:cNvSpPr/>
            <p:nvPr/>
          </p:nvSpPr>
          <p:spPr>
            <a:xfrm flipH="false" flipV="false" rot="0">
              <a:off x="0" y="0"/>
              <a:ext cx="11205600" cy="1596800"/>
            </a:xfrm>
            <a:custGeom>
              <a:avLst/>
              <a:gdLst/>
              <a:ahLst/>
              <a:cxnLst/>
              <a:rect r="r" b="b" t="t" l="l"/>
              <a:pathLst>
                <a:path h="1596800" w="11205600">
                  <a:moveTo>
                    <a:pt x="0" y="0"/>
                  </a:moveTo>
                  <a:lnTo>
                    <a:pt x="11205600" y="0"/>
                  </a:lnTo>
                  <a:lnTo>
                    <a:pt x="11205600" y="1596800"/>
                  </a:lnTo>
                  <a:lnTo>
                    <a:pt x="0" y="1596800"/>
                  </a:lnTo>
                  <a:close/>
                </a:path>
              </a:pathLst>
            </a:custGeom>
            <a:blipFill>
              <a:blip r:embed="rId6">
                <a:alphaModFix amt="0"/>
              </a:blip>
              <a:stretch>
                <a:fillRect l="0" t="-86737" r="0" b="-86736"/>
              </a:stretch>
            </a:blipFill>
          </p:spPr>
        </p:sp>
        <p:sp>
          <p:nvSpPr>
            <p:cNvPr name="TextBox 16" id="16"/>
            <p:cNvSpPr txBox="true"/>
            <p:nvPr/>
          </p:nvSpPr>
          <p:spPr>
            <a:xfrm>
              <a:off x="0" y="-28575"/>
              <a:ext cx="11205604" cy="1625371"/>
            </a:xfrm>
            <a:prstGeom prst="rect">
              <a:avLst/>
            </a:prstGeom>
          </p:spPr>
          <p:txBody>
            <a:bodyPr anchor="ctr" rtlCol="false" tIns="0" lIns="0" bIns="0" rIns="0"/>
            <a:lstStyle/>
            <a:p>
              <a:pPr algn="ctr">
                <a:lnSpc>
                  <a:spcPts val="3840"/>
                </a:lnSpc>
              </a:pPr>
              <a:r>
                <a:rPr lang="en-US" b="true" sz="3200">
                  <a:solidFill>
                    <a:srgbClr val="2E2F38"/>
                  </a:solidFill>
                  <a:latin typeface="Arimo Bold"/>
                  <a:ea typeface="Arimo Bold"/>
                  <a:cs typeface="Arimo Bold"/>
                  <a:sym typeface="Arimo Bold"/>
                </a:rPr>
                <a:t>The Sun’s mass compared to Earth’s</a:t>
              </a:r>
            </a:p>
          </p:txBody>
        </p:sp>
      </p:grpSp>
      <p:grpSp>
        <p:nvGrpSpPr>
          <p:cNvPr name="Group 17" id="17"/>
          <p:cNvGrpSpPr/>
          <p:nvPr/>
        </p:nvGrpSpPr>
        <p:grpSpPr>
          <a:xfrm rot="0">
            <a:off x="8430997" y="6513252"/>
            <a:ext cx="8404203" cy="1537802"/>
            <a:chOff x="0" y="0"/>
            <a:chExt cx="11205604" cy="2050402"/>
          </a:xfrm>
        </p:grpSpPr>
        <p:sp>
          <p:nvSpPr>
            <p:cNvPr name="Freeform 18" id="18"/>
            <p:cNvSpPr/>
            <p:nvPr/>
          </p:nvSpPr>
          <p:spPr>
            <a:xfrm flipH="false" flipV="false" rot="0">
              <a:off x="0" y="0"/>
              <a:ext cx="11205600" cy="2050400"/>
            </a:xfrm>
            <a:custGeom>
              <a:avLst/>
              <a:gdLst/>
              <a:ahLst/>
              <a:cxnLst/>
              <a:rect r="r" b="b" t="t" l="l"/>
              <a:pathLst>
                <a:path h="2050400" w="11205600">
                  <a:moveTo>
                    <a:pt x="0" y="0"/>
                  </a:moveTo>
                  <a:lnTo>
                    <a:pt x="11205600" y="0"/>
                  </a:lnTo>
                  <a:lnTo>
                    <a:pt x="11205600" y="2050400"/>
                  </a:lnTo>
                  <a:lnTo>
                    <a:pt x="0" y="2050400"/>
                  </a:lnTo>
                  <a:close/>
                </a:path>
              </a:pathLst>
            </a:custGeom>
            <a:blipFill>
              <a:blip r:embed="rId6">
                <a:alphaModFix amt="0"/>
              </a:blip>
              <a:stretch>
                <a:fillRect l="0" t="-56487" r="0" b="-56487"/>
              </a:stretch>
            </a:blipFill>
          </p:spPr>
        </p:sp>
        <p:sp>
          <p:nvSpPr>
            <p:cNvPr name="TextBox 19" id="19"/>
            <p:cNvSpPr txBox="true"/>
            <p:nvPr/>
          </p:nvSpPr>
          <p:spPr>
            <a:xfrm>
              <a:off x="0" y="-19050"/>
              <a:ext cx="11205604" cy="2069452"/>
            </a:xfrm>
            <a:prstGeom prst="rect">
              <a:avLst/>
            </a:prstGeom>
          </p:spPr>
          <p:txBody>
            <a:bodyPr anchor="ctr" rtlCol="false" tIns="0" lIns="0" bIns="0" rIns="0"/>
            <a:lstStyle/>
            <a:p>
              <a:pPr algn="ctr">
                <a:lnSpc>
                  <a:spcPts val="10800"/>
                </a:lnSpc>
              </a:pPr>
              <a:r>
                <a:rPr lang="en-US" b="true" sz="9000">
                  <a:solidFill>
                    <a:srgbClr val="2E2F38"/>
                  </a:solidFill>
                  <a:latin typeface="Balsamiq Sans Bold"/>
                  <a:ea typeface="Balsamiq Sans Bold"/>
                  <a:cs typeface="Balsamiq Sans Bold"/>
                  <a:sym typeface="Balsamiq Sans Bold"/>
                </a:rPr>
                <a:t>386,000 km</a:t>
              </a:r>
            </a:p>
          </p:txBody>
        </p:sp>
      </p:grpSp>
      <p:grpSp>
        <p:nvGrpSpPr>
          <p:cNvPr name="Group 20" id="20"/>
          <p:cNvGrpSpPr/>
          <p:nvPr/>
        </p:nvGrpSpPr>
        <p:grpSpPr>
          <a:xfrm rot="0">
            <a:off x="8430997" y="7985198"/>
            <a:ext cx="8404203" cy="1197597"/>
            <a:chOff x="0" y="0"/>
            <a:chExt cx="11205604" cy="1596796"/>
          </a:xfrm>
        </p:grpSpPr>
        <p:sp>
          <p:nvSpPr>
            <p:cNvPr name="Freeform 21" id="21"/>
            <p:cNvSpPr/>
            <p:nvPr/>
          </p:nvSpPr>
          <p:spPr>
            <a:xfrm flipH="false" flipV="false" rot="0">
              <a:off x="0" y="0"/>
              <a:ext cx="11205600" cy="1596800"/>
            </a:xfrm>
            <a:custGeom>
              <a:avLst/>
              <a:gdLst/>
              <a:ahLst/>
              <a:cxnLst/>
              <a:rect r="r" b="b" t="t" l="l"/>
              <a:pathLst>
                <a:path h="1596800" w="11205600">
                  <a:moveTo>
                    <a:pt x="0" y="0"/>
                  </a:moveTo>
                  <a:lnTo>
                    <a:pt x="11205600" y="0"/>
                  </a:lnTo>
                  <a:lnTo>
                    <a:pt x="11205600" y="1596800"/>
                  </a:lnTo>
                  <a:lnTo>
                    <a:pt x="0" y="1596800"/>
                  </a:lnTo>
                  <a:close/>
                </a:path>
              </a:pathLst>
            </a:custGeom>
            <a:blipFill>
              <a:blip r:embed="rId6">
                <a:alphaModFix amt="0"/>
              </a:blip>
              <a:stretch>
                <a:fillRect l="0" t="-86737" r="0" b="-86736"/>
              </a:stretch>
            </a:blipFill>
          </p:spPr>
        </p:sp>
        <p:sp>
          <p:nvSpPr>
            <p:cNvPr name="TextBox 22" id="22"/>
            <p:cNvSpPr txBox="true"/>
            <p:nvPr/>
          </p:nvSpPr>
          <p:spPr>
            <a:xfrm>
              <a:off x="0" y="-28575"/>
              <a:ext cx="11205604" cy="1625371"/>
            </a:xfrm>
            <a:prstGeom prst="rect">
              <a:avLst/>
            </a:prstGeom>
          </p:spPr>
          <p:txBody>
            <a:bodyPr anchor="ctr" rtlCol="false" tIns="0" lIns="0" bIns="0" rIns="0"/>
            <a:lstStyle/>
            <a:p>
              <a:pPr algn="ctr">
                <a:lnSpc>
                  <a:spcPts val="3840"/>
                </a:lnSpc>
              </a:pPr>
              <a:r>
                <a:rPr lang="en-US" b="true" sz="3200">
                  <a:solidFill>
                    <a:srgbClr val="2E2F38"/>
                  </a:solidFill>
                  <a:latin typeface="Arimo Bold"/>
                  <a:ea typeface="Arimo Bold"/>
                  <a:cs typeface="Arimo Bold"/>
                  <a:sym typeface="Arimo Bold"/>
                </a:rPr>
                <a:t>Distance between Earth and the Moon</a:t>
              </a:r>
            </a:p>
          </p:txBody>
        </p:sp>
      </p:grpSp>
      <p:sp>
        <p:nvSpPr>
          <p:cNvPr name="Freeform 23" id="23"/>
          <p:cNvSpPr/>
          <p:nvPr/>
        </p:nvSpPr>
        <p:spPr>
          <a:xfrm flipH="false" flipV="false" rot="0">
            <a:off x="1958235" y="5301425"/>
            <a:ext cx="3610975" cy="3840366"/>
          </a:xfrm>
          <a:custGeom>
            <a:avLst/>
            <a:gdLst/>
            <a:ahLst/>
            <a:cxnLst/>
            <a:rect r="r" b="b" t="t" l="l"/>
            <a:pathLst>
              <a:path h="3840366" w="3610975">
                <a:moveTo>
                  <a:pt x="0" y="0"/>
                </a:moveTo>
                <a:lnTo>
                  <a:pt x="3610975" y="0"/>
                </a:lnTo>
                <a:lnTo>
                  <a:pt x="3610975" y="3840365"/>
                </a:lnTo>
                <a:lnTo>
                  <a:pt x="0" y="384036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4" id="24"/>
          <p:cNvGrpSpPr/>
          <p:nvPr/>
        </p:nvGrpSpPr>
        <p:grpSpPr>
          <a:xfrm rot="-628440">
            <a:off x="2702176" y="2072049"/>
            <a:ext cx="4168664" cy="5838092"/>
            <a:chOff x="0" y="0"/>
            <a:chExt cx="5558218" cy="7784122"/>
          </a:xfrm>
        </p:grpSpPr>
        <p:sp>
          <p:nvSpPr>
            <p:cNvPr name="Freeform 25" id="25"/>
            <p:cNvSpPr/>
            <p:nvPr/>
          </p:nvSpPr>
          <p:spPr>
            <a:xfrm flipH="false" flipV="false" rot="0">
              <a:off x="0" y="0"/>
              <a:ext cx="5558155" cy="7784084"/>
            </a:xfrm>
            <a:custGeom>
              <a:avLst/>
              <a:gdLst/>
              <a:ahLst/>
              <a:cxnLst/>
              <a:rect r="r" b="b" t="t" l="l"/>
              <a:pathLst>
                <a:path h="7784084" w="5558155">
                  <a:moveTo>
                    <a:pt x="0" y="0"/>
                  </a:moveTo>
                  <a:lnTo>
                    <a:pt x="5558155" y="0"/>
                  </a:lnTo>
                  <a:lnTo>
                    <a:pt x="5558155" y="7784084"/>
                  </a:lnTo>
                  <a:lnTo>
                    <a:pt x="0" y="7784084"/>
                  </a:lnTo>
                  <a:lnTo>
                    <a:pt x="0" y="0"/>
                  </a:lnTo>
                  <a:close/>
                </a:path>
              </a:pathLst>
            </a:custGeom>
            <a:blipFill>
              <a:blip r:embed="rId9"/>
              <a:stretch>
                <a:fillRect l="-52341" t="-1180" r="-62243" b="-943"/>
              </a:stretch>
            </a:blipFill>
          </p:spPr>
        </p:sp>
      </p:grpSp>
      <p:sp>
        <p:nvSpPr>
          <p:cNvPr name="Freeform 26" id="26"/>
          <p:cNvSpPr/>
          <p:nvPr/>
        </p:nvSpPr>
        <p:spPr>
          <a:xfrm flipH="false" flipV="false" rot="0">
            <a:off x="4590421" y="868413"/>
            <a:ext cx="2589790" cy="2780919"/>
          </a:xfrm>
          <a:custGeom>
            <a:avLst/>
            <a:gdLst/>
            <a:ahLst/>
            <a:cxnLst/>
            <a:rect r="r" b="b" t="t" l="l"/>
            <a:pathLst>
              <a:path h="2780919" w="2589790">
                <a:moveTo>
                  <a:pt x="0" y="0"/>
                </a:moveTo>
                <a:lnTo>
                  <a:pt x="2589791" y="0"/>
                </a:lnTo>
                <a:lnTo>
                  <a:pt x="2589791" y="2780919"/>
                </a:lnTo>
                <a:lnTo>
                  <a:pt x="0" y="278091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968427" y="7340251"/>
            <a:ext cx="4163549" cy="1590075"/>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Mercury is the closest planet to the Sun and the smallest of them all</a:t>
            </a:r>
          </a:p>
        </p:txBody>
      </p:sp>
      <p:grpSp>
        <p:nvGrpSpPr>
          <p:cNvPr name="Group 6" id="6"/>
          <p:cNvGrpSpPr/>
          <p:nvPr/>
        </p:nvGrpSpPr>
        <p:grpSpPr>
          <a:xfrm rot="0">
            <a:off x="1876997" y="6264297"/>
            <a:ext cx="4346400" cy="1011003"/>
            <a:chOff x="0" y="0"/>
            <a:chExt cx="5795200" cy="1348003"/>
          </a:xfrm>
        </p:grpSpPr>
        <p:sp>
          <p:nvSpPr>
            <p:cNvPr name="Freeform 7" id="7"/>
            <p:cNvSpPr/>
            <p:nvPr/>
          </p:nvSpPr>
          <p:spPr>
            <a:xfrm flipH="false" flipV="false" rot="0">
              <a:off x="0" y="0"/>
              <a:ext cx="5795200" cy="1348000"/>
            </a:xfrm>
            <a:custGeom>
              <a:avLst/>
              <a:gdLst/>
              <a:ahLst/>
              <a:cxnLst/>
              <a:rect r="r" b="b" t="t" l="l"/>
              <a:pathLst>
                <a:path h="1348000" w="5795200">
                  <a:moveTo>
                    <a:pt x="0" y="0"/>
                  </a:moveTo>
                  <a:lnTo>
                    <a:pt x="5795200" y="0"/>
                  </a:lnTo>
                  <a:lnTo>
                    <a:pt x="5795200" y="1348000"/>
                  </a:lnTo>
                  <a:lnTo>
                    <a:pt x="0" y="1348000"/>
                  </a:lnTo>
                  <a:close/>
                </a:path>
              </a:pathLst>
            </a:custGeom>
            <a:blipFill>
              <a:blip r:embed="rId6">
                <a:alphaModFix amt="0"/>
              </a:blip>
              <a:stretch>
                <a:fillRect l="0" t="-33768" r="0" b="-33768"/>
              </a:stretch>
            </a:blipFill>
          </p:spPr>
        </p:sp>
        <p:sp>
          <p:nvSpPr>
            <p:cNvPr name="TextBox 8" id="8"/>
            <p:cNvSpPr txBox="true"/>
            <p:nvPr/>
          </p:nvSpPr>
          <p:spPr>
            <a:xfrm>
              <a:off x="0" y="-19050"/>
              <a:ext cx="5795200" cy="1367053"/>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Mercury</a:t>
              </a:r>
            </a:p>
          </p:txBody>
        </p:sp>
      </p:grpSp>
      <p:sp>
        <p:nvSpPr>
          <p:cNvPr name="TextBox 9" id="9"/>
          <p:cNvSpPr txBox="true"/>
          <p:nvPr/>
        </p:nvSpPr>
        <p:spPr>
          <a:xfrm rot="0">
            <a:off x="7062226" y="7340251"/>
            <a:ext cx="4163549" cy="1590075"/>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Venus has a beautiful name and is the second planet from the Sun</a:t>
            </a:r>
          </a:p>
        </p:txBody>
      </p:sp>
      <p:grpSp>
        <p:nvGrpSpPr>
          <p:cNvPr name="Group 10" id="10"/>
          <p:cNvGrpSpPr/>
          <p:nvPr/>
        </p:nvGrpSpPr>
        <p:grpSpPr>
          <a:xfrm rot="0">
            <a:off x="6970805" y="6264297"/>
            <a:ext cx="4346400" cy="1011003"/>
            <a:chOff x="0" y="0"/>
            <a:chExt cx="5795200" cy="1348003"/>
          </a:xfrm>
        </p:grpSpPr>
        <p:sp>
          <p:nvSpPr>
            <p:cNvPr name="Freeform 11" id="11"/>
            <p:cNvSpPr/>
            <p:nvPr/>
          </p:nvSpPr>
          <p:spPr>
            <a:xfrm flipH="false" flipV="false" rot="0">
              <a:off x="0" y="0"/>
              <a:ext cx="5795200" cy="1348000"/>
            </a:xfrm>
            <a:custGeom>
              <a:avLst/>
              <a:gdLst/>
              <a:ahLst/>
              <a:cxnLst/>
              <a:rect r="r" b="b" t="t" l="l"/>
              <a:pathLst>
                <a:path h="1348000" w="5795200">
                  <a:moveTo>
                    <a:pt x="0" y="0"/>
                  </a:moveTo>
                  <a:lnTo>
                    <a:pt x="5795200" y="0"/>
                  </a:lnTo>
                  <a:lnTo>
                    <a:pt x="5795200" y="1348000"/>
                  </a:lnTo>
                  <a:lnTo>
                    <a:pt x="0" y="1348000"/>
                  </a:lnTo>
                  <a:close/>
                </a:path>
              </a:pathLst>
            </a:custGeom>
            <a:blipFill>
              <a:blip r:embed="rId6">
                <a:alphaModFix amt="0"/>
              </a:blip>
              <a:stretch>
                <a:fillRect l="0" t="-33768" r="0" b="-33768"/>
              </a:stretch>
            </a:blipFill>
          </p:spPr>
        </p:sp>
        <p:sp>
          <p:nvSpPr>
            <p:cNvPr name="TextBox 12" id="12"/>
            <p:cNvSpPr txBox="true"/>
            <p:nvPr/>
          </p:nvSpPr>
          <p:spPr>
            <a:xfrm>
              <a:off x="0" y="-19050"/>
              <a:ext cx="5795200" cy="1367053"/>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Venus</a:t>
              </a:r>
            </a:p>
          </p:txBody>
        </p:sp>
      </p:grpSp>
      <p:sp>
        <p:nvSpPr>
          <p:cNvPr name="TextBox 13" id="13"/>
          <p:cNvSpPr txBox="true"/>
          <p:nvPr/>
        </p:nvSpPr>
        <p:spPr>
          <a:xfrm rot="0">
            <a:off x="12156024" y="7340251"/>
            <a:ext cx="4163549" cy="1590075"/>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Despite being red, Mars is a cold place. It’s full of iron oxide dust</a:t>
            </a:r>
          </a:p>
        </p:txBody>
      </p:sp>
      <p:grpSp>
        <p:nvGrpSpPr>
          <p:cNvPr name="Group 14" id="14"/>
          <p:cNvGrpSpPr/>
          <p:nvPr/>
        </p:nvGrpSpPr>
        <p:grpSpPr>
          <a:xfrm rot="0">
            <a:off x="12064603" y="6264297"/>
            <a:ext cx="4346400" cy="1011003"/>
            <a:chOff x="0" y="0"/>
            <a:chExt cx="5795200" cy="1348003"/>
          </a:xfrm>
        </p:grpSpPr>
        <p:sp>
          <p:nvSpPr>
            <p:cNvPr name="Freeform 15" id="15"/>
            <p:cNvSpPr/>
            <p:nvPr/>
          </p:nvSpPr>
          <p:spPr>
            <a:xfrm flipH="false" flipV="false" rot="0">
              <a:off x="0" y="0"/>
              <a:ext cx="5795200" cy="1348000"/>
            </a:xfrm>
            <a:custGeom>
              <a:avLst/>
              <a:gdLst/>
              <a:ahLst/>
              <a:cxnLst/>
              <a:rect r="r" b="b" t="t" l="l"/>
              <a:pathLst>
                <a:path h="1348000" w="5795200">
                  <a:moveTo>
                    <a:pt x="0" y="0"/>
                  </a:moveTo>
                  <a:lnTo>
                    <a:pt x="5795200" y="0"/>
                  </a:lnTo>
                  <a:lnTo>
                    <a:pt x="5795200" y="1348000"/>
                  </a:lnTo>
                  <a:lnTo>
                    <a:pt x="0" y="1348000"/>
                  </a:lnTo>
                  <a:close/>
                </a:path>
              </a:pathLst>
            </a:custGeom>
            <a:blipFill>
              <a:blip r:embed="rId6">
                <a:alphaModFix amt="0"/>
              </a:blip>
              <a:stretch>
                <a:fillRect l="0" t="-33768" r="0" b="-33768"/>
              </a:stretch>
            </a:blipFill>
          </p:spPr>
        </p:sp>
        <p:sp>
          <p:nvSpPr>
            <p:cNvPr name="TextBox 16" id="16"/>
            <p:cNvSpPr txBox="true"/>
            <p:nvPr/>
          </p:nvSpPr>
          <p:spPr>
            <a:xfrm>
              <a:off x="0" y="-19050"/>
              <a:ext cx="5795200" cy="1367053"/>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Mars</a:t>
              </a:r>
            </a:p>
          </p:txBody>
        </p:sp>
      </p:grpSp>
      <p:grpSp>
        <p:nvGrpSpPr>
          <p:cNvPr name="Group 17" id="17"/>
          <p:cNvGrpSpPr/>
          <p:nvPr/>
        </p:nvGrpSpPr>
        <p:grpSpPr>
          <a:xfrm rot="0">
            <a:off x="2658123" y="2939024"/>
            <a:ext cx="2784710" cy="2784710"/>
            <a:chOff x="0" y="0"/>
            <a:chExt cx="3712947" cy="3712947"/>
          </a:xfrm>
        </p:grpSpPr>
        <p:sp>
          <p:nvSpPr>
            <p:cNvPr name="Freeform 18" id="18"/>
            <p:cNvSpPr/>
            <p:nvPr/>
          </p:nvSpPr>
          <p:spPr>
            <a:xfrm flipH="false" flipV="false" rot="0">
              <a:off x="0" y="0"/>
              <a:ext cx="3712972" cy="3712972"/>
            </a:xfrm>
            <a:custGeom>
              <a:avLst/>
              <a:gdLst/>
              <a:ahLst/>
              <a:cxnLst/>
              <a:rect r="r" b="b" t="t" l="l"/>
              <a:pathLst>
                <a:path h="3712972" w="3712972">
                  <a:moveTo>
                    <a:pt x="0" y="1856486"/>
                  </a:moveTo>
                  <a:cubicBezTo>
                    <a:pt x="0" y="831215"/>
                    <a:pt x="831215" y="0"/>
                    <a:pt x="1856486" y="0"/>
                  </a:cubicBezTo>
                  <a:cubicBezTo>
                    <a:pt x="2881757" y="0"/>
                    <a:pt x="3712972" y="831215"/>
                    <a:pt x="3712972" y="1856486"/>
                  </a:cubicBezTo>
                  <a:cubicBezTo>
                    <a:pt x="3712972" y="2881757"/>
                    <a:pt x="2881757" y="3712972"/>
                    <a:pt x="1856486" y="3712972"/>
                  </a:cubicBezTo>
                  <a:cubicBezTo>
                    <a:pt x="831215" y="3712972"/>
                    <a:pt x="0" y="2881757"/>
                    <a:pt x="0" y="1856486"/>
                  </a:cubicBezTo>
                  <a:close/>
                  <a:moveTo>
                    <a:pt x="442976" y="1856486"/>
                  </a:moveTo>
                  <a:cubicBezTo>
                    <a:pt x="442976" y="2637155"/>
                    <a:pt x="1075817" y="3269996"/>
                    <a:pt x="1856486" y="3269996"/>
                  </a:cubicBezTo>
                  <a:cubicBezTo>
                    <a:pt x="2637155" y="3269996"/>
                    <a:pt x="3269996" y="2637155"/>
                    <a:pt x="3269996" y="1856486"/>
                  </a:cubicBezTo>
                  <a:cubicBezTo>
                    <a:pt x="3269996" y="1075817"/>
                    <a:pt x="2637155" y="442976"/>
                    <a:pt x="1856486" y="442976"/>
                  </a:cubicBezTo>
                  <a:cubicBezTo>
                    <a:pt x="1075817" y="442976"/>
                    <a:pt x="442976" y="1075817"/>
                    <a:pt x="442976" y="1856486"/>
                  </a:cubicBezTo>
                  <a:close/>
                </a:path>
              </a:pathLst>
            </a:custGeom>
            <a:blipFill>
              <a:blip r:embed="rId6">
                <a:alphaModFix amt="0"/>
              </a:blip>
              <a:stretch>
                <a:fillRect l="-78303" t="0" r="-78302" b="0"/>
              </a:stretch>
            </a:blipFill>
            <a:ln w="19050" cap="sq">
              <a:solidFill>
                <a:srgbClr val="2E2F38"/>
              </a:solidFill>
              <a:prstDash val="solid"/>
              <a:miter/>
            </a:ln>
          </p:spPr>
        </p:sp>
      </p:grpSp>
      <p:grpSp>
        <p:nvGrpSpPr>
          <p:cNvPr name="Group 19" id="19"/>
          <p:cNvGrpSpPr/>
          <p:nvPr/>
        </p:nvGrpSpPr>
        <p:grpSpPr>
          <a:xfrm rot="0">
            <a:off x="2642873" y="2923775"/>
            <a:ext cx="2814657" cy="2814657"/>
            <a:chOff x="0" y="0"/>
            <a:chExt cx="3752875" cy="3752875"/>
          </a:xfrm>
        </p:grpSpPr>
        <p:sp>
          <p:nvSpPr>
            <p:cNvPr name="Freeform 20" id="20"/>
            <p:cNvSpPr/>
            <p:nvPr/>
          </p:nvSpPr>
          <p:spPr>
            <a:xfrm flipH="false" flipV="false" rot="0">
              <a:off x="1845437" y="1"/>
              <a:ext cx="1907413" cy="1877440"/>
            </a:xfrm>
            <a:custGeom>
              <a:avLst/>
              <a:gdLst/>
              <a:ahLst/>
              <a:cxnLst/>
              <a:rect r="r" b="b" t="t" l="l"/>
              <a:pathLst>
                <a:path h="1877440" w="1907413">
                  <a:moveTo>
                    <a:pt x="1907413" y="1877440"/>
                  </a:moveTo>
                  <a:cubicBezTo>
                    <a:pt x="1907667" y="1374266"/>
                    <a:pt x="1705864" y="892047"/>
                    <a:pt x="1347216" y="538987"/>
                  </a:cubicBezTo>
                  <a:cubicBezTo>
                    <a:pt x="988568" y="185927"/>
                    <a:pt x="503174" y="-8002"/>
                    <a:pt x="0" y="253"/>
                  </a:cubicBezTo>
                  <a:lnTo>
                    <a:pt x="7874" y="477138"/>
                  </a:lnTo>
                  <a:cubicBezTo>
                    <a:pt x="383159" y="470915"/>
                    <a:pt x="745109" y="615695"/>
                    <a:pt x="1012571" y="878966"/>
                  </a:cubicBezTo>
                  <a:cubicBezTo>
                    <a:pt x="1280033" y="1142237"/>
                    <a:pt x="1430528" y="1501901"/>
                    <a:pt x="1430401" y="1877186"/>
                  </a:cubicBezTo>
                  <a:close/>
                </a:path>
              </a:pathLst>
            </a:custGeom>
            <a:solidFill>
              <a:srgbClr val="933D28"/>
            </a:solidFill>
            <a:ln w="19050" cap="sq">
              <a:solidFill>
                <a:srgbClr val="2E2F38"/>
              </a:solidFill>
              <a:prstDash val="solid"/>
              <a:miter/>
            </a:ln>
          </p:spPr>
        </p:sp>
      </p:grpSp>
      <p:grpSp>
        <p:nvGrpSpPr>
          <p:cNvPr name="Group 21" id="21"/>
          <p:cNvGrpSpPr/>
          <p:nvPr/>
        </p:nvGrpSpPr>
        <p:grpSpPr>
          <a:xfrm rot="0">
            <a:off x="7751921" y="2939024"/>
            <a:ext cx="2784710" cy="2784710"/>
            <a:chOff x="0" y="0"/>
            <a:chExt cx="3712947" cy="3712947"/>
          </a:xfrm>
        </p:grpSpPr>
        <p:sp>
          <p:nvSpPr>
            <p:cNvPr name="Freeform 22" id="22"/>
            <p:cNvSpPr/>
            <p:nvPr/>
          </p:nvSpPr>
          <p:spPr>
            <a:xfrm flipH="false" flipV="false" rot="0">
              <a:off x="0" y="0"/>
              <a:ext cx="3712972" cy="3712972"/>
            </a:xfrm>
            <a:custGeom>
              <a:avLst/>
              <a:gdLst/>
              <a:ahLst/>
              <a:cxnLst/>
              <a:rect r="r" b="b" t="t" l="l"/>
              <a:pathLst>
                <a:path h="3712972" w="3712972">
                  <a:moveTo>
                    <a:pt x="0" y="1856486"/>
                  </a:moveTo>
                  <a:cubicBezTo>
                    <a:pt x="0" y="831215"/>
                    <a:pt x="831215" y="0"/>
                    <a:pt x="1856486" y="0"/>
                  </a:cubicBezTo>
                  <a:cubicBezTo>
                    <a:pt x="2881757" y="0"/>
                    <a:pt x="3712972" y="831215"/>
                    <a:pt x="3712972" y="1856486"/>
                  </a:cubicBezTo>
                  <a:cubicBezTo>
                    <a:pt x="3712972" y="2881757"/>
                    <a:pt x="2881757" y="3712972"/>
                    <a:pt x="1856486" y="3712972"/>
                  </a:cubicBezTo>
                  <a:cubicBezTo>
                    <a:pt x="831215" y="3712972"/>
                    <a:pt x="0" y="2881757"/>
                    <a:pt x="0" y="1856486"/>
                  </a:cubicBezTo>
                  <a:close/>
                  <a:moveTo>
                    <a:pt x="442976" y="1856486"/>
                  </a:moveTo>
                  <a:cubicBezTo>
                    <a:pt x="442976" y="2637155"/>
                    <a:pt x="1075817" y="3269996"/>
                    <a:pt x="1856486" y="3269996"/>
                  </a:cubicBezTo>
                  <a:cubicBezTo>
                    <a:pt x="2637155" y="3269996"/>
                    <a:pt x="3269996" y="2637155"/>
                    <a:pt x="3269996" y="1856486"/>
                  </a:cubicBezTo>
                  <a:cubicBezTo>
                    <a:pt x="3269996" y="1075817"/>
                    <a:pt x="2637155" y="442976"/>
                    <a:pt x="1856486" y="442976"/>
                  </a:cubicBezTo>
                  <a:cubicBezTo>
                    <a:pt x="1075817" y="442976"/>
                    <a:pt x="442976" y="1075817"/>
                    <a:pt x="442976" y="1856486"/>
                  </a:cubicBezTo>
                  <a:close/>
                </a:path>
              </a:pathLst>
            </a:custGeom>
            <a:blipFill>
              <a:blip r:embed="rId6">
                <a:alphaModFix amt="0"/>
              </a:blip>
              <a:stretch>
                <a:fillRect l="-78303" t="0" r="-78302" b="0"/>
              </a:stretch>
            </a:blipFill>
            <a:ln w="19050" cap="sq">
              <a:solidFill>
                <a:srgbClr val="2E2F38"/>
              </a:solidFill>
              <a:prstDash val="solid"/>
              <a:miter/>
            </a:ln>
          </p:spPr>
        </p:sp>
      </p:grpSp>
      <p:grpSp>
        <p:nvGrpSpPr>
          <p:cNvPr name="Group 23" id="23"/>
          <p:cNvGrpSpPr/>
          <p:nvPr/>
        </p:nvGrpSpPr>
        <p:grpSpPr>
          <a:xfrm rot="0">
            <a:off x="7736672" y="2923775"/>
            <a:ext cx="2814657" cy="2814657"/>
            <a:chOff x="0" y="0"/>
            <a:chExt cx="3752875" cy="3752875"/>
          </a:xfrm>
        </p:grpSpPr>
        <p:sp>
          <p:nvSpPr>
            <p:cNvPr name="Freeform 24" id="24"/>
            <p:cNvSpPr/>
            <p:nvPr/>
          </p:nvSpPr>
          <p:spPr>
            <a:xfrm flipH="false" flipV="false" rot="0">
              <a:off x="1845437" y="-5"/>
              <a:ext cx="1907462" cy="3752855"/>
            </a:xfrm>
            <a:custGeom>
              <a:avLst/>
              <a:gdLst/>
              <a:ahLst/>
              <a:cxnLst/>
              <a:rect r="r" b="b" t="t" l="l"/>
              <a:pathLst>
                <a:path h="3752855" w="1907462">
                  <a:moveTo>
                    <a:pt x="31369" y="3752855"/>
                  </a:moveTo>
                  <a:cubicBezTo>
                    <a:pt x="705358" y="3752728"/>
                    <a:pt x="1327531" y="3391159"/>
                    <a:pt x="1661287" y="2805435"/>
                  </a:cubicBezTo>
                  <a:cubicBezTo>
                    <a:pt x="1995043" y="2219711"/>
                    <a:pt x="1989074" y="1500256"/>
                    <a:pt x="1645539" y="920247"/>
                  </a:cubicBezTo>
                  <a:cubicBezTo>
                    <a:pt x="1302004" y="340238"/>
                    <a:pt x="673989" y="-10917"/>
                    <a:pt x="0" y="259"/>
                  </a:cubicBezTo>
                  <a:lnTo>
                    <a:pt x="7874" y="477144"/>
                  </a:lnTo>
                  <a:cubicBezTo>
                    <a:pt x="510540" y="468889"/>
                    <a:pt x="978916" y="730763"/>
                    <a:pt x="1235075" y="1163325"/>
                  </a:cubicBezTo>
                  <a:cubicBezTo>
                    <a:pt x="1491234" y="1595887"/>
                    <a:pt x="1495679" y="2132589"/>
                    <a:pt x="1246759" y="2569342"/>
                  </a:cubicBezTo>
                  <a:cubicBezTo>
                    <a:pt x="997839" y="3006095"/>
                    <a:pt x="533781" y="3275843"/>
                    <a:pt x="31115" y="3275843"/>
                  </a:cubicBezTo>
                  <a:close/>
                </a:path>
              </a:pathLst>
            </a:custGeom>
            <a:solidFill>
              <a:srgbClr val="F09C31"/>
            </a:solidFill>
            <a:ln w="19050" cap="sq">
              <a:solidFill>
                <a:srgbClr val="2E2F38"/>
              </a:solidFill>
              <a:prstDash val="solid"/>
              <a:miter/>
            </a:ln>
          </p:spPr>
        </p:sp>
      </p:grpSp>
      <p:grpSp>
        <p:nvGrpSpPr>
          <p:cNvPr name="Group 25" id="25"/>
          <p:cNvGrpSpPr/>
          <p:nvPr/>
        </p:nvGrpSpPr>
        <p:grpSpPr>
          <a:xfrm rot="0">
            <a:off x="12845729" y="2939024"/>
            <a:ext cx="2784710" cy="2784710"/>
            <a:chOff x="0" y="0"/>
            <a:chExt cx="3712947" cy="3712947"/>
          </a:xfrm>
        </p:grpSpPr>
        <p:sp>
          <p:nvSpPr>
            <p:cNvPr name="Freeform 26" id="26"/>
            <p:cNvSpPr/>
            <p:nvPr/>
          </p:nvSpPr>
          <p:spPr>
            <a:xfrm flipH="false" flipV="false" rot="0">
              <a:off x="0" y="0"/>
              <a:ext cx="3712972" cy="3712972"/>
            </a:xfrm>
            <a:custGeom>
              <a:avLst/>
              <a:gdLst/>
              <a:ahLst/>
              <a:cxnLst/>
              <a:rect r="r" b="b" t="t" l="l"/>
              <a:pathLst>
                <a:path h="3712972" w="3712972">
                  <a:moveTo>
                    <a:pt x="0" y="1856486"/>
                  </a:moveTo>
                  <a:cubicBezTo>
                    <a:pt x="0" y="831215"/>
                    <a:pt x="831215" y="0"/>
                    <a:pt x="1856486" y="0"/>
                  </a:cubicBezTo>
                  <a:cubicBezTo>
                    <a:pt x="2881757" y="0"/>
                    <a:pt x="3712972" y="831215"/>
                    <a:pt x="3712972" y="1856486"/>
                  </a:cubicBezTo>
                  <a:cubicBezTo>
                    <a:pt x="3712972" y="2881757"/>
                    <a:pt x="2881757" y="3712972"/>
                    <a:pt x="1856486" y="3712972"/>
                  </a:cubicBezTo>
                  <a:cubicBezTo>
                    <a:pt x="831215" y="3712972"/>
                    <a:pt x="0" y="2881757"/>
                    <a:pt x="0" y="1856486"/>
                  </a:cubicBezTo>
                  <a:close/>
                  <a:moveTo>
                    <a:pt x="442976" y="1856486"/>
                  </a:moveTo>
                  <a:cubicBezTo>
                    <a:pt x="442976" y="2637155"/>
                    <a:pt x="1075817" y="3269996"/>
                    <a:pt x="1856486" y="3269996"/>
                  </a:cubicBezTo>
                  <a:cubicBezTo>
                    <a:pt x="2637155" y="3269996"/>
                    <a:pt x="3269996" y="2637155"/>
                    <a:pt x="3269996" y="1856486"/>
                  </a:cubicBezTo>
                  <a:cubicBezTo>
                    <a:pt x="3269996" y="1075817"/>
                    <a:pt x="2637155" y="442976"/>
                    <a:pt x="1856486" y="442976"/>
                  </a:cubicBezTo>
                  <a:cubicBezTo>
                    <a:pt x="1075817" y="442976"/>
                    <a:pt x="442976" y="1075817"/>
                    <a:pt x="442976" y="1856486"/>
                  </a:cubicBezTo>
                  <a:close/>
                </a:path>
              </a:pathLst>
            </a:custGeom>
            <a:blipFill>
              <a:blip r:embed="rId6">
                <a:alphaModFix amt="0"/>
              </a:blip>
              <a:stretch>
                <a:fillRect l="-78303" t="0" r="-78302" b="0"/>
              </a:stretch>
            </a:blipFill>
            <a:ln w="19050" cap="sq">
              <a:solidFill>
                <a:srgbClr val="2E2F38"/>
              </a:solidFill>
              <a:prstDash val="solid"/>
              <a:miter/>
            </a:ln>
          </p:spPr>
        </p:sp>
      </p:grpSp>
      <p:grpSp>
        <p:nvGrpSpPr>
          <p:cNvPr name="Group 27" id="27"/>
          <p:cNvGrpSpPr/>
          <p:nvPr/>
        </p:nvGrpSpPr>
        <p:grpSpPr>
          <a:xfrm rot="0">
            <a:off x="12830470" y="2923775"/>
            <a:ext cx="2814657" cy="2814657"/>
            <a:chOff x="0" y="0"/>
            <a:chExt cx="3752875" cy="3752875"/>
          </a:xfrm>
        </p:grpSpPr>
        <p:sp>
          <p:nvSpPr>
            <p:cNvPr name="Freeform 28" id="28"/>
            <p:cNvSpPr/>
            <p:nvPr/>
          </p:nvSpPr>
          <p:spPr>
            <a:xfrm flipH="false" flipV="false" rot="0">
              <a:off x="0" y="-4"/>
              <a:ext cx="3752980" cy="3752903"/>
            </a:xfrm>
            <a:custGeom>
              <a:avLst/>
              <a:gdLst/>
              <a:ahLst/>
              <a:cxnLst/>
              <a:rect r="r" b="b" t="t" l="l"/>
              <a:pathLst>
                <a:path h="3752903" w="3752980">
                  <a:moveTo>
                    <a:pt x="0" y="1890653"/>
                  </a:moveTo>
                  <a:cubicBezTo>
                    <a:pt x="5715" y="2651129"/>
                    <a:pt x="469900" y="3332865"/>
                    <a:pt x="1175385" y="3616964"/>
                  </a:cubicBezTo>
                  <a:cubicBezTo>
                    <a:pt x="1880870" y="3901063"/>
                    <a:pt x="2687955" y="3731391"/>
                    <a:pt x="3219196" y="3187196"/>
                  </a:cubicBezTo>
                  <a:cubicBezTo>
                    <a:pt x="3750437" y="2643001"/>
                    <a:pt x="3900678" y="1831979"/>
                    <a:pt x="3599688" y="1133733"/>
                  </a:cubicBezTo>
                  <a:cubicBezTo>
                    <a:pt x="3298698" y="435487"/>
                    <a:pt x="2605786" y="-12315"/>
                    <a:pt x="1845437" y="258"/>
                  </a:cubicBezTo>
                  <a:lnTo>
                    <a:pt x="1853311" y="477143"/>
                  </a:lnTo>
                  <a:cubicBezTo>
                    <a:pt x="2420366" y="467745"/>
                    <a:pt x="2937002" y="801628"/>
                    <a:pt x="3161538" y="1322455"/>
                  </a:cubicBezTo>
                  <a:cubicBezTo>
                    <a:pt x="3386074" y="1843282"/>
                    <a:pt x="3273933" y="2448183"/>
                    <a:pt x="2877820" y="2853948"/>
                  </a:cubicBezTo>
                  <a:cubicBezTo>
                    <a:pt x="2481707" y="3259713"/>
                    <a:pt x="1879727" y="3386332"/>
                    <a:pt x="1353566" y="3174496"/>
                  </a:cubicBezTo>
                  <a:cubicBezTo>
                    <a:pt x="827405" y="2962660"/>
                    <a:pt x="481330" y="2454152"/>
                    <a:pt x="477012" y="1887097"/>
                  </a:cubicBezTo>
                  <a:close/>
                </a:path>
              </a:pathLst>
            </a:custGeom>
            <a:solidFill>
              <a:srgbClr val="F0F0C2"/>
            </a:solidFill>
            <a:ln w="19050" cap="sq">
              <a:solidFill>
                <a:srgbClr val="2E2F38"/>
              </a:solidFill>
              <a:prstDash val="solid"/>
              <a:miter/>
            </a:ln>
          </p:spPr>
        </p:sp>
      </p:grpSp>
      <p:sp>
        <p:nvSpPr>
          <p:cNvPr name="TextBox 29" id="29"/>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Let’s use some percentages</a:t>
            </a:r>
          </a:p>
        </p:txBody>
      </p:sp>
      <p:grpSp>
        <p:nvGrpSpPr>
          <p:cNvPr name="Group 30" id="30"/>
          <p:cNvGrpSpPr/>
          <p:nvPr/>
        </p:nvGrpSpPr>
        <p:grpSpPr>
          <a:xfrm rot="0">
            <a:off x="8156400" y="3924300"/>
            <a:ext cx="1975199" cy="813597"/>
            <a:chOff x="0" y="0"/>
            <a:chExt cx="2633599" cy="1084796"/>
          </a:xfrm>
        </p:grpSpPr>
        <p:sp>
          <p:nvSpPr>
            <p:cNvPr name="Freeform 31" id="31"/>
            <p:cNvSpPr/>
            <p:nvPr/>
          </p:nvSpPr>
          <p:spPr>
            <a:xfrm flipH="false" flipV="false" rot="0">
              <a:off x="0" y="0"/>
              <a:ext cx="2633600" cy="1084800"/>
            </a:xfrm>
            <a:custGeom>
              <a:avLst/>
              <a:gdLst/>
              <a:ahLst/>
              <a:cxnLst/>
              <a:rect r="r" b="b" t="t" l="l"/>
              <a:pathLst>
                <a:path h="1084800" w="2633600">
                  <a:moveTo>
                    <a:pt x="0" y="0"/>
                  </a:moveTo>
                  <a:lnTo>
                    <a:pt x="2633600" y="0"/>
                  </a:lnTo>
                  <a:lnTo>
                    <a:pt x="2633600" y="1084800"/>
                  </a:lnTo>
                  <a:lnTo>
                    <a:pt x="0" y="1084800"/>
                  </a:lnTo>
                  <a:close/>
                </a:path>
              </a:pathLst>
            </a:custGeom>
            <a:blipFill>
              <a:blip r:embed="rId6">
                <a:alphaModFix amt="0"/>
              </a:blip>
              <a:stretch>
                <a:fillRect l="-2849" t="0" r="-2849" b="0"/>
              </a:stretch>
            </a:blipFill>
          </p:spPr>
        </p:sp>
        <p:sp>
          <p:nvSpPr>
            <p:cNvPr name="TextBox 32" id="32"/>
            <p:cNvSpPr txBox="true"/>
            <p:nvPr/>
          </p:nvSpPr>
          <p:spPr>
            <a:xfrm>
              <a:off x="0" y="-9525"/>
              <a:ext cx="2633599" cy="1094321"/>
            </a:xfrm>
            <a:prstGeom prst="rect">
              <a:avLst/>
            </a:prstGeom>
          </p:spPr>
          <p:txBody>
            <a:bodyPr anchor="ctr" rtlCol="false" tIns="0" lIns="0" bIns="0" rIns="0"/>
            <a:lstStyle/>
            <a:p>
              <a:pPr algn="ctr">
                <a:lnSpc>
                  <a:spcPts val="5999"/>
                </a:lnSpc>
              </a:pPr>
              <a:r>
                <a:rPr lang="en-US" b="true" sz="4999">
                  <a:solidFill>
                    <a:srgbClr val="2E2F38"/>
                  </a:solidFill>
                  <a:latin typeface="Balsamiq Sans Bold"/>
                  <a:ea typeface="Balsamiq Sans Bold"/>
                  <a:cs typeface="Balsamiq Sans Bold"/>
                  <a:sym typeface="Balsamiq Sans Bold"/>
                </a:rPr>
                <a:t>50%</a:t>
              </a:r>
            </a:p>
          </p:txBody>
        </p:sp>
      </p:grpSp>
      <p:grpSp>
        <p:nvGrpSpPr>
          <p:cNvPr name="Group 33" id="33"/>
          <p:cNvGrpSpPr/>
          <p:nvPr/>
        </p:nvGrpSpPr>
        <p:grpSpPr>
          <a:xfrm rot="0">
            <a:off x="13245446" y="3924300"/>
            <a:ext cx="1975199" cy="813597"/>
            <a:chOff x="0" y="0"/>
            <a:chExt cx="2633599" cy="1084796"/>
          </a:xfrm>
        </p:grpSpPr>
        <p:sp>
          <p:nvSpPr>
            <p:cNvPr name="Freeform 34" id="34"/>
            <p:cNvSpPr/>
            <p:nvPr/>
          </p:nvSpPr>
          <p:spPr>
            <a:xfrm flipH="false" flipV="false" rot="0">
              <a:off x="0" y="0"/>
              <a:ext cx="2633600" cy="1084800"/>
            </a:xfrm>
            <a:custGeom>
              <a:avLst/>
              <a:gdLst/>
              <a:ahLst/>
              <a:cxnLst/>
              <a:rect r="r" b="b" t="t" l="l"/>
              <a:pathLst>
                <a:path h="1084800" w="2633600">
                  <a:moveTo>
                    <a:pt x="0" y="0"/>
                  </a:moveTo>
                  <a:lnTo>
                    <a:pt x="2633600" y="0"/>
                  </a:lnTo>
                  <a:lnTo>
                    <a:pt x="2633600" y="1084800"/>
                  </a:lnTo>
                  <a:lnTo>
                    <a:pt x="0" y="1084800"/>
                  </a:lnTo>
                  <a:close/>
                </a:path>
              </a:pathLst>
            </a:custGeom>
            <a:blipFill>
              <a:blip r:embed="rId6">
                <a:alphaModFix amt="0"/>
              </a:blip>
              <a:stretch>
                <a:fillRect l="-2849" t="0" r="-2849" b="0"/>
              </a:stretch>
            </a:blipFill>
          </p:spPr>
        </p:sp>
        <p:sp>
          <p:nvSpPr>
            <p:cNvPr name="TextBox 35" id="35"/>
            <p:cNvSpPr txBox="true"/>
            <p:nvPr/>
          </p:nvSpPr>
          <p:spPr>
            <a:xfrm>
              <a:off x="0" y="-9525"/>
              <a:ext cx="2633599" cy="1094321"/>
            </a:xfrm>
            <a:prstGeom prst="rect">
              <a:avLst/>
            </a:prstGeom>
          </p:spPr>
          <p:txBody>
            <a:bodyPr anchor="ctr" rtlCol="false" tIns="0" lIns="0" bIns="0" rIns="0"/>
            <a:lstStyle/>
            <a:p>
              <a:pPr algn="ctr">
                <a:lnSpc>
                  <a:spcPts val="5999"/>
                </a:lnSpc>
              </a:pPr>
              <a:r>
                <a:rPr lang="en-US" b="true" sz="4999">
                  <a:solidFill>
                    <a:srgbClr val="2E2F38"/>
                  </a:solidFill>
                  <a:latin typeface="Balsamiq Sans Bold"/>
                  <a:ea typeface="Balsamiq Sans Bold"/>
                  <a:cs typeface="Balsamiq Sans Bold"/>
                  <a:sym typeface="Balsamiq Sans Bold"/>
                </a:rPr>
                <a:t>75%</a:t>
              </a:r>
            </a:p>
          </p:txBody>
        </p:sp>
      </p:grpSp>
      <p:grpSp>
        <p:nvGrpSpPr>
          <p:cNvPr name="Group 36" id="36"/>
          <p:cNvGrpSpPr/>
          <p:nvPr/>
        </p:nvGrpSpPr>
        <p:grpSpPr>
          <a:xfrm rot="0">
            <a:off x="3062754" y="3924300"/>
            <a:ext cx="1975199" cy="813597"/>
            <a:chOff x="0" y="0"/>
            <a:chExt cx="2633599" cy="1084796"/>
          </a:xfrm>
        </p:grpSpPr>
        <p:sp>
          <p:nvSpPr>
            <p:cNvPr name="Freeform 37" id="37"/>
            <p:cNvSpPr/>
            <p:nvPr/>
          </p:nvSpPr>
          <p:spPr>
            <a:xfrm flipH="false" flipV="false" rot="0">
              <a:off x="0" y="0"/>
              <a:ext cx="2633600" cy="1084800"/>
            </a:xfrm>
            <a:custGeom>
              <a:avLst/>
              <a:gdLst/>
              <a:ahLst/>
              <a:cxnLst/>
              <a:rect r="r" b="b" t="t" l="l"/>
              <a:pathLst>
                <a:path h="1084800" w="2633600">
                  <a:moveTo>
                    <a:pt x="0" y="0"/>
                  </a:moveTo>
                  <a:lnTo>
                    <a:pt x="2633600" y="0"/>
                  </a:lnTo>
                  <a:lnTo>
                    <a:pt x="2633600" y="1084800"/>
                  </a:lnTo>
                  <a:lnTo>
                    <a:pt x="0" y="1084800"/>
                  </a:lnTo>
                  <a:close/>
                </a:path>
              </a:pathLst>
            </a:custGeom>
            <a:blipFill>
              <a:blip r:embed="rId6">
                <a:alphaModFix amt="0"/>
              </a:blip>
              <a:stretch>
                <a:fillRect l="-2849" t="0" r="-2849" b="0"/>
              </a:stretch>
            </a:blipFill>
          </p:spPr>
        </p:sp>
        <p:sp>
          <p:nvSpPr>
            <p:cNvPr name="TextBox 38" id="38"/>
            <p:cNvSpPr txBox="true"/>
            <p:nvPr/>
          </p:nvSpPr>
          <p:spPr>
            <a:xfrm>
              <a:off x="0" y="-19050"/>
              <a:ext cx="2633599" cy="1103846"/>
            </a:xfrm>
            <a:prstGeom prst="rect">
              <a:avLst/>
            </a:prstGeom>
          </p:spPr>
          <p:txBody>
            <a:bodyPr anchor="ctr" rtlCol="false" tIns="0" lIns="0" bIns="0" rIns="0"/>
            <a:lstStyle/>
            <a:p>
              <a:pPr algn="ctr">
                <a:lnSpc>
                  <a:spcPts val="7200"/>
                </a:lnSpc>
              </a:pPr>
              <a:r>
                <a:rPr lang="en-US" b="true" sz="6000">
                  <a:solidFill>
                    <a:srgbClr val="2E2F38"/>
                  </a:solidFill>
                  <a:latin typeface="Balsamiq Sans Bold"/>
                  <a:ea typeface="Balsamiq Sans Bold"/>
                  <a:cs typeface="Balsamiq Sans Bold"/>
                  <a:sym typeface="Balsamiq Sans Bold"/>
                </a:rPr>
                <a:t>25%</a:t>
              </a:r>
            </a:p>
          </p:txBody>
        </p:sp>
      </p:grpSp>
      <p:sp>
        <p:nvSpPr>
          <p:cNvPr name="Freeform 39" id="39"/>
          <p:cNvSpPr/>
          <p:nvPr/>
        </p:nvSpPr>
        <p:spPr>
          <a:xfrm flipH="false" flipV="false" rot="0">
            <a:off x="15016905" y="791442"/>
            <a:ext cx="3516792" cy="3358163"/>
          </a:xfrm>
          <a:custGeom>
            <a:avLst/>
            <a:gdLst/>
            <a:ahLst/>
            <a:cxnLst/>
            <a:rect r="r" b="b" t="t" l="l"/>
            <a:pathLst>
              <a:path h="3358163" w="3516792">
                <a:moveTo>
                  <a:pt x="0" y="0"/>
                </a:moveTo>
                <a:lnTo>
                  <a:pt x="3516792" y="0"/>
                </a:lnTo>
                <a:lnTo>
                  <a:pt x="3516792" y="3358162"/>
                </a:lnTo>
                <a:lnTo>
                  <a:pt x="0" y="33581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323080" y="3164738"/>
            <a:ext cx="5457711" cy="3968572"/>
          </a:xfrm>
          <a:custGeom>
            <a:avLst/>
            <a:gdLst/>
            <a:ahLst/>
            <a:cxnLst/>
            <a:rect r="r" b="b" t="t" l="l"/>
            <a:pathLst>
              <a:path h="3968572" w="5457711">
                <a:moveTo>
                  <a:pt x="0" y="0"/>
                </a:moveTo>
                <a:lnTo>
                  <a:pt x="5457710" y="0"/>
                </a:lnTo>
                <a:lnTo>
                  <a:pt x="5457710" y="3968573"/>
                </a:lnTo>
                <a:lnTo>
                  <a:pt x="0" y="39685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9469107" y="3311271"/>
            <a:ext cx="5164426" cy="3149927"/>
            <a:chOff x="0" y="0"/>
            <a:chExt cx="6885902" cy="4199903"/>
          </a:xfrm>
        </p:grpSpPr>
        <p:sp>
          <p:nvSpPr>
            <p:cNvPr name="Freeform 7" id="7"/>
            <p:cNvSpPr/>
            <p:nvPr/>
          </p:nvSpPr>
          <p:spPr>
            <a:xfrm flipH="false" flipV="false" rot="0">
              <a:off x="0" y="0"/>
              <a:ext cx="6885940" cy="4199890"/>
            </a:xfrm>
            <a:custGeom>
              <a:avLst/>
              <a:gdLst/>
              <a:ahLst/>
              <a:cxnLst/>
              <a:rect r="r" b="b" t="t" l="l"/>
              <a:pathLst>
                <a:path h="4199890" w="6885940">
                  <a:moveTo>
                    <a:pt x="0" y="0"/>
                  </a:moveTo>
                  <a:lnTo>
                    <a:pt x="6885940" y="0"/>
                  </a:lnTo>
                  <a:lnTo>
                    <a:pt x="6885940" y="4199890"/>
                  </a:lnTo>
                  <a:lnTo>
                    <a:pt x="0" y="4199890"/>
                  </a:lnTo>
                  <a:lnTo>
                    <a:pt x="0" y="0"/>
                  </a:lnTo>
                  <a:close/>
                </a:path>
              </a:pathLst>
            </a:custGeom>
            <a:blipFill>
              <a:blip r:embed="rId8"/>
              <a:stretch>
                <a:fillRect l="0" t="0" r="-3" b="-20270"/>
              </a:stretch>
            </a:blipFill>
          </p:spPr>
        </p:sp>
      </p:grpSp>
      <p:grpSp>
        <p:nvGrpSpPr>
          <p:cNvPr name="Group 8" id="8"/>
          <p:cNvGrpSpPr/>
          <p:nvPr/>
        </p:nvGrpSpPr>
        <p:grpSpPr>
          <a:xfrm rot="0">
            <a:off x="3507200" y="3153699"/>
            <a:ext cx="4943999" cy="2126399"/>
            <a:chOff x="0" y="0"/>
            <a:chExt cx="6591998" cy="2835199"/>
          </a:xfrm>
        </p:grpSpPr>
        <p:sp>
          <p:nvSpPr>
            <p:cNvPr name="Freeform 9" id="9"/>
            <p:cNvSpPr/>
            <p:nvPr/>
          </p:nvSpPr>
          <p:spPr>
            <a:xfrm flipH="false" flipV="false" rot="0">
              <a:off x="0" y="0"/>
              <a:ext cx="6592000" cy="2835200"/>
            </a:xfrm>
            <a:custGeom>
              <a:avLst/>
              <a:gdLst/>
              <a:ahLst/>
              <a:cxnLst/>
              <a:rect r="r" b="b" t="t" l="l"/>
              <a:pathLst>
                <a:path h="2835200" w="6592000">
                  <a:moveTo>
                    <a:pt x="0" y="0"/>
                  </a:moveTo>
                  <a:lnTo>
                    <a:pt x="6592000" y="0"/>
                  </a:lnTo>
                  <a:lnTo>
                    <a:pt x="6592000" y="2835200"/>
                  </a:lnTo>
                  <a:lnTo>
                    <a:pt x="0" y="2835200"/>
                  </a:lnTo>
                  <a:close/>
                </a:path>
              </a:pathLst>
            </a:custGeom>
            <a:blipFill>
              <a:blip r:embed="rId9">
                <a:alphaModFix amt="0"/>
              </a:blip>
              <a:stretch>
                <a:fillRect l="-5182" t="0" r="-5182" b="0"/>
              </a:stretch>
            </a:blipFill>
          </p:spPr>
        </p:sp>
        <p:sp>
          <p:nvSpPr>
            <p:cNvPr name="TextBox 10" id="10"/>
            <p:cNvSpPr txBox="true"/>
            <p:nvPr/>
          </p:nvSpPr>
          <p:spPr>
            <a:xfrm>
              <a:off x="0" y="-19050"/>
              <a:ext cx="6591998" cy="2854249"/>
            </a:xfrm>
            <a:prstGeom prst="rect">
              <a:avLst/>
            </a:prstGeom>
          </p:spPr>
          <p:txBody>
            <a:bodyPr anchor="b" rtlCol="false" tIns="0" lIns="0" bIns="0" rIns="0"/>
            <a:lstStyle/>
            <a:p>
              <a:pPr algn="l">
                <a:lnSpc>
                  <a:spcPts val="7200"/>
                </a:lnSpc>
              </a:pPr>
              <a:r>
                <a:rPr lang="en-US" b="true" sz="6000">
                  <a:solidFill>
                    <a:srgbClr val="2E2F38"/>
                  </a:solidFill>
                  <a:latin typeface="Balsamiq Sans Bold"/>
                  <a:ea typeface="Balsamiq Sans Bold"/>
                  <a:cs typeface="Balsamiq Sans Bold"/>
                  <a:sym typeface="Balsamiq Sans Bold"/>
                </a:rPr>
                <a:t>Computer mockup</a:t>
              </a:r>
            </a:p>
          </p:txBody>
        </p:sp>
      </p:grpSp>
      <p:sp>
        <p:nvSpPr>
          <p:cNvPr name="TextBox 11" id="11"/>
          <p:cNvSpPr txBox="true"/>
          <p:nvPr/>
        </p:nvSpPr>
        <p:spPr>
          <a:xfrm rot="0">
            <a:off x="3598621" y="5362004"/>
            <a:ext cx="4761147" cy="1437075"/>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You can replace the image on the screen with your own work. Just right-click on it and select “Replace image”</a:t>
            </a:r>
          </a:p>
        </p:txBody>
      </p:sp>
      <p:sp>
        <p:nvSpPr>
          <p:cNvPr name="Freeform 12" id="12"/>
          <p:cNvSpPr/>
          <p:nvPr/>
        </p:nvSpPr>
        <p:spPr>
          <a:xfrm flipH="false" flipV="false" rot="0">
            <a:off x="15359091" y="7500728"/>
            <a:ext cx="1794939" cy="1707251"/>
          </a:xfrm>
          <a:custGeom>
            <a:avLst/>
            <a:gdLst/>
            <a:ahLst/>
            <a:cxnLst/>
            <a:rect r="r" b="b" t="t" l="l"/>
            <a:pathLst>
              <a:path h="1707251" w="1794939">
                <a:moveTo>
                  <a:pt x="0" y="0"/>
                </a:moveTo>
                <a:lnTo>
                  <a:pt x="1794939" y="0"/>
                </a:lnTo>
                <a:lnTo>
                  <a:pt x="1794939" y="1707251"/>
                </a:lnTo>
                <a:lnTo>
                  <a:pt x="0" y="17072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4323609" y="456609"/>
            <a:ext cx="1919573" cy="1665942"/>
          </a:xfrm>
          <a:custGeom>
            <a:avLst/>
            <a:gdLst/>
            <a:ahLst/>
            <a:cxnLst/>
            <a:rect r="r" b="b" t="t" l="l"/>
            <a:pathLst>
              <a:path h="1665942" w="1919573">
                <a:moveTo>
                  <a:pt x="0" y="0"/>
                </a:moveTo>
                <a:lnTo>
                  <a:pt x="1919574" y="0"/>
                </a:lnTo>
                <a:lnTo>
                  <a:pt x="1919574" y="1665942"/>
                </a:lnTo>
                <a:lnTo>
                  <a:pt x="0" y="16659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081" y="7152523"/>
            <a:ext cx="2780738" cy="3201133"/>
          </a:xfrm>
          <a:custGeom>
            <a:avLst/>
            <a:gdLst/>
            <a:ahLst/>
            <a:cxnLst/>
            <a:rect r="r" b="b" t="t" l="l"/>
            <a:pathLst>
              <a:path h="3201133" w="2780738">
                <a:moveTo>
                  <a:pt x="0" y="0"/>
                </a:moveTo>
                <a:lnTo>
                  <a:pt x="2780738" y="0"/>
                </a:lnTo>
                <a:lnTo>
                  <a:pt x="2780738" y="3201133"/>
                </a:lnTo>
                <a:lnTo>
                  <a:pt x="0" y="32011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839232" y="2033559"/>
            <a:ext cx="4707245" cy="6408820"/>
          </a:xfrm>
          <a:custGeom>
            <a:avLst/>
            <a:gdLst/>
            <a:ahLst/>
            <a:cxnLst/>
            <a:rect r="r" b="b" t="t" l="l"/>
            <a:pathLst>
              <a:path h="6408820" w="4707245">
                <a:moveTo>
                  <a:pt x="0" y="0"/>
                </a:moveTo>
                <a:lnTo>
                  <a:pt x="4707246" y="0"/>
                </a:lnTo>
                <a:lnTo>
                  <a:pt x="4707246" y="6408820"/>
                </a:lnTo>
                <a:lnTo>
                  <a:pt x="0" y="640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003348" y="2213343"/>
            <a:ext cx="4384815" cy="5842892"/>
            <a:chOff x="0" y="0"/>
            <a:chExt cx="5846420" cy="7790523"/>
          </a:xfrm>
        </p:grpSpPr>
        <p:sp>
          <p:nvSpPr>
            <p:cNvPr name="Freeform 7" id="7"/>
            <p:cNvSpPr/>
            <p:nvPr/>
          </p:nvSpPr>
          <p:spPr>
            <a:xfrm flipH="false" flipV="false" rot="0">
              <a:off x="0" y="0"/>
              <a:ext cx="5846445" cy="7790561"/>
            </a:xfrm>
            <a:custGeom>
              <a:avLst/>
              <a:gdLst/>
              <a:ahLst/>
              <a:cxnLst/>
              <a:rect r="r" b="b" t="t" l="l"/>
              <a:pathLst>
                <a:path h="7790561" w="5846445">
                  <a:moveTo>
                    <a:pt x="0" y="0"/>
                  </a:moveTo>
                  <a:lnTo>
                    <a:pt x="5846445" y="0"/>
                  </a:lnTo>
                  <a:lnTo>
                    <a:pt x="5846445" y="7790561"/>
                  </a:lnTo>
                  <a:lnTo>
                    <a:pt x="0" y="7790561"/>
                  </a:lnTo>
                  <a:lnTo>
                    <a:pt x="0" y="0"/>
                  </a:lnTo>
                  <a:close/>
                </a:path>
              </a:pathLst>
            </a:custGeom>
            <a:blipFill>
              <a:blip r:embed="rId8"/>
              <a:stretch>
                <a:fillRect l="0" t="0" r="-7314" b="-7379"/>
              </a:stretch>
            </a:blipFill>
          </p:spPr>
        </p:sp>
      </p:grpSp>
      <p:grpSp>
        <p:nvGrpSpPr>
          <p:cNvPr name="Group 8" id="8"/>
          <p:cNvGrpSpPr/>
          <p:nvPr/>
        </p:nvGrpSpPr>
        <p:grpSpPr>
          <a:xfrm rot="0">
            <a:off x="9798796" y="3127953"/>
            <a:ext cx="4706998" cy="2121598"/>
            <a:chOff x="0" y="0"/>
            <a:chExt cx="6275997" cy="2828798"/>
          </a:xfrm>
        </p:grpSpPr>
        <p:sp>
          <p:nvSpPr>
            <p:cNvPr name="Freeform 9" id="9"/>
            <p:cNvSpPr/>
            <p:nvPr/>
          </p:nvSpPr>
          <p:spPr>
            <a:xfrm flipH="false" flipV="false" rot="0">
              <a:off x="0" y="0"/>
              <a:ext cx="6276000" cy="2828800"/>
            </a:xfrm>
            <a:custGeom>
              <a:avLst/>
              <a:gdLst/>
              <a:ahLst/>
              <a:cxnLst/>
              <a:rect r="r" b="b" t="t" l="l"/>
              <a:pathLst>
                <a:path h="2828800" w="6276000">
                  <a:moveTo>
                    <a:pt x="0" y="0"/>
                  </a:moveTo>
                  <a:lnTo>
                    <a:pt x="6276000" y="0"/>
                  </a:lnTo>
                  <a:lnTo>
                    <a:pt x="6276000" y="2828800"/>
                  </a:lnTo>
                  <a:lnTo>
                    <a:pt x="0" y="2828800"/>
                  </a:lnTo>
                  <a:close/>
                </a:path>
              </a:pathLst>
            </a:custGeom>
            <a:blipFill>
              <a:blip r:embed="rId9">
                <a:alphaModFix amt="0"/>
              </a:blip>
              <a:stretch>
                <a:fillRect l="-7830" t="0" r="-7830" b="0"/>
              </a:stretch>
            </a:blipFill>
          </p:spPr>
        </p:sp>
        <p:sp>
          <p:nvSpPr>
            <p:cNvPr name="TextBox 10" id="10"/>
            <p:cNvSpPr txBox="true"/>
            <p:nvPr/>
          </p:nvSpPr>
          <p:spPr>
            <a:xfrm>
              <a:off x="0" y="-19050"/>
              <a:ext cx="6275997" cy="2847848"/>
            </a:xfrm>
            <a:prstGeom prst="rect">
              <a:avLst/>
            </a:prstGeom>
          </p:spPr>
          <p:txBody>
            <a:bodyPr anchor="b" rtlCol="false" tIns="0" lIns="0" bIns="0" rIns="0"/>
            <a:lstStyle/>
            <a:p>
              <a:pPr algn="r">
                <a:lnSpc>
                  <a:spcPts val="7200"/>
                </a:lnSpc>
              </a:pPr>
              <a:r>
                <a:rPr lang="en-US" b="true" sz="6000">
                  <a:solidFill>
                    <a:srgbClr val="2E2F38"/>
                  </a:solidFill>
                  <a:latin typeface="Balsamiq Sans Bold"/>
                  <a:ea typeface="Balsamiq Sans Bold"/>
                  <a:cs typeface="Balsamiq Sans Bold"/>
                  <a:sym typeface="Balsamiq Sans Bold"/>
                </a:rPr>
                <a:t>Tablet mockup</a:t>
              </a:r>
            </a:p>
          </p:txBody>
        </p:sp>
      </p:grpSp>
      <p:sp>
        <p:nvSpPr>
          <p:cNvPr name="TextBox 11" id="11"/>
          <p:cNvSpPr txBox="true"/>
          <p:nvPr/>
        </p:nvSpPr>
        <p:spPr>
          <a:xfrm rot="0">
            <a:off x="9890446" y="5331447"/>
            <a:ext cx="4524146" cy="1987277"/>
          </a:xfrm>
          <a:prstGeom prst="rect">
            <a:avLst/>
          </a:prstGeom>
        </p:spPr>
        <p:txBody>
          <a:bodyPr anchor="t" rtlCol="false" tIns="0" lIns="0" bIns="0" rIns="0">
            <a:spAutoFit/>
          </a:bodyPr>
          <a:lstStyle/>
          <a:p>
            <a:pPr algn="r">
              <a:lnSpc>
                <a:spcPts val="2879"/>
              </a:lnSpc>
            </a:pPr>
            <a:r>
              <a:rPr lang="en-US" b="true" sz="2400">
                <a:solidFill>
                  <a:srgbClr val="2E2F38"/>
                </a:solidFill>
                <a:latin typeface="Arimo Bold"/>
                <a:ea typeface="Arimo Bold"/>
                <a:cs typeface="Arimo Bold"/>
                <a:sym typeface="Arimo Bold"/>
              </a:rPr>
              <a:t>You can replace the image on the screen with your own work. Just right-click on it and select “Replace image”</a:t>
            </a:r>
          </a:p>
        </p:txBody>
      </p:sp>
      <p:sp>
        <p:nvSpPr>
          <p:cNvPr name="Freeform 12" id="12"/>
          <p:cNvSpPr/>
          <p:nvPr/>
        </p:nvSpPr>
        <p:spPr>
          <a:xfrm flipH="false" flipV="false" rot="0">
            <a:off x="15079304" y="1802473"/>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758560" y="7075656"/>
            <a:ext cx="3035513" cy="2548166"/>
          </a:xfrm>
          <a:custGeom>
            <a:avLst/>
            <a:gdLst/>
            <a:ahLst/>
            <a:cxnLst/>
            <a:rect r="r" b="b" t="t" l="l"/>
            <a:pathLst>
              <a:path h="2548166" w="3035513">
                <a:moveTo>
                  <a:pt x="0" y="0"/>
                </a:moveTo>
                <a:lnTo>
                  <a:pt x="3035513" y="0"/>
                </a:lnTo>
                <a:lnTo>
                  <a:pt x="3035513" y="2548166"/>
                </a:lnTo>
                <a:lnTo>
                  <a:pt x="0" y="25481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10" cy="10331653"/>
            <a:chOff x="0" y="0"/>
            <a:chExt cx="24384013" cy="13775538"/>
          </a:xfrm>
        </p:grpSpPr>
        <p:sp>
          <p:nvSpPr>
            <p:cNvPr name="Freeform 3" id="3"/>
            <p:cNvSpPr/>
            <p:nvPr/>
          </p:nvSpPr>
          <p:spPr>
            <a:xfrm flipH="false" flipV="false" rot="0">
              <a:off x="0" y="0"/>
              <a:ext cx="24384000" cy="13775589"/>
            </a:xfrm>
            <a:custGeom>
              <a:avLst/>
              <a:gdLst/>
              <a:ahLst/>
              <a:cxnLst/>
              <a:rect r="r" b="b" t="t" l="l"/>
              <a:pathLst>
                <a:path h="13775589" w="24384000">
                  <a:moveTo>
                    <a:pt x="0" y="0"/>
                  </a:moveTo>
                  <a:lnTo>
                    <a:pt x="24384000" y="0"/>
                  </a:lnTo>
                  <a:lnTo>
                    <a:pt x="24384000" y="13775589"/>
                  </a:lnTo>
                  <a:lnTo>
                    <a:pt x="0" y="13775589"/>
                  </a:lnTo>
                  <a:lnTo>
                    <a:pt x="0" y="0"/>
                  </a:lnTo>
                  <a:close/>
                </a:path>
              </a:pathLst>
            </a:custGeom>
            <a:blipFill>
              <a:blip r:embed="rId3">
                <a:alphaModFix amt="7999"/>
              </a:blip>
              <a:stretch>
                <a:fillRect l="0" t="-216" r="0" b="-215"/>
              </a:stretch>
            </a:blipFill>
          </p:spPr>
        </p:sp>
      </p:grpSp>
      <p:sp>
        <p:nvSpPr>
          <p:cNvPr name="Freeform 4" id="4"/>
          <p:cNvSpPr/>
          <p:nvPr/>
        </p:nvSpPr>
        <p:spPr>
          <a:xfrm flipH="false" flipV="false" rot="0">
            <a:off x="14828053" y="3397539"/>
            <a:ext cx="3857053" cy="4084330"/>
          </a:xfrm>
          <a:custGeom>
            <a:avLst/>
            <a:gdLst/>
            <a:ahLst/>
            <a:cxnLst/>
            <a:rect r="r" b="b" t="t" l="l"/>
            <a:pathLst>
              <a:path h="4084330" w="3857053">
                <a:moveTo>
                  <a:pt x="0" y="0"/>
                </a:moveTo>
                <a:lnTo>
                  <a:pt x="3857054" y="0"/>
                </a:lnTo>
                <a:lnTo>
                  <a:pt x="3857054" y="4084329"/>
                </a:lnTo>
                <a:lnTo>
                  <a:pt x="0" y="4084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0"/>
            <a:ext cx="16380247" cy="9901808"/>
          </a:xfrm>
          <a:custGeom>
            <a:avLst/>
            <a:gdLst/>
            <a:ahLst/>
            <a:cxnLst/>
            <a:rect r="r" b="b" t="t" l="l"/>
            <a:pathLst>
              <a:path h="9901808" w="16380247">
                <a:moveTo>
                  <a:pt x="0" y="0"/>
                </a:moveTo>
                <a:lnTo>
                  <a:pt x="16380247" y="0"/>
                </a:lnTo>
                <a:lnTo>
                  <a:pt x="16380247" y="9901808"/>
                </a:lnTo>
                <a:lnTo>
                  <a:pt x="0" y="99018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531425" y="6611017"/>
            <a:ext cx="4165810" cy="1351281"/>
            <a:chOff x="0" y="0"/>
            <a:chExt cx="6681597" cy="2167337"/>
          </a:xfrm>
        </p:grpSpPr>
        <p:sp>
          <p:nvSpPr>
            <p:cNvPr name="Freeform 7" id="7"/>
            <p:cNvSpPr/>
            <p:nvPr/>
          </p:nvSpPr>
          <p:spPr>
            <a:xfrm flipH="false" flipV="false" rot="0">
              <a:off x="0" y="0"/>
              <a:ext cx="6681600" cy="2167337"/>
            </a:xfrm>
            <a:custGeom>
              <a:avLst/>
              <a:gdLst/>
              <a:ahLst/>
              <a:cxnLst/>
              <a:rect r="r" b="b" t="t" l="l"/>
              <a:pathLst>
                <a:path h="2167337" w="6681600">
                  <a:moveTo>
                    <a:pt x="0" y="0"/>
                  </a:moveTo>
                  <a:lnTo>
                    <a:pt x="6681600" y="0"/>
                  </a:lnTo>
                  <a:lnTo>
                    <a:pt x="6681600" y="2167337"/>
                  </a:lnTo>
                  <a:lnTo>
                    <a:pt x="0" y="2167337"/>
                  </a:lnTo>
                  <a:close/>
                </a:path>
              </a:pathLst>
            </a:custGeom>
            <a:blipFill>
              <a:blip r:embed="rId8">
                <a:alphaModFix amt="0"/>
              </a:blip>
              <a:stretch>
                <a:fillRect l="0" t="-24837" r="0" b="4698"/>
              </a:stretch>
            </a:blipFill>
          </p:spPr>
        </p:sp>
        <p:sp>
          <p:nvSpPr>
            <p:cNvPr name="TextBox 8" id="8"/>
            <p:cNvSpPr txBox="true"/>
            <p:nvPr/>
          </p:nvSpPr>
          <p:spPr>
            <a:xfrm>
              <a:off x="0" y="-9525"/>
              <a:ext cx="6681597" cy="2176862"/>
            </a:xfrm>
            <a:prstGeom prst="rect">
              <a:avLst/>
            </a:prstGeom>
          </p:spPr>
          <p:txBody>
            <a:bodyPr anchor="b" rtlCol="false" tIns="0" lIns="0" bIns="0" rIns="0"/>
            <a:lstStyle/>
            <a:p>
              <a:pPr algn="ctr">
                <a:lnSpc>
                  <a:spcPts val="4200"/>
                </a:lnSpc>
              </a:pPr>
              <a:r>
                <a:rPr lang="en-US" sz="3500" b="true">
                  <a:solidFill>
                    <a:srgbClr val="2E2F38"/>
                  </a:solidFill>
                  <a:latin typeface="Balsamiq Sans Bold"/>
                  <a:ea typeface="Balsamiq Sans Bold"/>
                  <a:cs typeface="Balsamiq Sans Bold"/>
                  <a:sym typeface="Balsamiq Sans Bold"/>
                </a:rPr>
                <a:t>Anusha Patil</a:t>
              </a:r>
            </a:p>
            <a:p>
              <a:pPr algn="ctr">
                <a:lnSpc>
                  <a:spcPts val="4200"/>
                </a:lnSpc>
              </a:pPr>
              <a:r>
                <a:rPr lang="en-US" b="true" sz="3500">
                  <a:solidFill>
                    <a:srgbClr val="2E2F38"/>
                  </a:solidFill>
                  <a:latin typeface="Balsamiq Sans Bold"/>
                  <a:ea typeface="Balsamiq Sans Bold"/>
                  <a:cs typeface="Balsamiq Sans Bold"/>
                  <a:sym typeface="Balsamiq Sans Bold"/>
                </a:rPr>
                <a:t>B44</a:t>
              </a:r>
            </a:p>
          </p:txBody>
        </p:sp>
      </p:grpSp>
      <p:grpSp>
        <p:nvGrpSpPr>
          <p:cNvPr name="Group 9" id="9"/>
          <p:cNvGrpSpPr/>
          <p:nvPr/>
        </p:nvGrpSpPr>
        <p:grpSpPr>
          <a:xfrm rot="0">
            <a:off x="2418937" y="4095133"/>
            <a:ext cx="2391150" cy="2391150"/>
            <a:chOff x="0" y="0"/>
            <a:chExt cx="3835197" cy="3835197"/>
          </a:xfrm>
        </p:grpSpPr>
        <p:sp>
          <p:nvSpPr>
            <p:cNvPr name="Freeform 10" id="10"/>
            <p:cNvSpPr/>
            <p:nvPr/>
          </p:nvSpPr>
          <p:spPr>
            <a:xfrm flipH="false" flipV="false" rot="0">
              <a:off x="0" y="0"/>
              <a:ext cx="3835146" cy="3835146"/>
            </a:xfrm>
            <a:custGeom>
              <a:avLst/>
              <a:gdLst/>
              <a:ahLst/>
              <a:cxnLst/>
              <a:rect r="r" b="b" t="t" l="l"/>
              <a:pathLst>
                <a:path h="3835146" w="3835146">
                  <a:moveTo>
                    <a:pt x="0" y="0"/>
                  </a:moveTo>
                  <a:lnTo>
                    <a:pt x="3835146" y="0"/>
                  </a:lnTo>
                  <a:lnTo>
                    <a:pt x="3835146" y="3835146"/>
                  </a:lnTo>
                  <a:lnTo>
                    <a:pt x="0" y="3835146"/>
                  </a:lnTo>
                  <a:lnTo>
                    <a:pt x="0" y="0"/>
                  </a:lnTo>
                  <a:close/>
                </a:path>
              </a:pathLst>
            </a:custGeom>
            <a:blipFill>
              <a:blip r:embed="rId9"/>
              <a:stretch>
                <a:fillRect l="0" t="0" r="0" b="0"/>
              </a:stretch>
            </a:blipFill>
          </p:spPr>
        </p:sp>
      </p:grpSp>
      <p:sp>
        <p:nvSpPr>
          <p:cNvPr name="TextBox 11" id="11"/>
          <p:cNvSpPr txBox="true"/>
          <p:nvPr/>
        </p:nvSpPr>
        <p:spPr>
          <a:xfrm rot="0">
            <a:off x="1606248" y="1708060"/>
            <a:ext cx="15225151" cy="981599"/>
          </a:xfrm>
          <a:prstGeom prst="rect">
            <a:avLst/>
          </a:prstGeom>
        </p:spPr>
        <p:txBody>
          <a:bodyPr anchor="t" rtlCol="false" tIns="0" lIns="0" bIns="0" rIns="0">
            <a:spAutoFit/>
          </a:bodyPr>
          <a:lstStyle/>
          <a:p>
            <a:pPr algn="ctr">
              <a:lnSpc>
                <a:spcPts val="7200"/>
              </a:lnSpc>
            </a:pPr>
            <a:r>
              <a:rPr lang="en-US" b="true" sz="6000">
                <a:solidFill>
                  <a:srgbClr val="2E2F38"/>
                </a:solidFill>
                <a:latin typeface="Balsamiq Sans Bold"/>
                <a:ea typeface="Balsamiq Sans Bold"/>
                <a:cs typeface="Balsamiq Sans Bold"/>
                <a:sym typeface="Balsamiq Sans Bold"/>
              </a:rPr>
              <a:t>Our team</a:t>
            </a:r>
          </a:p>
        </p:txBody>
      </p:sp>
      <p:sp>
        <p:nvSpPr>
          <p:cNvPr name="Freeform 12" id="12"/>
          <p:cNvSpPr/>
          <p:nvPr/>
        </p:nvSpPr>
        <p:spPr>
          <a:xfrm flipH="false" flipV="false" rot="0">
            <a:off x="3151008" y="3316218"/>
            <a:ext cx="1814892" cy="1948875"/>
          </a:xfrm>
          <a:custGeom>
            <a:avLst/>
            <a:gdLst/>
            <a:ahLst/>
            <a:cxnLst/>
            <a:rect r="r" b="b" t="t" l="l"/>
            <a:pathLst>
              <a:path h="1948875" w="1814892">
                <a:moveTo>
                  <a:pt x="0" y="0"/>
                </a:moveTo>
                <a:lnTo>
                  <a:pt x="1814892" y="0"/>
                </a:lnTo>
                <a:lnTo>
                  <a:pt x="1814892" y="1948875"/>
                </a:lnTo>
                <a:lnTo>
                  <a:pt x="0" y="19488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101402" y="1123915"/>
            <a:ext cx="938317" cy="1206389"/>
          </a:xfrm>
          <a:custGeom>
            <a:avLst/>
            <a:gdLst/>
            <a:ahLst/>
            <a:cxnLst/>
            <a:rect r="r" b="b" t="t" l="l"/>
            <a:pathLst>
              <a:path h="1206389" w="938317">
                <a:moveTo>
                  <a:pt x="0" y="0"/>
                </a:moveTo>
                <a:lnTo>
                  <a:pt x="938317" y="0"/>
                </a:lnTo>
                <a:lnTo>
                  <a:pt x="938317" y="1206389"/>
                </a:lnTo>
                <a:lnTo>
                  <a:pt x="0" y="12063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759060" y="2005774"/>
            <a:ext cx="1922459" cy="2114264"/>
          </a:xfrm>
          <a:custGeom>
            <a:avLst/>
            <a:gdLst/>
            <a:ahLst/>
            <a:cxnLst/>
            <a:rect r="r" b="b" t="t" l="l"/>
            <a:pathLst>
              <a:path h="2114264" w="1922459">
                <a:moveTo>
                  <a:pt x="0" y="0"/>
                </a:moveTo>
                <a:lnTo>
                  <a:pt x="1922460" y="0"/>
                </a:lnTo>
                <a:lnTo>
                  <a:pt x="1922460" y="2114265"/>
                </a:lnTo>
                <a:lnTo>
                  <a:pt x="0" y="211426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5" id="15"/>
          <p:cNvGrpSpPr/>
          <p:nvPr/>
        </p:nvGrpSpPr>
        <p:grpSpPr>
          <a:xfrm rot="0">
            <a:off x="5308119" y="6611017"/>
            <a:ext cx="4165810" cy="1351281"/>
            <a:chOff x="0" y="0"/>
            <a:chExt cx="6681597" cy="2167337"/>
          </a:xfrm>
        </p:grpSpPr>
        <p:sp>
          <p:nvSpPr>
            <p:cNvPr name="Freeform 16" id="16"/>
            <p:cNvSpPr/>
            <p:nvPr/>
          </p:nvSpPr>
          <p:spPr>
            <a:xfrm flipH="false" flipV="false" rot="0">
              <a:off x="0" y="0"/>
              <a:ext cx="6681600" cy="2167337"/>
            </a:xfrm>
            <a:custGeom>
              <a:avLst/>
              <a:gdLst/>
              <a:ahLst/>
              <a:cxnLst/>
              <a:rect r="r" b="b" t="t" l="l"/>
              <a:pathLst>
                <a:path h="2167337" w="6681600">
                  <a:moveTo>
                    <a:pt x="0" y="0"/>
                  </a:moveTo>
                  <a:lnTo>
                    <a:pt x="6681600" y="0"/>
                  </a:lnTo>
                  <a:lnTo>
                    <a:pt x="6681600" y="2167337"/>
                  </a:lnTo>
                  <a:lnTo>
                    <a:pt x="0" y="2167337"/>
                  </a:lnTo>
                  <a:close/>
                </a:path>
              </a:pathLst>
            </a:custGeom>
            <a:blipFill>
              <a:blip r:embed="rId8">
                <a:alphaModFix amt="0"/>
              </a:blip>
              <a:stretch>
                <a:fillRect l="0" t="-24837" r="0" b="4698"/>
              </a:stretch>
            </a:blipFill>
          </p:spPr>
        </p:sp>
        <p:sp>
          <p:nvSpPr>
            <p:cNvPr name="TextBox 17" id="17"/>
            <p:cNvSpPr txBox="true"/>
            <p:nvPr/>
          </p:nvSpPr>
          <p:spPr>
            <a:xfrm>
              <a:off x="0" y="-9525"/>
              <a:ext cx="6681597" cy="2176862"/>
            </a:xfrm>
            <a:prstGeom prst="rect">
              <a:avLst/>
            </a:prstGeom>
          </p:spPr>
          <p:txBody>
            <a:bodyPr anchor="b" rtlCol="false" tIns="0" lIns="0" bIns="0" rIns="0"/>
            <a:lstStyle/>
            <a:p>
              <a:pPr algn="ctr">
                <a:lnSpc>
                  <a:spcPts val="4200"/>
                </a:lnSpc>
              </a:pPr>
              <a:r>
                <a:rPr lang="en-US" sz="3500" b="true">
                  <a:solidFill>
                    <a:srgbClr val="2E2F38"/>
                  </a:solidFill>
                  <a:latin typeface="Balsamiq Sans Bold"/>
                  <a:ea typeface="Balsamiq Sans Bold"/>
                  <a:cs typeface="Balsamiq Sans Bold"/>
                  <a:sym typeface="Balsamiq Sans Bold"/>
                </a:rPr>
                <a:t>Shrutika Patil</a:t>
              </a:r>
            </a:p>
            <a:p>
              <a:pPr algn="ctr">
                <a:lnSpc>
                  <a:spcPts val="4200"/>
                </a:lnSpc>
              </a:pPr>
              <a:r>
                <a:rPr lang="en-US" b="true" sz="3500">
                  <a:solidFill>
                    <a:srgbClr val="2E2F38"/>
                  </a:solidFill>
                  <a:latin typeface="Balsamiq Sans Bold"/>
                  <a:ea typeface="Balsamiq Sans Bold"/>
                  <a:cs typeface="Balsamiq Sans Bold"/>
                  <a:sym typeface="Balsamiq Sans Bold"/>
                </a:rPr>
                <a:t>B50</a:t>
              </a:r>
            </a:p>
          </p:txBody>
        </p:sp>
      </p:grpSp>
      <p:grpSp>
        <p:nvGrpSpPr>
          <p:cNvPr name="Group 18" id="18"/>
          <p:cNvGrpSpPr/>
          <p:nvPr/>
        </p:nvGrpSpPr>
        <p:grpSpPr>
          <a:xfrm rot="0">
            <a:off x="6195448" y="4045257"/>
            <a:ext cx="2391150" cy="2391150"/>
            <a:chOff x="0" y="0"/>
            <a:chExt cx="3835197" cy="3835197"/>
          </a:xfrm>
        </p:grpSpPr>
        <p:sp>
          <p:nvSpPr>
            <p:cNvPr name="Freeform 19" id="19"/>
            <p:cNvSpPr/>
            <p:nvPr/>
          </p:nvSpPr>
          <p:spPr>
            <a:xfrm flipH="false" flipV="false" rot="0">
              <a:off x="0" y="0"/>
              <a:ext cx="3835146" cy="3835146"/>
            </a:xfrm>
            <a:custGeom>
              <a:avLst/>
              <a:gdLst/>
              <a:ahLst/>
              <a:cxnLst/>
              <a:rect r="r" b="b" t="t" l="l"/>
              <a:pathLst>
                <a:path h="3835146" w="3835146">
                  <a:moveTo>
                    <a:pt x="0" y="0"/>
                  </a:moveTo>
                  <a:lnTo>
                    <a:pt x="3835146" y="0"/>
                  </a:lnTo>
                  <a:lnTo>
                    <a:pt x="3835146" y="3835146"/>
                  </a:lnTo>
                  <a:lnTo>
                    <a:pt x="0" y="3835146"/>
                  </a:lnTo>
                  <a:lnTo>
                    <a:pt x="0" y="0"/>
                  </a:lnTo>
                  <a:close/>
                </a:path>
              </a:pathLst>
            </a:custGeom>
            <a:blipFill>
              <a:blip r:embed="rId16"/>
              <a:stretch>
                <a:fillRect l="0" t="0" r="0" b="0"/>
              </a:stretch>
            </a:blipFill>
          </p:spPr>
        </p:sp>
      </p:grpSp>
      <p:sp>
        <p:nvSpPr>
          <p:cNvPr name="Freeform 20" id="20"/>
          <p:cNvSpPr/>
          <p:nvPr/>
        </p:nvSpPr>
        <p:spPr>
          <a:xfrm flipH="false" flipV="false" rot="0">
            <a:off x="6894995" y="3271592"/>
            <a:ext cx="1814892" cy="1948875"/>
          </a:xfrm>
          <a:custGeom>
            <a:avLst/>
            <a:gdLst/>
            <a:ahLst/>
            <a:cxnLst/>
            <a:rect r="r" b="b" t="t" l="l"/>
            <a:pathLst>
              <a:path h="1948875" w="1814892">
                <a:moveTo>
                  <a:pt x="0" y="0"/>
                </a:moveTo>
                <a:lnTo>
                  <a:pt x="1814892" y="0"/>
                </a:lnTo>
                <a:lnTo>
                  <a:pt x="1814892" y="1948874"/>
                </a:lnTo>
                <a:lnTo>
                  <a:pt x="0" y="19488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1" id="21"/>
          <p:cNvGrpSpPr/>
          <p:nvPr/>
        </p:nvGrpSpPr>
        <p:grpSpPr>
          <a:xfrm rot="0">
            <a:off x="12745148" y="6566390"/>
            <a:ext cx="4165810" cy="1351281"/>
            <a:chOff x="0" y="0"/>
            <a:chExt cx="6681597" cy="2167337"/>
          </a:xfrm>
        </p:grpSpPr>
        <p:sp>
          <p:nvSpPr>
            <p:cNvPr name="Freeform 22" id="22"/>
            <p:cNvSpPr/>
            <p:nvPr/>
          </p:nvSpPr>
          <p:spPr>
            <a:xfrm flipH="false" flipV="false" rot="0">
              <a:off x="0" y="0"/>
              <a:ext cx="6681600" cy="2167337"/>
            </a:xfrm>
            <a:custGeom>
              <a:avLst/>
              <a:gdLst/>
              <a:ahLst/>
              <a:cxnLst/>
              <a:rect r="r" b="b" t="t" l="l"/>
              <a:pathLst>
                <a:path h="2167337" w="6681600">
                  <a:moveTo>
                    <a:pt x="0" y="0"/>
                  </a:moveTo>
                  <a:lnTo>
                    <a:pt x="6681600" y="0"/>
                  </a:lnTo>
                  <a:lnTo>
                    <a:pt x="6681600" y="2167337"/>
                  </a:lnTo>
                  <a:lnTo>
                    <a:pt x="0" y="2167337"/>
                  </a:lnTo>
                  <a:close/>
                </a:path>
              </a:pathLst>
            </a:custGeom>
            <a:blipFill>
              <a:blip r:embed="rId8">
                <a:alphaModFix amt="0"/>
              </a:blip>
              <a:stretch>
                <a:fillRect l="0" t="-24837" r="0" b="4698"/>
              </a:stretch>
            </a:blipFill>
          </p:spPr>
        </p:sp>
        <p:sp>
          <p:nvSpPr>
            <p:cNvPr name="TextBox 23" id="23"/>
            <p:cNvSpPr txBox="true"/>
            <p:nvPr/>
          </p:nvSpPr>
          <p:spPr>
            <a:xfrm>
              <a:off x="0" y="-9525"/>
              <a:ext cx="6681597" cy="2176862"/>
            </a:xfrm>
            <a:prstGeom prst="rect">
              <a:avLst/>
            </a:prstGeom>
          </p:spPr>
          <p:txBody>
            <a:bodyPr anchor="b" rtlCol="false" tIns="0" lIns="0" bIns="0" rIns="0"/>
            <a:lstStyle/>
            <a:p>
              <a:pPr algn="ctr">
                <a:lnSpc>
                  <a:spcPts val="4200"/>
                </a:lnSpc>
              </a:pPr>
              <a:r>
                <a:rPr lang="en-US" sz="3500" b="true">
                  <a:solidFill>
                    <a:srgbClr val="2E2F38"/>
                  </a:solidFill>
                  <a:latin typeface="Balsamiq Sans Bold"/>
                  <a:ea typeface="Balsamiq Sans Bold"/>
                  <a:cs typeface="Balsamiq Sans Bold"/>
                  <a:sym typeface="Balsamiq Sans Bold"/>
                </a:rPr>
                <a:t>Sanket Magdum</a:t>
              </a:r>
            </a:p>
            <a:p>
              <a:pPr algn="ctr">
                <a:lnSpc>
                  <a:spcPts val="4200"/>
                </a:lnSpc>
              </a:pPr>
              <a:r>
                <a:rPr lang="en-US" b="true" sz="3500">
                  <a:solidFill>
                    <a:srgbClr val="2E2F38"/>
                  </a:solidFill>
                  <a:latin typeface="Balsamiq Sans Bold"/>
                  <a:ea typeface="Balsamiq Sans Bold"/>
                  <a:cs typeface="Balsamiq Sans Bold"/>
                  <a:sym typeface="Balsamiq Sans Bold"/>
                </a:rPr>
                <a:t>B77</a:t>
              </a:r>
            </a:p>
          </p:txBody>
        </p:sp>
      </p:grpSp>
      <p:grpSp>
        <p:nvGrpSpPr>
          <p:cNvPr name="Group 24" id="24"/>
          <p:cNvGrpSpPr/>
          <p:nvPr/>
        </p:nvGrpSpPr>
        <p:grpSpPr>
          <a:xfrm rot="0">
            <a:off x="13478282" y="3920523"/>
            <a:ext cx="2391150" cy="2391150"/>
            <a:chOff x="0" y="0"/>
            <a:chExt cx="3835197" cy="3835197"/>
          </a:xfrm>
        </p:grpSpPr>
        <p:sp>
          <p:nvSpPr>
            <p:cNvPr name="Freeform 25" id="25"/>
            <p:cNvSpPr/>
            <p:nvPr/>
          </p:nvSpPr>
          <p:spPr>
            <a:xfrm flipH="false" flipV="false" rot="0">
              <a:off x="0" y="0"/>
              <a:ext cx="3835146" cy="3835146"/>
            </a:xfrm>
            <a:custGeom>
              <a:avLst/>
              <a:gdLst/>
              <a:ahLst/>
              <a:cxnLst/>
              <a:rect r="r" b="b" t="t" l="l"/>
              <a:pathLst>
                <a:path h="3835146" w="3835146">
                  <a:moveTo>
                    <a:pt x="0" y="0"/>
                  </a:moveTo>
                  <a:lnTo>
                    <a:pt x="3835146" y="0"/>
                  </a:lnTo>
                  <a:lnTo>
                    <a:pt x="3835146" y="3835146"/>
                  </a:lnTo>
                  <a:lnTo>
                    <a:pt x="0" y="3835146"/>
                  </a:lnTo>
                  <a:lnTo>
                    <a:pt x="0" y="0"/>
                  </a:lnTo>
                  <a:close/>
                </a:path>
              </a:pathLst>
            </a:custGeom>
            <a:blipFill>
              <a:blip r:embed="rId17"/>
              <a:stretch>
                <a:fillRect l="0" t="0" r="0" b="0"/>
              </a:stretch>
            </a:blipFill>
          </p:spPr>
        </p:sp>
      </p:grpSp>
      <p:sp>
        <p:nvSpPr>
          <p:cNvPr name="Freeform 26" id="26"/>
          <p:cNvSpPr/>
          <p:nvPr/>
        </p:nvSpPr>
        <p:spPr>
          <a:xfrm flipH="false" flipV="false" rot="0">
            <a:off x="14210354" y="3141608"/>
            <a:ext cx="1814892" cy="1948875"/>
          </a:xfrm>
          <a:custGeom>
            <a:avLst/>
            <a:gdLst/>
            <a:ahLst/>
            <a:cxnLst/>
            <a:rect r="r" b="b" t="t" l="l"/>
            <a:pathLst>
              <a:path h="1948875" w="1814892">
                <a:moveTo>
                  <a:pt x="0" y="0"/>
                </a:moveTo>
                <a:lnTo>
                  <a:pt x="1814891" y="0"/>
                </a:lnTo>
                <a:lnTo>
                  <a:pt x="1814891" y="1948874"/>
                </a:lnTo>
                <a:lnTo>
                  <a:pt x="0" y="19488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7" id="27"/>
          <p:cNvGrpSpPr/>
          <p:nvPr/>
        </p:nvGrpSpPr>
        <p:grpSpPr>
          <a:xfrm rot="0">
            <a:off x="9084448" y="6566390"/>
            <a:ext cx="4165810" cy="1351281"/>
            <a:chOff x="0" y="0"/>
            <a:chExt cx="6681597" cy="2167337"/>
          </a:xfrm>
        </p:grpSpPr>
        <p:sp>
          <p:nvSpPr>
            <p:cNvPr name="Freeform 28" id="28"/>
            <p:cNvSpPr/>
            <p:nvPr/>
          </p:nvSpPr>
          <p:spPr>
            <a:xfrm flipH="false" flipV="false" rot="0">
              <a:off x="0" y="0"/>
              <a:ext cx="6681600" cy="2167337"/>
            </a:xfrm>
            <a:custGeom>
              <a:avLst/>
              <a:gdLst/>
              <a:ahLst/>
              <a:cxnLst/>
              <a:rect r="r" b="b" t="t" l="l"/>
              <a:pathLst>
                <a:path h="2167337" w="6681600">
                  <a:moveTo>
                    <a:pt x="0" y="0"/>
                  </a:moveTo>
                  <a:lnTo>
                    <a:pt x="6681600" y="0"/>
                  </a:lnTo>
                  <a:lnTo>
                    <a:pt x="6681600" y="2167337"/>
                  </a:lnTo>
                  <a:lnTo>
                    <a:pt x="0" y="2167337"/>
                  </a:lnTo>
                  <a:close/>
                </a:path>
              </a:pathLst>
            </a:custGeom>
            <a:blipFill>
              <a:blip r:embed="rId18">
                <a:alphaModFix amt="0"/>
              </a:blip>
              <a:stretch>
                <a:fillRect l="0" t="-104143" r="0" b="-104143"/>
              </a:stretch>
            </a:blipFill>
          </p:spPr>
        </p:sp>
        <p:sp>
          <p:nvSpPr>
            <p:cNvPr name="TextBox 29" id="29"/>
            <p:cNvSpPr txBox="true"/>
            <p:nvPr/>
          </p:nvSpPr>
          <p:spPr>
            <a:xfrm>
              <a:off x="0" y="-9525"/>
              <a:ext cx="6681597" cy="2176862"/>
            </a:xfrm>
            <a:prstGeom prst="rect">
              <a:avLst/>
            </a:prstGeom>
          </p:spPr>
          <p:txBody>
            <a:bodyPr anchor="b" rtlCol="false" tIns="0" lIns="0" bIns="0" rIns="0"/>
            <a:lstStyle/>
            <a:p>
              <a:pPr algn="ctr">
                <a:lnSpc>
                  <a:spcPts val="4200"/>
                </a:lnSpc>
              </a:pPr>
              <a:r>
                <a:rPr lang="en-US" sz="3500" b="true">
                  <a:solidFill>
                    <a:srgbClr val="2E2F38"/>
                  </a:solidFill>
                  <a:latin typeface="Balsamiq Sans Bold"/>
                  <a:ea typeface="Balsamiq Sans Bold"/>
                  <a:cs typeface="Balsamiq Sans Bold"/>
                  <a:sym typeface="Balsamiq Sans Bold"/>
                </a:rPr>
                <a:t>Adarsh Gurav</a:t>
              </a:r>
            </a:p>
            <a:p>
              <a:pPr algn="ctr">
                <a:lnSpc>
                  <a:spcPts val="4200"/>
                </a:lnSpc>
              </a:pPr>
              <a:r>
                <a:rPr lang="en-US" b="true" sz="3500">
                  <a:solidFill>
                    <a:srgbClr val="2E2F38"/>
                  </a:solidFill>
                  <a:latin typeface="Balsamiq Sans Bold"/>
                  <a:ea typeface="Balsamiq Sans Bold"/>
                  <a:cs typeface="Balsamiq Sans Bold"/>
                  <a:sym typeface="Balsamiq Sans Bold"/>
                </a:rPr>
                <a:t>B73</a:t>
              </a:r>
            </a:p>
          </p:txBody>
        </p:sp>
      </p:grpSp>
      <p:grpSp>
        <p:nvGrpSpPr>
          <p:cNvPr name="Group 30" id="30"/>
          <p:cNvGrpSpPr/>
          <p:nvPr/>
        </p:nvGrpSpPr>
        <p:grpSpPr>
          <a:xfrm rot="0">
            <a:off x="9971960" y="4050506"/>
            <a:ext cx="2391150" cy="2391150"/>
            <a:chOff x="0" y="0"/>
            <a:chExt cx="3835197" cy="3835197"/>
          </a:xfrm>
        </p:grpSpPr>
        <p:sp>
          <p:nvSpPr>
            <p:cNvPr name="Freeform 31" id="31"/>
            <p:cNvSpPr/>
            <p:nvPr/>
          </p:nvSpPr>
          <p:spPr>
            <a:xfrm flipH="false" flipV="false" rot="0">
              <a:off x="0" y="0"/>
              <a:ext cx="3835146" cy="3835146"/>
            </a:xfrm>
            <a:custGeom>
              <a:avLst/>
              <a:gdLst/>
              <a:ahLst/>
              <a:cxnLst/>
              <a:rect r="r" b="b" t="t" l="l"/>
              <a:pathLst>
                <a:path h="3835146" w="3835146">
                  <a:moveTo>
                    <a:pt x="0" y="0"/>
                  </a:moveTo>
                  <a:lnTo>
                    <a:pt x="3835146" y="0"/>
                  </a:lnTo>
                  <a:lnTo>
                    <a:pt x="3835146" y="3835146"/>
                  </a:lnTo>
                  <a:lnTo>
                    <a:pt x="0" y="3835146"/>
                  </a:lnTo>
                  <a:lnTo>
                    <a:pt x="0" y="0"/>
                  </a:lnTo>
                  <a:close/>
                </a:path>
              </a:pathLst>
            </a:custGeom>
            <a:blipFill>
              <a:blip r:embed="rId19"/>
              <a:stretch>
                <a:fillRect l="0" t="0" r="0" b="0"/>
              </a:stretch>
            </a:blipFill>
          </p:spPr>
        </p:sp>
      </p:grpSp>
      <p:sp>
        <p:nvSpPr>
          <p:cNvPr name="Freeform 32" id="32"/>
          <p:cNvSpPr/>
          <p:nvPr/>
        </p:nvSpPr>
        <p:spPr>
          <a:xfrm flipH="false" flipV="false" rot="0">
            <a:off x="10704031" y="3271592"/>
            <a:ext cx="1814892" cy="1948875"/>
          </a:xfrm>
          <a:custGeom>
            <a:avLst/>
            <a:gdLst/>
            <a:ahLst/>
            <a:cxnLst/>
            <a:rect r="r" b="b" t="t" l="l"/>
            <a:pathLst>
              <a:path h="1948875" w="1814892">
                <a:moveTo>
                  <a:pt x="0" y="0"/>
                </a:moveTo>
                <a:lnTo>
                  <a:pt x="1814892" y="0"/>
                </a:lnTo>
                <a:lnTo>
                  <a:pt x="1814892" y="1948874"/>
                </a:lnTo>
                <a:lnTo>
                  <a:pt x="0" y="19488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134849" y="3275105"/>
            <a:ext cx="4943999" cy="2126399"/>
            <a:chOff x="0" y="0"/>
            <a:chExt cx="6591998" cy="2835199"/>
          </a:xfrm>
        </p:grpSpPr>
        <p:sp>
          <p:nvSpPr>
            <p:cNvPr name="Freeform 6" id="6"/>
            <p:cNvSpPr/>
            <p:nvPr/>
          </p:nvSpPr>
          <p:spPr>
            <a:xfrm flipH="false" flipV="false" rot="0">
              <a:off x="0" y="0"/>
              <a:ext cx="6592000" cy="2835200"/>
            </a:xfrm>
            <a:custGeom>
              <a:avLst/>
              <a:gdLst/>
              <a:ahLst/>
              <a:cxnLst/>
              <a:rect r="r" b="b" t="t" l="l"/>
              <a:pathLst>
                <a:path h="2835200" w="6592000">
                  <a:moveTo>
                    <a:pt x="0" y="0"/>
                  </a:moveTo>
                  <a:lnTo>
                    <a:pt x="6592000" y="0"/>
                  </a:lnTo>
                  <a:lnTo>
                    <a:pt x="6592000" y="2835200"/>
                  </a:lnTo>
                  <a:lnTo>
                    <a:pt x="0" y="2835200"/>
                  </a:lnTo>
                  <a:close/>
                </a:path>
              </a:pathLst>
            </a:custGeom>
            <a:blipFill>
              <a:blip r:embed="rId6">
                <a:alphaModFix amt="0"/>
              </a:blip>
              <a:stretch>
                <a:fillRect l="-5182" t="0" r="-5182" b="0"/>
              </a:stretch>
            </a:blipFill>
          </p:spPr>
        </p:sp>
        <p:sp>
          <p:nvSpPr>
            <p:cNvPr name="TextBox 7" id="7"/>
            <p:cNvSpPr txBox="true"/>
            <p:nvPr/>
          </p:nvSpPr>
          <p:spPr>
            <a:xfrm>
              <a:off x="0" y="-19050"/>
              <a:ext cx="6591998" cy="2854249"/>
            </a:xfrm>
            <a:prstGeom prst="rect">
              <a:avLst/>
            </a:prstGeom>
          </p:spPr>
          <p:txBody>
            <a:bodyPr anchor="b" rtlCol="false" tIns="0" lIns="0" bIns="0" rIns="0"/>
            <a:lstStyle/>
            <a:p>
              <a:pPr algn="l">
                <a:lnSpc>
                  <a:spcPts val="7200"/>
                </a:lnSpc>
              </a:pPr>
              <a:r>
                <a:rPr lang="en-US" b="true" sz="6000">
                  <a:solidFill>
                    <a:srgbClr val="2E2F38"/>
                  </a:solidFill>
                  <a:latin typeface="Balsamiq Sans Bold"/>
                  <a:ea typeface="Balsamiq Sans Bold"/>
                  <a:cs typeface="Balsamiq Sans Bold"/>
                  <a:sym typeface="Balsamiq Sans Bold"/>
                </a:rPr>
                <a:t>Phone mockup</a:t>
              </a:r>
            </a:p>
          </p:txBody>
        </p:sp>
      </p:grpSp>
      <p:sp>
        <p:nvSpPr>
          <p:cNvPr name="TextBox 8" id="8"/>
          <p:cNvSpPr txBox="true"/>
          <p:nvPr/>
        </p:nvSpPr>
        <p:spPr>
          <a:xfrm rot="0">
            <a:off x="3226279" y="5483400"/>
            <a:ext cx="4761147" cy="1437075"/>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You can replace the image on the screen with your own work. Just right-click on it and select “Replace image”</a:t>
            </a:r>
          </a:p>
        </p:txBody>
      </p:sp>
      <p:grpSp>
        <p:nvGrpSpPr>
          <p:cNvPr name="Group 9" id="9"/>
          <p:cNvGrpSpPr/>
          <p:nvPr/>
        </p:nvGrpSpPr>
        <p:grpSpPr>
          <a:xfrm rot="0">
            <a:off x="11170910" y="1977085"/>
            <a:ext cx="3137726" cy="5986996"/>
            <a:chOff x="0" y="0"/>
            <a:chExt cx="4183634" cy="7982661"/>
          </a:xfrm>
        </p:grpSpPr>
        <p:sp>
          <p:nvSpPr>
            <p:cNvPr name="Freeform 10" id="10"/>
            <p:cNvSpPr/>
            <p:nvPr/>
          </p:nvSpPr>
          <p:spPr>
            <a:xfrm flipH="false" flipV="false" rot="0">
              <a:off x="0" y="0"/>
              <a:ext cx="4183634" cy="7982712"/>
            </a:xfrm>
            <a:custGeom>
              <a:avLst/>
              <a:gdLst/>
              <a:ahLst/>
              <a:cxnLst/>
              <a:rect r="r" b="b" t="t" l="l"/>
              <a:pathLst>
                <a:path h="7982712" w="4183634">
                  <a:moveTo>
                    <a:pt x="0" y="0"/>
                  </a:moveTo>
                  <a:lnTo>
                    <a:pt x="0" y="7982712"/>
                  </a:lnTo>
                  <a:lnTo>
                    <a:pt x="4183634" y="7982712"/>
                  </a:lnTo>
                  <a:lnTo>
                    <a:pt x="4183634" y="0"/>
                  </a:lnTo>
                  <a:close/>
                </a:path>
              </a:pathLst>
            </a:custGeom>
            <a:solidFill>
              <a:srgbClr val="1F217B"/>
            </a:solidFill>
          </p:spPr>
        </p:sp>
      </p:grpSp>
      <p:sp>
        <p:nvSpPr>
          <p:cNvPr name="Freeform 11" id="11"/>
          <p:cNvSpPr/>
          <p:nvPr/>
        </p:nvSpPr>
        <p:spPr>
          <a:xfrm flipH="false" flipV="false" rot="0">
            <a:off x="11010138" y="1633004"/>
            <a:ext cx="3458928" cy="7021020"/>
          </a:xfrm>
          <a:custGeom>
            <a:avLst/>
            <a:gdLst/>
            <a:ahLst/>
            <a:cxnLst/>
            <a:rect r="r" b="b" t="t" l="l"/>
            <a:pathLst>
              <a:path h="7021020" w="3458928">
                <a:moveTo>
                  <a:pt x="0" y="0"/>
                </a:moveTo>
                <a:lnTo>
                  <a:pt x="3458928" y="0"/>
                </a:lnTo>
                <a:lnTo>
                  <a:pt x="3458928" y="7021020"/>
                </a:lnTo>
                <a:lnTo>
                  <a:pt x="0" y="70210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11170930" y="1977095"/>
            <a:ext cx="3137840" cy="5987291"/>
            <a:chOff x="0" y="0"/>
            <a:chExt cx="4183786" cy="7983055"/>
          </a:xfrm>
        </p:grpSpPr>
        <p:sp>
          <p:nvSpPr>
            <p:cNvPr name="Freeform 13" id="13"/>
            <p:cNvSpPr/>
            <p:nvPr/>
          </p:nvSpPr>
          <p:spPr>
            <a:xfrm flipH="false" flipV="false" rot="0">
              <a:off x="0" y="0"/>
              <a:ext cx="4183761" cy="7983093"/>
            </a:xfrm>
            <a:custGeom>
              <a:avLst/>
              <a:gdLst/>
              <a:ahLst/>
              <a:cxnLst/>
              <a:rect r="r" b="b" t="t" l="l"/>
              <a:pathLst>
                <a:path h="7983093" w="4183761">
                  <a:moveTo>
                    <a:pt x="0" y="0"/>
                  </a:moveTo>
                  <a:lnTo>
                    <a:pt x="4183761" y="0"/>
                  </a:lnTo>
                  <a:lnTo>
                    <a:pt x="4183761" y="7983093"/>
                  </a:lnTo>
                  <a:lnTo>
                    <a:pt x="0" y="7983093"/>
                  </a:lnTo>
                  <a:lnTo>
                    <a:pt x="0" y="0"/>
                  </a:lnTo>
                  <a:close/>
                </a:path>
              </a:pathLst>
            </a:custGeom>
            <a:blipFill>
              <a:blip r:embed="rId9"/>
              <a:stretch>
                <a:fillRect l="-1009" t="0" r="-1010" b="-2"/>
              </a:stretch>
            </a:blipFill>
          </p:spPr>
        </p:sp>
      </p:grpSp>
      <p:sp>
        <p:nvSpPr>
          <p:cNvPr name="Freeform 14" id="14"/>
          <p:cNvSpPr/>
          <p:nvPr/>
        </p:nvSpPr>
        <p:spPr>
          <a:xfrm flipH="false" flipV="false" rot="0">
            <a:off x="2432247" y="-189309"/>
            <a:ext cx="2166442" cy="2266121"/>
          </a:xfrm>
          <a:custGeom>
            <a:avLst/>
            <a:gdLst/>
            <a:ahLst/>
            <a:cxnLst/>
            <a:rect r="r" b="b" t="t" l="l"/>
            <a:pathLst>
              <a:path h="2266121" w="2166442">
                <a:moveTo>
                  <a:pt x="0" y="0"/>
                </a:moveTo>
                <a:lnTo>
                  <a:pt x="2166442" y="0"/>
                </a:lnTo>
                <a:lnTo>
                  <a:pt x="2166442" y="2266121"/>
                </a:lnTo>
                <a:lnTo>
                  <a:pt x="0" y="22661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This is a</a:t>
            </a:r>
            <a:r>
              <a:rPr lang="en-US" b="true" sz="6000">
                <a:solidFill>
                  <a:srgbClr val="F4C5B1"/>
                </a:solidFill>
                <a:latin typeface="Balsamiq Sans Bold"/>
                <a:ea typeface="Balsamiq Sans Bold"/>
                <a:cs typeface="Balsamiq Sans Bold"/>
                <a:sym typeface="Balsamiq Sans Bold"/>
              </a:rPr>
              <a:t> </a:t>
            </a:r>
            <a:r>
              <a:rPr lang="en-US" b="true" sz="6000">
                <a:solidFill>
                  <a:srgbClr val="2E2F38"/>
                </a:solidFill>
                <a:latin typeface="Balsamiq Sans Bold"/>
                <a:ea typeface="Balsamiq Sans Bold"/>
                <a:cs typeface="Balsamiq Sans Bold"/>
                <a:sym typeface="Balsamiq Sans Bold"/>
              </a:rPr>
              <a:t>map</a:t>
            </a:r>
          </a:p>
        </p:txBody>
      </p:sp>
      <p:grpSp>
        <p:nvGrpSpPr>
          <p:cNvPr name="Group 6" id="6"/>
          <p:cNvGrpSpPr/>
          <p:nvPr/>
        </p:nvGrpSpPr>
        <p:grpSpPr>
          <a:xfrm rot="0">
            <a:off x="1963798" y="8870204"/>
            <a:ext cx="14360404" cy="429597"/>
            <a:chOff x="0" y="0"/>
            <a:chExt cx="19147206" cy="572795"/>
          </a:xfrm>
        </p:grpSpPr>
        <p:sp>
          <p:nvSpPr>
            <p:cNvPr name="Freeform 7" id="7"/>
            <p:cNvSpPr/>
            <p:nvPr/>
          </p:nvSpPr>
          <p:spPr>
            <a:xfrm flipH="false" flipV="false" rot="0">
              <a:off x="0" y="0"/>
              <a:ext cx="19147200" cy="572800"/>
            </a:xfrm>
            <a:custGeom>
              <a:avLst/>
              <a:gdLst/>
              <a:ahLst/>
              <a:cxnLst/>
              <a:rect r="r" b="b" t="t" l="l"/>
              <a:pathLst>
                <a:path h="572800" w="19147200">
                  <a:moveTo>
                    <a:pt x="0" y="0"/>
                  </a:moveTo>
                  <a:lnTo>
                    <a:pt x="19147200" y="0"/>
                  </a:lnTo>
                  <a:lnTo>
                    <a:pt x="19147200" y="572800"/>
                  </a:lnTo>
                  <a:lnTo>
                    <a:pt x="0" y="572800"/>
                  </a:lnTo>
                  <a:close/>
                </a:path>
              </a:pathLst>
            </a:custGeom>
            <a:blipFill>
              <a:blip r:embed="rId6">
                <a:alphaModFix amt="0"/>
              </a:blip>
              <a:stretch>
                <a:fillRect l="0" t="-601334" r="0" b="-601333"/>
              </a:stretch>
            </a:blipFill>
          </p:spPr>
        </p:sp>
        <p:sp>
          <p:nvSpPr>
            <p:cNvPr name="TextBox 8" id="8"/>
            <p:cNvSpPr txBox="true"/>
            <p:nvPr/>
          </p:nvSpPr>
          <p:spPr>
            <a:xfrm>
              <a:off x="0" y="-9525"/>
              <a:ext cx="19147206" cy="582320"/>
            </a:xfrm>
            <a:prstGeom prst="rect">
              <a:avLst/>
            </a:prstGeom>
          </p:spPr>
          <p:txBody>
            <a:bodyPr anchor="ctr" rtlCol="false" tIns="0" lIns="0" bIns="0" rIns="0"/>
            <a:lstStyle/>
            <a:p>
              <a:pPr algn="ctr">
                <a:lnSpc>
                  <a:spcPts val="2400"/>
                </a:lnSpc>
              </a:pPr>
              <a:r>
                <a:rPr lang="en-US" b="true" sz="2000">
                  <a:solidFill>
                    <a:srgbClr val="2E2F38"/>
                  </a:solidFill>
                  <a:latin typeface="Arimo Bold"/>
                  <a:ea typeface="Arimo Bold"/>
                  <a:cs typeface="Arimo Bold"/>
                  <a:sym typeface="Arimo Bold"/>
                </a:rPr>
                <a:t>Follow the link in the map to modify its data and then paste the new one here. </a:t>
              </a:r>
              <a:r>
                <a:rPr lang="en-US" b="true" sz="2000" u="sng">
                  <a:solidFill>
                    <a:srgbClr val="2E2F38"/>
                  </a:solidFill>
                  <a:latin typeface="Arimo Bold"/>
                  <a:ea typeface="Arimo Bold"/>
                  <a:cs typeface="Arimo Bold"/>
                  <a:sym typeface="Arimo Bold"/>
                  <a:hlinkClick r:id="rId7" tooltip="https://slidesgo.com/slidesgo-school/presentation-tips/how-to-modify-a-graph-in-our-templates?utm_source=slidesgo_template&amp;utm_medium=referral-link&amp;utm_campaign=how-to-modify-a-graph-in-our-templates&amp;utm_term=slidesgo-school&amp;utm_content=how-to-modify-a-graph-in-our-templates"/>
                </a:rPr>
                <a:t>For more info, click here</a:t>
              </a:r>
            </a:p>
          </p:txBody>
        </p:sp>
      </p:grpSp>
      <p:grpSp>
        <p:nvGrpSpPr>
          <p:cNvPr name="Group 9" id="9"/>
          <p:cNvGrpSpPr/>
          <p:nvPr/>
        </p:nvGrpSpPr>
        <p:grpSpPr>
          <a:xfrm rot="0">
            <a:off x="13473322" y="6890014"/>
            <a:ext cx="3346199" cy="717604"/>
            <a:chOff x="0" y="0"/>
            <a:chExt cx="4461599" cy="956805"/>
          </a:xfrm>
        </p:grpSpPr>
        <p:sp>
          <p:nvSpPr>
            <p:cNvPr name="Freeform 10" id="10"/>
            <p:cNvSpPr/>
            <p:nvPr/>
          </p:nvSpPr>
          <p:spPr>
            <a:xfrm flipH="false" flipV="false" rot="0">
              <a:off x="0" y="0"/>
              <a:ext cx="4461600" cy="956800"/>
            </a:xfrm>
            <a:custGeom>
              <a:avLst/>
              <a:gdLst/>
              <a:ahLst/>
              <a:cxnLst/>
              <a:rect r="r" b="b" t="t" l="l"/>
              <a:pathLst>
                <a:path h="956800" w="4461600">
                  <a:moveTo>
                    <a:pt x="0" y="0"/>
                  </a:moveTo>
                  <a:lnTo>
                    <a:pt x="4461600" y="0"/>
                  </a:lnTo>
                  <a:lnTo>
                    <a:pt x="4461600" y="956800"/>
                  </a:lnTo>
                  <a:lnTo>
                    <a:pt x="0" y="956800"/>
                  </a:lnTo>
                  <a:close/>
                </a:path>
              </a:pathLst>
            </a:custGeom>
            <a:blipFill>
              <a:blip r:embed="rId6">
                <a:alphaModFix amt="0"/>
              </a:blip>
              <a:stretch>
                <a:fillRect l="0" t="-40859" r="0" b="-40859"/>
              </a:stretch>
            </a:blipFill>
          </p:spPr>
        </p:sp>
        <p:sp>
          <p:nvSpPr>
            <p:cNvPr name="TextBox 11" id="11"/>
            <p:cNvSpPr txBox="true"/>
            <p:nvPr/>
          </p:nvSpPr>
          <p:spPr>
            <a:xfrm>
              <a:off x="0" y="-19050"/>
              <a:ext cx="4461599"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Venus</a:t>
              </a:r>
            </a:p>
          </p:txBody>
        </p:sp>
      </p:grpSp>
      <p:sp>
        <p:nvSpPr>
          <p:cNvPr name="TextBox 12" id="12"/>
          <p:cNvSpPr txBox="true"/>
          <p:nvPr/>
        </p:nvSpPr>
        <p:spPr>
          <a:xfrm rot="0">
            <a:off x="13564753" y="7573842"/>
            <a:ext cx="3163348" cy="544278"/>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Venus is very hot</a:t>
            </a:r>
          </a:p>
        </p:txBody>
      </p:sp>
      <p:grpSp>
        <p:nvGrpSpPr>
          <p:cNvPr name="Group 13" id="13"/>
          <p:cNvGrpSpPr/>
          <p:nvPr/>
        </p:nvGrpSpPr>
        <p:grpSpPr>
          <a:xfrm rot="0">
            <a:off x="13473322" y="4793256"/>
            <a:ext cx="3346199" cy="717604"/>
            <a:chOff x="0" y="0"/>
            <a:chExt cx="4461599" cy="956805"/>
          </a:xfrm>
        </p:grpSpPr>
        <p:sp>
          <p:nvSpPr>
            <p:cNvPr name="Freeform 14" id="14"/>
            <p:cNvSpPr/>
            <p:nvPr/>
          </p:nvSpPr>
          <p:spPr>
            <a:xfrm flipH="false" flipV="false" rot="0">
              <a:off x="0" y="0"/>
              <a:ext cx="4461600" cy="956800"/>
            </a:xfrm>
            <a:custGeom>
              <a:avLst/>
              <a:gdLst/>
              <a:ahLst/>
              <a:cxnLst/>
              <a:rect r="r" b="b" t="t" l="l"/>
              <a:pathLst>
                <a:path h="956800" w="4461600">
                  <a:moveTo>
                    <a:pt x="0" y="0"/>
                  </a:moveTo>
                  <a:lnTo>
                    <a:pt x="4461600" y="0"/>
                  </a:lnTo>
                  <a:lnTo>
                    <a:pt x="4461600" y="956800"/>
                  </a:lnTo>
                  <a:lnTo>
                    <a:pt x="0" y="956800"/>
                  </a:lnTo>
                  <a:close/>
                </a:path>
              </a:pathLst>
            </a:custGeom>
            <a:blipFill>
              <a:blip r:embed="rId6">
                <a:alphaModFix amt="0"/>
              </a:blip>
              <a:stretch>
                <a:fillRect l="0" t="-40859" r="0" b="-40859"/>
              </a:stretch>
            </a:blipFill>
          </p:spPr>
        </p:sp>
        <p:sp>
          <p:nvSpPr>
            <p:cNvPr name="TextBox 15" id="15"/>
            <p:cNvSpPr txBox="true"/>
            <p:nvPr/>
          </p:nvSpPr>
          <p:spPr>
            <a:xfrm>
              <a:off x="0" y="-19050"/>
              <a:ext cx="4461599"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Mercury</a:t>
              </a:r>
            </a:p>
          </p:txBody>
        </p:sp>
      </p:grpSp>
      <p:sp>
        <p:nvSpPr>
          <p:cNvPr name="TextBox 16" id="16"/>
          <p:cNvSpPr txBox="true"/>
          <p:nvPr/>
        </p:nvSpPr>
        <p:spPr>
          <a:xfrm rot="0">
            <a:off x="13564753" y="5477085"/>
            <a:ext cx="3163348" cy="544278"/>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Mercury is small</a:t>
            </a:r>
          </a:p>
        </p:txBody>
      </p:sp>
      <p:grpSp>
        <p:nvGrpSpPr>
          <p:cNvPr name="Group 17" id="17"/>
          <p:cNvGrpSpPr/>
          <p:nvPr/>
        </p:nvGrpSpPr>
        <p:grpSpPr>
          <a:xfrm rot="0">
            <a:off x="13473322" y="2695299"/>
            <a:ext cx="3346199" cy="717604"/>
            <a:chOff x="0" y="0"/>
            <a:chExt cx="4461599" cy="956805"/>
          </a:xfrm>
        </p:grpSpPr>
        <p:sp>
          <p:nvSpPr>
            <p:cNvPr name="Freeform 18" id="18"/>
            <p:cNvSpPr/>
            <p:nvPr/>
          </p:nvSpPr>
          <p:spPr>
            <a:xfrm flipH="false" flipV="false" rot="0">
              <a:off x="0" y="0"/>
              <a:ext cx="4461600" cy="956800"/>
            </a:xfrm>
            <a:custGeom>
              <a:avLst/>
              <a:gdLst/>
              <a:ahLst/>
              <a:cxnLst/>
              <a:rect r="r" b="b" t="t" l="l"/>
              <a:pathLst>
                <a:path h="956800" w="4461600">
                  <a:moveTo>
                    <a:pt x="0" y="0"/>
                  </a:moveTo>
                  <a:lnTo>
                    <a:pt x="4461600" y="0"/>
                  </a:lnTo>
                  <a:lnTo>
                    <a:pt x="4461600" y="956800"/>
                  </a:lnTo>
                  <a:lnTo>
                    <a:pt x="0" y="956800"/>
                  </a:lnTo>
                  <a:close/>
                </a:path>
              </a:pathLst>
            </a:custGeom>
            <a:blipFill>
              <a:blip r:embed="rId6">
                <a:alphaModFix amt="0"/>
              </a:blip>
              <a:stretch>
                <a:fillRect l="0" t="-40859" r="0" b="-40859"/>
              </a:stretch>
            </a:blipFill>
          </p:spPr>
        </p:sp>
        <p:sp>
          <p:nvSpPr>
            <p:cNvPr name="TextBox 19" id="19"/>
            <p:cNvSpPr txBox="true"/>
            <p:nvPr/>
          </p:nvSpPr>
          <p:spPr>
            <a:xfrm>
              <a:off x="0" y="-19050"/>
              <a:ext cx="4461599"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Mars</a:t>
              </a:r>
            </a:p>
          </p:txBody>
        </p:sp>
      </p:grpSp>
      <p:sp>
        <p:nvSpPr>
          <p:cNvPr name="TextBox 20" id="20"/>
          <p:cNvSpPr txBox="true"/>
          <p:nvPr/>
        </p:nvSpPr>
        <p:spPr>
          <a:xfrm rot="0">
            <a:off x="13564753" y="3379127"/>
            <a:ext cx="3163348" cy="544278"/>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Mars is very cold</a:t>
            </a:r>
          </a:p>
        </p:txBody>
      </p:sp>
      <p:grpSp>
        <p:nvGrpSpPr>
          <p:cNvPr name="Group 21" id="21"/>
          <p:cNvGrpSpPr/>
          <p:nvPr/>
        </p:nvGrpSpPr>
        <p:grpSpPr>
          <a:xfrm rot="0">
            <a:off x="1783451" y="2351646"/>
            <a:ext cx="9458325" cy="5857875"/>
            <a:chOff x="0" y="0"/>
            <a:chExt cx="12611100" cy="7810500"/>
          </a:xfrm>
        </p:grpSpPr>
        <p:sp>
          <p:nvSpPr>
            <p:cNvPr name="Freeform 22" id="22">
              <a:hlinkClick r:id="rId8" tooltip="https://docs.google.com/spreadsheets/d/1FQDmTBS0CVx-af-9CHH-2wlSsmu6xIcOQeNSOxyTCic/copy"/>
            </p:cNvPr>
            <p:cNvSpPr/>
            <p:nvPr/>
          </p:nvSpPr>
          <p:spPr>
            <a:xfrm flipH="false" flipV="false" rot="0">
              <a:off x="0" y="0"/>
              <a:ext cx="12611100" cy="7810500"/>
            </a:xfrm>
            <a:custGeom>
              <a:avLst/>
              <a:gdLst/>
              <a:ahLst/>
              <a:cxnLst/>
              <a:rect r="r" b="b" t="t" l="l"/>
              <a:pathLst>
                <a:path h="7810500" w="12611100">
                  <a:moveTo>
                    <a:pt x="0" y="0"/>
                  </a:moveTo>
                  <a:lnTo>
                    <a:pt x="12611100" y="0"/>
                  </a:lnTo>
                  <a:lnTo>
                    <a:pt x="12611100" y="7810500"/>
                  </a:lnTo>
                  <a:lnTo>
                    <a:pt x="0" y="7810500"/>
                  </a:lnTo>
                  <a:lnTo>
                    <a:pt x="0" y="0"/>
                  </a:lnTo>
                  <a:close/>
                </a:path>
              </a:pathLst>
            </a:custGeom>
            <a:blipFill>
              <a:blip r:embed="rId9"/>
              <a:stretch>
                <a:fillRect l="0" t="0" r="0" b="0"/>
              </a:stretch>
            </a:blipFill>
          </p:spPr>
        </p:sp>
      </p:grpSp>
      <p:grpSp>
        <p:nvGrpSpPr>
          <p:cNvPr name="Group 23" id="23"/>
          <p:cNvGrpSpPr/>
          <p:nvPr/>
        </p:nvGrpSpPr>
        <p:grpSpPr>
          <a:xfrm rot="0">
            <a:off x="12860779" y="2733875"/>
            <a:ext cx="371846" cy="371846"/>
            <a:chOff x="0" y="0"/>
            <a:chExt cx="495795" cy="495795"/>
          </a:xfrm>
        </p:grpSpPr>
        <p:sp>
          <p:nvSpPr>
            <p:cNvPr name="Freeform 24" id="24"/>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6B2011"/>
            </a:solidFill>
            <a:ln w="19050" cap="sq">
              <a:solidFill>
                <a:srgbClr val="6B2011"/>
              </a:solidFill>
              <a:prstDash val="solid"/>
              <a:miter/>
            </a:ln>
          </p:spPr>
        </p:sp>
      </p:grpSp>
      <p:grpSp>
        <p:nvGrpSpPr>
          <p:cNvPr name="Group 25" id="25"/>
          <p:cNvGrpSpPr/>
          <p:nvPr/>
        </p:nvGrpSpPr>
        <p:grpSpPr>
          <a:xfrm rot="0">
            <a:off x="12860779" y="4833271"/>
            <a:ext cx="371846" cy="371846"/>
            <a:chOff x="0" y="0"/>
            <a:chExt cx="495795" cy="495795"/>
          </a:xfrm>
        </p:grpSpPr>
        <p:sp>
          <p:nvSpPr>
            <p:cNvPr name="Freeform 26" id="26"/>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EFC68F"/>
            </a:solidFill>
            <a:ln w="19050" cap="sq">
              <a:solidFill>
                <a:srgbClr val="EFC68F"/>
              </a:solidFill>
              <a:prstDash val="solid"/>
              <a:miter/>
            </a:ln>
          </p:spPr>
        </p:sp>
      </p:grpSp>
      <p:grpSp>
        <p:nvGrpSpPr>
          <p:cNvPr name="Group 27" id="27"/>
          <p:cNvGrpSpPr/>
          <p:nvPr/>
        </p:nvGrpSpPr>
        <p:grpSpPr>
          <a:xfrm rot="0">
            <a:off x="12860779" y="6928771"/>
            <a:ext cx="371846" cy="371846"/>
            <a:chOff x="0" y="0"/>
            <a:chExt cx="495795" cy="495795"/>
          </a:xfrm>
        </p:grpSpPr>
        <p:sp>
          <p:nvSpPr>
            <p:cNvPr name="Freeform 28" id="28"/>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1F217B"/>
            </a:solidFill>
            <a:ln w="19050" cap="sq">
              <a:solidFill>
                <a:srgbClr val="1F217B"/>
              </a:solidFill>
              <a:prstDash val="solid"/>
              <a:miter/>
            </a:ln>
          </p:spPr>
        </p:sp>
      </p:grpSp>
      <p:sp>
        <p:nvSpPr>
          <p:cNvPr name="Freeform 29" id="29"/>
          <p:cNvSpPr/>
          <p:nvPr/>
        </p:nvSpPr>
        <p:spPr>
          <a:xfrm flipH="false" flipV="false" rot="0">
            <a:off x="15521007" y="-231524"/>
            <a:ext cx="3076680" cy="3388538"/>
          </a:xfrm>
          <a:custGeom>
            <a:avLst/>
            <a:gdLst/>
            <a:ahLst/>
            <a:cxnLst/>
            <a:rect r="r" b="b" t="t" l="l"/>
            <a:pathLst>
              <a:path h="3388538" w="3076680">
                <a:moveTo>
                  <a:pt x="0" y="0"/>
                </a:moveTo>
                <a:lnTo>
                  <a:pt x="3076679" y="0"/>
                </a:lnTo>
                <a:lnTo>
                  <a:pt x="3076679" y="3388538"/>
                </a:lnTo>
                <a:lnTo>
                  <a:pt x="0" y="33885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051752" y="3853053"/>
            <a:ext cx="3681003" cy="1336196"/>
            <a:chOff x="0" y="0"/>
            <a:chExt cx="4908004" cy="1781594"/>
          </a:xfrm>
        </p:grpSpPr>
        <p:sp>
          <p:nvSpPr>
            <p:cNvPr name="Freeform 6" id="6"/>
            <p:cNvSpPr/>
            <p:nvPr/>
          </p:nvSpPr>
          <p:spPr>
            <a:xfrm flipH="false" flipV="false" rot="0">
              <a:off x="0" y="0"/>
              <a:ext cx="4908042" cy="1781556"/>
            </a:xfrm>
            <a:custGeom>
              <a:avLst/>
              <a:gdLst/>
              <a:ahLst/>
              <a:cxnLst/>
              <a:rect r="r" b="b" t="t" l="l"/>
              <a:pathLst>
                <a:path h="1781556" w="4908042">
                  <a:moveTo>
                    <a:pt x="0" y="296926"/>
                  </a:moveTo>
                  <a:cubicBezTo>
                    <a:pt x="0" y="132969"/>
                    <a:pt x="132969" y="0"/>
                    <a:pt x="296926" y="0"/>
                  </a:cubicBezTo>
                  <a:lnTo>
                    <a:pt x="4611116" y="0"/>
                  </a:lnTo>
                  <a:cubicBezTo>
                    <a:pt x="4775073" y="0"/>
                    <a:pt x="4908042" y="132969"/>
                    <a:pt x="4908042" y="296926"/>
                  </a:cubicBezTo>
                  <a:lnTo>
                    <a:pt x="4908042" y="1484630"/>
                  </a:lnTo>
                  <a:cubicBezTo>
                    <a:pt x="4908042" y="1648587"/>
                    <a:pt x="4775073" y="1781556"/>
                    <a:pt x="4611116" y="1781556"/>
                  </a:cubicBezTo>
                  <a:lnTo>
                    <a:pt x="296926" y="1781556"/>
                  </a:lnTo>
                  <a:cubicBezTo>
                    <a:pt x="132969" y="1781556"/>
                    <a:pt x="0" y="1648714"/>
                    <a:pt x="0" y="1484630"/>
                  </a:cubicBezTo>
                  <a:close/>
                </a:path>
              </a:pathLst>
            </a:custGeom>
            <a:solidFill>
              <a:srgbClr val="EFC68F"/>
            </a:solidFill>
          </p:spPr>
        </p:sp>
        <p:sp>
          <p:nvSpPr>
            <p:cNvPr name="TextBox 7" id="7"/>
            <p:cNvSpPr txBox="true"/>
            <p:nvPr/>
          </p:nvSpPr>
          <p:spPr>
            <a:xfrm>
              <a:off x="0" y="0"/>
              <a:ext cx="4908004" cy="1781594"/>
            </a:xfrm>
            <a:prstGeom prst="rect">
              <a:avLst/>
            </a:prstGeom>
          </p:spPr>
          <p:txBody>
            <a:bodyPr anchor="ctr" rtlCol="false" tIns="50800" lIns="50800" bIns="50800" rIns="50800"/>
            <a:lstStyle/>
            <a:p>
              <a:pPr algn="ctr">
                <a:lnSpc>
                  <a:spcPts val="2879"/>
                </a:lnSpc>
              </a:pPr>
              <a:r>
                <a:rPr lang="en-US" b="true" sz="2400">
                  <a:solidFill>
                    <a:srgbClr val="2E2F38"/>
                  </a:solidFill>
                  <a:latin typeface="Balsamiq Sans Bold"/>
                  <a:ea typeface="Balsamiq Sans Bold"/>
                  <a:cs typeface="Balsamiq Sans Bold"/>
                  <a:sym typeface="Balsamiq Sans Bold"/>
                </a:rPr>
                <a:t>Reorientation or abandonment strategy</a:t>
              </a:r>
            </a:p>
          </p:txBody>
        </p:sp>
      </p:grpSp>
      <p:grpSp>
        <p:nvGrpSpPr>
          <p:cNvPr name="Group 8" id="8"/>
          <p:cNvGrpSpPr/>
          <p:nvPr/>
        </p:nvGrpSpPr>
        <p:grpSpPr>
          <a:xfrm rot="0">
            <a:off x="10051752" y="6294549"/>
            <a:ext cx="3681003" cy="1336196"/>
            <a:chOff x="0" y="0"/>
            <a:chExt cx="4908004" cy="1781594"/>
          </a:xfrm>
        </p:grpSpPr>
        <p:sp>
          <p:nvSpPr>
            <p:cNvPr name="Freeform 9" id="9"/>
            <p:cNvSpPr/>
            <p:nvPr/>
          </p:nvSpPr>
          <p:spPr>
            <a:xfrm flipH="false" flipV="false" rot="0">
              <a:off x="0" y="0"/>
              <a:ext cx="4908042" cy="1781556"/>
            </a:xfrm>
            <a:custGeom>
              <a:avLst/>
              <a:gdLst/>
              <a:ahLst/>
              <a:cxnLst/>
              <a:rect r="r" b="b" t="t" l="l"/>
              <a:pathLst>
                <a:path h="1781556" w="4908042">
                  <a:moveTo>
                    <a:pt x="0" y="296926"/>
                  </a:moveTo>
                  <a:cubicBezTo>
                    <a:pt x="0" y="132969"/>
                    <a:pt x="132969" y="0"/>
                    <a:pt x="296926" y="0"/>
                  </a:cubicBezTo>
                  <a:lnTo>
                    <a:pt x="4611116" y="0"/>
                  </a:lnTo>
                  <a:cubicBezTo>
                    <a:pt x="4775073" y="0"/>
                    <a:pt x="4908042" y="132969"/>
                    <a:pt x="4908042" y="296926"/>
                  </a:cubicBezTo>
                  <a:lnTo>
                    <a:pt x="4908042" y="1484630"/>
                  </a:lnTo>
                  <a:cubicBezTo>
                    <a:pt x="4908042" y="1648587"/>
                    <a:pt x="4775073" y="1781556"/>
                    <a:pt x="4611116" y="1781556"/>
                  </a:cubicBezTo>
                  <a:lnTo>
                    <a:pt x="296926" y="1781556"/>
                  </a:lnTo>
                  <a:cubicBezTo>
                    <a:pt x="132969" y="1781556"/>
                    <a:pt x="0" y="1648714"/>
                    <a:pt x="0" y="1484630"/>
                  </a:cubicBezTo>
                  <a:close/>
                </a:path>
              </a:pathLst>
            </a:custGeom>
            <a:solidFill>
              <a:srgbClr val="EFC68F"/>
            </a:solidFill>
          </p:spPr>
        </p:sp>
        <p:sp>
          <p:nvSpPr>
            <p:cNvPr name="TextBox 10" id="10"/>
            <p:cNvSpPr txBox="true"/>
            <p:nvPr/>
          </p:nvSpPr>
          <p:spPr>
            <a:xfrm>
              <a:off x="0" y="0"/>
              <a:ext cx="4908004" cy="1781594"/>
            </a:xfrm>
            <a:prstGeom prst="rect">
              <a:avLst/>
            </a:prstGeom>
          </p:spPr>
          <p:txBody>
            <a:bodyPr anchor="ctr" rtlCol="false" tIns="50800" lIns="50800" bIns="50800" rIns="50800"/>
            <a:lstStyle/>
            <a:p>
              <a:pPr algn="ctr">
                <a:lnSpc>
                  <a:spcPts val="2879"/>
                </a:lnSpc>
              </a:pPr>
              <a:r>
                <a:rPr lang="en-US" b="true" sz="2400">
                  <a:solidFill>
                    <a:srgbClr val="2E2F38"/>
                  </a:solidFill>
                  <a:latin typeface="Balsamiq Sans Bold"/>
                  <a:ea typeface="Balsamiq Sans Bold"/>
                  <a:cs typeface="Balsamiq Sans Bold"/>
                  <a:sym typeface="Balsamiq Sans Bold"/>
                </a:rPr>
                <a:t>Reduction or elimination strategy</a:t>
              </a:r>
            </a:p>
          </p:txBody>
        </p:sp>
      </p:grpSp>
      <p:grpSp>
        <p:nvGrpSpPr>
          <p:cNvPr name="Group 11" id="11"/>
          <p:cNvGrpSpPr/>
          <p:nvPr/>
        </p:nvGrpSpPr>
        <p:grpSpPr>
          <a:xfrm rot="0">
            <a:off x="4562246" y="6294549"/>
            <a:ext cx="3681003" cy="1336196"/>
            <a:chOff x="0" y="0"/>
            <a:chExt cx="4908004" cy="1781594"/>
          </a:xfrm>
        </p:grpSpPr>
        <p:sp>
          <p:nvSpPr>
            <p:cNvPr name="Freeform 12" id="12"/>
            <p:cNvSpPr/>
            <p:nvPr/>
          </p:nvSpPr>
          <p:spPr>
            <a:xfrm flipH="false" flipV="false" rot="0">
              <a:off x="0" y="0"/>
              <a:ext cx="4908042" cy="1781556"/>
            </a:xfrm>
            <a:custGeom>
              <a:avLst/>
              <a:gdLst/>
              <a:ahLst/>
              <a:cxnLst/>
              <a:rect r="r" b="b" t="t" l="l"/>
              <a:pathLst>
                <a:path h="1781556" w="4908042">
                  <a:moveTo>
                    <a:pt x="0" y="296926"/>
                  </a:moveTo>
                  <a:cubicBezTo>
                    <a:pt x="0" y="132969"/>
                    <a:pt x="132969" y="0"/>
                    <a:pt x="296926" y="0"/>
                  </a:cubicBezTo>
                  <a:lnTo>
                    <a:pt x="4611116" y="0"/>
                  </a:lnTo>
                  <a:cubicBezTo>
                    <a:pt x="4775073" y="0"/>
                    <a:pt x="4908042" y="132969"/>
                    <a:pt x="4908042" y="296926"/>
                  </a:cubicBezTo>
                  <a:lnTo>
                    <a:pt x="4908042" y="1484630"/>
                  </a:lnTo>
                  <a:cubicBezTo>
                    <a:pt x="4908042" y="1648587"/>
                    <a:pt x="4775073" y="1781556"/>
                    <a:pt x="4611116" y="1781556"/>
                  </a:cubicBezTo>
                  <a:lnTo>
                    <a:pt x="296926" y="1781556"/>
                  </a:lnTo>
                  <a:cubicBezTo>
                    <a:pt x="132969" y="1781556"/>
                    <a:pt x="0" y="1648714"/>
                    <a:pt x="0" y="1484630"/>
                  </a:cubicBezTo>
                  <a:close/>
                </a:path>
              </a:pathLst>
            </a:custGeom>
            <a:solidFill>
              <a:srgbClr val="EFC68F"/>
            </a:solidFill>
          </p:spPr>
        </p:sp>
        <p:sp>
          <p:nvSpPr>
            <p:cNvPr name="TextBox 13" id="13"/>
            <p:cNvSpPr txBox="true"/>
            <p:nvPr/>
          </p:nvSpPr>
          <p:spPr>
            <a:xfrm>
              <a:off x="0" y="0"/>
              <a:ext cx="4908004" cy="1781594"/>
            </a:xfrm>
            <a:prstGeom prst="rect">
              <a:avLst/>
            </a:prstGeom>
          </p:spPr>
          <p:txBody>
            <a:bodyPr anchor="ctr" rtlCol="false" tIns="50800" lIns="50800" bIns="50800" rIns="50800"/>
            <a:lstStyle/>
            <a:p>
              <a:pPr algn="ctr">
                <a:lnSpc>
                  <a:spcPts val="2879"/>
                </a:lnSpc>
              </a:pPr>
              <a:r>
                <a:rPr lang="en-US" b="true" sz="2400">
                  <a:solidFill>
                    <a:srgbClr val="2E2F38"/>
                  </a:solidFill>
                  <a:latin typeface="Balsamiq Sans Bold"/>
                  <a:ea typeface="Balsamiq Sans Bold"/>
                  <a:cs typeface="Balsamiq Sans Bold"/>
                  <a:sym typeface="Balsamiq Sans Bold"/>
                </a:rPr>
                <a:t>Maintenance and protection strategy</a:t>
              </a:r>
            </a:p>
          </p:txBody>
        </p:sp>
      </p:grpSp>
      <p:grpSp>
        <p:nvGrpSpPr>
          <p:cNvPr name="Group 14" id="14"/>
          <p:cNvGrpSpPr/>
          <p:nvPr/>
        </p:nvGrpSpPr>
        <p:grpSpPr>
          <a:xfrm rot="0">
            <a:off x="4546702" y="3853053"/>
            <a:ext cx="3681003" cy="1336196"/>
            <a:chOff x="0" y="0"/>
            <a:chExt cx="4908004" cy="1781594"/>
          </a:xfrm>
        </p:grpSpPr>
        <p:sp>
          <p:nvSpPr>
            <p:cNvPr name="Freeform 15" id="15"/>
            <p:cNvSpPr/>
            <p:nvPr/>
          </p:nvSpPr>
          <p:spPr>
            <a:xfrm flipH="false" flipV="false" rot="0">
              <a:off x="0" y="0"/>
              <a:ext cx="4908042" cy="1781556"/>
            </a:xfrm>
            <a:custGeom>
              <a:avLst/>
              <a:gdLst/>
              <a:ahLst/>
              <a:cxnLst/>
              <a:rect r="r" b="b" t="t" l="l"/>
              <a:pathLst>
                <a:path h="1781556" w="4908042">
                  <a:moveTo>
                    <a:pt x="0" y="296926"/>
                  </a:moveTo>
                  <a:cubicBezTo>
                    <a:pt x="0" y="132969"/>
                    <a:pt x="132969" y="0"/>
                    <a:pt x="296926" y="0"/>
                  </a:cubicBezTo>
                  <a:lnTo>
                    <a:pt x="4611116" y="0"/>
                  </a:lnTo>
                  <a:cubicBezTo>
                    <a:pt x="4775073" y="0"/>
                    <a:pt x="4908042" y="132969"/>
                    <a:pt x="4908042" y="296926"/>
                  </a:cubicBezTo>
                  <a:lnTo>
                    <a:pt x="4908042" y="1484630"/>
                  </a:lnTo>
                  <a:cubicBezTo>
                    <a:pt x="4908042" y="1648587"/>
                    <a:pt x="4775073" y="1781556"/>
                    <a:pt x="4611116" y="1781556"/>
                  </a:cubicBezTo>
                  <a:lnTo>
                    <a:pt x="296926" y="1781556"/>
                  </a:lnTo>
                  <a:cubicBezTo>
                    <a:pt x="132969" y="1781556"/>
                    <a:pt x="0" y="1648714"/>
                    <a:pt x="0" y="1484630"/>
                  </a:cubicBezTo>
                  <a:close/>
                </a:path>
              </a:pathLst>
            </a:custGeom>
            <a:solidFill>
              <a:srgbClr val="F09C31"/>
            </a:solidFill>
          </p:spPr>
        </p:sp>
        <p:sp>
          <p:nvSpPr>
            <p:cNvPr name="TextBox 16" id="16"/>
            <p:cNvSpPr txBox="true"/>
            <p:nvPr/>
          </p:nvSpPr>
          <p:spPr>
            <a:xfrm>
              <a:off x="0" y="0"/>
              <a:ext cx="4908004" cy="1781594"/>
            </a:xfrm>
            <a:prstGeom prst="rect">
              <a:avLst/>
            </a:prstGeom>
          </p:spPr>
          <p:txBody>
            <a:bodyPr anchor="ctr" rtlCol="false" tIns="50800" lIns="50800" bIns="50800" rIns="50800"/>
            <a:lstStyle/>
            <a:p>
              <a:pPr algn="ctr">
                <a:lnSpc>
                  <a:spcPts val="2879"/>
                </a:lnSpc>
              </a:pPr>
              <a:r>
                <a:rPr lang="en-US" b="true" sz="2400">
                  <a:solidFill>
                    <a:srgbClr val="2E2F38"/>
                  </a:solidFill>
                  <a:latin typeface="Balsamiq Sans Bold"/>
                  <a:ea typeface="Balsamiq Sans Bold"/>
                  <a:cs typeface="Balsamiq Sans Bold"/>
                  <a:sym typeface="Balsamiq Sans Bold"/>
                </a:rPr>
                <a:t>Growth and </a:t>
              </a:r>
            </a:p>
            <a:p>
              <a:pPr algn="ctr">
                <a:lnSpc>
                  <a:spcPts val="2879"/>
                </a:lnSpc>
              </a:pPr>
              <a:r>
                <a:rPr lang="en-US" b="true" sz="2400">
                  <a:solidFill>
                    <a:srgbClr val="2E2F38"/>
                  </a:solidFill>
                  <a:latin typeface="Balsamiq Sans Bold"/>
                  <a:ea typeface="Balsamiq Sans Bold"/>
                  <a:cs typeface="Balsamiq Sans Bold"/>
                  <a:sym typeface="Balsamiq Sans Bold"/>
                </a:rPr>
                <a:t>expansion strategy</a:t>
              </a:r>
            </a:p>
          </p:txBody>
        </p:sp>
      </p:grpSp>
      <p:sp>
        <p:nvSpPr>
          <p:cNvPr name="TextBox 17" id="17"/>
          <p:cNvSpPr txBox="true"/>
          <p:nvPr/>
        </p:nvSpPr>
        <p:spPr>
          <a:xfrm rot="0">
            <a:off x="2886075" y="1905324"/>
            <a:ext cx="12408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Business program</a:t>
            </a:r>
          </a:p>
        </p:txBody>
      </p:sp>
      <p:sp>
        <p:nvSpPr>
          <p:cNvPr name="TextBox 18" id="18"/>
          <p:cNvSpPr txBox="true"/>
          <p:nvPr/>
        </p:nvSpPr>
        <p:spPr>
          <a:xfrm rot="0">
            <a:off x="7411726" y="3076251"/>
            <a:ext cx="3657752" cy="565271"/>
          </a:xfrm>
          <a:prstGeom prst="rect">
            <a:avLst/>
          </a:prstGeom>
        </p:spPr>
        <p:txBody>
          <a:bodyPr anchor="t" rtlCol="false" tIns="0" lIns="0" bIns="0" rIns="0">
            <a:spAutoFit/>
          </a:bodyPr>
          <a:lstStyle/>
          <a:p>
            <a:pPr algn="ctr">
              <a:lnSpc>
                <a:spcPts val="2400"/>
              </a:lnSpc>
            </a:pPr>
            <a:r>
              <a:rPr lang="en-US" b="true" sz="2000">
                <a:solidFill>
                  <a:srgbClr val="2E2F38"/>
                </a:solidFill>
                <a:latin typeface="Arimo Bold"/>
                <a:ea typeface="Arimo Bold"/>
                <a:cs typeface="Arimo Bold"/>
                <a:sym typeface="Arimo Bold"/>
              </a:rPr>
              <a:t>Attractive business model</a:t>
            </a:r>
          </a:p>
        </p:txBody>
      </p:sp>
      <p:sp>
        <p:nvSpPr>
          <p:cNvPr name="TextBox 19" id="19"/>
          <p:cNvSpPr txBox="true"/>
          <p:nvPr/>
        </p:nvSpPr>
        <p:spPr>
          <a:xfrm rot="0">
            <a:off x="7411726" y="7882499"/>
            <a:ext cx="3657752" cy="565271"/>
          </a:xfrm>
          <a:prstGeom prst="rect">
            <a:avLst/>
          </a:prstGeom>
        </p:spPr>
        <p:txBody>
          <a:bodyPr anchor="t" rtlCol="false" tIns="0" lIns="0" bIns="0" rIns="0">
            <a:spAutoFit/>
          </a:bodyPr>
          <a:lstStyle/>
          <a:p>
            <a:pPr algn="ctr">
              <a:lnSpc>
                <a:spcPts val="2400"/>
              </a:lnSpc>
            </a:pPr>
            <a:r>
              <a:rPr lang="en-US" b="true" sz="2000">
                <a:solidFill>
                  <a:srgbClr val="2E2F38"/>
                </a:solidFill>
                <a:latin typeface="Arimo Bold"/>
                <a:ea typeface="Arimo Bold"/>
                <a:cs typeface="Arimo Bold"/>
                <a:sym typeface="Arimo Bold"/>
              </a:rPr>
              <a:t>Unattractive business model</a:t>
            </a:r>
          </a:p>
        </p:txBody>
      </p:sp>
      <p:sp>
        <p:nvSpPr>
          <p:cNvPr name="TextBox 20" id="20"/>
          <p:cNvSpPr txBox="true"/>
          <p:nvPr/>
        </p:nvSpPr>
        <p:spPr>
          <a:xfrm rot="-5400000">
            <a:off x="1300458" y="5454062"/>
            <a:ext cx="3589953" cy="565271"/>
          </a:xfrm>
          <a:prstGeom prst="rect">
            <a:avLst/>
          </a:prstGeom>
        </p:spPr>
        <p:txBody>
          <a:bodyPr anchor="t" rtlCol="false" tIns="0" lIns="0" bIns="0" rIns="0">
            <a:spAutoFit/>
          </a:bodyPr>
          <a:lstStyle/>
          <a:p>
            <a:pPr algn="ctr">
              <a:lnSpc>
                <a:spcPts val="2400"/>
              </a:lnSpc>
            </a:pPr>
            <a:r>
              <a:rPr lang="en-US" b="true" sz="2000">
                <a:solidFill>
                  <a:srgbClr val="2E2F38"/>
                </a:solidFill>
                <a:latin typeface="Arimo Bold"/>
                <a:ea typeface="Arimo Bold"/>
                <a:cs typeface="Arimo Bold"/>
                <a:sym typeface="Arimo Bold"/>
              </a:rPr>
              <a:t>High competitive strength</a:t>
            </a:r>
          </a:p>
        </p:txBody>
      </p:sp>
      <p:sp>
        <p:nvSpPr>
          <p:cNvPr name="TextBox 21" id="21"/>
          <p:cNvSpPr txBox="true"/>
          <p:nvPr/>
        </p:nvSpPr>
        <p:spPr>
          <a:xfrm rot="5400000">
            <a:off x="13392788" y="5449566"/>
            <a:ext cx="3599555" cy="565271"/>
          </a:xfrm>
          <a:prstGeom prst="rect">
            <a:avLst/>
          </a:prstGeom>
        </p:spPr>
        <p:txBody>
          <a:bodyPr anchor="t" rtlCol="false" tIns="0" lIns="0" bIns="0" rIns="0">
            <a:spAutoFit/>
          </a:bodyPr>
          <a:lstStyle/>
          <a:p>
            <a:pPr algn="ctr">
              <a:lnSpc>
                <a:spcPts val="2400"/>
              </a:lnSpc>
            </a:pPr>
            <a:r>
              <a:rPr lang="en-US" b="true" sz="2000">
                <a:solidFill>
                  <a:srgbClr val="2E2F38"/>
                </a:solidFill>
                <a:latin typeface="Arimo Bold"/>
                <a:ea typeface="Arimo Bold"/>
                <a:cs typeface="Arimo Bold"/>
                <a:sym typeface="Arimo Bold"/>
              </a:rPr>
              <a:t>Low competitive strength</a:t>
            </a:r>
          </a:p>
        </p:txBody>
      </p:sp>
      <p:sp>
        <p:nvSpPr>
          <p:cNvPr name="AutoShape 22" id="22"/>
          <p:cNvSpPr/>
          <p:nvPr/>
        </p:nvSpPr>
        <p:spPr>
          <a:xfrm rot="5383980">
            <a:off x="7197357" y="5761892"/>
            <a:ext cx="4086492" cy="0"/>
          </a:xfrm>
          <a:prstGeom prst="line">
            <a:avLst/>
          </a:prstGeom>
          <a:ln cap="rnd" w="9525">
            <a:solidFill>
              <a:srgbClr val="6B2011"/>
            </a:solidFill>
            <a:prstDash val="solid"/>
            <a:headEnd type="diamond" len="lg" w="lg"/>
            <a:tailEnd type="diamond" len="lg" w="lg"/>
          </a:ln>
        </p:spPr>
      </p:sp>
      <p:sp>
        <p:nvSpPr>
          <p:cNvPr name="AutoShape 23" id="23"/>
          <p:cNvSpPr/>
          <p:nvPr/>
        </p:nvSpPr>
        <p:spPr>
          <a:xfrm rot="10793880">
            <a:off x="3459966" y="5728040"/>
            <a:ext cx="11368068" cy="0"/>
          </a:xfrm>
          <a:prstGeom prst="line">
            <a:avLst/>
          </a:prstGeom>
          <a:ln cap="rnd" w="9525">
            <a:solidFill>
              <a:srgbClr val="6B2011"/>
            </a:solidFill>
            <a:prstDash val="solid"/>
            <a:headEnd type="diamond" len="lg" w="lg"/>
            <a:tailEnd type="diamond" len="lg" w="lg"/>
          </a:ln>
        </p:spPr>
      </p:sp>
      <p:sp>
        <p:nvSpPr>
          <p:cNvPr name="Freeform 24" id="24"/>
          <p:cNvSpPr/>
          <p:nvPr/>
        </p:nvSpPr>
        <p:spPr>
          <a:xfrm flipH="false" flipV="false" rot="0">
            <a:off x="14818500" y="1272597"/>
            <a:ext cx="2166442" cy="2266121"/>
          </a:xfrm>
          <a:custGeom>
            <a:avLst/>
            <a:gdLst/>
            <a:ahLst/>
            <a:cxnLst/>
            <a:rect r="r" b="b" t="t" l="l"/>
            <a:pathLst>
              <a:path h="2266121" w="2166442">
                <a:moveTo>
                  <a:pt x="0" y="0"/>
                </a:moveTo>
                <a:lnTo>
                  <a:pt x="2166442" y="0"/>
                </a:lnTo>
                <a:lnTo>
                  <a:pt x="2166442" y="2266121"/>
                </a:lnTo>
                <a:lnTo>
                  <a:pt x="0" y="22661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Marketing analysis</a:t>
            </a:r>
          </a:p>
        </p:txBody>
      </p:sp>
      <p:graphicFrame>
        <p:nvGraphicFramePr>
          <p:cNvPr name="Table 6" id="6"/>
          <p:cNvGraphicFramePr>
            <a:graphicFrameLocks noGrp="true"/>
          </p:cNvGraphicFramePr>
          <p:nvPr/>
        </p:nvGraphicFramePr>
        <p:xfrm>
          <a:off x="1440000" y="2268700"/>
          <a:ext cx="15392400" cy="3200400"/>
        </p:xfrm>
        <a:graphic>
          <a:graphicData uri="http://schemas.openxmlformats.org/drawingml/2006/table">
            <a:tbl>
              <a:tblPr/>
              <a:tblGrid>
                <a:gridCol w="3853269"/>
                <a:gridCol w="11539131"/>
              </a:tblGrid>
              <a:tr h="457200">
                <a:tc gridSpan="2">
                  <a:txBody>
                    <a:bodyPr anchor="t" rtlCol="false"/>
                    <a:lstStyle/>
                    <a:p>
                      <a:pPr algn="ctr">
                        <a:lnSpc>
                          <a:spcPts val="3359"/>
                        </a:lnSpc>
                        <a:defRPr/>
                      </a:pPr>
                      <a:r>
                        <a:rPr lang="en-US" b="true" sz="2799">
                          <a:solidFill>
                            <a:srgbClr val="2E2F38"/>
                          </a:solidFill>
                          <a:latin typeface="Balsamiq Sans Bold"/>
                          <a:ea typeface="Balsamiq Sans Bold"/>
                          <a:cs typeface="Balsamiq Sans Bold"/>
                          <a:sym typeface="Balsamiq Sans Bold"/>
                        </a:rPr>
                        <a:t>Market overview</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EFC68F"/>
                    </a:solidFill>
                  </a:tcPr>
                </a:tc>
                <a:tc hMerge="true">
                  <a:txBody>
                    <a:bodyPr anchor="t" rtlCol="false"/>
                    <a:lstStyle/>
                    <a:p>
                      <a:pPr algn="ctr">
                        <a:lnSpc>
                          <a:spcPts val="3359"/>
                        </a:lnSpc>
                        <a:defRPr/>
                      </a:pPr>
                      <a:r>
                        <a:rPr lang="en-US" b="true" sz="2799">
                          <a:solidFill>
                            <a:srgbClr val="2E2F38"/>
                          </a:solidFill>
                          <a:latin typeface="Balsamiq Sans Bold"/>
                          <a:ea typeface="Balsamiq Sans Bold"/>
                          <a:cs typeface="Balsamiq Sans Bold"/>
                          <a:sym typeface="Balsamiq Sans Bold"/>
                        </a:rPr>
                        <a:t>Market overview</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EFC68F"/>
                    </a:solidFill>
                  </a:tcPr>
                </a:tc>
              </a:tr>
              <a:tr h="457200">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size</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57200">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growth</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57200">
                <a:tc rowSpan="2">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segmentation</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Segment 1:</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57200">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segmentation</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Segment 2:</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57200">
                <a:tc rowSpan="2">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trends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Trend 1:</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57200">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Market trends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Trend 2:</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bl>
          </a:graphicData>
        </a:graphic>
      </p:graphicFrame>
      <p:graphicFrame>
        <p:nvGraphicFramePr>
          <p:cNvPr name="Table 7" id="7"/>
          <p:cNvGraphicFramePr>
            <a:graphicFrameLocks noGrp="true"/>
          </p:cNvGraphicFramePr>
          <p:nvPr/>
        </p:nvGraphicFramePr>
        <p:xfrm>
          <a:off x="1440000" y="5873840"/>
          <a:ext cx="15392400" cy="3251200"/>
        </p:xfrm>
        <a:graphic>
          <a:graphicData uri="http://schemas.openxmlformats.org/drawingml/2006/table">
            <a:tbl>
              <a:tblPr/>
              <a:tblGrid>
                <a:gridCol w="3853269"/>
                <a:gridCol w="11539131"/>
              </a:tblGrid>
              <a:tr h="401836">
                <a:tc gridSpan="2">
                  <a:txBody>
                    <a:bodyPr anchor="t" rtlCol="false"/>
                    <a:lstStyle/>
                    <a:p>
                      <a:pPr algn="ctr">
                        <a:lnSpc>
                          <a:spcPts val="3359"/>
                        </a:lnSpc>
                        <a:defRPr/>
                      </a:pPr>
                      <a:r>
                        <a:rPr lang="en-US" b="true" sz="2799">
                          <a:solidFill>
                            <a:srgbClr val="2E2F38"/>
                          </a:solidFill>
                          <a:latin typeface="Balsamiq Sans Bold"/>
                          <a:ea typeface="Balsamiq Sans Bold"/>
                          <a:cs typeface="Balsamiq Sans Bold"/>
                          <a:sym typeface="Balsamiq Sans Bold"/>
                        </a:rPr>
                        <a:t>Target</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EFC68F"/>
                    </a:solidFill>
                  </a:tcPr>
                </a:tc>
                <a:tc hMerge="true">
                  <a:txBody>
                    <a:bodyPr anchor="t" rtlCol="false"/>
                    <a:lstStyle/>
                    <a:p>
                      <a:pPr algn="ctr">
                        <a:lnSpc>
                          <a:spcPts val="3359"/>
                        </a:lnSpc>
                        <a:defRPr/>
                      </a:pPr>
                      <a:r>
                        <a:rPr lang="en-US" b="true" sz="2799">
                          <a:solidFill>
                            <a:srgbClr val="2E2F38"/>
                          </a:solidFill>
                          <a:latin typeface="Balsamiq Sans Bold"/>
                          <a:ea typeface="Balsamiq Sans Bold"/>
                          <a:cs typeface="Balsamiq Sans Bold"/>
                          <a:sym typeface="Balsamiq Sans Bold"/>
                        </a:rPr>
                        <a:t>Target</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EFC68F"/>
                    </a:solidFill>
                  </a:tcPr>
                </a:tc>
              </a:tr>
              <a:tr h="407052">
                <a:tc rowSpan="3">
                  <a:txBody>
                    <a:bodyPr anchor="t" rtlCol="false"/>
                    <a:lstStyle/>
                    <a:p>
                      <a:pPr algn="l">
                        <a:lnSpc>
                          <a:spcPts val="2879"/>
                        </a:lnSpc>
                        <a:defRPr/>
                      </a:pPr>
                      <a:r>
                        <a:rPr lang="en-US" b="true" sz="2400">
                          <a:solidFill>
                            <a:srgbClr val="2E2F38"/>
                          </a:solidFill>
                          <a:latin typeface="Arimo Bold"/>
                          <a:ea typeface="Arimo Bold"/>
                          <a:cs typeface="Arimo Bold"/>
                          <a:sym typeface="Arimo Bold"/>
                        </a:rPr>
                        <a:t>Demographics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Age:</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Demographics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Gender:</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Demographics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Income:</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rowSpan="2">
                  <a:txBody>
                    <a:bodyPr anchor="t" rtlCol="false"/>
                    <a:lstStyle/>
                    <a:p>
                      <a:pPr algn="l">
                        <a:lnSpc>
                          <a:spcPts val="2879"/>
                        </a:lnSpc>
                        <a:defRPr/>
                      </a:pPr>
                      <a:r>
                        <a:rPr lang="en-US" b="true" sz="2400">
                          <a:solidFill>
                            <a:srgbClr val="2E2F38"/>
                          </a:solidFill>
                          <a:latin typeface="Arimo Bold"/>
                          <a:ea typeface="Arimo Bold"/>
                          <a:cs typeface="Arimo Bold"/>
                          <a:sym typeface="Arimo Bold"/>
                        </a:rPr>
                        <a:t>Psychographics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Attitude:</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Psychographics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Values: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rowSpan="2">
                  <a:txBody>
                    <a:bodyPr anchor="t" rtlCol="false"/>
                    <a:lstStyle/>
                    <a:p>
                      <a:pPr algn="l">
                        <a:lnSpc>
                          <a:spcPts val="2879"/>
                        </a:lnSpc>
                        <a:defRPr/>
                      </a:pPr>
                      <a:r>
                        <a:rPr lang="en-US" b="true" sz="2400">
                          <a:solidFill>
                            <a:srgbClr val="2E2F38"/>
                          </a:solidFill>
                          <a:latin typeface="Arimo Bold"/>
                          <a:ea typeface="Arimo Bold"/>
                          <a:cs typeface="Arimo Bold"/>
                          <a:sym typeface="Arimo Bold"/>
                        </a:rPr>
                        <a:t>Behaviors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Purchasing habits: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407052">
                <a:tc vMerge="true">
                  <a:txBody>
                    <a:bodyPr anchor="t" rtlCol="false"/>
                    <a:lstStyle/>
                    <a:p>
                      <a:pPr algn="l">
                        <a:lnSpc>
                          <a:spcPts val="2879"/>
                        </a:lnSpc>
                        <a:defRPr/>
                      </a:pPr>
                      <a:r>
                        <a:rPr lang="en-US" b="true" sz="2400">
                          <a:solidFill>
                            <a:srgbClr val="2E2F38"/>
                          </a:solidFill>
                          <a:latin typeface="Arimo Bold"/>
                          <a:ea typeface="Arimo Bold"/>
                          <a:cs typeface="Arimo Bold"/>
                          <a:sym typeface="Arimo Bold"/>
                        </a:rPr>
                        <a:t>Behaviors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2879"/>
                        </a:lnSpc>
                        <a:defRPr/>
                      </a:pPr>
                      <a:r>
                        <a:rPr lang="en-US" b="true" sz="2400">
                          <a:solidFill>
                            <a:srgbClr val="2E2F38"/>
                          </a:solidFill>
                          <a:latin typeface="Arimo Bold"/>
                          <a:ea typeface="Arimo Bold"/>
                          <a:cs typeface="Arimo Bold"/>
                          <a:sym typeface="Arimo Bold"/>
                        </a:rPr>
                        <a:t>Frequency of purchases:</a:t>
                      </a:r>
                      <a:endParaRPr lang="en-US" sz="1100"/>
                    </a:p>
                  </a:txBody>
                  <a:tcPr marL="12466" marR="12466" marT="12466" marB="1246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bl>
          </a:graphicData>
        </a:graphic>
      </p:graphicFrame>
      <p:sp>
        <p:nvSpPr>
          <p:cNvPr name="Freeform 8" id="8"/>
          <p:cNvSpPr/>
          <p:nvPr/>
        </p:nvSpPr>
        <p:spPr>
          <a:xfrm flipH="false" flipV="false" rot="0">
            <a:off x="15458761" y="-231524"/>
            <a:ext cx="3076680" cy="3388538"/>
          </a:xfrm>
          <a:custGeom>
            <a:avLst/>
            <a:gdLst/>
            <a:ahLst/>
            <a:cxnLst/>
            <a:rect r="r" b="b" t="t" l="l"/>
            <a:pathLst>
              <a:path h="3388538" w="3076680">
                <a:moveTo>
                  <a:pt x="0" y="0"/>
                </a:moveTo>
                <a:lnTo>
                  <a:pt x="3076679" y="0"/>
                </a:lnTo>
                <a:lnTo>
                  <a:pt x="3076679" y="3388538"/>
                </a:lnTo>
                <a:lnTo>
                  <a:pt x="0" y="33885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You can use this graph</a:t>
            </a:r>
          </a:p>
        </p:txBody>
      </p:sp>
      <p:sp>
        <p:nvSpPr>
          <p:cNvPr name="TextBox 6" id="6"/>
          <p:cNvSpPr txBox="true"/>
          <p:nvPr/>
        </p:nvSpPr>
        <p:spPr>
          <a:xfrm rot="0">
            <a:off x="1531430" y="8674903"/>
            <a:ext cx="14177553" cy="441674"/>
          </a:xfrm>
          <a:prstGeom prst="rect">
            <a:avLst/>
          </a:prstGeom>
        </p:spPr>
        <p:txBody>
          <a:bodyPr anchor="t" rtlCol="false" tIns="0" lIns="0" bIns="0" rIns="0">
            <a:spAutoFit/>
          </a:bodyPr>
          <a:lstStyle/>
          <a:p>
            <a:pPr algn="ctr">
              <a:lnSpc>
                <a:spcPts val="2400"/>
              </a:lnSpc>
            </a:pPr>
            <a:r>
              <a:rPr lang="en-US" b="true" sz="2000">
                <a:solidFill>
                  <a:srgbClr val="2E2F38"/>
                </a:solidFill>
                <a:latin typeface="Arimo Bold"/>
                <a:ea typeface="Arimo Bold"/>
                <a:cs typeface="Arimo Bold"/>
                <a:sym typeface="Arimo Bold"/>
              </a:rPr>
              <a:t>Follow the link in the graph to modify its data and then paste the new one here. </a:t>
            </a:r>
            <a:r>
              <a:rPr lang="en-US" b="true" sz="2000" u="sng">
                <a:solidFill>
                  <a:srgbClr val="2E2F38"/>
                </a:solidFill>
                <a:latin typeface="Arimo Bold"/>
                <a:ea typeface="Arimo Bold"/>
                <a:cs typeface="Arimo Bold"/>
                <a:sym typeface="Arimo Bold"/>
                <a:hlinkClick r:id="rId6" tooltip="https://slidesgo.com/slidesgo-school/presentation-tips/how-to-modify-a-graph-in-our-templates?utm_source=slidesgo_template&amp;utm_medium=referral-link&amp;utm_campaign=how-to-modify-a-graph-in-our-templates&amp;utm_term=slidesgo-school&amp;utm_content=how-to-modify-a-graph-in-our-templates"/>
              </a:rPr>
              <a:t>For more info, click here</a:t>
            </a:r>
          </a:p>
        </p:txBody>
      </p:sp>
      <p:grpSp>
        <p:nvGrpSpPr>
          <p:cNvPr name="Group 7" id="7"/>
          <p:cNvGrpSpPr/>
          <p:nvPr/>
        </p:nvGrpSpPr>
        <p:grpSpPr>
          <a:xfrm rot="0">
            <a:off x="14364700" y="6464056"/>
            <a:ext cx="2382002" cy="717604"/>
            <a:chOff x="0" y="0"/>
            <a:chExt cx="3176003" cy="956805"/>
          </a:xfrm>
        </p:grpSpPr>
        <p:sp>
          <p:nvSpPr>
            <p:cNvPr name="Freeform 8" id="8"/>
            <p:cNvSpPr/>
            <p:nvPr/>
          </p:nvSpPr>
          <p:spPr>
            <a:xfrm flipH="false" flipV="false" rot="0">
              <a:off x="0" y="0"/>
              <a:ext cx="3176000" cy="956800"/>
            </a:xfrm>
            <a:custGeom>
              <a:avLst/>
              <a:gdLst/>
              <a:ahLst/>
              <a:cxnLst/>
              <a:rect r="r" b="b" t="t" l="l"/>
              <a:pathLst>
                <a:path h="956800" w="3176000">
                  <a:moveTo>
                    <a:pt x="0" y="0"/>
                  </a:moveTo>
                  <a:lnTo>
                    <a:pt x="3176000" y="0"/>
                  </a:lnTo>
                  <a:lnTo>
                    <a:pt x="3176000" y="956800"/>
                  </a:lnTo>
                  <a:lnTo>
                    <a:pt x="0" y="956800"/>
                  </a:lnTo>
                  <a:close/>
                </a:path>
              </a:pathLst>
            </a:custGeom>
            <a:blipFill>
              <a:blip r:embed="rId7">
                <a:alphaModFix amt="0"/>
              </a:blip>
              <a:stretch>
                <a:fillRect l="0" t="-14678" r="0" b="-14678"/>
              </a:stretch>
            </a:blipFill>
          </p:spPr>
        </p:sp>
        <p:sp>
          <p:nvSpPr>
            <p:cNvPr name="TextBox 9" id="9"/>
            <p:cNvSpPr txBox="true"/>
            <p:nvPr/>
          </p:nvSpPr>
          <p:spPr>
            <a:xfrm>
              <a:off x="0" y="-19050"/>
              <a:ext cx="3176003"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Team 3</a:t>
              </a:r>
            </a:p>
          </p:txBody>
        </p:sp>
      </p:grpSp>
      <p:grpSp>
        <p:nvGrpSpPr>
          <p:cNvPr name="Group 10" id="10"/>
          <p:cNvGrpSpPr/>
          <p:nvPr/>
        </p:nvGrpSpPr>
        <p:grpSpPr>
          <a:xfrm rot="0">
            <a:off x="14364700" y="4955400"/>
            <a:ext cx="2382002" cy="717604"/>
            <a:chOff x="0" y="0"/>
            <a:chExt cx="3176003" cy="956805"/>
          </a:xfrm>
        </p:grpSpPr>
        <p:sp>
          <p:nvSpPr>
            <p:cNvPr name="Freeform 11" id="11"/>
            <p:cNvSpPr/>
            <p:nvPr/>
          </p:nvSpPr>
          <p:spPr>
            <a:xfrm flipH="false" flipV="false" rot="0">
              <a:off x="0" y="0"/>
              <a:ext cx="3176000" cy="956800"/>
            </a:xfrm>
            <a:custGeom>
              <a:avLst/>
              <a:gdLst/>
              <a:ahLst/>
              <a:cxnLst/>
              <a:rect r="r" b="b" t="t" l="l"/>
              <a:pathLst>
                <a:path h="956800" w="3176000">
                  <a:moveTo>
                    <a:pt x="0" y="0"/>
                  </a:moveTo>
                  <a:lnTo>
                    <a:pt x="3176000" y="0"/>
                  </a:lnTo>
                  <a:lnTo>
                    <a:pt x="3176000" y="956800"/>
                  </a:lnTo>
                  <a:lnTo>
                    <a:pt x="0" y="956800"/>
                  </a:lnTo>
                  <a:close/>
                </a:path>
              </a:pathLst>
            </a:custGeom>
            <a:blipFill>
              <a:blip r:embed="rId7">
                <a:alphaModFix amt="0"/>
              </a:blip>
              <a:stretch>
                <a:fillRect l="0" t="-14678" r="0" b="-14678"/>
              </a:stretch>
            </a:blipFill>
          </p:spPr>
        </p:sp>
        <p:sp>
          <p:nvSpPr>
            <p:cNvPr name="TextBox 12" id="12"/>
            <p:cNvSpPr txBox="true"/>
            <p:nvPr/>
          </p:nvSpPr>
          <p:spPr>
            <a:xfrm>
              <a:off x="0" y="-19050"/>
              <a:ext cx="3176003"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Team 2</a:t>
              </a:r>
            </a:p>
          </p:txBody>
        </p:sp>
      </p:grpSp>
      <p:grpSp>
        <p:nvGrpSpPr>
          <p:cNvPr name="Group 13" id="13"/>
          <p:cNvGrpSpPr/>
          <p:nvPr/>
        </p:nvGrpSpPr>
        <p:grpSpPr>
          <a:xfrm rot="0">
            <a:off x="14364700" y="3446755"/>
            <a:ext cx="2382002" cy="717604"/>
            <a:chOff x="0" y="0"/>
            <a:chExt cx="3176003" cy="956805"/>
          </a:xfrm>
        </p:grpSpPr>
        <p:sp>
          <p:nvSpPr>
            <p:cNvPr name="Freeform 14" id="14"/>
            <p:cNvSpPr/>
            <p:nvPr/>
          </p:nvSpPr>
          <p:spPr>
            <a:xfrm flipH="false" flipV="false" rot="0">
              <a:off x="0" y="0"/>
              <a:ext cx="3176000" cy="956800"/>
            </a:xfrm>
            <a:custGeom>
              <a:avLst/>
              <a:gdLst/>
              <a:ahLst/>
              <a:cxnLst/>
              <a:rect r="r" b="b" t="t" l="l"/>
              <a:pathLst>
                <a:path h="956800" w="3176000">
                  <a:moveTo>
                    <a:pt x="0" y="0"/>
                  </a:moveTo>
                  <a:lnTo>
                    <a:pt x="3176000" y="0"/>
                  </a:lnTo>
                  <a:lnTo>
                    <a:pt x="3176000" y="956800"/>
                  </a:lnTo>
                  <a:lnTo>
                    <a:pt x="0" y="956800"/>
                  </a:lnTo>
                  <a:close/>
                </a:path>
              </a:pathLst>
            </a:custGeom>
            <a:blipFill>
              <a:blip r:embed="rId7">
                <a:alphaModFix amt="0"/>
              </a:blip>
              <a:stretch>
                <a:fillRect l="0" t="-14678" r="0" b="-14678"/>
              </a:stretch>
            </a:blipFill>
          </p:spPr>
        </p:sp>
        <p:sp>
          <p:nvSpPr>
            <p:cNvPr name="TextBox 15" id="15"/>
            <p:cNvSpPr txBox="true"/>
            <p:nvPr/>
          </p:nvSpPr>
          <p:spPr>
            <a:xfrm>
              <a:off x="0" y="-19050"/>
              <a:ext cx="3176003" cy="975855"/>
            </a:xfrm>
            <a:prstGeom prst="rect">
              <a:avLst/>
            </a:prstGeom>
          </p:spPr>
          <p:txBody>
            <a:bodyPr anchor="b" rtlCol="false" tIns="0" lIns="0" bIns="0" rIns="0"/>
            <a:lstStyle/>
            <a:p>
              <a:pPr algn="l">
                <a:lnSpc>
                  <a:spcPts val="4800"/>
                </a:lnSpc>
              </a:pPr>
              <a:r>
                <a:rPr lang="en-US" b="true" sz="4000">
                  <a:solidFill>
                    <a:srgbClr val="2E2F38"/>
                  </a:solidFill>
                  <a:latin typeface="Balsamiq Sans Bold"/>
                  <a:ea typeface="Balsamiq Sans Bold"/>
                  <a:cs typeface="Balsamiq Sans Bold"/>
                  <a:sym typeface="Balsamiq Sans Bold"/>
                </a:rPr>
                <a:t>Team 1 </a:t>
              </a:r>
            </a:p>
          </p:txBody>
        </p:sp>
      </p:grpSp>
      <p:grpSp>
        <p:nvGrpSpPr>
          <p:cNvPr name="Group 16" id="16"/>
          <p:cNvGrpSpPr/>
          <p:nvPr/>
        </p:nvGrpSpPr>
        <p:grpSpPr>
          <a:xfrm rot="0">
            <a:off x="13777322" y="3496970"/>
            <a:ext cx="371846" cy="371846"/>
            <a:chOff x="0" y="0"/>
            <a:chExt cx="495795" cy="495795"/>
          </a:xfrm>
        </p:grpSpPr>
        <p:sp>
          <p:nvSpPr>
            <p:cNvPr name="Freeform 17" id="17"/>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6B2011"/>
            </a:solidFill>
            <a:ln w="19050" cap="sq">
              <a:solidFill>
                <a:srgbClr val="6B2011"/>
              </a:solidFill>
              <a:prstDash val="solid"/>
              <a:miter/>
            </a:ln>
          </p:spPr>
        </p:sp>
      </p:grpSp>
      <p:grpSp>
        <p:nvGrpSpPr>
          <p:cNvPr name="Group 18" id="18"/>
          <p:cNvGrpSpPr/>
          <p:nvPr/>
        </p:nvGrpSpPr>
        <p:grpSpPr>
          <a:xfrm rot="0">
            <a:off x="13777322" y="4993777"/>
            <a:ext cx="371846" cy="371846"/>
            <a:chOff x="0" y="0"/>
            <a:chExt cx="495795" cy="495795"/>
          </a:xfrm>
        </p:grpSpPr>
        <p:sp>
          <p:nvSpPr>
            <p:cNvPr name="Freeform 19" id="19"/>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F09C31"/>
            </a:solidFill>
            <a:ln w="19050" cap="sq">
              <a:solidFill>
                <a:srgbClr val="F09C31"/>
              </a:solidFill>
              <a:prstDash val="solid"/>
              <a:miter/>
            </a:ln>
          </p:spPr>
        </p:sp>
      </p:grpSp>
      <p:grpSp>
        <p:nvGrpSpPr>
          <p:cNvPr name="Group 20" id="20"/>
          <p:cNvGrpSpPr/>
          <p:nvPr/>
        </p:nvGrpSpPr>
        <p:grpSpPr>
          <a:xfrm rot="0">
            <a:off x="13777322" y="6509023"/>
            <a:ext cx="371846" cy="371846"/>
            <a:chOff x="0" y="0"/>
            <a:chExt cx="495795" cy="495795"/>
          </a:xfrm>
        </p:grpSpPr>
        <p:sp>
          <p:nvSpPr>
            <p:cNvPr name="Freeform 21" id="21"/>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1F217B"/>
            </a:solidFill>
            <a:ln w="19050" cap="sq">
              <a:solidFill>
                <a:srgbClr val="1F217B"/>
              </a:solidFill>
              <a:prstDash val="solid"/>
              <a:miter/>
            </a:ln>
          </p:spPr>
        </p:sp>
      </p:grpSp>
      <p:grpSp>
        <p:nvGrpSpPr>
          <p:cNvPr name="Group 22" id="22"/>
          <p:cNvGrpSpPr/>
          <p:nvPr/>
        </p:nvGrpSpPr>
        <p:grpSpPr>
          <a:xfrm rot="0">
            <a:off x="1439999" y="2526897"/>
            <a:ext cx="11737648" cy="5655145"/>
            <a:chOff x="0" y="0"/>
            <a:chExt cx="15650197" cy="7540193"/>
          </a:xfrm>
        </p:grpSpPr>
        <p:sp>
          <p:nvSpPr>
            <p:cNvPr name="Freeform 23" id="23">
              <a:hlinkClick r:id="rId8" tooltip="https://docs.google.com/spreadsheets/d/1FQDmTBS0CVx-af-9CHH-2wlSsmu6xIcOQeNSOxyTCic/copy"/>
            </p:cNvPr>
            <p:cNvSpPr/>
            <p:nvPr/>
          </p:nvSpPr>
          <p:spPr>
            <a:xfrm flipH="false" flipV="false" rot="0">
              <a:off x="0" y="0"/>
              <a:ext cx="15650211" cy="7540244"/>
            </a:xfrm>
            <a:custGeom>
              <a:avLst/>
              <a:gdLst/>
              <a:ahLst/>
              <a:cxnLst/>
              <a:rect r="r" b="b" t="t" l="l"/>
              <a:pathLst>
                <a:path h="7540244" w="15650211">
                  <a:moveTo>
                    <a:pt x="0" y="0"/>
                  </a:moveTo>
                  <a:lnTo>
                    <a:pt x="15650211" y="0"/>
                  </a:lnTo>
                  <a:lnTo>
                    <a:pt x="15650211" y="7540244"/>
                  </a:lnTo>
                  <a:lnTo>
                    <a:pt x="0" y="7540244"/>
                  </a:lnTo>
                  <a:lnTo>
                    <a:pt x="0" y="0"/>
                  </a:lnTo>
                  <a:close/>
                </a:path>
              </a:pathLst>
            </a:custGeom>
            <a:blipFill>
              <a:blip r:embed="rId9"/>
              <a:stretch>
                <a:fillRect l="0" t="0" r="0" b="0"/>
              </a:stretch>
            </a:blipFill>
          </p:spPr>
        </p:sp>
      </p:grpSp>
      <p:sp>
        <p:nvSpPr>
          <p:cNvPr name="Freeform 24" id="24"/>
          <p:cNvSpPr/>
          <p:nvPr/>
        </p:nvSpPr>
        <p:spPr>
          <a:xfrm flipH="false" flipV="false" rot="0">
            <a:off x="16110080" y="764734"/>
            <a:ext cx="2277837" cy="2192760"/>
          </a:xfrm>
          <a:custGeom>
            <a:avLst/>
            <a:gdLst/>
            <a:ahLst/>
            <a:cxnLst/>
            <a:rect r="r" b="b" t="t" l="l"/>
            <a:pathLst>
              <a:path h="2192760" w="2277837">
                <a:moveTo>
                  <a:pt x="0" y="0"/>
                </a:moveTo>
                <a:lnTo>
                  <a:pt x="2277837" y="0"/>
                </a:lnTo>
                <a:lnTo>
                  <a:pt x="2277837" y="2192759"/>
                </a:lnTo>
                <a:lnTo>
                  <a:pt x="0" y="21927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886075" y="1905324"/>
            <a:ext cx="12408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Quarterly goals</a:t>
            </a:r>
          </a:p>
        </p:txBody>
      </p:sp>
      <p:graphicFrame>
        <p:nvGraphicFramePr>
          <p:cNvPr name="Table 6" id="6"/>
          <p:cNvGraphicFramePr>
            <a:graphicFrameLocks noGrp="true"/>
          </p:cNvGraphicFramePr>
          <p:nvPr/>
        </p:nvGraphicFramePr>
        <p:xfrm>
          <a:off x="9578750" y="3364682"/>
          <a:ext cx="5765800" cy="4978400"/>
        </p:xfrm>
        <a:graphic>
          <a:graphicData uri="http://schemas.openxmlformats.org/drawingml/2006/table">
            <a:tbl>
              <a:tblPr/>
              <a:tblGrid>
                <a:gridCol w="777700"/>
                <a:gridCol w="2321878"/>
                <a:gridCol w="777700"/>
                <a:gridCol w="1888521"/>
              </a:tblGrid>
              <a:tr h="412145">
                <a:tc gridSpan="4">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Action plan of each month</a:t>
                      </a:r>
                      <a:endParaRPr lang="en-US" sz="1100"/>
                    </a:p>
                  </a:txBody>
                  <a:tcPr marL="1829" marR="1829" marT="1829" marB="1829" anchor="ctr">
                    <a:lnL cmpd="sng" algn="ctr" cap="flat" w="9525">
                      <a:solidFill>
                        <a:srgbClr val="595959"/>
                      </a:solidFill>
                      <a:prstDash val="solid"/>
                      <a:round/>
                      <a:headEnd type="none" w="med" len="med"/>
                      <a:tailEnd type="none" w="med" len="med"/>
                    </a:lnL>
                    <a:lnR cmpd="sng" algn="ctr" cap="flat" w="9525">
                      <a:solidFill>
                        <a:srgbClr val="595959"/>
                      </a:solidFill>
                      <a:prstDash val="solid"/>
                      <a:round/>
                      <a:headEnd type="none" w="med" len="med"/>
                      <a:tailEnd type="none" w="med" len="med"/>
                    </a:lnR>
                    <a:lnT cmpd="sng" algn="ctr" cap="flat" w="9525">
                      <a:solidFill>
                        <a:srgbClr val="595959"/>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c hMerge="true">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Action plan of each month</a:t>
                      </a:r>
                      <a:endParaRPr lang="en-US" sz="1100"/>
                    </a:p>
                  </a:txBody>
                  <a:tcPr marL="1829" marR="1829" marT="1829" marB="1829" anchor="ctr">
                    <a:lnL cmpd="sng" algn="ctr" cap="flat" w="9525">
                      <a:solidFill>
                        <a:srgbClr val="595959"/>
                      </a:solidFill>
                      <a:prstDash val="solid"/>
                      <a:round/>
                      <a:headEnd type="none" w="med" len="med"/>
                      <a:tailEnd type="none" w="med" len="med"/>
                    </a:lnL>
                    <a:lnR cmpd="sng" algn="ctr" cap="flat" w="9525">
                      <a:solidFill>
                        <a:srgbClr val="595959"/>
                      </a:solidFill>
                      <a:prstDash val="solid"/>
                      <a:round/>
                      <a:headEnd type="none" w="med" len="med"/>
                      <a:tailEnd type="none" w="med" len="med"/>
                    </a:lnR>
                    <a:lnT cmpd="sng" algn="ctr" cap="flat" w="9525">
                      <a:solidFill>
                        <a:srgbClr val="595959"/>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c hMerge="true">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Action plan of each month</a:t>
                      </a:r>
                      <a:endParaRPr lang="en-US" sz="1100"/>
                    </a:p>
                  </a:txBody>
                  <a:tcPr marL="1829" marR="1829" marT="1829" marB="1829" anchor="ctr">
                    <a:lnL cmpd="sng" algn="ctr" cap="flat" w="9525">
                      <a:solidFill>
                        <a:srgbClr val="595959"/>
                      </a:solidFill>
                      <a:prstDash val="solid"/>
                      <a:round/>
                      <a:headEnd type="none" w="med" len="med"/>
                      <a:tailEnd type="none" w="med" len="med"/>
                    </a:lnL>
                    <a:lnR cmpd="sng" algn="ctr" cap="flat" w="9525">
                      <a:solidFill>
                        <a:srgbClr val="595959"/>
                      </a:solidFill>
                      <a:prstDash val="solid"/>
                      <a:round/>
                      <a:headEnd type="none" w="med" len="med"/>
                      <a:tailEnd type="none" w="med" len="med"/>
                    </a:lnR>
                    <a:lnT cmpd="sng" algn="ctr" cap="flat" w="9525">
                      <a:solidFill>
                        <a:srgbClr val="595959"/>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c hMerge="true">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Action plan of each month</a:t>
                      </a:r>
                      <a:endParaRPr lang="en-US" sz="1100"/>
                    </a:p>
                  </a:txBody>
                  <a:tcPr marL="1829" marR="1829" marT="1829" marB="1829" anchor="ctr">
                    <a:lnL cmpd="sng" algn="ctr" cap="flat" w="9525">
                      <a:solidFill>
                        <a:srgbClr val="595959"/>
                      </a:solidFill>
                      <a:prstDash val="solid"/>
                      <a:round/>
                      <a:headEnd type="none" w="med" len="med"/>
                      <a:tailEnd type="none" w="med" len="med"/>
                    </a:lnL>
                    <a:lnR cmpd="sng" algn="ctr" cap="flat" w="9525">
                      <a:solidFill>
                        <a:srgbClr val="595959"/>
                      </a:solidFill>
                      <a:prstDash val="solid"/>
                      <a:round/>
                      <a:headEnd type="none" w="med" len="med"/>
                      <a:tailEnd type="none" w="med" len="med"/>
                    </a:lnR>
                    <a:lnT cmpd="sng" algn="ctr" cap="flat" w="9525">
                      <a:solidFill>
                        <a:srgbClr val="595959"/>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r>
              <a:tr h="507362">
                <a:tc rowSpan="3">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1</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rowSpan="3">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1</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1</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rowSpan="3">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2</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rowSpan="3">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2</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2</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rowSpan="3">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3</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rowSpan="3">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3</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07362">
                <a:tc vMerge="true">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3</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vMerge="true">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a:t>
                      </a: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1829" marR="1829" marT="1829" marB="1829"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bl>
          </a:graphicData>
        </a:graphic>
      </p:graphicFrame>
      <p:graphicFrame>
        <p:nvGraphicFramePr>
          <p:cNvPr name="Table 7" id="7"/>
          <p:cNvGraphicFramePr>
            <a:graphicFrameLocks noGrp="true"/>
          </p:cNvGraphicFramePr>
          <p:nvPr/>
        </p:nvGraphicFramePr>
        <p:xfrm>
          <a:off x="2900858" y="3357194"/>
          <a:ext cx="6375400" cy="4876800"/>
        </p:xfrm>
        <a:graphic>
          <a:graphicData uri="http://schemas.openxmlformats.org/drawingml/2006/table">
            <a:tbl>
              <a:tblPr/>
              <a:tblGrid>
                <a:gridCol w="604439"/>
                <a:gridCol w="3522578"/>
                <a:gridCol w="2248383"/>
              </a:tblGrid>
              <a:tr h="584588">
                <a:tc gridSpan="2">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Main goals of the quarter</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c hMerge="true">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Main goals of the quarter</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c>
                  <a:txBody>
                    <a:bodyPr anchor="t" rtlCol="false"/>
                    <a:lstStyle/>
                    <a:p>
                      <a:pPr algn="l">
                        <a:lnSpc>
                          <a:spcPts val="2879"/>
                        </a:lnSpc>
                        <a:defRPr/>
                      </a:pPr>
                      <a:r>
                        <a:rPr lang="en-US" b="true" sz="2400">
                          <a:solidFill>
                            <a:srgbClr val="2E2F38"/>
                          </a:solidFill>
                          <a:latin typeface="Balsamiq Sans Bold"/>
                          <a:ea typeface="Balsamiq Sans Bold"/>
                          <a:cs typeface="Balsamiq Sans Bold"/>
                          <a:sym typeface="Balsamiq Sans Bold"/>
                        </a:rPr>
                        <a:t>To be </a:t>
                      </a:r>
                      <a:endParaRPr lang="en-US" sz="1100"/>
                    </a:p>
                    <a:p>
                      <a:pPr algn="l">
                        <a:lnSpc>
                          <a:spcPts val="2879"/>
                        </a:lnSpc>
                      </a:pPr>
                      <a:r>
                        <a:rPr lang="en-US" b="true" sz="2400">
                          <a:solidFill>
                            <a:srgbClr val="2E2F38"/>
                          </a:solidFill>
                          <a:latin typeface="Balsamiq Sans Bold"/>
                          <a:ea typeface="Balsamiq Sans Bold"/>
                          <a:cs typeface="Balsamiq Sans Bold"/>
                          <a:sym typeface="Balsamiq Sans Bold"/>
                        </a:rPr>
                        <a:t>achieved by</a:t>
                      </a:r>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09C31"/>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1</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2</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3</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4</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5</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6</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7</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r h="536527">
                <a:tc>
                  <a:txBody>
                    <a:bodyPr anchor="t" rtlCol="false"/>
                    <a:lstStyle/>
                    <a:p>
                      <a:pPr algn="ctr">
                        <a:lnSpc>
                          <a:spcPts val="2879"/>
                        </a:lnSpc>
                        <a:defRPr/>
                      </a:pPr>
                      <a:r>
                        <a:rPr lang="en-US" b="true" sz="2400">
                          <a:solidFill>
                            <a:srgbClr val="2E2F38"/>
                          </a:solidFill>
                          <a:latin typeface="Arimo Bold"/>
                          <a:ea typeface="Arimo Bold"/>
                          <a:cs typeface="Arimo Bold"/>
                          <a:sym typeface="Arimo Bold"/>
                        </a:rPr>
                        <a:t>8</a:t>
                      </a: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c>
                  <a:txBody>
                    <a:bodyPr anchor="t" rtlCol="false"/>
                    <a:lstStyle/>
                    <a:p>
                      <a:pPr algn="l">
                        <a:lnSpc>
                          <a:spcPts val="1679"/>
                        </a:lnSpc>
                        <a:defRPr/>
                      </a:pPr>
                      <a:endParaRPr lang="en-US" sz="1100"/>
                    </a:p>
                  </a:txBody>
                  <a:tcPr marL="3516" marR="3516" marT="3516" marB="3516" anchor="ctr">
                    <a:lnL cmpd="sng" algn="ctr" cap="flat" w="9525">
                      <a:solidFill>
                        <a:srgbClr val="6B2011"/>
                      </a:solidFill>
                      <a:prstDash val="solid"/>
                      <a:round/>
                      <a:headEnd type="none" w="med" len="med"/>
                      <a:tailEnd type="none" w="med" len="med"/>
                    </a:lnL>
                    <a:lnR cmpd="sng" algn="ctr" cap="flat" w="9525">
                      <a:solidFill>
                        <a:srgbClr val="6B2011"/>
                      </a:solidFill>
                      <a:prstDash val="solid"/>
                      <a:round/>
                      <a:headEnd type="none" w="med" len="med"/>
                      <a:tailEnd type="none" w="med" len="med"/>
                    </a:lnR>
                    <a:lnT cmpd="sng" algn="ctr" cap="flat" w="9525">
                      <a:solidFill>
                        <a:srgbClr val="6B2011"/>
                      </a:solidFill>
                      <a:prstDash val="solid"/>
                      <a:round/>
                      <a:headEnd type="none" w="med" len="med"/>
                      <a:tailEnd type="none" w="med" len="med"/>
                    </a:lnT>
                    <a:lnB cmpd="sng" algn="ctr" cap="flat" w="9525">
                      <a:solidFill>
                        <a:srgbClr val="6B2011"/>
                      </a:solidFill>
                      <a:prstDash val="solid"/>
                      <a:round/>
                      <a:headEnd type="none" w="med" len="med"/>
                      <a:tailEnd type="none" w="med" len="med"/>
                    </a:lnB>
                    <a:solidFill>
                      <a:srgbClr val="FFFFFF"/>
                    </a:solidFill>
                  </a:tcPr>
                </a:tc>
              </a:tr>
            </a:tbl>
          </a:graphicData>
        </a:graphic>
      </p:graphicFrame>
      <p:sp>
        <p:nvSpPr>
          <p:cNvPr name="Freeform 8" id="8"/>
          <p:cNvSpPr/>
          <p:nvPr/>
        </p:nvSpPr>
        <p:spPr>
          <a:xfrm flipH="false" flipV="false" rot="0">
            <a:off x="15058530" y="1736198"/>
            <a:ext cx="1883550" cy="1620984"/>
          </a:xfrm>
          <a:custGeom>
            <a:avLst/>
            <a:gdLst/>
            <a:ahLst/>
            <a:cxnLst/>
            <a:rect r="r" b="b" t="t" l="l"/>
            <a:pathLst>
              <a:path h="1620984" w="1883550">
                <a:moveTo>
                  <a:pt x="0" y="0"/>
                </a:moveTo>
                <a:lnTo>
                  <a:pt x="1883549" y="0"/>
                </a:lnTo>
                <a:lnTo>
                  <a:pt x="1883549" y="1620983"/>
                </a:lnTo>
                <a:lnTo>
                  <a:pt x="0" y="16209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A timeline always works well</a:t>
            </a:r>
          </a:p>
        </p:txBody>
      </p:sp>
      <p:grpSp>
        <p:nvGrpSpPr>
          <p:cNvPr name="Group 6" id="6"/>
          <p:cNvGrpSpPr/>
          <p:nvPr/>
        </p:nvGrpSpPr>
        <p:grpSpPr>
          <a:xfrm rot="0">
            <a:off x="1426254" y="3725151"/>
            <a:ext cx="3624596" cy="1145400"/>
            <a:chOff x="0" y="0"/>
            <a:chExt cx="4832794" cy="1527200"/>
          </a:xfrm>
        </p:grpSpPr>
        <p:sp>
          <p:nvSpPr>
            <p:cNvPr name="Freeform 7" id="7"/>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8" id="8"/>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1</a:t>
              </a:r>
            </a:p>
          </p:txBody>
        </p:sp>
      </p:grpSp>
      <p:sp>
        <p:nvSpPr>
          <p:cNvPr name="TextBox 9" id="9"/>
          <p:cNvSpPr txBox="true"/>
          <p:nvPr/>
        </p:nvSpPr>
        <p:spPr>
          <a:xfrm rot="0">
            <a:off x="1517761" y="4807744"/>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Venus is a hot planet</a:t>
            </a:r>
          </a:p>
        </p:txBody>
      </p:sp>
      <p:grpSp>
        <p:nvGrpSpPr>
          <p:cNvPr name="Group 10" id="10"/>
          <p:cNvGrpSpPr/>
          <p:nvPr/>
        </p:nvGrpSpPr>
        <p:grpSpPr>
          <a:xfrm rot="0">
            <a:off x="5354050" y="3725151"/>
            <a:ext cx="3624596" cy="1145400"/>
            <a:chOff x="0" y="0"/>
            <a:chExt cx="4832794" cy="1527200"/>
          </a:xfrm>
        </p:grpSpPr>
        <p:sp>
          <p:nvSpPr>
            <p:cNvPr name="Freeform 11" id="11"/>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12" id="12"/>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2</a:t>
              </a:r>
            </a:p>
          </p:txBody>
        </p:sp>
      </p:grpSp>
      <p:sp>
        <p:nvSpPr>
          <p:cNvPr name="TextBox 13" id="13"/>
          <p:cNvSpPr txBox="true"/>
          <p:nvPr/>
        </p:nvSpPr>
        <p:spPr>
          <a:xfrm rot="0">
            <a:off x="5445557" y="4807744"/>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Mercury is very small</a:t>
            </a:r>
          </a:p>
        </p:txBody>
      </p:sp>
      <p:grpSp>
        <p:nvGrpSpPr>
          <p:cNvPr name="Group 14" id="14"/>
          <p:cNvGrpSpPr/>
          <p:nvPr/>
        </p:nvGrpSpPr>
        <p:grpSpPr>
          <a:xfrm rot="0">
            <a:off x="9281846" y="3725151"/>
            <a:ext cx="3624596" cy="1145400"/>
            <a:chOff x="0" y="0"/>
            <a:chExt cx="4832794" cy="1527200"/>
          </a:xfrm>
        </p:grpSpPr>
        <p:sp>
          <p:nvSpPr>
            <p:cNvPr name="Freeform 15" id="15"/>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16" id="16"/>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3</a:t>
              </a:r>
            </a:p>
          </p:txBody>
        </p:sp>
      </p:grpSp>
      <p:sp>
        <p:nvSpPr>
          <p:cNvPr name="TextBox 17" id="17"/>
          <p:cNvSpPr txBox="true"/>
          <p:nvPr/>
        </p:nvSpPr>
        <p:spPr>
          <a:xfrm rot="0">
            <a:off x="9373362" y="4807744"/>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Mars is a cold place</a:t>
            </a:r>
          </a:p>
        </p:txBody>
      </p:sp>
      <p:grpSp>
        <p:nvGrpSpPr>
          <p:cNvPr name="Group 18" id="18"/>
          <p:cNvGrpSpPr/>
          <p:nvPr/>
        </p:nvGrpSpPr>
        <p:grpSpPr>
          <a:xfrm rot="0">
            <a:off x="13209651" y="3725151"/>
            <a:ext cx="3624596" cy="1145400"/>
            <a:chOff x="0" y="0"/>
            <a:chExt cx="4832794" cy="1527200"/>
          </a:xfrm>
        </p:grpSpPr>
        <p:sp>
          <p:nvSpPr>
            <p:cNvPr name="Freeform 19" id="19"/>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20" id="20"/>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4</a:t>
              </a:r>
            </a:p>
          </p:txBody>
        </p:sp>
      </p:grpSp>
      <p:sp>
        <p:nvSpPr>
          <p:cNvPr name="TextBox 21" id="21"/>
          <p:cNvSpPr txBox="true"/>
          <p:nvPr/>
        </p:nvSpPr>
        <p:spPr>
          <a:xfrm rot="0">
            <a:off x="13301158" y="4807744"/>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Jupiter is gas giant</a:t>
            </a:r>
          </a:p>
        </p:txBody>
      </p:sp>
      <p:grpSp>
        <p:nvGrpSpPr>
          <p:cNvPr name="Group 22" id="22"/>
          <p:cNvGrpSpPr/>
          <p:nvPr/>
        </p:nvGrpSpPr>
        <p:grpSpPr>
          <a:xfrm rot="0">
            <a:off x="1426254" y="7394048"/>
            <a:ext cx="3624596" cy="1145400"/>
            <a:chOff x="0" y="0"/>
            <a:chExt cx="4832794" cy="1527200"/>
          </a:xfrm>
        </p:grpSpPr>
        <p:sp>
          <p:nvSpPr>
            <p:cNvPr name="Freeform 23" id="23"/>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24" id="24"/>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5</a:t>
              </a:r>
            </a:p>
          </p:txBody>
        </p:sp>
      </p:grpSp>
      <p:sp>
        <p:nvSpPr>
          <p:cNvPr name="TextBox 25" id="25"/>
          <p:cNvSpPr txBox="true"/>
          <p:nvPr/>
        </p:nvSpPr>
        <p:spPr>
          <a:xfrm rot="0">
            <a:off x="1517761" y="8476650"/>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Saturn has rings</a:t>
            </a:r>
          </a:p>
        </p:txBody>
      </p:sp>
      <p:grpSp>
        <p:nvGrpSpPr>
          <p:cNvPr name="Group 26" id="26"/>
          <p:cNvGrpSpPr/>
          <p:nvPr/>
        </p:nvGrpSpPr>
        <p:grpSpPr>
          <a:xfrm rot="0">
            <a:off x="5354050" y="7394048"/>
            <a:ext cx="3624596" cy="1145400"/>
            <a:chOff x="0" y="0"/>
            <a:chExt cx="4832794" cy="1527200"/>
          </a:xfrm>
        </p:grpSpPr>
        <p:sp>
          <p:nvSpPr>
            <p:cNvPr name="Freeform 27" id="27"/>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28" id="28"/>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6</a:t>
              </a:r>
            </a:p>
          </p:txBody>
        </p:sp>
      </p:grpSp>
      <p:sp>
        <p:nvSpPr>
          <p:cNvPr name="TextBox 29" id="29"/>
          <p:cNvSpPr txBox="true"/>
          <p:nvPr/>
        </p:nvSpPr>
        <p:spPr>
          <a:xfrm rot="0">
            <a:off x="5445557" y="8476650"/>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The Sun is a star</a:t>
            </a:r>
          </a:p>
        </p:txBody>
      </p:sp>
      <p:grpSp>
        <p:nvGrpSpPr>
          <p:cNvPr name="Group 30" id="30"/>
          <p:cNvGrpSpPr/>
          <p:nvPr/>
        </p:nvGrpSpPr>
        <p:grpSpPr>
          <a:xfrm rot="0">
            <a:off x="9281846" y="7394048"/>
            <a:ext cx="3624596" cy="1145400"/>
            <a:chOff x="0" y="0"/>
            <a:chExt cx="4832794" cy="1527200"/>
          </a:xfrm>
        </p:grpSpPr>
        <p:sp>
          <p:nvSpPr>
            <p:cNvPr name="Freeform 31" id="31"/>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32" id="32"/>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7</a:t>
              </a:r>
            </a:p>
          </p:txBody>
        </p:sp>
      </p:grpSp>
      <p:sp>
        <p:nvSpPr>
          <p:cNvPr name="TextBox 33" id="33"/>
          <p:cNvSpPr txBox="true"/>
          <p:nvPr/>
        </p:nvSpPr>
        <p:spPr>
          <a:xfrm rot="0">
            <a:off x="9373362" y="8476650"/>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Earth harbors life</a:t>
            </a:r>
          </a:p>
        </p:txBody>
      </p:sp>
      <p:grpSp>
        <p:nvGrpSpPr>
          <p:cNvPr name="Group 34" id="34"/>
          <p:cNvGrpSpPr/>
          <p:nvPr/>
        </p:nvGrpSpPr>
        <p:grpSpPr>
          <a:xfrm rot="0">
            <a:off x="13209651" y="7394048"/>
            <a:ext cx="3624596" cy="1145400"/>
            <a:chOff x="0" y="0"/>
            <a:chExt cx="4832794" cy="1527200"/>
          </a:xfrm>
        </p:grpSpPr>
        <p:sp>
          <p:nvSpPr>
            <p:cNvPr name="Freeform 35" id="35"/>
            <p:cNvSpPr/>
            <p:nvPr/>
          </p:nvSpPr>
          <p:spPr>
            <a:xfrm flipH="false" flipV="false" rot="0">
              <a:off x="0" y="0"/>
              <a:ext cx="4832800" cy="1527200"/>
            </a:xfrm>
            <a:custGeom>
              <a:avLst/>
              <a:gdLst/>
              <a:ahLst/>
              <a:cxnLst/>
              <a:rect r="r" b="b" t="t" l="l"/>
              <a:pathLst>
                <a:path h="1527200" w="4832800">
                  <a:moveTo>
                    <a:pt x="0" y="0"/>
                  </a:moveTo>
                  <a:lnTo>
                    <a:pt x="4832800" y="0"/>
                  </a:lnTo>
                  <a:lnTo>
                    <a:pt x="4832800" y="1527200"/>
                  </a:lnTo>
                  <a:lnTo>
                    <a:pt x="0" y="1527200"/>
                  </a:lnTo>
                  <a:close/>
                </a:path>
              </a:pathLst>
            </a:custGeom>
            <a:blipFill>
              <a:blip r:embed="rId6">
                <a:alphaModFix amt="0"/>
              </a:blip>
              <a:stretch>
                <a:fillRect l="0" t="-11660" r="0" b="-11660"/>
              </a:stretch>
            </a:blipFill>
          </p:spPr>
        </p:sp>
        <p:sp>
          <p:nvSpPr>
            <p:cNvPr name="TextBox 36" id="36"/>
            <p:cNvSpPr txBox="true"/>
            <p:nvPr/>
          </p:nvSpPr>
          <p:spPr>
            <a:xfrm>
              <a:off x="0" y="-19050"/>
              <a:ext cx="4832794" cy="1546250"/>
            </a:xfrm>
            <a:prstGeom prst="rect">
              <a:avLst/>
            </a:prstGeom>
          </p:spPr>
          <p:txBody>
            <a:bodyPr anchor="b" rtlCol="false" tIns="0" lIns="0" bIns="0" rIns="0"/>
            <a:lstStyle/>
            <a:p>
              <a:pPr algn="ctr">
                <a:lnSpc>
                  <a:spcPts val="4800"/>
                </a:lnSpc>
              </a:pPr>
              <a:r>
                <a:rPr lang="en-US" b="true" sz="4000">
                  <a:solidFill>
                    <a:srgbClr val="2E2F38"/>
                  </a:solidFill>
                  <a:latin typeface="Balsamiq Sans Bold"/>
                  <a:ea typeface="Balsamiq Sans Bold"/>
                  <a:cs typeface="Balsamiq Sans Bold"/>
                  <a:sym typeface="Balsamiq Sans Bold"/>
                </a:rPr>
                <a:t>Step 8</a:t>
              </a:r>
            </a:p>
          </p:txBody>
        </p:sp>
      </p:grpSp>
      <p:sp>
        <p:nvSpPr>
          <p:cNvPr name="TextBox 37" id="37"/>
          <p:cNvSpPr txBox="true"/>
          <p:nvPr/>
        </p:nvSpPr>
        <p:spPr>
          <a:xfrm rot="0">
            <a:off x="13301158" y="8476650"/>
            <a:ext cx="3441754" cy="466277"/>
          </a:xfrm>
          <a:prstGeom prst="rect">
            <a:avLst/>
          </a:prstGeom>
        </p:spPr>
        <p:txBody>
          <a:bodyPr anchor="t" rtlCol="false" tIns="0" lIns="0" bIns="0" rIns="0">
            <a:spAutoFit/>
          </a:bodyPr>
          <a:lstStyle/>
          <a:p>
            <a:pPr algn="ctr">
              <a:lnSpc>
                <a:spcPts val="2879"/>
              </a:lnSpc>
            </a:pPr>
            <a:r>
              <a:rPr lang="en-US" b="true" sz="2400">
                <a:solidFill>
                  <a:srgbClr val="2E2F38"/>
                </a:solidFill>
                <a:latin typeface="Arimo Bold"/>
                <a:ea typeface="Arimo Bold"/>
                <a:cs typeface="Arimo Bold"/>
                <a:sym typeface="Arimo Bold"/>
              </a:rPr>
              <a:t>Neptune is ice giant</a:t>
            </a:r>
          </a:p>
        </p:txBody>
      </p:sp>
      <p:grpSp>
        <p:nvGrpSpPr>
          <p:cNvPr name="Group 38" id="38"/>
          <p:cNvGrpSpPr/>
          <p:nvPr/>
        </p:nvGrpSpPr>
        <p:grpSpPr>
          <a:xfrm rot="0">
            <a:off x="3052724" y="2900524"/>
            <a:ext cx="371846" cy="371846"/>
            <a:chOff x="0" y="0"/>
            <a:chExt cx="495795" cy="495795"/>
          </a:xfrm>
        </p:grpSpPr>
        <p:sp>
          <p:nvSpPr>
            <p:cNvPr name="Freeform 39" id="39"/>
            <p:cNvSpPr/>
            <p:nvPr/>
          </p:nvSpPr>
          <p:spPr>
            <a:xfrm flipH="false" flipV="false" rot="0">
              <a:off x="0" y="0"/>
              <a:ext cx="495808" cy="495808"/>
            </a:xfrm>
            <a:custGeom>
              <a:avLst/>
              <a:gdLst/>
              <a:ahLst/>
              <a:cxnLst/>
              <a:rect r="r" b="b" t="t" l="l"/>
              <a:pathLst>
                <a:path h="495808" w="495808">
                  <a:moveTo>
                    <a:pt x="0" y="82677"/>
                  </a:moveTo>
                  <a:cubicBezTo>
                    <a:pt x="0" y="36957"/>
                    <a:pt x="36957" y="0"/>
                    <a:pt x="82677" y="0"/>
                  </a:cubicBezTo>
                  <a:lnTo>
                    <a:pt x="413131" y="0"/>
                  </a:lnTo>
                  <a:cubicBezTo>
                    <a:pt x="458724" y="0"/>
                    <a:pt x="495808" y="36957"/>
                    <a:pt x="495808" y="82677"/>
                  </a:cubicBezTo>
                  <a:lnTo>
                    <a:pt x="495808" y="413131"/>
                  </a:lnTo>
                  <a:cubicBezTo>
                    <a:pt x="495808" y="458724"/>
                    <a:pt x="458851" y="495808"/>
                    <a:pt x="413131" y="495808"/>
                  </a:cubicBezTo>
                  <a:lnTo>
                    <a:pt x="82677" y="495808"/>
                  </a:lnTo>
                  <a:cubicBezTo>
                    <a:pt x="36957" y="495808"/>
                    <a:pt x="0" y="458851"/>
                    <a:pt x="0" y="413131"/>
                  </a:cubicBezTo>
                  <a:close/>
                </a:path>
              </a:pathLst>
            </a:custGeom>
            <a:solidFill>
              <a:srgbClr val="6B2011"/>
            </a:solidFill>
            <a:ln w="19050" cap="sq">
              <a:solidFill>
                <a:srgbClr val="6B2011"/>
              </a:solidFill>
              <a:prstDash val="solid"/>
              <a:miter/>
            </a:ln>
          </p:spPr>
        </p:sp>
      </p:grpSp>
      <p:grpSp>
        <p:nvGrpSpPr>
          <p:cNvPr name="Group 40" id="40"/>
          <p:cNvGrpSpPr/>
          <p:nvPr/>
        </p:nvGrpSpPr>
        <p:grpSpPr>
          <a:xfrm rot="0">
            <a:off x="6990055" y="2910049"/>
            <a:ext cx="352796" cy="352796"/>
            <a:chOff x="0" y="0"/>
            <a:chExt cx="470395" cy="470395"/>
          </a:xfrm>
        </p:grpSpPr>
        <p:sp>
          <p:nvSpPr>
            <p:cNvPr name="Freeform 41" id="41"/>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42" id="42"/>
          <p:cNvGrpSpPr/>
          <p:nvPr/>
        </p:nvGrpSpPr>
        <p:grpSpPr>
          <a:xfrm rot="0">
            <a:off x="10917850" y="2910049"/>
            <a:ext cx="352796" cy="352796"/>
            <a:chOff x="0" y="0"/>
            <a:chExt cx="470395" cy="470395"/>
          </a:xfrm>
        </p:grpSpPr>
        <p:sp>
          <p:nvSpPr>
            <p:cNvPr name="Freeform 43" id="43"/>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44" id="44"/>
          <p:cNvGrpSpPr/>
          <p:nvPr/>
        </p:nvGrpSpPr>
        <p:grpSpPr>
          <a:xfrm rot="0">
            <a:off x="14845646" y="2910049"/>
            <a:ext cx="352796" cy="352796"/>
            <a:chOff x="0" y="0"/>
            <a:chExt cx="470395" cy="470395"/>
          </a:xfrm>
        </p:grpSpPr>
        <p:sp>
          <p:nvSpPr>
            <p:cNvPr name="Freeform 45" id="45"/>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46" id="46"/>
          <p:cNvGrpSpPr/>
          <p:nvPr/>
        </p:nvGrpSpPr>
        <p:grpSpPr>
          <a:xfrm rot="0">
            <a:off x="3062154" y="6577403"/>
            <a:ext cx="352796" cy="352796"/>
            <a:chOff x="0" y="0"/>
            <a:chExt cx="470395" cy="470395"/>
          </a:xfrm>
        </p:grpSpPr>
        <p:sp>
          <p:nvSpPr>
            <p:cNvPr name="Freeform 47" id="47"/>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48" id="48"/>
          <p:cNvGrpSpPr/>
          <p:nvPr/>
        </p:nvGrpSpPr>
        <p:grpSpPr>
          <a:xfrm rot="0">
            <a:off x="6989950" y="6577403"/>
            <a:ext cx="352796" cy="352796"/>
            <a:chOff x="0" y="0"/>
            <a:chExt cx="470395" cy="470395"/>
          </a:xfrm>
        </p:grpSpPr>
        <p:sp>
          <p:nvSpPr>
            <p:cNvPr name="Freeform 49" id="49"/>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50" id="50"/>
          <p:cNvGrpSpPr/>
          <p:nvPr/>
        </p:nvGrpSpPr>
        <p:grpSpPr>
          <a:xfrm rot="0">
            <a:off x="10917746" y="6577403"/>
            <a:ext cx="352796" cy="352796"/>
            <a:chOff x="0" y="0"/>
            <a:chExt cx="470395" cy="470395"/>
          </a:xfrm>
        </p:grpSpPr>
        <p:sp>
          <p:nvSpPr>
            <p:cNvPr name="Freeform 51" id="51"/>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grpSp>
        <p:nvGrpSpPr>
          <p:cNvPr name="Group 52" id="52"/>
          <p:cNvGrpSpPr/>
          <p:nvPr/>
        </p:nvGrpSpPr>
        <p:grpSpPr>
          <a:xfrm rot="0">
            <a:off x="14845551" y="6577403"/>
            <a:ext cx="352796" cy="352796"/>
            <a:chOff x="0" y="0"/>
            <a:chExt cx="470395" cy="470395"/>
          </a:xfrm>
        </p:grpSpPr>
        <p:sp>
          <p:nvSpPr>
            <p:cNvPr name="Freeform 53" id="53"/>
            <p:cNvSpPr/>
            <p:nvPr/>
          </p:nvSpPr>
          <p:spPr>
            <a:xfrm flipH="false" flipV="false" rot="0">
              <a:off x="0" y="0"/>
              <a:ext cx="470408" cy="470408"/>
            </a:xfrm>
            <a:custGeom>
              <a:avLst/>
              <a:gdLst/>
              <a:ahLst/>
              <a:cxnLst/>
              <a:rect r="r" b="b" t="t" l="l"/>
              <a:pathLst>
                <a:path h="470408" w="470408">
                  <a:moveTo>
                    <a:pt x="0" y="78359"/>
                  </a:moveTo>
                  <a:cubicBezTo>
                    <a:pt x="0" y="35052"/>
                    <a:pt x="35052" y="0"/>
                    <a:pt x="78359" y="0"/>
                  </a:cubicBezTo>
                  <a:lnTo>
                    <a:pt x="392049" y="0"/>
                  </a:lnTo>
                  <a:cubicBezTo>
                    <a:pt x="435356" y="0"/>
                    <a:pt x="470408" y="35052"/>
                    <a:pt x="470408" y="78359"/>
                  </a:cubicBezTo>
                  <a:lnTo>
                    <a:pt x="470408" y="392049"/>
                  </a:lnTo>
                  <a:cubicBezTo>
                    <a:pt x="470408" y="435356"/>
                    <a:pt x="435356" y="470408"/>
                    <a:pt x="392049" y="470408"/>
                  </a:cubicBezTo>
                  <a:lnTo>
                    <a:pt x="78359" y="470408"/>
                  </a:lnTo>
                  <a:cubicBezTo>
                    <a:pt x="35052" y="470408"/>
                    <a:pt x="0" y="435356"/>
                    <a:pt x="0" y="392049"/>
                  </a:cubicBezTo>
                  <a:close/>
                </a:path>
              </a:pathLst>
            </a:custGeom>
            <a:solidFill>
              <a:srgbClr val="6B2011"/>
            </a:solidFill>
          </p:spPr>
        </p:sp>
      </p:grpSp>
      <p:sp>
        <p:nvSpPr>
          <p:cNvPr name="AutoShape 54" id="54"/>
          <p:cNvSpPr/>
          <p:nvPr/>
        </p:nvSpPr>
        <p:spPr>
          <a:xfrm rot="18240">
            <a:off x="3405502" y="3081690"/>
            <a:ext cx="3593897" cy="9525"/>
          </a:xfrm>
          <a:prstGeom prst="line">
            <a:avLst/>
          </a:prstGeom>
          <a:ln cap="rnd" w="9525">
            <a:solidFill>
              <a:srgbClr val="6B2011"/>
            </a:solidFill>
            <a:prstDash val="solid"/>
            <a:headEnd type="none" len="sm" w="sm"/>
            <a:tailEnd type="none" len="sm" w="sm"/>
          </a:ln>
        </p:spPr>
      </p:sp>
      <p:sp>
        <p:nvSpPr>
          <p:cNvPr name="AutoShape 55" id="55"/>
          <p:cNvSpPr/>
          <p:nvPr/>
        </p:nvSpPr>
        <p:spPr>
          <a:xfrm rot="18240">
            <a:off x="7333297" y="3081690"/>
            <a:ext cx="3593897" cy="9525"/>
          </a:xfrm>
          <a:prstGeom prst="line">
            <a:avLst/>
          </a:prstGeom>
          <a:ln cap="rnd" w="9525">
            <a:solidFill>
              <a:srgbClr val="6B2011"/>
            </a:solidFill>
            <a:prstDash val="solid"/>
            <a:headEnd type="none" len="sm" w="sm"/>
            <a:tailEnd type="none" len="sm" w="sm"/>
          </a:ln>
        </p:spPr>
      </p:sp>
      <p:sp>
        <p:nvSpPr>
          <p:cNvPr name="AutoShape 56" id="56"/>
          <p:cNvSpPr/>
          <p:nvPr/>
        </p:nvSpPr>
        <p:spPr>
          <a:xfrm rot="18240">
            <a:off x="11261103" y="3081690"/>
            <a:ext cx="3593897" cy="9525"/>
          </a:xfrm>
          <a:prstGeom prst="line">
            <a:avLst/>
          </a:prstGeom>
          <a:ln cap="rnd" w="9525">
            <a:solidFill>
              <a:srgbClr val="6B2011"/>
            </a:solidFill>
            <a:prstDash val="solid"/>
            <a:headEnd type="none" len="sm" w="sm"/>
            <a:tailEnd type="none" len="sm" w="sm"/>
          </a:ln>
        </p:spPr>
      </p:sp>
      <p:sp>
        <p:nvSpPr>
          <p:cNvPr name="AutoShape 57" id="57"/>
          <p:cNvSpPr/>
          <p:nvPr/>
        </p:nvSpPr>
        <p:spPr>
          <a:xfrm rot="5264100">
            <a:off x="2997641" y="3489388"/>
            <a:ext cx="482022" cy="9525"/>
          </a:xfrm>
          <a:prstGeom prst="line">
            <a:avLst/>
          </a:prstGeom>
          <a:ln cap="rnd" w="9525">
            <a:solidFill>
              <a:srgbClr val="6B2011"/>
            </a:solidFill>
            <a:prstDash val="solid"/>
            <a:headEnd type="none" len="sm" w="sm"/>
            <a:tailEnd type="diamond" len="lg" w="lg"/>
          </a:ln>
        </p:spPr>
      </p:sp>
      <p:sp>
        <p:nvSpPr>
          <p:cNvPr name="AutoShape 58" id="58"/>
          <p:cNvSpPr/>
          <p:nvPr/>
        </p:nvSpPr>
        <p:spPr>
          <a:xfrm rot="5264100">
            <a:off x="6925437" y="3489388"/>
            <a:ext cx="482022" cy="9525"/>
          </a:xfrm>
          <a:prstGeom prst="line">
            <a:avLst/>
          </a:prstGeom>
          <a:ln cap="rnd" w="9525">
            <a:solidFill>
              <a:srgbClr val="6B2011"/>
            </a:solidFill>
            <a:prstDash val="solid"/>
            <a:headEnd type="none" len="sm" w="sm"/>
            <a:tailEnd type="diamond" len="lg" w="lg"/>
          </a:ln>
        </p:spPr>
      </p:sp>
      <p:sp>
        <p:nvSpPr>
          <p:cNvPr name="AutoShape 59" id="59"/>
          <p:cNvSpPr/>
          <p:nvPr/>
        </p:nvSpPr>
        <p:spPr>
          <a:xfrm rot="5264100">
            <a:off x="10853233" y="3489388"/>
            <a:ext cx="482022" cy="9525"/>
          </a:xfrm>
          <a:prstGeom prst="line">
            <a:avLst/>
          </a:prstGeom>
          <a:ln cap="rnd" w="9525">
            <a:solidFill>
              <a:srgbClr val="6B2011"/>
            </a:solidFill>
            <a:prstDash val="solid"/>
            <a:headEnd type="none" len="sm" w="sm"/>
            <a:tailEnd type="diamond" len="lg" w="lg"/>
          </a:ln>
        </p:spPr>
      </p:sp>
      <p:sp>
        <p:nvSpPr>
          <p:cNvPr name="AutoShape 60" id="60"/>
          <p:cNvSpPr/>
          <p:nvPr/>
        </p:nvSpPr>
        <p:spPr>
          <a:xfrm rot="5264100">
            <a:off x="14781038" y="3489388"/>
            <a:ext cx="482022" cy="9525"/>
          </a:xfrm>
          <a:prstGeom prst="line">
            <a:avLst/>
          </a:prstGeom>
          <a:ln cap="rnd" w="9525">
            <a:solidFill>
              <a:srgbClr val="6B2011"/>
            </a:solidFill>
            <a:prstDash val="solid"/>
            <a:headEnd type="none" len="sm" w="sm"/>
            <a:tailEnd type="diamond" len="lg" w="lg"/>
          </a:ln>
        </p:spPr>
      </p:sp>
      <p:sp>
        <p:nvSpPr>
          <p:cNvPr name="AutoShape 61" id="61"/>
          <p:cNvSpPr/>
          <p:nvPr/>
        </p:nvSpPr>
        <p:spPr>
          <a:xfrm rot="5264460">
            <a:off x="2996936" y="7157342"/>
            <a:ext cx="483222" cy="9525"/>
          </a:xfrm>
          <a:prstGeom prst="line">
            <a:avLst/>
          </a:prstGeom>
          <a:ln cap="rnd" w="9525">
            <a:solidFill>
              <a:srgbClr val="6B2011"/>
            </a:solidFill>
            <a:prstDash val="solid"/>
            <a:headEnd type="none" len="sm" w="sm"/>
            <a:tailEnd type="diamond" len="lg" w="lg"/>
          </a:ln>
        </p:spPr>
      </p:sp>
      <p:sp>
        <p:nvSpPr>
          <p:cNvPr name="AutoShape 62" id="62"/>
          <p:cNvSpPr/>
          <p:nvPr/>
        </p:nvSpPr>
        <p:spPr>
          <a:xfrm rot="5264460">
            <a:off x="6924742" y="7157342"/>
            <a:ext cx="483222" cy="9525"/>
          </a:xfrm>
          <a:prstGeom prst="line">
            <a:avLst/>
          </a:prstGeom>
          <a:ln cap="rnd" w="9525">
            <a:solidFill>
              <a:srgbClr val="6B2011"/>
            </a:solidFill>
            <a:prstDash val="solid"/>
            <a:headEnd type="none" len="sm" w="sm"/>
            <a:tailEnd type="diamond" len="lg" w="lg"/>
          </a:ln>
        </p:spPr>
      </p:sp>
      <p:sp>
        <p:nvSpPr>
          <p:cNvPr name="AutoShape 63" id="63"/>
          <p:cNvSpPr/>
          <p:nvPr/>
        </p:nvSpPr>
        <p:spPr>
          <a:xfrm rot="5264460">
            <a:off x="10852537" y="7157342"/>
            <a:ext cx="483222" cy="9525"/>
          </a:xfrm>
          <a:prstGeom prst="line">
            <a:avLst/>
          </a:prstGeom>
          <a:ln cap="rnd" w="9525">
            <a:solidFill>
              <a:srgbClr val="6B2011"/>
            </a:solidFill>
            <a:prstDash val="solid"/>
            <a:headEnd type="none" len="sm" w="sm"/>
            <a:tailEnd type="diamond" len="lg" w="lg"/>
          </a:ln>
        </p:spPr>
      </p:sp>
      <p:sp>
        <p:nvSpPr>
          <p:cNvPr name="AutoShape 64" id="64"/>
          <p:cNvSpPr/>
          <p:nvPr/>
        </p:nvSpPr>
        <p:spPr>
          <a:xfrm rot="5264460">
            <a:off x="14780333" y="7157342"/>
            <a:ext cx="483222" cy="9525"/>
          </a:xfrm>
          <a:prstGeom prst="line">
            <a:avLst/>
          </a:prstGeom>
          <a:ln cap="rnd" w="9525">
            <a:solidFill>
              <a:srgbClr val="6B2011"/>
            </a:solidFill>
            <a:prstDash val="solid"/>
            <a:headEnd type="none" len="sm" w="sm"/>
            <a:tailEnd type="diamond" len="lg" w="lg"/>
          </a:ln>
        </p:spPr>
      </p:sp>
      <p:sp>
        <p:nvSpPr>
          <p:cNvPr name="AutoShape 65" id="65"/>
          <p:cNvSpPr/>
          <p:nvPr/>
        </p:nvSpPr>
        <p:spPr>
          <a:xfrm rot="18240">
            <a:off x="11261198" y="6749034"/>
            <a:ext cx="3593897" cy="9525"/>
          </a:xfrm>
          <a:prstGeom prst="line">
            <a:avLst/>
          </a:prstGeom>
          <a:ln cap="rnd" w="9525">
            <a:solidFill>
              <a:srgbClr val="6B2011"/>
            </a:solidFill>
            <a:prstDash val="solid"/>
            <a:headEnd type="none" len="sm" w="sm"/>
            <a:tailEnd type="none" len="sm" w="sm"/>
          </a:ln>
        </p:spPr>
      </p:sp>
      <p:sp>
        <p:nvSpPr>
          <p:cNvPr name="AutoShape 66" id="66"/>
          <p:cNvSpPr/>
          <p:nvPr/>
        </p:nvSpPr>
        <p:spPr>
          <a:xfrm rot="18240">
            <a:off x="7333402" y="6749034"/>
            <a:ext cx="3593897" cy="9525"/>
          </a:xfrm>
          <a:prstGeom prst="line">
            <a:avLst/>
          </a:prstGeom>
          <a:ln cap="rnd" w="9525">
            <a:solidFill>
              <a:srgbClr val="6B2011"/>
            </a:solidFill>
            <a:prstDash val="solid"/>
            <a:headEnd type="none" len="sm" w="sm"/>
            <a:tailEnd type="none" len="sm" w="sm"/>
          </a:ln>
        </p:spPr>
      </p:sp>
      <p:sp>
        <p:nvSpPr>
          <p:cNvPr name="AutoShape 67" id="67"/>
          <p:cNvSpPr/>
          <p:nvPr/>
        </p:nvSpPr>
        <p:spPr>
          <a:xfrm rot="18240">
            <a:off x="3405597" y="6749034"/>
            <a:ext cx="3593897" cy="9525"/>
          </a:xfrm>
          <a:prstGeom prst="line">
            <a:avLst/>
          </a:prstGeom>
          <a:ln cap="rnd" w="9525">
            <a:solidFill>
              <a:srgbClr val="6B2011"/>
            </a:solidFill>
            <a:prstDash val="solid"/>
            <a:headEnd type="none" len="sm" w="sm"/>
            <a:tailEnd type="none" len="sm" w="sm"/>
          </a:ln>
        </p:spPr>
      </p:sp>
      <p:sp>
        <p:nvSpPr>
          <p:cNvPr name="AutoShape 68" id="68"/>
          <p:cNvSpPr/>
          <p:nvPr/>
        </p:nvSpPr>
        <p:spPr>
          <a:xfrm rot="5381100">
            <a:off x="13355898" y="4915291"/>
            <a:ext cx="3686308" cy="9525"/>
          </a:xfrm>
          <a:prstGeom prst="line">
            <a:avLst/>
          </a:prstGeom>
          <a:ln cap="rnd" w="9525">
            <a:solidFill>
              <a:srgbClr val="6B2011"/>
            </a:solidFill>
            <a:prstDash val="solid"/>
            <a:headEnd type="none" len="sm" w="sm"/>
            <a:tailEnd type="none" len="sm" w="sm"/>
          </a:ln>
        </p:spPr>
      </p:sp>
      <p:sp>
        <p:nvSpPr>
          <p:cNvPr name="Freeform 69" id="69"/>
          <p:cNvSpPr/>
          <p:nvPr/>
        </p:nvSpPr>
        <p:spPr>
          <a:xfrm flipH="false" flipV="false" rot="0">
            <a:off x="16249050" y="1684201"/>
            <a:ext cx="2319709" cy="761857"/>
          </a:xfrm>
          <a:custGeom>
            <a:avLst/>
            <a:gdLst/>
            <a:ahLst/>
            <a:cxnLst/>
            <a:rect r="r" b="b" t="t" l="l"/>
            <a:pathLst>
              <a:path h="761857" w="2319709">
                <a:moveTo>
                  <a:pt x="0" y="0"/>
                </a:moveTo>
                <a:lnTo>
                  <a:pt x="2319709" y="0"/>
                </a:lnTo>
                <a:lnTo>
                  <a:pt x="2319709" y="761857"/>
                </a:lnTo>
                <a:lnTo>
                  <a:pt x="0" y="7618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1907753" y="731101"/>
            <a:ext cx="14472514" cy="8748589"/>
          </a:xfrm>
          <a:custGeom>
            <a:avLst/>
            <a:gdLst/>
            <a:ahLst/>
            <a:cxnLst/>
            <a:rect r="r" b="b" t="t" l="l"/>
            <a:pathLst>
              <a:path h="8748589" w="14472514">
                <a:moveTo>
                  <a:pt x="0" y="0"/>
                </a:moveTo>
                <a:lnTo>
                  <a:pt x="14472513" y="0"/>
                </a:lnTo>
                <a:lnTo>
                  <a:pt x="14472513" y="8748589"/>
                </a:lnTo>
                <a:lnTo>
                  <a:pt x="0" y="874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426398" y="3421847"/>
            <a:ext cx="2329196" cy="1117797"/>
            <a:chOff x="0" y="0"/>
            <a:chExt cx="3105594" cy="1490396"/>
          </a:xfrm>
        </p:grpSpPr>
        <p:sp>
          <p:nvSpPr>
            <p:cNvPr name="Freeform 6" id="6"/>
            <p:cNvSpPr/>
            <p:nvPr/>
          </p:nvSpPr>
          <p:spPr>
            <a:xfrm flipH="false" flipV="false" rot="0">
              <a:off x="0" y="0"/>
              <a:ext cx="3105600" cy="1490400"/>
            </a:xfrm>
            <a:custGeom>
              <a:avLst/>
              <a:gdLst/>
              <a:ahLst/>
              <a:cxnLst/>
              <a:rect r="r" b="b" t="t" l="l"/>
              <a:pathLst>
                <a:path h="1490400" w="3105600">
                  <a:moveTo>
                    <a:pt x="0" y="0"/>
                  </a:moveTo>
                  <a:lnTo>
                    <a:pt x="3105600" y="0"/>
                  </a:lnTo>
                  <a:lnTo>
                    <a:pt x="3105600" y="1490400"/>
                  </a:lnTo>
                  <a:lnTo>
                    <a:pt x="0" y="1490400"/>
                  </a:lnTo>
                  <a:close/>
                </a:path>
              </a:pathLst>
            </a:custGeom>
            <a:blipFill>
              <a:blip r:embed="rId6">
                <a:alphaModFix amt="0"/>
              </a:blip>
              <a:stretch>
                <a:fillRect l="-11573" t="0" r="-11573" b="0"/>
              </a:stretch>
            </a:blipFill>
          </p:spPr>
        </p:sp>
        <p:sp>
          <p:nvSpPr>
            <p:cNvPr name="TextBox 7" id="7"/>
            <p:cNvSpPr txBox="true"/>
            <p:nvPr/>
          </p:nvSpPr>
          <p:spPr>
            <a:xfrm>
              <a:off x="0" y="-85725"/>
              <a:ext cx="3105594" cy="1576121"/>
            </a:xfrm>
            <a:prstGeom prst="rect">
              <a:avLst/>
            </a:prstGeom>
          </p:spPr>
          <p:txBody>
            <a:bodyPr anchor="b" rtlCol="false" tIns="0" lIns="0" bIns="0" rIns="0"/>
            <a:lstStyle/>
            <a:p>
              <a:pPr algn="r">
                <a:lnSpc>
                  <a:spcPts val="5520"/>
                </a:lnSpc>
              </a:pPr>
              <a:r>
                <a:rPr lang="en-US" b="true" sz="4000">
                  <a:solidFill>
                    <a:srgbClr val="2E2F38"/>
                  </a:solidFill>
                  <a:latin typeface="Balsamiq Sans Bold"/>
                  <a:ea typeface="Balsamiq Sans Bold"/>
                  <a:cs typeface="Balsamiq Sans Bold"/>
                  <a:sym typeface="Balsamiq Sans Bold"/>
                </a:rPr>
                <a:t>Mars</a:t>
              </a:r>
            </a:p>
          </p:txBody>
        </p:sp>
      </p:grpSp>
      <p:sp>
        <p:nvSpPr>
          <p:cNvPr name="TextBox 8" id="8"/>
          <p:cNvSpPr txBox="true"/>
          <p:nvPr/>
        </p:nvSpPr>
        <p:spPr>
          <a:xfrm rot="0">
            <a:off x="2886075" y="1905324"/>
            <a:ext cx="12408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Infographics are useful</a:t>
            </a:r>
          </a:p>
        </p:txBody>
      </p:sp>
      <p:grpSp>
        <p:nvGrpSpPr>
          <p:cNvPr name="Group 9" id="9"/>
          <p:cNvGrpSpPr/>
          <p:nvPr/>
        </p:nvGrpSpPr>
        <p:grpSpPr>
          <a:xfrm rot="0">
            <a:off x="13532596" y="3421847"/>
            <a:ext cx="2329196" cy="1117797"/>
            <a:chOff x="0" y="0"/>
            <a:chExt cx="3105594" cy="1490396"/>
          </a:xfrm>
        </p:grpSpPr>
        <p:sp>
          <p:nvSpPr>
            <p:cNvPr name="Freeform 10" id="10"/>
            <p:cNvSpPr/>
            <p:nvPr/>
          </p:nvSpPr>
          <p:spPr>
            <a:xfrm flipH="false" flipV="false" rot="0">
              <a:off x="0" y="0"/>
              <a:ext cx="3105600" cy="1490400"/>
            </a:xfrm>
            <a:custGeom>
              <a:avLst/>
              <a:gdLst/>
              <a:ahLst/>
              <a:cxnLst/>
              <a:rect r="r" b="b" t="t" l="l"/>
              <a:pathLst>
                <a:path h="1490400" w="3105600">
                  <a:moveTo>
                    <a:pt x="0" y="0"/>
                  </a:moveTo>
                  <a:lnTo>
                    <a:pt x="3105600" y="0"/>
                  </a:lnTo>
                  <a:lnTo>
                    <a:pt x="3105600" y="1490400"/>
                  </a:lnTo>
                  <a:lnTo>
                    <a:pt x="0" y="1490400"/>
                  </a:lnTo>
                  <a:close/>
                </a:path>
              </a:pathLst>
            </a:custGeom>
            <a:blipFill>
              <a:blip r:embed="rId6">
                <a:alphaModFix amt="0"/>
              </a:blip>
              <a:stretch>
                <a:fillRect l="-11573" t="0" r="-11573" b="0"/>
              </a:stretch>
            </a:blipFill>
          </p:spPr>
        </p:sp>
        <p:sp>
          <p:nvSpPr>
            <p:cNvPr name="TextBox 11" id="11"/>
            <p:cNvSpPr txBox="true"/>
            <p:nvPr/>
          </p:nvSpPr>
          <p:spPr>
            <a:xfrm>
              <a:off x="0" y="-85725"/>
              <a:ext cx="3105594" cy="1576121"/>
            </a:xfrm>
            <a:prstGeom prst="rect">
              <a:avLst/>
            </a:prstGeom>
          </p:spPr>
          <p:txBody>
            <a:bodyPr anchor="b" rtlCol="false" tIns="0" lIns="0" bIns="0" rIns="0"/>
            <a:lstStyle/>
            <a:p>
              <a:pPr algn="l">
                <a:lnSpc>
                  <a:spcPts val="5520"/>
                </a:lnSpc>
              </a:pPr>
              <a:r>
                <a:rPr lang="en-US" b="true" sz="4000">
                  <a:solidFill>
                    <a:srgbClr val="2E2F38"/>
                  </a:solidFill>
                  <a:latin typeface="Balsamiq Sans Bold"/>
                  <a:ea typeface="Balsamiq Sans Bold"/>
                  <a:cs typeface="Balsamiq Sans Bold"/>
                  <a:sym typeface="Balsamiq Sans Bold"/>
                </a:rPr>
                <a:t>Venus</a:t>
              </a:r>
            </a:p>
          </p:txBody>
        </p:sp>
      </p:grpSp>
      <p:grpSp>
        <p:nvGrpSpPr>
          <p:cNvPr name="Group 12" id="12"/>
          <p:cNvGrpSpPr/>
          <p:nvPr/>
        </p:nvGrpSpPr>
        <p:grpSpPr>
          <a:xfrm rot="0">
            <a:off x="2426398" y="5057804"/>
            <a:ext cx="2329196" cy="1117797"/>
            <a:chOff x="0" y="0"/>
            <a:chExt cx="3105594" cy="1490396"/>
          </a:xfrm>
        </p:grpSpPr>
        <p:sp>
          <p:nvSpPr>
            <p:cNvPr name="Freeform 13" id="13"/>
            <p:cNvSpPr/>
            <p:nvPr/>
          </p:nvSpPr>
          <p:spPr>
            <a:xfrm flipH="false" flipV="false" rot="0">
              <a:off x="0" y="0"/>
              <a:ext cx="3105600" cy="1490400"/>
            </a:xfrm>
            <a:custGeom>
              <a:avLst/>
              <a:gdLst/>
              <a:ahLst/>
              <a:cxnLst/>
              <a:rect r="r" b="b" t="t" l="l"/>
              <a:pathLst>
                <a:path h="1490400" w="3105600">
                  <a:moveTo>
                    <a:pt x="0" y="0"/>
                  </a:moveTo>
                  <a:lnTo>
                    <a:pt x="3105600" y="0"/>
                  </a:lnTo>
                  <a:lnTo>
                    <a:pt x="3105600" y="1490400"/>
                  </a:lnTo>
                  <a:lnTo>
                    <a:pt x="0" y="1490400"/>
                  </a:lnTo>
                  <a:close/>
                </a:path>
              </a:pathLst>
            </a:custGeom>
            <a:blipFill>
              <a:blip r:embed="rId6">
                <a:alphaModFix amt="0"/>
              </a:blip>
              <a:stretch>
                <a:fillRect l="-11573" t="0" r="-11573" b="0"/>
              </a:stretch>
            </a:blipFill>
          </p:spPr>
        </p:sp>
        <p:sp>
          <p:nvSpPr>
            <p:cNvPr name="TextBox 14" id="14"/>
            <p:cNvSpPr txBox="true"/>
            <p:nvPr/>
          </p:nvSpPr>
          <p:spPr>
            <a:xfrm>
              <a:off x="0" y="-85725"/>
              <a:ext cx="3105594" cy="1576121"/>
            </a:xfrm>
            <a:prstGeom prst="rect">
              <a:avLst/>
            </a:prstGeom>
          </p:spPr>
          <p:txBody>
            <a:bodyPr anchor="ctr" rtlCol="false" tIns="0" lIns="0" bIns="0" rIns="0"/>
            <a:lstStyle/>
            <a:p>
              <a:pPr algn="r">
                <a:lnSpc>
                  <a:spcPts val="5520"/>
                </a:lnSpc>
              </a:pPr>
              <a:r>
                <a:rPr lang="en-US" b="true" sz="4000">
                  <a:solidFill>
                    <a:srgbClr val="2E2F38"/>
                  </a:solidFill>
                  <a:latin typeface="Balsamiq Sans Bold"/>
                  <a:ea typeface="Balsamiq Sans Bold"/>
                  <a:cs typeface="Balsamiq Sans Bold"/>
                  <a:sym typeface="Balsamiq Sans Bold"/>
                </a:rPr>
                <a:t>Jupiter</a:t>
              </a:r>
            </a:p>
          </p:txBody>
        </p:sp>
      </p:grpSp>
      <p:sp>
        <p:nvSpPr>
          <p:cNvPr name="TextBox 15" id="15"/>
          <p:cNvSpPr txBox="true"/>
          <p:nvPr/>
        </p:nvSpPr>
        <p:spPr>
          <a:xfrm rot="0">
            <a:off x="2517829" y="6699447"/>
            <a:ext cx="2146354" cy="1020670"/>
          </a:xfrm>
          <a:prstGeom prst="rect">
            <a:avLst/>
          </a:prstGeom>
        </p:spPr>
        <p:txBody>
          <a:bodyPr anchor="t" rtlCol="false" tIns="0" lIns="0" bIns="0" rIns="0">
            <a:spAutoFit/>
          </a:bodyPr>
          <a:lstStyle/>
          <a:p>
            <a:pPr algn="r">
              <a:lnSpc>
                <a:spcPts val="5520"/>
              </a:lnSpc>
            </a:pPr>
            <a:r>
              <a:rPr lang="en-US" b="true" sz="4000">
                <a:solidFill>
                  <a:srgbClr val="2E2F38"/>
                </a:solidFill>
                <a:latin typeface="Balsamiq Sans Bold"/>
                <a:ea typeface="Balsamiq Sans Bold"/>
                <a:cs typeface="Balsamiq Sans Bold"/>
                <a:sym typeface="Balsamiq Sans Bold"/>
              </a:rPr>
              <a:t>Earth</a:t>
            </a:r>
          </a:p>
        </p:txBody>
      </p:sp>
      <p:grpSp>
        <p:nvGrpSpPr>
          <p:cNvPr name="Group 16" id="16"/>
          <p:cNvGrpSpPr/>
          <p:nvPr/>
        </p:nvGrpSpPr>
        <p:grpSpPr>
          <a:xfrm rot="0">
            <a:off x="13532720" y="5057804"/>
            <a:ext cx="2329196" cy="1117797"/>
            <a:chOff x="0" y="0"/>
            <a:chExt cx="3105594" cy="1490396"/>
          </a:xfrm>
        </p:grpSpPr>
        <p:sp>
          <p:nvSpPr>
            <p:cNvPr name="Freeform 17" id="17"/>
            <p:cNvSpPr/>
            <p:nvPr/>
          </p:nvSpPr>
          <p:spPr>
            <a:xfrm flipH="false" flipV="false" rot="0">
              <a:off x="0" y="0"/>
              <a:ext cx="3105600" cy="1490400"/>
            </a:xfrm>
            <a:custGeom>
              <a:avLst/>
              <a:gdLst/>
              <a:ahLst/>
              <a:cxnLst/>
              <a:rect r="r" b="b" t="t" l="l"/>
              <a:pathLst>
                <a:path h="1490400" w="3105600">
                  <a:moveTo>
                    <a:pt x="0" y="0"/>
                  </a:moveTo>
                  <a:lnTo>
                    <a:pt x="3105600" y="0"/>
                  </a:lnTo>
                  <a:lnTo>
                    <a:pt x="3105600" y="1490400"/>
                  </a:lnTo>
                  <a:lnTo>
                    <a:pt x="0" y="1490400"/>
                  </a:lnTo>
                  <a:close/>
                </a:path>
              </a:pathLst>
            </a:custGeom>
            <a:blipFill>
              <a:blip r:embed="rId6">
                <a:alphaModFix amt="0"/>
              </a:blip>
              <a:stretch>
                <a:fillRect l="-11573" t="0" r="-11573" b="0"/>
              </a:stretch>
            </a:blipFill>
          </p:spPr>
        </p:sp>
        <p:sp>
          <p:nvSpPr>
            <p:cNvPr name="TextBox 18" id="18"/>
            <p:cNvSpPr txBox="true"/>
            <p:nvPr/>
          </p:nvSpPr>
          <p:spPr>
            <a:xfrm>
              <a:off x="0" y="-85725"/>
              <a:ext cx="3105594" cy="1576121"/>
            </a:xfrm>
            <a:prstGeom prst="rect">
              <a:avLst/>
            </a:prstGeom>
          </p:spPr>
          <p:txBody>
            <a:bodyPr anchor="ctr" rtlCol="false" tIns="0" lIns="0" bIns="0" rIns="0"/>
            <a:lstStyle/>
            <a:p>
              <a:pPr algn="l">
                <a:lnSpc>
                  <a:spcPts val="5520"/>
                </a:lnSpc>
              </a:pPr>
              <a:r>
                <a:rPr lang="en-US" b="true" sz="4000">
                  <a:solidFill>
                    <a:srgbClr val="2E2F38"/>
                  </a:solidFill>
                  <a:latin typeface="Balsamiq Sans Bold"/>
                  <a:ea typeface="Balsamiq Sans Bold"/>
                  <a:cs typeface="Balsamiq Sans Bold"/>
                  <a:sym typeface="Balsamiq Sans Bold"/>
                </a:rPr>
                <a:t>Saturn</a:t>
              </a:r>
            </a:p>
          </p:txBody>
        </p:sp>
      </p:grpSp>
      <p:sp>
        <p:nvSpPr>
          <p:cNvPr name="TextBox 19" id="19"/>
          <p:cNvSpPr txBox="true"/>
          <p:nvPr/>
        </p:nvSpPr>
        <p:spPr>
          <a:xfrm rot="0">
            <a:off x="13624141" y="6699447"/>
            <a:ext cx="2146354" cy="1020670"/>
          </a:xfrm>
          <a:prstGeom prst="rect">
            <a:avLst/>
          </a:prstGeom>
        </p:spPr>
        <p:txBody>
          <a:bodyPr anchor="t" rtlCol="false" tIns="0" lIns="0" bIns="0" rIns="0">
            <a:spAutoFit/>
          </a:bodyPr>
          <a:lstStyle/>
          <a:p>
            <a:pPr algn="l">
              <a:lnSpc>
                <a:spcPts val="5520"/>
              </a:lnSpc>
            </a:pPr>
            <a:r>
              <a:rPr lang="en-US" b="true" sz="4000">
                <a:solidFill>
                  <a:srgbClr val="2E2F38"/>
                </a:solidFill>
                <a:latin typeface="Balsamiq Sans Bold"/>
                <a:ea typeface="Balsamiq Sans Bold"/>
                <a:cs typeface="Balsamiq Sans Bold"/>
                <a:sym typeface="Balsamiq Sans Bold"/>
              </a:rPr>
              <a:t>Moon</a:t>
            </a:r>
          </a:p>
        </p:txBody>
      </p:sp>
      <p:grpSp>
        <p:nvGrpSpPr>
          <p:cNvPr name="Group 20" id="20"/>
          <p:cNvGrpSpPr/>
          <p:nvPr/>
        </p:nvGrpSpPr>
        <p:grpSpPr>
          <a:xfrm rot="0">
            <a:off x="7801146" y="4262476"/>
            <a:ext cx="2676449" cy="2676449"/>
            <a:chOff x="0" y="0"/>
            <a:chExt cx="3568598" cy="3568598"/>
          </a:xfrm>
        </p:grpSpPr>
        <p:sp>
          <p:nvSpPr>
            <p:cNvPr name="Freeform 21" id="21"/>
            <p:cNvSpPr/>
            <p:nvPr/>
          </p:nvSpPr>
          <p:spPr>
            <a:xfrm flipH="false" flipV="false" rot="0">
              <a:off x="0" y="0"/>
              <a:ext cx="3568573" cy="3568573"/>
            </a:xfrm>
            <a:custGeom>
              <a:avLst/>
              <a:gdLst/>
              <a:ahLst/>
              <a:cxnLst/>
              <a:rect r="r" b="b" t="t" l="l"/>
              <a:pathLst>
                <a:path h="3568573" w="3568573">
                  <a:moveTo>
                    <a:pt x="0" y="594741"/>
                  </a:moveTo>
                  <a:cubicBezTo>
                    <a:pt x="0" y="266319"/>
                    <a:pt x="266319" y="0"/>
                    <a:pt x="594741" y="0"/>
                  </a:cubicBezTo>
                  <a:lnTo>
                    <a:pt x="2973832" y="0"/>
                  </a:lnTo>
                  <a:cubicBezTo>
                    <a:pt x="3302381" y="0"/>
                    <a:pt x="3568573" y="266319"/>
                    <a:pt x="3568573" y="594741"/>
                  </a:cubicBezTo>
                  <a:lnTo>
                    <a:pt x="3568573" y="2973832"/>
                  </a:lnTo>
                  <a:cubicBezTo>
                    <a:pt x="3568573" y="3302381"/>
                    <a:pt x="3302254" y="3568573"/>
                    <a:pt x="2973832" y="3568573"/>
                  </a:cubicBezTo>
                  <a:lnTo>
                    <a:pt x="594741" y="3568573"/>
                  </a:lnTo>
                  <a:cubicBezTo>
                    <a:pt x="266319" y="3568573"/>
                    <a:pt x="0" y="3302254"/>
                    <a:pt x="0" y="2973832"/>
                  </a:cubicBezTo>
                  <a:close/>
                </a:path>
              </a:pathLst>
            </a:custGeom>
            <a:blipFill>
              <a:blip r:embed="rId6">
                <a:alphaModFix amt="0"/>
              </a:blip>
              <a:stretch>
                <a:fillRect l="-78304" t="0" r="-78304" b="0"/>
              </a:stretch>
            </a:blipFill>
            <a:ln w="19050" cap="sq">
              <a:solidFill>
                <a:srgbClr val="6B2011"/>
              </a:solidFill>
              <a:prstDash val="solid"/>
              <a:miter/>
            </a:ln>
          </p:spPr>
        </p:sp>
      </p:grpSp>
      <p:sp>
        <p:nvSpPr>
          <p:cNvPr name="Freeform 22" id="22"/>
          <p:cNvSpPr/>
          <p:nvPr/>
        </p:nvSpPr>
        <p:spPr>
          <a:xfrm flipH="false" flipV="false" rot="0">
            <a:off x="8773563" y="5250294"/>
            <a:ext cx="731396" cy="699973"/>
          </a:xfrm>
          <a:custGeom>
            <a:avLst/>
            <a:gdLst/>
            <a:ahLst/>
            <a:cxnLst/>
            <a:rect r="r" b="b" t="t" l="l"/>
            <a:pathLst>
              <a:path h="699973" w="731396">
                <a:moveTo>
                  <a:pt x="0" y="0"/>
                </a:moveTo>
                <a:lnTo>
                  <a:pt x="731396" y="0"/>
                </a:lnTo>
                <a:lnTo>
                  <a:pt x="731396" y="699974"/>
                </a:lnTo>
                <a:lnTo>
                  <a:pt x="0" y="6999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3" id="23"/>
          <p:cNvGrpSpPr/>
          <p:nvPr/>
        </p:nvGrpSpPr>
        <p:grpSpPr>
          <a:xfrm rot="0">
            <a:off x="5085788" y="3465052"/>
            <a:ext cx="1031396" cy="1031396"/>
            <a:chOff x="0" y="0"/>
            <a:chExt cx="1375194" cy="1375194"/>
          </a:xfrm>
        </p:grpSpPr>
        <p:sp>
          <p:nvSpPr>
            <p:cNvPr name="Freeform 24" id="24"/>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grpSp>
        <p:nvGrpSpPr>
          <p:cNvPr name="Group 25" id="25"/>
          <p:cNvGrpSpPr/>
          <p:nvPr/>
        </p:nvGrpSpPr>
        <p:grpSpPr>
          <a:xfrm rot="0">
            <a:off x="5085788" y="5084997"/>
            <a:ext cx="1031396" cy="1031396"/>
            <a:chOff x="0" y="0"/>
            <a:chExt cx="1375194" cy="1375194"/>
          </a:xfrm>
        </p:grpSpPr>
        <p:sp>
          <p:nvSpPr>
            <p:cNvPr name="Freeform 26" id="26"/>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grpSp>
        <p:nvGrpSpPr>
          <p:cNvPr name="Group 27" id="27"/>
          <p:cNvGrpSpPr/>
          <p:nvPr/>
        </p:nvGrpSpPr>
        <p:grpSpPr>
          <a:xfrm rot="0">
            <a:off x="5085788" y="6736947"/>
            <a:ext cx="1031396" cy="1031396"/>
            <a:chOff x="0" y="0"/>
            <a:chExt cx="1375194" cy="1375194"/>
          </a:xfrm>
        </p:grpSpPr>
        <p:sp>
          <p:nvSpPr>
            <p:cNvPr name="Freeform 28" id="28"/>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grpSp>
        <p:nvGrpSpPr>
          <p:cNvPr name="Group 29" id="29"/>
          <p:cNvGrpSpPr/>
          <p:nvPr/>
        </p:nvGrpSpPr>
        <p:grpSpPr>
          <a:xfrm rot="0">
            <a:off x="12161539" y="3465052"/>
            <a:ext cx="1031396" cy="1031396"/>
            <a:chOff x="0" y="0"/>
            <a:chExt cx="1375194" cy="1375194"/>
          </a:xfrm>
        </p:grpSpPr>
        <p:sp>
          <p:nvSpPr>
            <p:cNvPr name="Freeform 30" id="30"/>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grpSp>
        <p:nvGrpSpPr>
          <p:cNvPr name="Group 31" id="31"/>
          <p:cNvGrpSpPr/>
          <p:nvPr/>
        </p:nvGrpSpPr>
        <p:grpSpPr>
          <a:xfrm rot="0">
            <a:off x="12161539" y="5084997"/>
            <a:ext cx="1031396" cy="1031396"/>
            <a:chOff x="0" y="0"/>
            <a:chExt cx="1375194" cy="1375194"/>
          </a:xfrm>
        </p:grpSpPr>
        <p:sp>
          <p:nvSpPr>
            <p:cNvPr name="Freeform 32" id="32"/>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grpSp>
        <p:nvGrpSpPr>
          <p:cNvPr name="Group 33" id="33"/>
          <p:cNvGrpSpPr/>
          <p:nvPr/>
        </p:nvGrpSpPr>
        <p:grpSpPr>
          <a:xfrm rot="0">
            <a:off x="12161539" y="6736947"/>
            <a:ext cx="1031396" cy="1031396"/>
            <a:chOff x="0" y="0"/>
            <a:chExt cx="1375194" cy="1375194"/>
          </a:xfrm>
        </p:grpSpPr>
        <p:sp>
          <p:nvSpPr>
            <p:cNvPr name="Freeform 34" id="34"/>
            <p:cNvSpPr/>
            <p:nvPr/>
          </p:nvSpPr>
          <p:spPr>
            <a:xfrm flipH="false" flipV="false" rot="0">
              <a:off x="0" y="0"/>
              <a:ext cx="1375283" cy="1375283"/>
            </a:xfrm>
            <a:custGeom>
              <a:avLst/>
              <a:gdLst/>
              <a:ahLst/>
              <a:cxnLst/>
              <a:rect r="r" b="b" t="t" l="l"/>
              <a:pathLst>
                <a:path h="1375283" w="1375283">
                  <a:moveTo>
                    <a:pt x="0" y="229235"/>
                  </a:moveTo>
                  <a:cubicBezTo>
                    <a:pt x="0" y="102616"/>
                    <a:pt x="102616" y="0"/>
                    <a:pt x="229235" y="0"/>
                  </a:cubicBezTo>
                  <a:lnTo>
                    <a:pt x="1146048" y="0"/>
                  </a:lnTo>
                  <a:cubicBezTo>
                    <a:pt x="1272667" y="0"/>
                    <a:pt x="1375283" y="102616"/>
                    <a:pt x="1375283" y="229235"/>
                  </a:cubicBezTo>
                  <a:lnTo>
                    <a:pt x="1375283" y="1146048"/>
                  </a:lnTo>
                  <a:cubicBezTo>
                    <a:pt x="1375283" y="1272667"/>
                    <a:pt x="1272667" y="1375283"/>
                    <a:pt x="1146048" y="1375283"/>
                  </a:cubicBezTo>
                  <a:lnTo>
                    <a:pt x="229235" y="1375283"/>
                  </a:lnTo>
                  <a:cubicBezTo>
                    <a:pt x="102616" y="1375156"/>
                    <a:pt x="0" y="1272540"/>
                    <a:pt x="0" y="1146048"/>
                  </a:cubicBezTo>
                  <a:close/>
                </a:path>
              </a:pathLst>
            </a:custGeom>
            <a:solidFill>
              <a:srgbClr val="6B2011"/>
            </a:solidFill>
          </p:spPr>
        </p:sp>
      </p:grpSp>
      <p:sp>
        <p:nvSpPr>
          <p:cNvPr name="Freeform 35" id="35"/>
          <p:cNvSpPr/>
          <p:nvPr/>
        </p:nvSpPr>
        <p:spPr>
          <a:xfrm flipH="false" flipV="false" rot="0">
            <a:off x="12357383" y="6935153"/>
            <a:ext cx="642214" cy="630545"/>
          </a:xfrm>
          <a:custGeom>
            <a:avLst/>
            <a:gdLst/>
            <a:ahLst/>
            <a:cxnLst/>
            <a:rect r="r" b="b" t="t" l="l"/>
            <a:pathLst>
              <a:path h="630545" w="642214">
                <a:moveTo>
                  <a:pt x="0" y="0"/>
                </a:moveTo>
                <a:lnTo>
                  <a:pt x="642213" y="0"/>
                </a:lnTo>
                <a:lnTo>
                  <a:pt x="642213" y="630545"/>
                </a:lnTo>
                <a:lnTo>
                  <a:pt x="0" y="6305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6" id="36"/>
          <p:cNvSpPr/>
          <p:nvPr/>
        </p:nvSpPr>
        <p:spPr>
          <a:xfrm flipH="false" flipV="false" rot="0">
            <a:off x="5281679" y="6908482"/>
            <a:ext cx="639642" cy="635956"/>
          </a:xfrm>
          <a:custGeom>
            <a:avLst/>
            <a:gdLst/>
            <a:ahLst/>
            <a:cxnLst/>
            <a:rect r="r" b="b" t="t" l="l"/>
            <a:pathLst>
              <a:path h="635956" w="639642">
                <a:moveTo>
                  <a:pt x="0" y="0"/>
                </a:moveTo>
                <a:lnTo>
                  <a:pt x="639642" y="0"/>
                </a:lnTo>
                <a:lnTo>
                  <a:pt x="639642" y="635956"/>
                </a:lnTo>
                <a:lnTo>
                  <a:pt x="0" y="63595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7" id="37"/>
          <p:cNvSpPr/>
          <p:nvPr/>
        </p:nvSpPr>
        <p:spPr>
          <a:xfrm flipH="false" flipV="false" rot="0">
            <a:off x="5277498" y="5301672"/>
            <a:ext cx="648014" cy="630041"/>
          </a:xfrm>
          <a:custGeom>
            <a:avLst/>
            <a:gdLst/>
            <a:ahLst/>
            <a:cxnLst/>
            <a:rect r="r" b="b" t="t" l="l"/>
            <a:pathLst>
              <a:path h="630041" w="648014">
                <a:moveTo>
                  <a:pt x="0" y="0"/>
                </a:moveTo>
                <a:lnTo>
                  <a:pt x="648014" y="0"/>
                </a:lnTo>
                <a:lnTo>
                  <a:pt x="648014" y="630041"/>
                </a:lnTo>
                <a:lnTo>
                  <a:pt x="0" y="6300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8" id="38"/>
          <p:cNvSpPr/>
          <p:nvPr/>
        </p:nvSpPr>
        <p:spPr>
          <a:xfrm flipH="false" flipV="false" rot="0">
            <a:off x="5272040" y="3668592"/>
            <a:ext cx="658920" cy="624326"/>
          </a:xfrm>
          <a:custGeom>
            <a:avLst/>
            <a:gdLst/>
            <a:ahLst/>
            <a:cxnLst/>
            <a:rect r="r" b="b" t="t" l="l"/>
            <a:pathLst>
              <a:path h="624326" w="658920">
                <a:moveTo>
                  <a:pt x="0" y="0"/>
                </a:moveTo>
                <a:lnTo>
                  <a:pt x="658920" y="0"/>
                </a:lnTo>
                <a:lnTo>
                  <a:pt x="658920" y="624326"/>
                </a:lnTo>
                <a:lnTo>
                  <a:pt x="0" y="6243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9" id="39"/>
          <p:cNvSpPr/>
          <p:nvPr/>
        </p:nvSpPr>
        <p:spPr>
          <a:xfrm flipH="false" flipV="false" rot="0">
            <a:off x="12347715" y="3663334"/>
            <a:ext cx="640928" cy="634841"/>
          </a:xfrm>
          <a:custGeom>
            <a:avLst/>
            <a:gdLst/>
            <a:ahLst/>
            <a:cxnLst/>
            <a:rect r="r" b="b" t="t" l="l"/>
            <a:pathLst>
              <a:path h="634841" w="640928">
                <a:moveTo>
                  <a:pt x="0" y="0"/>
                </a:moveTo>
                <a:lnTo>
                  <a:pt x="640927" y="0"/>
                </a:lnTo>
                <a:lnTo>
                  <a:pt x="640927" y="634841"/>
                </a:lnTo>
                <a:lnTo>
                  <a:pt x="0" y="63484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0" id="40"/>
          <p:cNvSpPr/>
          <p:nvPr/>
        </p:nvSpPr>
        <p:spPr>
          <a:xfrm flipH="false" flipV="false" rot="0">
            <a:off x="12421657" y="5298186"/>
            <a:ext cx="511159" cy="637003"/>
          </a:xfrm>
          <a:custGeom>
            <a:avLst/>
            <a:gdLst/>
            <a:ahLst/>
            <a:cxnLst/>
            <a:rect r="r" b="b" t="t" l="l"/>
            <a:pathLst>
              <a:path h="637003" w="511159">
                <a:moveTo>
                  <a:pt x="0" y="0"/>
                </a:moveTo>
                <a:lnTo>
                  <a:pt x="511159" y="0"/>
                </a:lnTo>
                <a:lnTo>
                  <a:pt x="511159" y="637003"/>
                </a:lnTo>
                <a:lnTo>
                  <a:pt x="0" y="63700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AutoShape 41" id="41"/>
          <p:cNvSpPr/>
          <p:nvPr/>
        </p:nvSpPr>
        <p:spPr>
          <a:xfrm rot="2624940">
            <a:off x="5778637" y="4785989"/>
            <a:ext cx="2370296" cy="9525"/>
          </a:xfrm>
          <a:prstGeom prst="line">
            <a:avLst/>
          </a:prstGeom>
          <a:ln cap="rnd" w="9525">
            <a:solidFill>
              <a:srgbClr val="6B2011"/>
            </a:solidFill>
            <a:prstDash val="solid"/>
            <a:headEnd type="none" len="sm" w="sm"/>
            <a:tailEnd type="diamond" len="lg" w="lg"/>
          </a:ln>
        </p:spPr>
      </p:sp>
      <p:sp>
        <p:nvSpPr>
          <p:cNvPr name="AutoShape 42" id="42"/>
          <p:cNvSpPr/>
          <p:nvPr/>
        </p:nvSpPr>
        <p:spPr>
          <a:xfrm rot="8142060">
            <a:off x="5767588" y="6421984"/>
            <a:ext cx="2392394" cy="9525"/>
          </a:xfrm>
          <a:prstGeom prst="line">
            <a:avLst/>
          </a:prstGeom>
          <a:ln cap="rnd" w="9525">
            <a:solidFill>
              <a:srgbClr val="6B2011"/>
            </a:solidFill>
            <a:prstDash val="solid"/>
            <a:headEnd type="none" len="sm" w="sm"/>
            <a:tailEnd type="diamond" len="lg" w="lg"/>
          </a:ln>
        </p:spPr>
      </p:sp>
      <p:sp>
        <p:nvSpPr>
          <p:cNvPr name="AutoShape 43" id="43"/>
          <p:cNvSpPr/>
          <p:nvPr/>
        </p:nvSpPr>
        <p:spPr>
          <a:xfrm rot="8175060">
            <a:off x="10129790" y="4785989"/>
            <a:ext cx="2370296" cy="9525"/>
          </a:xfrm>
          <a:prstGeom prst="line">
            <a:avLst/>
          </a:prstGeom>
          <a:ln cap="rnd" w="9525">
            <a:solidFill>
              <a:srgbClr val="6B2011"/>
            </a:solidFill>
            <a:prstDash val="solid"/>
            <a:headEnd type="none" len="sm" w="sm"/>
            <a:tailEnd type="diamond" len="lg" w="lg"/>
          </a:ln>
        </p:spPr>
      </p:sp>
      <p:sp>
        <p:nvSpPr>
          <p:cNvPr name="AutoShape 44" id="44"/>
          <p:cNvSpPr/>
          <p:nvPr/>
        </p:nvSpPr>
        <p:spPr>
          <a:xfrm rot="2657940">
            <a:off x="10118741" y="6421984"/>
            <a:ext cx="2392394" cy="9525"/>
          </a:xfrm>
          <a:prstGeom prst="line">
            <a:avLst/>
          </a:prstGeom>
          <a:ln cap="rnd" w="9525">
            <a:solidFill>
              <a:srgbClr val="6B2011"/>
            </a:solidFill>
            <a:prstDash val="solid"/>
            <a:headEnd type="none" len="sm" w="sm"/>
            <a:tailEnd type="diamond" len="lg" w="lg"/>
          </a:ln>
        </p:spPr>
      </p:sp>
      <p:sp>
        <p:nvSpPr>
          <p:cNvPr name="AutoShape 45" id="45"/>
          <p:cNvSpPr/>
          <p:nvPr/>
        </p:nvSpPr>
        <p:spPr>
          <a:xfrm rot="38220">
            <a:off x="10458755" y="5595938"/>
            <a:ext cx="1712357" cy="9525"/>
          </a:xfrm>
          <a:prstGeom prst="line">
            <a:avLst/>
          </a:prstGeom>
          <a:ln cap="rnd" w="9525">
            <a:solidFill>
              <a:srgbClr val="6B2011"/>
            </a:solidFill>
            <a:prstDash val="solid"/>
            <a:headEnd type="none" len="sm" w="sm"/>
            <a:tailEnd type="diamond" len="lg" w="lg"/>
          </a:ln>
        </p:spPr>
      </p:sp>
      <p:sp>
        <p:nvSpPr>
          <p:cNvPr name="AutoShape 46" id="46"/>
          <p:cNvSpPr/>
          <p:nvPr/>
        </p:nvSpPr>
        <p:spPr>
          <a:xfrm rot="38220">
            <a:off x="6107611" y="5595938"/>
            <a:ext cx="1712357" cy="9525"/>
          </a:xfrm>
          <a:prstGeom prst="line">
            <a:avLst/>
          </a:prstGeom>
          <a:ln cap="rnd" w="9525">
            <a:solidFill>
              <a:srgbClr val="6B2011"/>
            </a:solidFill>
            <a:prstDash val="solid"/>
            <a:headEnd type="none" len="sm" w="sm"/>
            <a:tailEnd type="diamond" len="lg" w="lg"/>
          </a:ln>
        </p:spPr>
      </p:sp>
      <p:sp>
        <p:nvSpPr>
          <p:cNvPr name="Freeform 47" id="47"/>
          <p:cNvSpPr/>
          <p:nvPr/>
        </p:nvSpPr>
        <p:spPr>
          <a:xfrm flipH="false" flipV="false" rot="0">
            <a:off x="15233914" y="1481947"/>
            <a:ext cx="2098881" cy="1924631"/>
          </a:xfrm>
          <a:custGeom>
            <a:avLst/>
            <a:gdLst/>
            <a:ahLst/>
            <a:cxnLst/>
            <a:rect r="r" b="b" t="t" l="l"/>
            <a:pathLst>
              <a:path h="1924631" w="2098881">
                <a:moveTo>
                  <a:pt x="0" y="0"/>
                </a:moveTo>
                <a:lnTo>
                  <a:pt x="2098881" y="0"/>
                </a:lnTo>
                <a:lnTo>
                  <a:pt x="2098881" y="1924631"/>
                </a:lnTo>
                <a:lnTo>
                  <a:pt x="0" y="192463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48" id="48"/>
          <p:cNvSpPr/>
          <p:nvPr/>
        </p:nvSpPr>
        <p:spPr>
          <a:xfrm flipH="false" flipV="false" rot="0">
            <a:off x="1238421" y="7252649"/>
            <a:ext cx="2231469" cy="2101282"/>
          </a:xfrm>
          <a:custGeom>
            <a:avLst/>
            <a:gdLst/>
            <a:ahLst/>
            <a:cxnLst/>
            <a:rect r="r" b="b" t="t" l="l"/>
            <a:pathLst>
              <a:path h="2101282" w="2231469">
                <a:moveTo>
                  <a:pt x="0" y="0"/>
                </a:moveTo>
                <a:lnTo>
                  <a:pt x="2231470" y="0"/>
                </a:lnTo>
                <a:lnTo>
                  <a:pt x="2231470" y="2101282"/>
                </a:lnTo>
                <a:lnTo>
                  <a:pt x="0" y="210128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231231" y="2441000"/>
            <a:ext cx="642556" cy="599237"/>
          </a:xfrm>
          <a:custGeom>
            <a:avLst/>
            <a:gdLst/>
            <a:ahLst/>
            <a:cxnLst/>
            <a:rect r="r" b="b" t="t" l="l"/>
            <a:pathLst>
              <a:path h="599237" w="642556">
                <a:moveTo>
                  <a:pt x="0" y="0"/>
                </a:moveTo>
                <a:lnTo>
                  <a:pt x="642557" y="0"/>
                </a:lnTo>
                <a:lnTo>
                  <a:pt x="642557" y="599237"/>
                </a:lnTo>
                <a:lnTo>
                  <a:pt x="0" y="5992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233632" y="3927824"/>
            <a:ext cx="639480" cy="589159"/>
          </a:xfrm>
          <a:custGeom>
            <a:avLst/>
            <a:gdLst/>
            <a:ahLst/>
            <a:cxnLst/>
            <a:rect r="r" b="b" t="t" l="l"/>
            <a:pathLst>
              <a:path h="589159" w="639480">
                <a:moveTo>
                  <a:pt x="0" y="0"/>
                </a:moveTo>
                <a:lnTo>
                  <a:pt x="639479" y="0"/>
                </a:lnTo>
                <a:lnTo>
                  <a:pt x="639479" y="589160"/>
                </a:lnTo>
                <a:lnTo>
                  <a:pt x="0" y="5891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239899" y="5384549"/>
            <a:ext cx="622868" cy="618582"/>
          </a:xfrm>
          <a:custGeom>
            <a:avLst/>
            <a:gdLst/>
            <a:ahLst/>
            <a:cxnLst/>
            <a:rect r="r" b="b" t="t" l="l"/>
            <a:pathLst>
              <a:path h="618582" w="622868">
                <a:moveTo>
                  <a:pt x="0" y="0"/>
                </a:moveTo>
                <a:lnTo>
                  <a:pt x="622868" y="0"/>
                </a:lnTo>
                <a:lnTo>
                  <a:pt x="622868" y="618582"/>
                </a:lnTo>
                <a:lnTo>
                  <a:pt x="0" y="6185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2235594" y="6856924"/>
            <a:ext cx="647195" cy="618239"/>
          </a:xfrm>
          <a:custGeom>
            <a:avLst/>
            <a:gdLst/>
            <a:ahLst/>
            <a:cxnLst/>
            <a:rect r="r" b="b" t="t" l="l"/>
            <a:pathLst>
              <a:path h="618239" w="647195">
                <a:moveTo>
                  <a:pt x="0" y="0"/>
                </a:moveTo>
                <a:lnTo>
                  <a:pt x="647195" y="0"/>
                </a:lnTo>
                <a:lnTo>
                  <a:pt x="647195" y="618239"/>
                </a:lnTo>
                <a:lnTo>
                  <a:pt x="0" y="6182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2217563" y="8328022"/>
            <a:ext cx="647452" cy="619639"/>
          </a:xfrm>
          <a:custGeom>
            <a:avLst/>
            <a:gdLst/>
            <a:ahLst/>
            <a:cxnLst/>
            <a:rect r="r" b="b" t="t" l="l"/>
            <a:pathLst>
              <a:path h="619639" w="647452">
                <a:moveTo>
                  <a:pt x="0" y="0"/>
                </a:moveTo>
                <a:lnTo>
                  <a:pt x="647452" y="0"/>
                </a:lnTo>
                <a:lnTo>
                  <a:pt x="647452" y="619639"/>
                </a:lnTo>
                <a:lnTo>
                  <a:pt x="0" y="6196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5288787" y="8290246"/>
            <a:ext cx="626164" cy="614782"/>
          </a:xfrm>
          <a:custGeom>
            <a:avLst/>
            <a:gdLst/>
            <a:ahLst/>
            <a:cxnLst/>
            <a:rect r="r" b="b" t="t" l="l"/>
            <a:pathLst>
              <a:path h="614782" w="626164">
                <a:moveTo>
                  <a:pt x="0" y="0"/>
                </a:moveTo>
                <a:lnTo>
                  <a:pt x="626164" y="0"/>
                </a:lnTo>
                <a:lnTo>
                  <a:pt x="626164" y="614781"/>
                </a:lnTo>
                <a:lnTo>
                  <a:pt x="0" y="6147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14011208" y="3911022"/>
            <a:ext cx="677380" cy="614629"/>
          </a:xfrm>
          <a:custGeom>
            <a:avLst/>
            <a:gdLst/>
            <a:ahLst/>
            <a:cxnLst/>
            <a:rect r="r" b="b" t="t" l="l"/>
            <a:pathLst>
              <a:path h="614629" w="677380">
                <a:moveTo>
                  <a:pt x="0" y="0"/>
                </a:moveTo>
                <a:lnTo>
                  <a:pt x="677380" y="0"/>
                </a:lnTo>
                <a:lnTo>
                  <a:pt x="677380" y="614629"/>
                </a:lnTo>
                <a:lnTo>
                  <a:pt x="0" y="6146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0">
            <a:off x="3710826" y="2438771"/>
            <a:ext cx="624907" cy="621001"/>
          </a:xfrm>
          <a:custGeom>
            <a:avLst/>
            <a:gdLst/>
            <a:ahLst/>
            <a:cxnLst/>
            <a:rect r="r" b="b" t="t" l="l"/>
            <a:pathLst>
              <a:path h="621001" w="624907">
                <a:moveTo>
                  <a:pt x="0" y="0"/>
                </a:moveTo>
                <a:lnTo>
                  <a:pt x="624906" y="0"/>
                </a:lnTo>
                <a:lnTo>
                  <a:pt x="624906" y="621002"/>
                </a:lnTo>
                <a:lnTo>
                  <a:pt x="0" y="62100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3" id="13"/>
          <p:cNvSpPr/>
          <p:nvPr/>
        </p:nvSpPr>
        <p:spPr>
          <a:xfrm flipH="false" flipV="false" rot="0">
            <a:off x="3710826" y="3911356"/>
            <a:ext cx="617391" cy="621754"/>
          </a:xfrm>
          <a:custGeom>
            <a:avLst/>
            <a:gdLst/>
            <a:ahLst/>
            <a:cxnLst/>
            <a:rect r="r" b="b" t="t" l="l"/>
            <a:pathLst>
              <a:path h="621754" w="617391">
                <a:moveTo>
                  <a:pt x="0" y="0"/>
                </a:moveTo>
                <a:lnTo>
                  <a:pt x="617391" y="0"/>
                </a:lnTo>
                <a:lnTo>
                  <a:pt x="617391" y="621753"/>
                </a:lnTo>
                <a:lnTo>
                  <a:pt x="0" y="62175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4" id="14"/>
          <p:cNvSpPr/>
          <p:nvPr/>
        </p:nvSpPr>
        <p:spPr>
          <a:xfrm flipH="false" flipV="false" rot="0">
            <a:off x="3698119" y="5383968"/>
            <a:ext cx="704631" cy="620639"/>
          </a:xfrm>
          <a:custGeom>
            <a:avLst/>
            <a:gdLst/>
            <a:ahLst/>
            <a:cxnLst/>
            <a:rect r="r" b="b" t="t" l="l"/>
            <a:pathLst>
              <a:path h="620639" w="704631">
                <a:moveTo>
                  <a:pt x="0" y="0"/>
                </a:moveTo>
                <a:lnTo>
                  <a:pt x="704631" y="0"/>
                </a:lnTo>
                <a:lnTo>
                  <a:pt x="704631" y="620640"/>
                </a:lnTo>
                <a:lnTo>
                  <a:pt x="0" y="62064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5" id="15"/>
          <p:cNvSpPr/>
          <p:nvPr/>
        </p:nvSpPr>
        <p:spPr>
          <a:xfrm flipH="false" flipV="false" rot="0">
            <a:off x="3692042" y="6855457"/>
            <a:ext cx="653720" cy="618849"/>
          </a:xfrm>
          <a:custGeom>
            <a:avLst/>
            <a:gdLst/>
            <a:ahLst/>
            <a:cxnLst/>
            <a:rect r="r" b="b" t="t" l="l"/>
            <a:pathLst>
              <a:path h="618849" w="653720">
                <a:moveTo>
                  <a:pt x="0" y="0"/>
                </a:moveTo>
                <a:lnTo>
                  <a:pt x="653720" y="0"/>
                </a:lnTo>
                <a:lnTo>
                  <a:pt x="653720" y="618849"/>
                </a:lnTo>
                <a:lnTo>
                  <a:pt x="0" y="61884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6" id="16"/>
          <p:cNvSpPr/>
          <p:nvPr/>
        </p:nvSpPr>
        <p:spPr>
          <a:xfrm flipH="false" flipV="false" rot="0">
            <a:off x="3690785" y="8313992"/>
            <a:ext cx="657139" cy="631755"/>
          </a:xfrm>
          <a:custGeom>
            <a:avLst/>
            <a:gdLst/>
            <a:ahLst/>
            <a:cxnLst/>
            <a:rect r="r" b="b" t="t" l="l"/>
            <a:pathLst>
              <a:path h="631755" w="657139">
                <a:moveTo>
                  <a:pt x="0" y="0"/>
                </a:moveTo>
                <a:lnTo>
                  <a:pt x="657139" y="0"/>
                </a:lnTo>
                <a:lnTo>
                  <a:pt x="657139" y="631755"/>
                </a:lnTo>
                <a:lnTo>
                  <a:pt x="0" y="63175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7" id="17"/>
          <p:cNvSpPr/>
          <p:nvPr/>
        </p:nvSpPr>
        <p:spPr>
          <a:xfrm flipH="false" flipV="false" rot="0">
            <a:off x="15333907" y="6777638"/>
            <a:ext cx="624411" cy="620811"/>
          </a:xfrm>
          <a:custGeom>
            <a:avLst/>
            <a:gdLst/>
            <a:ahLst/>
            <a:cxnLst/>
            <a:rect r="r" b="b" t="t" l="l"/>
            <a:pathLst>
              <a:path h="620811" w="624411">
                <a:moveTo>
                  <a:pt x="0" y="0"/>
                </a:moveTo>
                <a:lnTo>
                  <a:pt x="624411" y="0"/>
                </a:lnTo>
                <a:lnTo>
                  <a:pt x="624411" y="620810"/>
                </a:lnTo>
                <a:lnTo>
                  <a:pt x="0" y="62081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8" id="18"/>
          <p:cNvSpPr/>
          <p:nvPr/>
        </p:nvSpPr>
        <p:spPr>
          <a:xfrm flipH="false" flipV="false" rot="0">
            <a:off x="13988148" y="2430551"/>
            <a:ext cx="608819" cy="619858"/>
          </a:xfrm>
          <a:custGeom>
            <a:avLst/>
            <a:gdLst/>
            <a:ahLst/>
            <a:cxnLst/>
            <a:rect r="r" b="b" t="t" l="l"/>
            <a:pathLst>
              <a:path h="619858" w="608819">
                <a:moveTo>
                  <a:pt x="0" y="0"/>
                </a:moveTo>
                <a:lnTo>
                  <a:pt x="608819" y="0"/>
                </a:lnTo>
                <a:lnTo>
                  <a:pt x="608819" y="619859"/>
                </a:lnTo>
                <a:lnTo>
                  <a:pt x="0" y="619859"/>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9" id="19"/>
          <p:cNvSpPr/>
          <p:nvPr/>
        </p:nvSpPr>
        <p:spPr>
          <a:xfrm flipH="false" flipV="false" rot="0">
            <a:off x="5181029" y="2439162"/>
            <a:ext cx="640461" cy="620982"/>
          </a:xfrm>
          <a:custGeom>
            <a:avLst/>
            <a:gdLst/>
            <a:ahLst/>
            <a:cxnLst/>
            <a:rect r="r" b="b" t="t" l="l"/>
            <a:pathLst>
              <a:path h="620982" w="640461">
                <a:moveTo>
                  <a:pt x="0" y="0"/>
                </a:moveTo>
                <a:lnTo>
                  <a:pt x="640461" y="0"/>
                </a:lnTo>
                <a:lnTo>
                  <a:pt x="640461" y="620982"/>
                </a:lnTo>
                <a:lnTo>
                  <a:pt x="0" y="620982"/>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20" id="20"/>
          <p:cNvSpPr/>
          <p:nvPr/>
        </p:nvSpPr>
        <p:spPr>
          <a:xfrm flipH="false" flipV="false" rot="0">
            <a:off x="5185524" y="3910213"/>
            <a:ext cx="606990" cy="619620"/>
          </a:xfrm>
          <a:custGeom>
            <a:avLst/>
            <a:gdLst/>
            <a:ahLst/>
            <a:cxnLst/>
            <a:rect r="r" b="b" t="t" l="l"/>
            <a:pathLst>
              <a:path h="619620" w="606990">
                <a:moveTo>
                  <a:pt x="0" y="0"/>
                </a:moveTo>
                <a:lnTo>
                  <a:pt x="606990" y="0"/>
                </a:lnTo>
                <a:lnTo>
                  <a:pt x="606990" y="619620"/>
                </a:lnTo>
                <a:lnTo>
                  <a:pt x="0" y="619620"/>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1" id="21"/>
          <p:cNvSpPr/>
          <p:nvPr/>
        </p:nvSpPr>
        <p:spPr>
          <a:xfrm flipH="false" flipV="false" rot="0">
            <a:off x="5179228" y="5384463"/>
            <a:ext cx="656034" cy="619839"/>
          </a:xfrm>
          <a:custGeom>
            <a:avLst/>
            <a:gdLst/>
            <a:ahLst/>
            <a:cxnLst/>
            <a:rect r="r" b="b" t="t" l="l"/>
            <a:pathLst>
              <a:path h="619839" w="656034">
                <a:moveTo>
                  <a:pt x="0" y="0"/>
                </a:moveTo>
                <a:lnTo>
                  <a:pt x="656035" y="0"/>
                </a:lnTo>
                <a:lnTo>
                  <a:pt x="656035" y="619840"/>
                </a:lnTo>
                <a:lnTo>
                  <a:pt x="0" y="619840"/>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2" id="22"/>
          <p:cNvSpPr/>
          <p:nvPr/>
        </p:nvSpPr>
        <p:spPr>
          <a:xfrm flipH="false" flipV="false" rot="0">
            <a:off x="5179047" y="6854800"/>
            <a:ext cx="636594" cy="607781"/>
          </a:xfrm>
          <a:custGeom>
            <a:avLst/>
            <a:gdLst/>
            <a:ahLst/>
            <a:cxnLst/>
            <a:rect r="r" b="b" t="t" l="l"/>
            <a:pathLst>
              <a:path h="607781" w="636594">
                <a:moveTo>
                  <a:pt x="0" y="0"/>
                </a:moveTo>
                <a:lnTo>
                  <a:pt x="636594" y="0"/>
                </a:lnTo>
                <a:lnTo>
                  <a:pt x="636594" y="607780"/>
                </a:lnTo>
                <a:lnTo>
                  <a:pt x="0" y="607780"/>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3" id="23"/>
          <p:cNvSpPr/>
          <p:nvPr/>
        </p:nvSpPr>
        <p:spPr>
          <a:xfrm flipH="false" flipV="false" rot="0">
            <a:off x="5188020" y="8327060"/>
            <a:ext cx="627212" cy="609324"/>
          </a:xfrm>
          <a:custGeom>
            <a:avLst/>
            <a:gdLst/>
            <a:ahLst/>
            <a:cxnLst/>
            <a:rect r="r" b="b" t="t" l="l"/>
            <a:pathLst>
              <a:path h="609324" w="627212">
                <a:moveTo>
                  <a:pt x="0" y="0"/>
                </a:moveTo>
                <a:lnTo>
                  <a:pt x="627212" y="0"/>
                </a:lnTo>
                <a:lnTo>
                  <a:pt x="627212" y="609324"/>
                </a:lnTo>
                <a:lnTo>
                  <a:pt x="0" y="609324"/>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4" id="24"/>
          <p:cNvSpPr/>
          <p:nvPr/>
        </p:nvSpPr>
        <p:spPr>
          <a:xfrm flipH="false" flipV="false" rot="0">
            <a:off x="15397591" y="5387645"/>
            <a:ext cx="628898" cy="617430"/>
          </a:xfrm>
          <a:custGeom>
            <a:avLst/>
            <a:gdLst/>
            <a:ahLst/>
            <a:cxnLst/>
            <a:rect r="r" b="b" t="t" l="l"/>
            <a:pathLst>
              <a:path h="617430" w="628898">
                <a:moveTo>
                  <a:pt x="0" y="0"/>
                </a:moveTo>
                <a:lnTo>
                  <a:pt x="628898" y="0"/>
                </a:lnTo>
                <a:lnTo>
                  <a:pt x="628898" y="617429"/>
                </a:lnTo>
                <a:lnTo>
                  <a:pt x="0" y="617429"/>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5" id="25"/>
          <p:cNvSpPr/>
          <p:nvPr/>
        </p:nvSpPr>
        <p:spPr>
          <a:xfrm flipH="false" flipV="false" rot="0">
            <a:off x="13969670" y="5386273"/>
            <a:ext cx="626164" cy="616868"/>
          </a:xfrm>
          <a:custGeom>
            <a:avLst/>
            <a:gdLst/>
            <a:ahLst/>
            <a:cxnLst/>
            <a:rect r="r" b="b" t="t" l="l"/>
            <a:pathLst>
              <a:path h="616868" w="626164">
                <a:moveTo>
                  <a:pt x="0" y="0"/>
                </a:moveTo>
                <a:lnTo>
                  <a:pt x="626164" y="0"/>
                </a:lnTo>
                <a:lnTo>
                  <a:pt x="626164" y="616868"/>
                </a:lnTo>
                <a:lnTo>
                  <a:pt x="0" y="616868"/>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6" id="26"/>
          <p:cNvSpPr/>
          <p:nvPr/>
        </p:nvSpPr>
        <p:spPr>
          <a:xfrm flipH="false" flipV="false" rot="0">
            <a:off x="6658537" y="2439867"/>
            <a:ext cx="626621" cy="613105"/>
          </a:xfrm>
          <a:custGeom>
            <a:avLst/>
            <a:gdLst/>
            <a:ahLst/>
            <a:cxnLst/>
            <a:rect r="r" b="b" t="t" l="l"/>
            <a:pathLst>
              <a:path h="613105" w="626621">
                <a:moveTo>
                  <a:pt x="0" y="0"/>
                </a:moveTo>
                <a:lnTo>
                  <a:pt x="626621" y="0"/>
                </a:lnTo>
                <a:lnTo>
                  <a:pt x="626621" y="613105"/>
                </a:lnTo>
                <a:lnTo>
                  <a:pt x="0" y="613105"/>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7" id="27"/>
          <p:cNvSpPr/>
          <p:nvPr/>
        </p:nvSpPr>
        <p:spPr>
          <a:xfrm flipH="false" flipV="false" rot="0">
            <a:off x="6654651" y="3912584"/>
            <a:ext cx="631936" cy="618496"/>
          </a:xfrm>
          <a:custGeom>
            <a:avLst/>
            <a:gdLst/>
            <a:ahLst/>
            <a:cxnLst/>
            <a:rect r="r" b="b" t="t" l="l"/>
            <a:pathLst>
              <a:path h="618496" w="631936">
                <a:moveTo>
                  <a:pt x="0" y="0"/>
                </a:moveTo>
                <a:lnTo>
                  <a:pt x="631936" y="0"/>
                </a:lnTo>
                <a:lnTo>
                  <a:pt x="631936" y="618497"/>
                </a:lnTo>
                <a:lnTo>
                  <a:pt x="0" y="618497"/>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8" id="28"/>
          <p:cNvSpPr/>
          <p:nvPr/>
        </p:nvSpPr>
        <p:spPr>
          <a:xfrm flipH="false" flipV="false" rot="0">
            <a:off x="6638363" y="5380406"/>
            <a:ext cx="644462" cy="617630"/>
          </a:xfrm>
          <a:custGeom>
            <a:avLst/>
            <a:gdLst/>
            <a:ahLst/>
            <a:cxnLst/>
            <a:rect r="r" b="b" t="t" l="l"/>
            <a:pathLst>
              <a:path h="617630" w="644462">
                <a:moveTo>
                  <a:pt x="0" y="0"/>
                </a:moveTo>
                <a:lnTo>
                  <a:pt x="644462" y="0"/>
                </a:lnTo>
                <a:lnTo>
                  <a:pt x="644462" y="617629"/>
                </a:lnTo>
                <a:lnTo>
                  <a:pt x="0" y="617629"/>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9" id="29"/>
          <p:cNvSpPr/>
          <p:nvPr/>
        </p:nvSpPr>
        <p:spPr>
          <a:xfrm flipH="false" flipV="false" rot="0">
            <a:off x="6560734" y="6855733"/>
            <a:ext cx="762800" cy="613762"/>
          </a:xfrm>
          <a:custGeom>
            <a:avLst/>
            <a:gdLst/>
            <a:ahLst/>
            <a:cxnLst/>
            <a:rect r="r" b="b" t="t" l="l"/>
            <a:pathLst>
              <a:path h="613762" w="762800">
                <a:moveTo>
                  <a:pt x="0" y="0"/>
                </a:moveTo>
                <a:lnTo>
                  <a:pt x="762800" y="0"/>
                </a:lnTo>
                <a:lnTo>
                  <a:pt x="762800" y="613762"/>
                </a:lnTo>
                <a:lnTo>
                  <a:pt x="0" y="613762"/>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30" id="30"/>
          <p:cNvSpPr/>
          <p:nvPr/>
        </p:nvSpPr>
        <p:spPr>
          <a:xfrm flipH="false" flipV="false" rot="0">
            <a:off x="6654784" y="8327003"/>
            <a:ext cx="627497" cy="619401"/>
          </a:xfrm>
          <a:custGeom>
            <a:avLst/>
            <a:gdLst/>
            <a:ahLst/>
            <a:cxnLst/>
            <a:rect r="r" b="b" t="t" l="l"/>
            <a:pathLst>
              <a:path h="619401" w="627497">
                <a:moveTo>
                  <a:pt x="0" y="0"/>
                </a:moveTo>
                <a:lnTo>
                  <a:pt x="627498" y="0"/>
                </a:lnTo>
                <a:lnTo>
                  <a:pt x="627498" y="619401"/>
                </a:lnTo>
                <a:lnTo>
                  <a:pt x="0" y="619401"/>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1" id="31"/>
          <p:cNvSpPr/>
          <p:nvPr/>
        </p:nvSpPr>
        <p:spPr>
          <a:xfrm flipH="false" flipV="false" rot="0">
            <a:off x="15378827" y="3911937"/>
            <a:ext cx="691620" cy="612877"/>
          </a:xfrm>
          <a:custGeom>
            <a:avLst/>
            <a:gdLst/>
            <a:ahLst/>
            <a:cxnLst/>
            <a:rect r="r" b="b" t="t" l="l"/>
            <a:pathLst>
              <a:path h="612877" w="691620">
                <a:moveTo>
                  <a:pt x="0" y="0"/>
                </a:moveTo>
                <a:lnTo>
                  <a:pt x="691620" y="0"/>
                </a:lnTo>
                <a:lnTo>
                  <a:pt x="691620" y="612876"/>
                </a:lnTo>
                <a:lnTo>
                  <a:pt x="0" y="612876"/>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2" id="32"/>
          <p:cNvSpPr/>
          <p:nvPr/>
        </p:nvSpPr>
        <p:spPr>
          <a:xfrm flipH="false" flipV="false" rot="0">
            <a:off x="12537834" y="8290484"/>
            <a:ext cx="631812" cy="614296"/>
          </a:xfrm>
          <a:custGeom>
            <a:avLst/>
            <a:gdLst/>
            <a:ahLst/>
            <a:cxnLst/>
            <a:rect r="r" b="b" t="t" l="l"/>
            <a:pathLst>
              <a:path h="614296" w="631812">
                <a:moveTo>
                  <a:pt x="0" y="0"/>
                </a:moveTo>
                <a:lnTo>
                  <a:pt x="631812" y="0"/>
                </a:lnTo>
                <a:lnTo>
                  <a:pt x="631812" y="614296"/>
                </a:lnTo>
                <a:lnTo>
                  <a:pt x="0" y="614296"/>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3" id="33"/>
          <p:cNvSpPr/>
          <p:nvPr/>
        </p:nvSpPr>
        <p:spPr>
          <a:xfrm flipH="false" flipV="false" rot="0">
            <a:off x="8189281" y="2440153"/>
            <a:ext cx="486537" cy="618925"/>
          </a:xfrm>
          <a:custGeom>
            <a:avLst/>
            <a:gdLst/>
            <a:ahLst/>
            <a:cxnLst/>
            <a:rect r="r" b="b" t="t" l="l"/>
            <a:pathLst>
              <a:path h="618925" w="486537">
                <a:moveTo>
                  <a:pt x="0" y="0"/>
                </a:moveTo>
                <a:lnTo>
                  <a:pt x="486537" y="0"/>
                </a:lnTo>
                <a:lnTo>
                  <a:pt x="486537" y="618925"/>
                </a:lnTo>
                <a:lnTo>
                  <a:pt x="0" y="618925"/>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4" id="34"/>
          <p:cNvSpPr/>
          <p:nvPr/>
        </p:nvSpPr>
        <p:spPr>
          <a:xfrm flipH="false" flipV="false" rot="0">
            <a:off x="8071637" y="3908079"/>
            <a:ext cx="689534" cy="620792"/>
          </a:xfrm>
          <a:custGeom>
            <a:avLst/>
            <a:gdLst/>
            <a:ahLst/>
            <a:cxnLst/>
            <a:rect r="r" b="b" t="t" l="l"/>
            <a:pathLst>
              <a:path h="620792" w="689534">
                <a:moveTo>
                  <a:pt x="0" y="0"/>
                </a:moveTo>
                <a:lnTo>
                  <a:pt x="689534" y="0"/>
                </a:lnTo>
                <a:lnTo>
                  <a:pt x="689534" y="620792"/>
                </a:lnTo>
                <a:lnTo>
                  <a:pt x="0" y="620792"/>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5" id="35"/>
          <p:cNvSpPr/>
          <p:nvPr/>
        </p:nvSpPr>
        <p:spPr>
          <a:xfrm flipH="false" flipV="false" rot="0">
            <a:off x="8114233" y="5384225"/>
            <a:ext cx="636175" cy="619487"/>
          </a:xfrm>
          <a:custGeom>
            <a:avLst/>
            <a:gdLst/>
            <a:ahLst/>
            <a:cxnLst/>
            <a:rect r="r" b="b" t="t" l="l"/>
            <a:pathLst>
              <a:path h="619487" w="636175">
                <a:moveTo>
                  <a:pt x="0" y="0"/>
                </a:moveTo>
                <a:lnTo>
                  <a:pt x="636175" y="0"/>
                </a:lnTo>
                <a:lnTo>
                  <a:pt x="636175" y="619487"/>
                </a:lnTo>
                <a:lnTo>
                  <a:pt x="0" y="619487"/>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6" id="36"/>
          <p:cNvSpPr/>
          <p:nvPr/>
        </p:nvSpPr>
        <p:spPr>
          <a:xfrm flipH="false" flipV="false" rot="0">
            <a:off x="8129264" y="6856343"/>
            <a:ext cx="601104" cy="619363"/>
          </a:xfrm>
          <a:custGeom>
            <a:avLst/>
            <a:gdLst/>
            <a:ahLst/>
            <a:cxnLst/>
            <a:rect r="r" b="b" t="t" l="l"/>
            <a:pathLst>
              <a:path h="619363" w="601104">
                <a:moveTo>
                  <a:pt x="0" y="0"/>
                </a:moveTo>
                <a:lnTo>
                  <a:pt x="601103" y="0"/>
                </a:lnTo>
                <a:lnTo>
                  <a:pt x="601103" y="619363"/>
                </a:lnTo>
                <a:lnTo>
                  <a:pt x="0" y="619363"/>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Freeform 37" id="37"/>
          <p:cNvSpPr/>
          <p:nvPr/>
        </p:nvSpPr>
        <p:spPr>
          <a:xfrm flipH="false" flipV="false" rot="0">
            <a:off x="8123949" y="8328241"/>
            <a:ext cx="631479" cy="604999"/>
          </a:xfrm>
          <a:custGeom>
            <a:avLst/>
            <a:gdLst/>
            <a:ahLst/>
            <a:cxnLst/>
            <a:rect r="r" b="b" t="t" l="l"/>
            <a:pathLst>
              <a:path h="604999" w="631479">
                <a:moveTo>
                  <a:pt x="0" y="0"/>
                </a:moveTo>
                <a:lnTo>
                  <a:pt x="631479" y="0"/>
                </a:lnTo>
                <a:lnTo>
                  <a:pt x="631479" y="604999"/>
                </a:lnTo>
                <a:lnTo>
                  <a:pt x="0" y="604999"/>
                </a:lnTo>
                <a:lnTo>
                  <a:pt x="0" y="0"/>
                </a:lnTo>
                <a:close/>
              </a:path>
            </a:pathLst>
          </a:custGeom>
          <a:blipFill>
            <a:blip r:embed="rId70">
              <a:extLst>
                <a:ext uri="{96DAC541-7B7A-43D3-8B79-37D633B846F1}">
                  <asvg:svgBlip xmlns:asvg="http://schemas.microsoft.com/office/drawing/2016/SVG/main" r:embed="rId71"/>
                </a:ext>
              </a:extLst>
            </a:blip>
            <a:stretch>
              <a:fillRect l="0" t="0" r="0" b="0"/>
            </a:stretch>
          </a:blipFill>
        </p:spPr>
      </p:sp>
      <p:sp>
        <p:nvSpPr>
          <p:cNvPr name="Freeform 38" id="38"/>
          <p:cNvSpPr/>
          <p:nvPr/>
        </p:nvSpPr>
        <p:spPr>
          <a:xfrm flipH="false" flipV="false" rot="0">
            <a:off x="15411345" y="2449859"/>
            <a:ext cx="627050" cy="599856"/>
          </a:xfrm>
          <a:custGeom>
            <a:avLst/>
            <a:gdLst/>
            <a:ahLst/>
            <a:cxnLst/>
            <a:rect r="r" b="b" t="t" l="l"/>
            <a:pathLst>
              <a:path h="599856" w="627050">
                <a:moveTo>
                  <a:pt x="0" y="0"/>
                </a:moveTo>
                <a:lnTo>
                  <a:pt x="627050" y="0"/>
                </a:lnTo>
                <a:lnTo>
                  <a:pt x="627050" y="599855"/>
                </a:lnTo>
                <a:lnTo>
                  <a:pt x="0" y="599855"/>
                </a:lnTo>
                <a:lnTo>
                  <a:pt x="0" y="0"/>
                </a:lnTo>
                <a:close/>
              </a:path>
            </a:pathLst>
          </a:custGeom>
          <a:blipFill>
            <a:blip r:embed="rId72">
              <a:extLst>
                <a:ext uri="{96DAC541-7B7A-43D3-8B79-37D633B846F1}">
                  <asvg:svgBlip xmlns:asvg="http://schemas.microsoft.com/office/drawing/2016/SVG/main" r:embed="rId73"/>
                </a:ext>
              </a:extLst>
            </a:blip>
            <a:stretch>
              <a:fillRect l="0" t="0" r="0" b="0"/>
            </a:stretch>
          </a:blipFill>
        </p:spPr>
      </p:sp>
      <p:sp>
        <p:nvSpPr>
          <p:cNvPr name="Freeform 39" id="39"/>
          <p:cNvSpPr/>
          <p:nvPr/>
        </p:nvSpPr>
        <p:spPr>
          <a:xfrm flipH="false" flipV="false" rot="0">
            <a:off x="12481836" y="6783372"/>
            <a:ext cx="642452" cy="608724"/>
          </a:xfrm>
          <a:custGeom>
            <a:avLst/>
            <a:gdLst/>
            <a:ahLst/>
            <a:cxnLst/>
            <a:rect r="r" b="b" t="t" l="l"/>
            <a:pathLst>
              <a:path h="608724" w="642452">
                <a:moveTo>
                  <a:pt x="0" y="0"/>
                </a:moveTo>
                <a:lnTo>
                  <a:pt x="642452" y="0"/>
                </a:lnTo>
                <a:lnTo>
                  <a:pt x="642452" y="608723"/>
                </a:lnTo>
                <a:lnTo>
                  <a:pt x="0" y="608723"/>
                </a:lnTo>
                <a:lnTo>
                  <a:pt x="0" y="0"/>
                </a:lnTo>
                <a:close/>
              </a:path>
            </a:pathLst>
          </a:custGeom>
          <a:blipFill>
            <a:blip r:embed="rId74">
              <a:extLst>
                <a:ext uri="{96DAC541-7B7A-43D3-8B79-37D633B846F1}">
                  <asvg:svgBlip xmlns:asvg="http://schemas.microsoft.com/office/drawing/2016/SVG/main" r:embed="rId75"/>
                </a:ext>
              </a:extLst>
            </a:blip>
            <a:stretch>
              <a:fillRect l="0" t="0" r="0" b="0"/>
            </a:stretch>
          </a:blipFill>
        </p:spPr>
      </p:sp>
      <p:sp>
        <p:nvSpPr>
          <p:cNvPr name="Freeform 40" id="40"/>
          <p:cNvSpPr/>
          <p:nvPr/>
        </p:nvSpPr>
        <p:spPr>
          <a:xfrm flipH="false" flipV="false" rot="0">
            <a:off x="9586208" y="2439867"/>
            <a:ext cx="655558" cy="619535"/>
          </a:xfrm>
          <a:custGeom>
            <a:avLst/>
            <a:gdLst/>
            <a:ahLst/>
            <a:cxnLst/>
            <a:rect r="r" b="b" t="t" l="l"/>
            <a:pathLst>
              <a:path h="619535" w="655558">
                <a:moveTo>
                  <a:pt x="0" y="0"/>
                </a:moveTo>
                <a:lnTo>
                  <a:pt x="655558" y="0"/>
                </a:lnTo>
                <a:lnTo>
                  <a:pt x="655558" y="619534"/>
                </a:lnTo>
                <a:lnTo>
                  <a:pt x="0" y="619534"/>
                </a:lnTo>
                <a:lnTo>
                  <a:pt x="0" y="0"/>
                </a:lnTo>
                <a:close/>
              </a:path>
            </a:pathLst>
          </a:custGeom>
          <a:blipFill>
            <a:blip r:embed="rId76">
              <a:extLst>
                <a:ext uri="{96DAC541-7B7A-43D3-8B79-37D633B846F1}">
                  <asvg:svgBlip xmlns:asvg="http://schemas.microsoft.com/office/drawing/2016/SVG/main" r:embed="rId77"/>
                </a:ext>
              </a:extLst>
            </a:blip>
            <a:stretch>
              <a:fillRect l="0" t="0" r="0" b="0"/>
            </a:stretch>
          </a:blipFill>
        </p:spPr>
      </p:sp>
      <p:sp>
        <p:nvSpPr>
          <p:cNvPr name="Freeform 41" id="41"/>
          <p:cNvSpPr/>
          <p:nvPr/>
        </p:nvSpPr>
        <p:spPr>
          <a:xfrm flipH="false" flipV="false" rot="0">
            <a:off x="9584684" y="3910870"/>
            <a:ext cx="652729" cy="616877"/>
          </a:xfrm>
          <a:custGeom>
            <a:avLst/>
            <a:gdLst/>
            <a:ahLst/>
            <a:cxnLst/>
            <a:rect r="r" b="b" t="t" l="l"/>
            <a:pathLst>
              <a:path h="616877" w="652729">
                <a:moveTo>
                  <a:pt x="0" y="0"/>
                </a:moveTo>
                <a:lnTo>
                  <a:pt x="652729" y="0"/>
                </a:lnTo>
                <a:lnTo>
                  <a:pt x="652729" y="616877"/>
                </a:lnTo>
                <a:lnTo>
                  <a:pt x="0" y="616877"/>
                </a:lnTo>
                <a:lnTo>
                  <a:pt x="0" y="0"/>
                </a:lnTo>
                <a:close/>
              </a:path>
            </a:pathLst>
          </a:custGeom>
          <a:blipFill>
            <a:blip r:embed="rId78">
              <a:extLst>
                <a:ext uri="{96DAC541-7B7A-43D3-8B79-37D633B846F1}">
                  <asvg:svgBlip xmlns:asvg="http://schemas.microsoft.com/office/drawing/2016/SVG/main" r:embed="rId79"/>
                </a:ext>
              </a:extLst>
            </a:blip>
            <a:stretch>
              <a:fillRect l="0" t="0" r="0" b="0"/>
            </a:stretch>
          </a:blipFill>
        </p:spPr>
      </p:sp>
      <p:sp>
        <p:nvSpPr>
          <p:cNvPr name="Freeform 42" id="42"/>
          <p:cNvSpPr/>
          <p:nvPr/>
        </p:nvSpPr>
        <p:spPr>
          <a:xfrm flipH="false" flipV="false" rot="0">
            <a:off x="9601152" y="5384902"/>
            <a:ext cx="630774" cy="620659"/>
          </a:xfrm>
          <a:custGeom>
            <a:avLst/>
            <a:gdLst/>
            <a:ahLst/>
            <a:cxnLst/>
            <a:rect r="r" b="b" t="t" l="l"/>
            <a:pathLst>
              <a:path h="620659" w="630774">
                <a:moveTo>
                  <a:pt x="0" y="0"/>
                </a:moveTo>
                <a:lnTo>
                  <a:pt x="630774" y="0"/>
                </a:lnTo>
                <a:lnTo>
                  <a:pt x="630774" y="620658"/>
                </a:lnTo>
                <a:lnTo>
                  <a:pt x="0" y="620658"/>
                </a:lnTo>
                <a:lnTo>
                  <a:pt x="0" y="0"/>
                </a:lnTo>
                <a:close/>
              </a:path>
            </a:pathLst>
          </a:custGeom>
          <a:blipFill>
            <a:blip r:embed="rId80">
              <a:extLst>
                <a:ext uri="{96DAC541-7B7A-43D3-8B79-37D633B846F1}">
                  <asvg:svgBlip xmlns:asvg="http://schemas.microsoft.com/office/drawing/2016/SVG/main" r:embed="rId81"/>
                </a:ext>
              </a:extLst>
            </a:blip>
            <a:stretch>
              <a:fillRect l="0" t="0" r="0" b="0"/>
            </a:stretch>
          </a:blipFill>
        </p:spPr>
      </p:sp>
      <p:sp>
        <p:nvSpPr>
          <p:cNvPr name="Freeform 43" id="43"/>
          <p:cNvSpPr/>
          <p:nvPr/>
        </p:nvSpPr>
        <p:spPr>
          <a:xfrm flipH="false" flipV="false" rot="0">
            <a:off x="9564900" y="6857028"/>
            <a:ext cx="663569" cy="615991"/>
          </a:xfrm>
          <a:custGeom>
            <a:avLst/>
            <a:gdLst/>
            <a:ahLst/>
            <a:cxnLst/>
            <a:rect r="r" b="b" t="t" l="l"/>
            <a:pathLst>
              <a:path h="615991" w="663569">
                <a:moveTo>
                  <a:pt x="0" y="0"/>
                </a:moveTo>
                <a:lnTo>
                  <a:pt x="663569" y="0"/>
                </a:lnTo>
                <a:lnTo>
                  <a:pt x="663569" y="615992"/>
                </a:lnTo>
                <a:lnTo>
                  <a:pt x="0" y="615992"/>
                </a:lnTo>
                <a:lnTo>
                  <a:pt x="0" y="0"/>
                </a:lnTo>
                <a:close/>
              </a:path>
            </a:pathLst>
          </a:custGeom>
          <a:blipFill>
            <a:blip r:embed="rId82">
              <a:extLst>
                <a:ext uri="{96DAC541-7B7A-43D3-8B79-37D633B846F1}">
                  <asvg:svgBlip xmlns:asvg="http://schemas.microsoft.com/office/drawing/2016/SVG/main" r:embed="rId83"/>
                </a:ext>
              </a:extLst>
            </a:blip>
            <a:stretch>
              <a:fillRect l="0" t="0" r="0" b="0"/>
            </a:stretch>
          </a:blipFill>
        </p:spPr>
      </p:sp>
      <p:sp>
        <p:nvSpPr>
          <p:cNvPr name="Freeform 44" id="44"/>
          <p:cNvSpPr/>
          <p:nvPr/>
        </p:nvSpPr>
        <p:spPr>
          <a:xfrm flipH="false" flipV="false" rot="0">
            <a:off x="9575263" y="8327317"/>
            <a:ext cx="653386" cy="614220"/>
          </a:xfrm>
          <a:custGeom>
            <a:avLst/>
            <a:gdLst/>
            <a:ahLst/>
            <a:cxnLst/>
            <a:rect r="r" b="b" t="t" l="l"/>
            <a:pathLst>
              <a:path h="614220" w="653386">
                <a:moveTo>
                  <a:pt x="0" y="0"/>
                </a:moveTo>
                <a:lnTo>
                  <a:pt x="653387" y="0"/>
                </a:lnTo>
                <a:lnTo>
                  <a:pt x="653387" y="614220"/>
                </a:lnTo>
                <a:lnTo>
                  <a:pt x="0" y="614220"/>
                </a:lnTo>
                <a:lnTo>
                  <a:pt x="0" y="0"/>
                </a:lnTo>
                <a:close/>
              </a:path>
            </a:pathLst>
          </a:custGeom>
          <a:blipFill>
            <a:blip r:embed="rId84">
              <a:extLst>
                <a:ext uri="{96DAC541-7B7A-43D3-8B79-37D633B846F1}">
                  <asvg:svgBlip xmlns:asvg="http://schemas.microsoft.com/office/drawing/2016/SVG/main" r:embed="rId85"/>
                </a:ext>
              </a:extLst>
            </a:blip>
            <a:stretch>
              <a:fillRect l="0" t="0" r="0" b="0"/>
            </a:stretch>
          </a:blipFill>
        </p:spPr>
      </p:sp>
      <p:sp>
        <p:nvSpPr>
          <p:cNvPr name="Freeform 45" id="45"/>
          <p:cNvSpPr/>
          <p:nvPr/>
        </p:nvSpPr>
        <p:spPr>
          <a:xfrm flipH="false" flipV="false" rot="0">
            <a:off x="13916616" y="8288036"/>
            <a:ext cx="625669" cy="619725"/>
          </a:xfrm>
          <a:custGeom>
            <a:avLst/>
            <a:gdLst/>
            <a:ahLst/>
            <a:cxnLst/>
            <a:rect r="r" b="b" t="t" l="l"/>
            <a:pathLst>
              <a:path h="619725" w="625669">
                <a:moveTo>
                  <a:pt x="0" y="0"/>
                </a:moveTo>
                <a:lnTo>
                  <a:pt x="625668" y="0"/>
                </a:lnTo>
                <a:lnTo>
                  <a:pt x="625668" y="619725"/>
                </a:lnTo>
                <a:lnTo>
                  <a:pt x="0" y="619725"/>
                </a:lnTo>
                <a:lnTo>
                  <a:pt x="0" y="0"/>
                </a:lnTo>
                <a:close/>
              </a:path>
            </a:pathLst>
          </a:custGeom>
          <a:blipFill>
            <a:blip r:embed="rId86">
              <a:extLst>
                <a:ext uri="{96DAC541-7B7A-43D3-8B79-37D633B846F1}">
                  <asvg:svgBlip xmlns:asvg="http://schemas.microsoft.com/office/drawing/2016/SVG/main" r:embed="rId87"/>
                </a:ext>
              </a:extLst>
            </a:blip>
            <a:stretch>
              <a:fillRect l="0" t="0" r="0" b="0"/>
            </a:stretch>
          </a:blipFill>
        </p:spPr>
      </p:sp>
      <p:sp>
        <p:nvSpPr>
          <p:cNvPr name="Freeform 46" id="46"/>
          <p:cNvSpPr/>
          <p:nvPr/>
        </p:nvSpPr>
        <p:spPr>
          <a:xfrm flipH="false" flipV="false" rot="0">
            <a:off x="12550407" y="5390807"/>
            <a:ext cx="617391" cy="621954"/>
          </a:xfrm>
          <a:custGeom>
            <a:avLst/>
            <a:gdLst/>
            <a:ahLst/>
            <a:cxnLst/>
            <a:rect r="r" b="b" t="t" l="l"/>
            <a:pathLst>
              <a:path h="621954" w="617391">
                <a:moveTo>
                  <a:pt x="0" y="0"/>
                </a:moveTo>
                <a:lnTo>
                  <a:pt x="617391" y="0"/>
                </a:lnTo>
                <a:lnTo>
                  <a:pt x="617391" y="621954"/>
                </a:lnTo>
                <a:lnTo>
                  <a:pt x="0" y="621954"/>
                </a:lnTo>
                <a:lnTo>
                  <a:pt x="0" y="0"/>
                </a:lnTo>
                <a:close/>
              </a:path>
            </a:pathLst>
          </a:custGeom>
          <a:blipFill>
            <a:blip r:embed="rId88">
              <a:extLst>
                <a:ext uri="{96DAC541-7B7A-43D3-8B79-37D633B846F1}">
                  <asvg:svgBlip xmlns:asvg="http://schemas.microsoft.com/office/drawing/2016/SVG/main" r:embed="rId89"/>
                </a:ext>
              </a:extLst>
            </a:blip>
            <a:stretch>
              <a:fillRect l="0" t="0" r="0" b="0"/>
            </a:stretch>
          </a:blipFill>
        </p:spPr>
      </p:sp>
      <p:sp>
        <p:nvSpPr>
          <p:cNvPr name="Freeform 47" id="47"/>
          <p:cNvSpPr/>
          <p:nvPr/>
        </p:nvSpPr>
        <p:spPr>
          <a:xfrm flipH="false" flipV="false" rot="0">
            <a:off x="11061935" y="2438600"/>
            <a:ext cx="633670" cy="619906"/>
          </a:xfrm>
          <a:custGeom>
            <a:avLst/>
            <a:gdLst/>
            <a:ahLst/>
            <a:cxnLst/>
            <a:rect r="r" b="b" t="t" l="l"/>
            <a:pathLst>
              <a:path h="619906" w="633670">
                <a:moveTo>
                  <a:pt x="0" y="0"/>
                </a:moveTo>
                <a:lnTo>
                  <a:pt x="633670" y="0"/>
                </a:lnTo>
                <a:lnTo>
                  <a:pt x="633670" y="619906"/>
                </a:lnTo>
                <a:lnTo>
                  <a:pt x="0" y="619906"/>
                </a:lnTo>
                <a:lnTo>
                  <a:pt x="0" y="0"/>
                </a:lnTo>
                <a:close/>
              </a:path>
            </a:pathLst>
          </a:custGeom>
          <a:blipFill>
            <a:blip r:embed="rId90">
              <a:extLst>
                <a:ext uri="{96DAC541-7B7A-43D3-8B79-37D633B846F1}">
                  <asvg:svgBlip xmlns:asvg="http://schemas.microsoft.com/office/drawing/2016/SVG/main" r:embed="rId91"/>
                </a:ext>
              </a:extLst>
            </a:blip>
            <a:stretch>
              <a:fillRect l="0" t="0" r="0" b="0"/>
            </a:stretch>
          </a:blipFill>
        </p:spPr>
      </p:sp>
      <p:sp>
        <p:nvSpPr>
          <p:cNvPr name="Freeform 48" id="48"/>
          <p:cNvSpPr/>
          <p:nvPr/>
        </p:nvSpPr>
        <p:spPr>
          <a:xfrm flipH="false" flipV="false" rot="0">
            <a:off x="11045647" y="3911841"/>
            <a:ext cx="649957" cy="615839"/>
          </a:xfrm>
          <a:custGeom>
            <a:avLst/>
            <a:gdLst/>
            <a:ahLst/>
            <a:cxnLst/>
            <a:rect r="r" b="b" t="t" l="l"/>
            <a:pathLst>
              <a:path h="615839" w="649957">
                <a:moveTo>
                  <a:pt x="0" y="0"/>
                </a:moveTo>
                <a:lnTo>
                  <a:pt x="649958" y="0"/>
                </a:lnTo>
                <a:lnTo>
                  <a:pt x="649958" y="615839"/>
                </a:lnTo>
                <a:lnTo>
                  <a:pt x="0" y="615839"/>
                </a:lnTo>
                <a:lnTo>
                  <a:pt x="0" y="0"/>
                </a:lnTo>
                <a:close/>
              </a:path>
            </a:pathLst>
          </a:custGeom>
          <a:blipFill>
            <a:blip r:embed="rId92">
              <a:extLst>
                <a:ext uri="{96DAC541-7B7A-43D3-8B79-37D633B846F1}">
                  <asvg:svgBlip xmlns:asvg="http://schemas.microsoft.com/office/drawing/2016/SVG/main" r:embed="rId93"/>
                </a:ext>
              </a:extLst>
            </a:blip>
            <a:stretch>
              <a:fillRect l="0" t="0" r="0" b="0"/>
            </a:stretch>
          </a:blipFill>
        </p:spPr>
      </p:sp>
      <p:sp>
        <p:nvSpPr>
          <p:cNvPr name="Freeform 49" id="49"/>
          <p:cNvSpPr/>
          <p:nvPr/>
        </p:nvSpPr>
        <p:spPr>
          <a:xfrm flipH="false" flipV="false" rot="0">
            <a:off x="11025549" y="5383901"/>
            <a:ext cx="669531" cy="620963"/>
          </a:xfrm>
          <a:custGeom>
            <a:avLst/>
            <a:gdLst/>
            <a:ahLst/>
            <a:cxnLst/>
            <a:rect r="r" b="b" t="t" l="l"/>
            <a:pathLst>
              <a:path h="620963" w="669531">
                <a:moveTo>
                  <a:pt x="0" y="0"/>
                </a:moveTo>
                <a:lnTo>
                  <a:pt x="669532" y="0"/>
                </a:lnTo>
                <a:lnTo>
                  <a:pt x="669532" y="620964"/>
                </a:lnTo>
                <a:lnTo>
                  <a:pt x="0" y="620964"/>
                </a:lnTo>
                <a:lnTo>
                  <a:pt x="0" y="0"/>
                </a:lnTo>
                <a:close/>
              </a:path>
            </a:pathLst>
          </a:custGeom>
          <a:blipFill>
            <a:blip r:embed="rId94">
              <a:extLst>
                <a:ext uri="{96DAC541-7B7A-43D3-8B79-37D633B846F1}">
                  <asvg:svgBlip xmlns:asvg="http://schemas.microsoft.com/office/drawing/2016/SVG/main" r:embed="rId95"/>
                </a:ext>
              </a:extLst>
            </a:blip>
            <a:stretch>
              <a:fillRect l="0" t="0" r="0" b="0"/>
            </a:stretch>
          </a:blipFill>
        </p:spPr>
      </p:sp>
      <p:sp>
        <p:nvSpPr>
          <p:cNvPr name="Freeform 50" id="50"/>
          <p:cNvSpPr/>
          <p:nvPr/>
        </p:nvSpPr>
        <p:spPr>
          <a:xfrm flipH="false" flipV="false" rot="0">
            <a:off x="11021987" y="6859257"/>
            <a:ext cx="666236" cy="620906"/>
          </a:xfrm>
          <a:custGeom>
            <a:avLst/>
            <a:gdLst/>
            <a:ahLst/>
            <a:cxnLst/>
            <a:rect r="r" b="b" t="t" l="l"/>
            <a:pathLst>
              <a:path h="620906" w="666236">
                <a:moveTo>
                  <a:pt x="0" y="0"/>
                </a:moveTo>
                <a:lnTo>
                  <a:pt x="666236" y="0"/>
                </a:lnTo>
                <a:lnTo>
                  <a:pt x="666236" y="620906"/>
                </a:lnTo>
                <a:lnTo>
                  <a:pt x="0" y="620906"/>
                </a:lnTo>
                <a:lnTo>
                  <a:pt x="0" y="0"/>
                </a:lnTo>
                <a:close/>
              </a:path>
            </a:pathLst>
          </a:custGeom>
          <a:blipFill>
            <a:blip r:embed="rId96">
              <a:extLst>
                <a:ext uri="{96DAC541-7B7A-43D3-8B79-37D633B846F1}">
                  <asvg:svgBlip xmlns:asvg="http://schemas.microsoft.com/office/drawing/2016/SVG/main" r:embed="rId97"/>
                </a:ext>
              </a:extLst>
            </a:blip>
            <a:stretch>
              <a:fillRect l="0" t="0" r="0" b="0"/>
            </a:stretch>
          </a:blipFill>
        </p:spPr>
      </p:sp>
      <p:sp>
        <p:nvSpPr>
          <p:cNvPr name="Freeform 51" id="51"/>
          <p:cNvSpPr/>
          <p:nvPr/>
        </p:nvSpPr>
        <p:spPr>
          <a:xfrm flipH="false" flipV="false" rot="0">
            <a:off x="11069393" y="8359854"/>
            <a:ext cx="628174" cy="552469"/>
          </a:xfrm>
          <a:custGeom>
            <a:avLst/>
            <a:gdLst/>
            <a:ahLst/>
            <a:cxnLst/>
            <a:rect r="r" b="b" t="t" l="l"/>
            <a:pathLst>
              <a:path h="552469" w="628174">
                <a:moveTo>
                  <a:pt x="0" y="0"/>
                </a:moveTo>
                <a:lnTo>
                  <a:pt x="628174" y="0"/>
                </a:lnTo>
                <a:lnTo>
                  <a:pt x="628174" y="552469"/>
                </a:lnTo>
                <a:lnTo>
                  <a:pt x="0" y="552469"/>
                </a:lnTo>
                <a:lnTo>
                  <a:pt x="0" y="0"/>
                </a:lnTo>
                <a:close/>
              </a:path>
            </a:pathLst>
          </a:custGeom>
          <a:blipFill>
            <a:blip r:embed="rId98">
              <a:extLst>
                <a:ext uri="{96DAC541-7B7A-43D3-8B79-37D633B846F1}">
                  <asvg:svgBlip xmlns:asvg="http://schemas.microsoft.com/office/drawing/2016/SVG/main" r:embed="rId99"/>
                </a:ext>
              </a:extLst>
            </a:blip>
            <a:stretch>
              <a:fillRect l="0" t="0" r="0" b="0"/>
            </a:stretch>
          </a:blipFill>
        </p:spPr>
      </p:sp>
      <p:sp>
        <p:nvSpPr>
          <p:cNvPr name="Freeform 52" id="52"/>
          <p:cNvSpPr/>
          <p:nvPr/>
        </p:nvSpPr>
        <p:spPr>
          <a:xfrm flipH="false" flipV="false" rot="0">
            <a:off x="13979938" y="6777218"/>
            <a:ext cx="498377" cy="621078"/>
          </a:xfrm>
          <a:custGeom>
            <a:avLst/>
            <a:gdLst/>
            <a:ahLst/>
            <a:cxnLst/>
            <a:rect r="r" b="b" t="t" l="l"/>
            <a:pathLst>
              <a:path h="621078" w="498377">
                <a:moveTo>
                  <a:pt x="0" y="0"/>
                </a:moveTo>
                <a:lnTo>
                  <a:pt x="498376" y="0"/>
                </a:lnTo>
                <a:lnTo>
                  <a:pt x="498376" y="621078"/>
                </a:lnTo>
                <a:lnTo>
                  <a:pt x="0" y="621078"/>
                </a:lnTo>
                <a:lnTo>
                  <a:pt x="0" y="0"/>
                </a:lnTo>
                <a:close/>
              </a:path>
            </a:pathLst>
          </a:custGeom>
          <a:blipFill>
            <a:blip r:embed="rId100">
              <a:extLst>
                <a:ext uri="{96DAC541-7B7A-43D3-8B79-37D633B846F1}">
                  <asvg:svgBlip xmlns:asvg="http://schemas.microsoft.com/office/drawing/2016/SVG/main" r:embed="rId101"/>
                </a:ext>
              </a:extLst>
            </a:blip>
            <a:stretch>
              <a:fillRect l="0" t="0" r="0" b="0"/>
            </a:stretch>
          </a:blipFill>
        </p:spPr>
      </p:sp>
      <p:sp>
        <p:nvSpPr>
          <p:cNvPr name="Freeform 53" id="53"/>
          <p:cNvSpPr/>
          <p:nvPr/>
        </p:nvSpPr>
        <p:spPr>
          <a:xfrm flipH="false" flipV="false" rot="0">
            <a:off x="12503906" y="3915813"/>
            <a:ext cx="698821" cy="605076"/>
          </a:xfrm>
          <a:custGeom>
            <a:avLst/>
            <a:gdLst/>
            <a:ahLst/>
            <a:cxnLst/>
            <a:rect r="r" b="b" t="t" l="l"/>
            <a:pathLst>
              <a:path h="605076" w="698821">
                <a:moveTo>
                  <a:pt x="0" y="0"/>
                </a:moveTo>
                <a:lnTo>
                  <a:pt x="698820" y="0"/>
                </a:lnTo>
                <a:lnTo>
                  <a:pt x="698820" y="605076"/>
                </a:lnTo>
                <a:lnTo>
                  <a:pt x="0" y="605076"/>
                </a:lnTo>
                <a:lnTo>
                  <a:pt x="0" y="0"/>
                </a:lnTo>
                <a:close/>
              </a:path>
            </a:pathLst>
          </a:custGeom>
          <a:blipFill>
            <a:blip r:embed="rId102">
              <a:extLst>
                <a:ext uri="{96DAC541-7B7A-43D3-8B79-37D633B846F1}">
                  <asvg:svgBlip xmlns:asvg="http://schemas.microsoft.com/office/drawing/2016/SVG/main" r:embed="rId103"/>
                </a:ext>
              </a:extLst>
            </a:blip>
            <a:stretch>
              <a:fillRect l="0" t="0" r="0" b="0"/>
            </a:stretch>
          </a:blipFill>
        </p:spPr>
      </p:sp>
      <p:sp>
        <p:nvSpPr>
          <p:cNvPr name="Freeform 54" id="54"/>
          <p:cNvSpPr/>
          <p:nvPr/>
        </p:nvSpPr>
        <p:spPr>
          <a:xfrm flipH="false" flipV="false" rot="0">
            <a:off x="12510106" y="2451135"/>
            <a:ext cx="663331" cy="594884"/>
          </a:xfrm>
          <a:custGeom>
            <a:avLst/>
            <a:gdLst/>
            <a:ahLst/>
            <a:cxnLst/>
            <a:rect r="r" b="b" t="t" l="l"/>
            <a:pathLst>
              <a:path h="594884" w="663331">
                <a:moveTo>
                  <a:pt x="0" y="0"/>
                </a:moveTo>
                <a:lnTo>
                  <a:pt x="663331" y="0"/>
                </a:lnTo>
                <a:lnTo>
                  <a:pt x="663331" y="594884"/>
                </a:lnTo>
                <a:lnTo>
                  <a:pt x="0" y="594884"/>
                </a:lnTo>
                <a:lnTo>
                  <a:pt x="0" y="0"/>
                </a:lnTo>
                <a:close/>
              </a:path>
            </a:pathLst>
          </a:custGeom>
          <a:blipFill>
            <a:blip r:embed="rId104">
              <a:extLst>
                <a:ext uri="{96DAC541-7B7A-43D3-8B79-37D633B846F1}">
                  <asvg:svgBlip xmlns:asvg="http://schemas.microsoft.com/office/drawing/2016/SVG/main" r:embed="rId105"/>
                </a:ext>
              </a:extLst>
            </a:blip>
            <a:stretch>
              <a:fillRect l="0" t="0" r="0" b="0"/>
            </a:stretch>
          </a:blipFill>
        </p:spPr>
      </p:sp>
      <p:sp>
        <p:nvSpPr>
          <p:cNvPr name="TextBox 55" id="5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Icon pack</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Alternative resources</a:t>
            </a:r>
          </a:p>
        </p:txBody>
      </p:sp>
      <p:sp>
        <p:nvSpPr>
          <p:cNvPr name="Freeform 6" id="6"/>
          <p:cNvSpPr/>
          <p:nvPr/>
        </p:nvSpPr>
        <p:spPr>
          <a:xfrm flipH="false" flipV="false" rot="0">
            <a:off x="1420073" y="6665471"/>
            <a:ext cx="1990315" cy="898703"/>
          </a:xfrm>
          <a:custGeom>
            <a:avLst/>
            <a:gdLst/>
            <a:ahLst/>
            <a:cxnLst/>
            <a:rect r="r" b="b" t="t" l="l"/>
            <a:pathLst>
              <a:path h="898703" w="1990315">
                <a:moveTo>
                  <a:pt x="0" y="0"/>
                </a:moveTo>
                <a:lnTo>
                  <a:pt x="1990315" y="0"/>
                </a:lnTo>
                <a:lnTo>
                  <a:pt x="1990315" y="898703"/>
                </a:lnTo>
                <a:lnTo>
                  <a:pt x="0" y="8987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220782" y="6216987"/>
            <a:ext cx="2306812" cy="2593772"/>
          </a:xfrm>
          <a:custGeom>
            <a:avLst/>
            <a:gdLst/>
            <a:ahLst/>
            <a:cxnLst/>
            <a:rect r="r" b="b" t="t" l="l"/>
            <a:pathLst>
              <a:path h="2593772" w="2306812">
                <a:moveTo>
                  <a:pt x="0" y="0"/>
                </a:moveTo>
                <a:lnTo>
                  <a:pt x="2306812" y="0"/>
                </a:lnTo>
                <a:lnTo>
                  <a:pt x="2306812" y="2593771"/>
                </a:lnTo>
                <a:lnTo>
                  <a:pt x="0" y="2593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531430" y="2208600"/>
            <a:ext cx="15225151" cy="480079"/>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Here’s an assortment of alternative resources whose style fits that of this template:</a:t>
            </a:r>
          </a:p>
        </p:txBody>
      </p:sp>
      <p:sp>
        <p:nvSpPr>
          <p:cNvPr name="TextBox 9" id="9"/>
          <p:cNvSpPr txBox="true"/>
          <p:nvPr/>
        </p:nvSpPr>
        <p:spPr>
          <a:xfrm rot="0">
            <a:off x="1517875" y="3164148"/>
            <a:ext cx="15225151" cy="1504274"/>
          </a:xfrm>
          <a:prstGeom prst="rect">
            <a:avLst/>
          </a:prstGeom>
        </p:spPr>
        <p:txBody>
          <a:bodyPr anchor="t" rtlCol="false" tIns="0" lIns="0" bIns="0" rIns="0">
            <a:spAutoFit/>
          </a:bodyPr>
          <a:lstStyle/>
          <a:p>
            <a:pPr algn="l">
              <a:lnSpc>
                <a:spcPts val="3840"/>
              </a:lnSpc>
            </a:pPr>
            <a:r>
              <a:rPr lang="en-US" b="true" sz="3200">
                <a:solidFill>
                  <a:srgbClr val="2E2F38"/>
                </a:solidFill>
                <a:latin typeface="Balsamiq Sans Bold"/>
                <a:ea typeface="Balsamiq Sans Bold"/>
                <a:cs typeface="Balsamiq Sans Bold"/>
                <a:sym typeface="Balsamiq Sans Bold"/>
              </a:rPr>
              <a:t>Vectors</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0" tooltip="https://www.freepik.com/free-vector/hand-drawn-notebook-label-collection_33756454.htm/?utm_source=slidesgo_template&amp;utm_medium=referral-link&amp;utm_campaign=sg_resources&amp;utm_content=freepik"/>
              </a:rPr>
              <a:t>Hand drawn notebook label collection</a:t>
            </a:r>
          </a:p>
          <a:p>
            <a:pPr algn="l" marL="655320" indent="-327660" lvl="1">
              <a:lnSpc>
                <a:spcPts val="4780"/>
              </a:lnSpc>
              <a:buFont typeface="Arial"/>
              <a:buChar char="•"/>
            </a:pPr>
            <a:r>
              <a:rPr lang="en-US" b="true" sz="2400" u="sng">
                <a:solidFill>
                  <a:srgbClr val="2E2F38"/>
                </a:solidFill>
                <a:latin typeface="Arimo Bold"/>
                <a:ea typeface="Arimo Bold"/>
                <a:cs typeface="Arimo Bold"/>
                <a:sym typeface="Arimo Bold"/>
                <a:hlinkClick r:id="rId11" tooltip="https://www.freepik.com/free-vector/notebook-with-pen-ruler_898393.htm/?utm_source=slidesgo_template&amp;utm_medium=referral-link&amp;utm_campaign=sg_resources&amp;utm_content=freepik"/>
              </a:rPr>
              <a:t>Free vector notebook with pen and ruler</a:t>
            </a:r>
          </a:p>
        </p:txBody>
      </p:sp>
      <p:sp>
        <p:nvSpPr>
          <p:cNvPr name="Freeform 10" id="10"/>
          <p:cNvSpPr/>
          <p:nvPr/>
        </p:nvSpPr>
        <p:spPr>
          <a:xfrm flipH="false" flipV="false" rot="0">
            <a:off x="1426397" y="8086154"/>
            <a:ext cx="2306907" cy="500405"/>
          </a:xfrm>
          <a:custGeom>
            <a:avLst/>
            <a:gdLst/>
            <a:ahLst/>
            <a:cxnLst/>
            <a:rect r="r" b="b" t="t" l="l"/>
            <a:pathLst>
              <a:path h="500405" w="2306907">
                <a:moveTo>
                  <a:pt x="0" y="0"/>
                </a:moveTo>
                <a:lnTo>
                  <a:pt x="2306908" y="0"/>
                </a:lnTo>
                <a:lnTo>
                  <a:pt x="2306908" y="500405"/>
                </a:lnTo>
                <a:lnTo>
                  <a:pt x="0" y="50040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2839576" y="5051412"/>
            <a:ext cx="4008368" cy="3759317"/>
          </a:xfrm>
          <a:custGeom>
            <a:avLst/>
            <a:gdLst/>
            <a:ahLst/>
            <a:cxnLst/>
            <a:rect r="r" b="b" t="t" l="l"/>
            <a:pathLst>
              <a:path h="3759317" w="4008368">
                <a:moveTo>
                  <a:pt x="0" y="0"/>
                </a:moveTo>
                <a:lnTo>
                  <a:pt x="4008368" y="0"/>
                </a:lnTo>
                <a:lnTo>
                  <a:pt x="4008368" y="3759318"/>
                </a:lnTo>
                <a:lnTo>
                  <a:pt x="0" y="375931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6545332" y="5481761"/>
            <a:ext cx="3786864" cy="3759394"/>
          </a:xfrm>
          <a:custGeom>
            <a:avLst/>
            <a:gdLst/>
            <a:ahLst/>
            <a:cxnLst/>
            <a:rect r="r" b="b" t="t" l="l"/>
            <a:pathLst>
              <a:path h="3759394" w="3786864">
                <a:moveTo>
                  <a:pt x="0" y="0"/>
                </a:moveTo>
                <a:lnTo>
                  <a:pt x="3786864" y="0"/>
                </a:lnTo>
                <a:lnTo>
                  <a:pt x="3786864" y="3759394"/>
                </a:lnTo>
                <a:lnTo>
                  <a:pt x="0" y="37593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3942226" y="6009618"/>
            <a:ext cx="2712539" cy="2762564"/>
          </a:xfrm>
          <a:custGeom>
            <a:avLst/>
            <a:gdLst/>
            <a:ahLst/>
            <a:cxnLst/>
            <a:rect r="r" b="b" t="t" l="l"/>
            <a:pathLst>
              <a:path h="2762564" w="2712539">
                <a:moveTo>
                  <a:pt x="0" y="0"/>
                </a:moveTo>
                <a:lnTo>
                  <a:pt x="2712539" y="0"/>
                </a:lnTo>
                <a:lnTo>
                  <a:pt x="2712539" y="2762564"/>
                </a:lnTo>
                <a:lnTo>
                  <a:pt x="0" y="276256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FC68F"/>
        </a:solidFill>
      </p:bgPr>
    </p:bg>
    <p:spTree>
      <p:nvGrpSpPr>
        <p:cNvPr id="1" name=""/>
        <p:cNvGrpSpPr/>
        <p:nvPr/>
      </p:nvGrpSpPr>
      <p:grpSpPr>
        <a:xfrm>
          <a:off x="0" y="0"/>
          <a:ext cx="0" cy="0"/>
          <a:chOff x="0" y="0"/>
          <a:chExt cx="0" cy="0"/>
        </a:xfrm>
      </p:grpSpPr>
      <p:grpSp>
        <p:nvGrpSpPr>
          <p:cNvPr name="Group 2" id="2"/>
          <p:cNvGrpSpPr/>
          <p:nvPr/>
        </p:nvGrpSpPr>
        <p:grpSpPr>
          <a:xfrm rot="0">
            <a:off x="0" y="-44653"/>
            <a:ext cx="18288010" cy="10376306"/>
            <a:chOff x="0" y="0"/>
            <a:chExt cx="24384013" cy="13835075"/>
          </a:xfrm>
        </p:grpSpPr>
        <p:sp>
          <p:nvSpPr>
            <p:cNvPr name="Freeform 3" id="3"/>
            <p:cNvSpPr/>
            <p:nvPr/>
          </p:nvSpPr>
          <p:spPr>
            <a:xfrm flipH="false" flipV="false" rot="0">
              <a:off x="0" y="0"/>
              <a:ext cx="24384000" cy="13835126"/>
            </a:xfrm>
            <a:custGeom>
              <a:avLst/>
              <a:gdLst/>
              <a:ahLst/>
              <a:cxnLst/>
              <a:rect r="r" b="b" t="t" l="l"/>
              <a:pathLst>
                <a:path h="13835126" w="24384000">
                  <a:moveTo>
                    <a:pt x="0" y="0"/>
                  </a:moveTo>
                  <a:lnTo>
                    <a:pt x="24384000" y="0"/>
                  </a:lnTo>
                  <a:lnTo>
                    <a:pt x="24384000" y="13835126"/>
                  </a:lnTo>
                  <a:lnTo>
                    <a:pt x="0" y="13835126"/>
                  </a:lnTo>
                  <a:lnTo>
                    <a:pt x="0" y="0"/>
                  </a:lnTo>
                  <a:close/>
                </a:path>
              </a:pathLst>
            </a:custGeom>
            <a:blipFill>
              <a:blip r:embed="rId3">
                <a:alphaModFix amt="7999"/>
              </a:blip>
              <a:stretch>
                <a:fillRect l="0" t="0" r="0" b="0"/>
              </a:stretch>
            </a:blipFill>
          </p:spPr>
        </p:sp>
      </p:grpSp>
      <p:sp>
        <p:nvSpPr>
          <p:cNvPr name="Freeform 4" id="4"/>
          <p:cNvSpPr/>
          <p:nvPr/>
        </p:nvSpPr>
        <p:spPr>
          <a:xfrm flipH="false" flipV="false" rot="0">
            <a:off x="424634" y="647157"/>
            <a:ext cx="17395908" cy="8992695"/>
          </a:xfrm>
          <a:custGeom>
            <a:avLst/>
            <a:gdLst/>
            <a:ahLst/>
            <a:cxnLst/>
            <a:rect r="r" b="b" t="t" l="l"/>
            <a:pathLst>
              <a:path h="8992695" w="17395908">
                <a:moveTo>
                  <a:pt x="0" y="0"/>
                </a:moveTo>
                <a:lnTo>
                  <a:pt x="17395908" y="0"/>
                </a:lnTo>
                <a:lnTo>
                  <a:pt x="17395908" y="8992695"/>
                </a:lnTo>
                <a:lnTo>
                  <a:pt x="0" y="8992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31430" y="2208600"/>
            <a:ext cx="7680750" cy="6907873"/>
          </a:xfrm>
          <a:prstGeom prst="rect">
            <a:avLst/>
          </a:prstGeom>
        </p:spPr>
        <p:txBody>
          <a:bodyPr anchor="t" rtlCol="false" tIns="0" lIns="0" bIns="0" rIns="0">
            <a:spAutoFit/>
          </a:bodyPr>
          <a:lstStyle/>
          <a:p>
            <a:pPr algn="l">
              <a:lnSpc>
                <a:spcPts val="2879"/>
              </a:lnSpc>
            </a:pPr>
            <a:r>
              <a:rPr lang="en-US" b="true" sz="2400">
                <a:solidFill>
                  <a:srgbClr val="2E2F38"/>
                </a:solidFill>
                <a:latin typeface="Arimo Bold"/>
                <a:ea typeface="Arimo Bold"/>
                <a:cs typeface="Arimo Bold"/>
                <a:sym typeface="Arimo Bold"/>
              </a:rPr>
              <a:t>Did you like the resources on this template? Get them for free at our other websites:</a:t>
            </a:r>
          </a:p>
          <a:p>
            <a:pPr algn="l">
              <a:lnSpc>
                <a:spcPts val="2879"/>
              </a:lnSpc>
            </a:pPr>
          </a:p>
          <a:p>
            <a:pPr algn="l">
              <a:lnSpc>
                <a:spcPts val="3840"/>
              </a:lnSpc>
            </a:pPr>
            <a:r>
              <a:rPr lang="en-US" b="true" sz="3200">
                <a:solidFill>
                  <a:srgbClr val="2E2F38"/>
                </a:solidFill>
                <a:latin typeface="Balsamiq Sans Bold"/>
                <a:ea typeface="Balsamiq Sans Bold"/>
                <a:cs typeface="Balsamiq Sans Bold"/>
                <a:sym typeface="Balsamiq Sans Bold"/>
              </a:rPr>
              <a:t>Vectors</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6" tooltip="https://www.freepik.com/free-vector/flat-design-spiral-book-mockup_29937931.htm/?utm_source=slidesgo_template&amp;utm_medium=referral-link&amp;utm_campaign=sg_resources&amp;utm_content=freepik"/>
              </a:rPr>
              <a:t>Flat design spiral book mockup</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7" tooltip="https://www.freepik.com/free-vector/spiral-book-mockup-design_29789436.htm/?utm_source=slidesgo_template&amp;utm_medium=referral-link&amp;utm_campaign=sg_resources&amp;utm_content=freepik"/>
              </a:rPr>
              <a:t>Spiral book mockup design</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8" tooltip="https://www.freepik.com/free-vector/traditional-songket-seamless-pattern-template_10703861.htm/?utm_source=slidesgo_template&amp;utm_medium=referral-link&amp;utm_campaign=sg_resources&amp;utm_content=freepik"/>
              </a:rPr>
              <a:t>Traditional songket seamless pattern template</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9" tooltip="https://www.freepik.com/free-vector/hand-drawn-notebook-label-collection_33756454.htm/?utm_source=slidesgo_template&amp;utm_medium=referral-link&amp;utm_campaign=sg_resources&amp;utm_content=freepik"/>
              </a:rPr>
              <a:t>Hand drawn notebook label collection</a:t>
            </a:r>
          </a:p>
          <a:p>
            <a:pPr algn="l" marL="655320" indent="-327660" lvl="1">
              <a:lnSpc>
                <a:spcPts val="2879"/>
              </a:lnSpc>
            </a:pPr>
          </a:p>
          <a:p>
            <a:pPr algn="l" marL="873760" indent="-436880" lvl="1">
              <a:lnSpc>
                <a:spcPts val="3840"/>
              </a:lnSpc>
            </a:pPr>
            <a:r>
              <a:rPr lang="en-US" b="true" sz="3200">
                <a:solidFill>
                  <a:srgbClr val="2E2F38"/>
                </a:solidFill>
                <a:latin typeface="Balsamiq Sans Bold"/>
                <a:ea typeface="Balsamiq Sans Bold"/>
                <a:cs typeface="Balsamiq Sans Bold"/>
                <a:sym typeface="Balsamiq Sans Bold"/>
              </a:rPr>
              <a:t>Photos</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0" tooltip="https://www.freepik.com/free-photo/medium-shot-smiley-woman-work_31124099.htm/?utm_source=slidesgo_template&amp;utm_medium=referral-link&amp;utm_campaign=sg_resources&amp;utm_content=freepik"/>
              </a:rPr>
              <a:t>Medium shot smiley woman at work</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1" tooltip="https://www.freepik.com/free-photo/medium-shot-people-having-work-meeting_31124064.htm/?utm_source=slidesgo_template&amp;utm_medium=referral-link&amp;utm_campaign=sg_resources&amp;utm_content=freepik"/>
              </a:rPr>
              <a:t>Medium shot people having work meeting</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2" tooltip="https://www.freepik.com/free-photo/elegant-cozy-office-lifestyle_31124108.htm/?utm_source=slidesgo_template&amp;utm_medium=referral-link&amp;utm_campaign=sg_resources&amp;utm_content=freepik"/>
              </a:rPr>
              <a:t>Elegant and cozy office lifestyle</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3" tooltip="https://www.freepik.com/free-photo/young-japanese-woman-portrait_12707411.htm/?utm_source=slidesgo_template&amp;utm_medium=referral-link&amp;utm_campaign=sg_resources&amp;utm_content=freepik"/>
              </a:rPr>
              <a:t>Young japanese woman portrait</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4" tooltip="https://www.freepik.com/free-photo/smiley-young-girl-with-brown-hair_7607040.htm/?utm_source=slidesgo_template&amp;utm_medium=referral-link&amp;utm_campaign=sg_resources&amp;utm_content=freepik"/>
              </a:rPr>
              <a:t>Smiley young girl with brown hair</a:t>
            </a:r>
          </a:p>
        </p:txBody>
      </p:sp>
      <p:sp>
        <p:nvSpPr>
          <p:cNvPr name="TextBox 6" id="6"/>
          <p:cNvSpPr txBox="true"/>
          <p:nvPr/>
        </p:nvSpPr>
        <p:spPr>
          <a:xfrm rot="0">
            <a:off x="1531430" y="962425"/>
            <a:ext cx="15225151" cy="981599"/>
          </a:xfrm>
          <a:prstGeom prst="rect">
            <a:avLst/>
          </a:prstGeom>
        </p:spPr>
        <p:txBody>
          <a:bodyPr anchor="t" rtlCol="false" tIns="0" lIns="0" bIns="0" rIns="0">
            <a:spAutoFit/>
          </a:bodyPr>
          <a:lstStyle/>
          <a:p>
            <a:pPr algn="l">
              <a:lnSpc>
                <a:spcPts val="7200"/>
              </a:lnSpc>
            </a:pPr>
            <a:r>
              <a:rPr lang="en-US" b="true" sz="6000">
                <a:solidFill>
                  <a:srgbClr val="2E2F38"/>
                </a:solidFill>
                <a:latin typeface="Balsamiq Sans Bold"/>
                <a:ea typeface="Balsamiq Sans Bold"/>
                <a:cs typeface="Balsamiq Sans Bold"/>
                <a:sym typeface="Balsamiq Sans Bold"/>
              </a:rPr>
              <a:t>Resources</a:t>
            </a:r>
          </a:p>
        </p:txBody>
      </p:sp>
      <p:sp>
        <p:nvSpPr>
          <p:cNvPr name="TextBox 7" id="7"/>
          <p:cNvSpPr txBox="true"/>
          <p:nvPr/>
        </p:nvSpPr>
        <p:spPr>
          <a:xfrm rot="0">
            <a:off x="10547128" y="3563550"/>
            <a:ext cx="6259354" cy="1648873"/>
          </a:xfrm>
          <a:prstGeom prst="rect">
            <a:avLst/>
          </a:prstGeom>
        </p:spPr>
        <p:txBody>
          <a:bodyPr anchor="t" rtlCol="false" tIns="0" lIns="0" bIns="0" rIns="0">
            <a:spAutoFit/>
          </a:bodyPr>
          <a:lstStyle/>
          <a:p>
            <a:pPr algn="l">
              <a:lnSpc>
                <a:spcPts val="3840"/>
              </a:lnSpc>
            </a:pPr>
            <a:r>
              <a:rPr lang="en-US" b="true" sz="3200">
                <a:solidFill>
                  <a:srgbClr val="2E2F38"/>
                </a:solidFill>
                <a:latin typeface="Balsamiq Sans Bold"/>
                <a:ea typeface="Balsamiq Sans Bold"/>
                <a:cs typeface="Balsamiq Sans Bold"/>
                <a:sym typeface="Balsamiq Sans Bold"/>
              </a:rPr>
              <a:t>Icon</a:t>
            </a:r>
          </a:p>
          <a:p>
            <a:pPr algn="l" marL="655320" indent="-327660" lvl="1">
              <a:lnSpc>
                <a:spcPts val="2879"/>
              </a:lnSpc>
              <a:buFont typeface="Arial"/>
              <a:buChar char="•"/>
            </a:pPr>
            <a:r>
              <a:rPr lang="en-US" b="true" sz="2400" u="sng">
                <a:solidFill>
                  <a:srgbClr val="2E2F38"/>
                </a:solidFill>
                <a:latin typeface="Arimo Bold"/>
                <a:ea typeface="Arimo Bold"/>
                <a:cs typeface="Arimo Bold"/>
                <a:sym typeface="Arimo Bold"/>
                <a:hlinkClick r:id="rId15" tooltip="https://www.flaticon.com/packs/startups-62/?utm_source=slidesgo_template&amp;utm_medium=referral-link&amp;utm_campaign=sg_resources&amp;utm_content=flaticon"/>
              </a:rPr>
              <a:t>Startups icon pack lineal</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Instructions for use</a:t>
            </a:r>
          </a:p>
        </p:txBody>
      </p:sp>
      <p:sp>
        <p:nvSpPr>
          <p:cNvPr name="TextBox 3" id="3"/>
          <p:cNvSpPr txBox="true"/>
          <p:nvPr/>
        </p:nvSpPr>
        <p:spPr>
          <a:xfrm rot="0">
            <a:off x="1524972" y="2448373"/>
            <a:ext cx="15238352" cy="6725402"/>
          </a:xfrm>
          <a:prstGeom prst="rect">
            <a:avLst/>
          </a:prstGeom>
        </p:spPr>
        <p:txBody>
          <a:bodyPr anchor="t" rtlCol="false" tIns="0" lIns="0" bIns="0" rIns="0">
            <a:spAutoFit/>
          </a:bodyPr>
          <a:lstStyle/>
          <a:p>
            <a:pPr algn="l">
              <a:lnSpc>
                <a:spcPts val="2640"/>
              </a:lnSpc>
            </a:pPr>
            <a:r>
              <a:rPr lang="en-US" sz="2200">
                <a:solidFill>
                  <a:srgbClr val="FFFFFF"/>
                </a:solidFill>
                <a:latin typeface="Arial"/>
                <a:ea typeface="Arial"/>
                <a:cs typeface="Arial"/>
                <a:sym typeface="Arial"/>
              </a:rPr>
              <a:t>If you have a free account, in order to use this template, you must credit </a:t>
            </a:r>
            <a:r>
              <a:rPr lang="en-US" b="true" sz="2200" u="sng">
                <a:solidFill>
                  <a:srgbClr val="869FB2"/>
                </a:solidFill>
                <a:latin typeface="Arial Bold"/>
                <a:ea typeface="Arial Bold"/>
                <a:cs typeface="Arial Bold"/>
                <a:sym typeface="Arial Bold"/>
                <a:hlinkClick r:id="rId3" tooltip="http://bit.ly/2PfT4lq"/>
              </a:rPr>
              <a:t>Slidesgo</a:t>
            </a:r>
            <a:r>
              <a:rPr lang="en-US" b="true" sz="2200">
                <a:solidFill>
                  <a:srgbClr val="869FB2"/>
                </a:solidFill>
                <a:latin typeface="Arial Bold"/>
                <a:ea typeface="Arial Bold"/>
                <a:cs typeface="Arial Bold"/>
                <a:sym typeface="Arial Bold"/>
              </a:rPr>
              <a:t> </a:t>
            </a:r>
            <a:r>
              <a:rPr lang="en-US" sz="2200">
                <a:solidFill>
                  <a:srgbClr val="FFFFFF"/>
                </a:solidFill>
                <a:latin typeface="Arial"/>
                <a:ea typeface="Arial"/>
                <a:cs typeface="Arial"/>
                <a:sym typeface="Arial"/>
              </a:rPr>
              <a:t>by keeping the </a:t>
            </a:r>
            <a:r>
              <a:rPr lang="en-US" b="true" sz="2200" u="none">
                <a:solidFill>
                  <a:srgbClr val="869FB2"/>
                </a:solidFill>
                <a:latin typeface="Arial Bold"/>
                <a:ea typeface="Arial Bold"/>
                <a:cs typeface="Arial Bold"/>
                <a:sym typeface="Arial Bold"/>
              </a:rPr>
              <a:t>Thanks</a:t>
            </a:r>
            <a:r>
              <a:rPr lang="en-US" b="true" sz="2200">
                <a:solidFill>
                  <a:srgbClr val="869FB2"/>
                </a:solidFill>
                <a:latin typeface="Arial Bold"/>
                <a:ea typeface="Arial Bold"/>
                <a:cs typeface="Arial Bold"/>
                <a:sym typeface="Arial Bold"/>
              </a:rPr>
              <a:t> </a:t>
            </a:r>
            <a:r>
              <a:rPr lang="en-US" sz="2200">
                <a:solidFill>
                  <a:srgbClr val="FFFFFF"/>
                </a:solidFill>
                <a:latin typeface="Arial"/>
                <a:ea typeface="Arial"/>
                <a:cs typeface="Arial"/>
                <a:sym typeface="Arial"/>
              </a:rPr>
              <a:t>slide. Please refer to the next slide to read the instructions for premium users.</a:t>
            </a:r>
          </a:p>
          <a:p>
            <a:pPr algn="l">
              <a:lnSpc>
                <a:spcPts val="2640"/>
              </a:lnSpc>
            </a:pPr>
            <a:r>
              <a:rPr lang="en-US" b="true" sz="2200">
                <a:solidFill>
                  <a:srgbClr val="869FB2"/>
                </a:solidFill>
                <a:latin typeface="Arial Bold"/>
                <a:ea typeface="Arial Bold"/>
                <a:cs typeface="Arial Bold"/>
                <a:sym typeface="Arial Bold"/>
              </a:rPr>
              <a:t>As a Free user, you are allowed to:</a:t>
            </a:r>
          </a:p>
          <a:p>
            <a:pPr algn="l" marL="848360" indent="-424180" lvl="1">
              <a:lnSpc>
                <a:spcPts val="2640"/>
              </a:lnSpc>
              <a:buFont typeface="Arial"/>
              <a:buChar char="•"/>
            </a:pPr>
            <a:r>
              <a:rPr lang="en-US" sz="2200">
                <a:solidFill>
                  <a:srgbClr val="FFFFFF"/>
                </a:solidFill>
                <a:latin typeface="Arial"/>
                <a:ea typeface="Arial"/>
                <a:cs typeface="Arial"/>
                <a:sym typeface="Arial"/>
              </a:rPr>
              <a:t>Modify this template.</a:t>
            </a:r>
          </a:p>
          <a:p>
            <a:pPr algn="l" marL="848360" indent="-424180" lvl="1">
              <a:lnSpc>
                <a:spcPts val="2640"/>
              </a:lnSpc>
              <a:buFont typeface="Arial"/>
              <a:buChar char="•"/>
            </a:pPr>
            <a:r>
              <a:rPr lang="en-US" sz="2200">
                <a:solidFill>
                  <a:srgbClr val="FFFFFF"/>
                </a:solidFill>
                <a:latin typeface="Arial"/>
                <a:ea typeface="Arial"/>
                <a:cs typeface="Arial"/>
                <a:sym typeface="Arial"/>
              </a:rPr>
              <a:t>Use it for both personal and commercial projects.</a:t>
            </a:r>
          </a:p>
          <a:p>
            <a:pPr algn="l" marL="848360" indent="-424180" lvl="1">
              <a:lnSpc>
                <a:spcPts val="2640"/>
              </a:lnSpc>
            </a:pPr>
            <a:r>
              <a:rPr lang="en-US" b="true" sz="2200">
                <a:solidFill>
                  <a:srgbClr val="869FB2"/>
                </a:solidFill>
                <a:latin typeface="Arial Bold"/>
                <a:ea typeface="Arial Bold"/>
                <a:cs typeface="Arial Bold"/>
                <a:sym typeface="Arial Bold"/>
              </a:rPr>
              <a:t>You are not allowed to:</a:t>
            </a:r>
          </a:p>
          <a:p>
            <a:pPr algn="l" marL="848360" indent="-424180" lvl="1">
              <a:lnSpc>
                <a:spcPts val="2640"/>
              </a:lnSpc>
              <a:buFont typeface="Arial"/>
              <a:buChar char="•"/>
            </a:pPr>
            <a:r>
              <a:rPr lang="en-US" sz="2200">
                <a:solidFill>
                  <a:srgbClr val="FFFFFF"/>
                </a:solidFill>
                <a:latin typeface="Arial"/>
                <a:ea typeface="Arial"/>
                <a:cs typeface="Arial"/>
                <a:sym typeface="Arial"/>
              </a:rPr>
              <a:t>Sublicense, sell or rent any of Slidesgo Content (or a modified version of Slidesgo Content).</a:t>
            </a:r>
          </a:p>
          <a:p>
            <a:pPr algn="l" marL="848360" indent="-424180" lvl="1">
              <a:lnSpc>
                <a:spcPts val="2640"/>
              </a:lnSpc>
              <a:buFont typeface="Arial"/>
              <a:buChar char="•"/>
            </a:pPr>
            <a:r>
              <a:rPr lang="en-US" sz="2200">
                <a:solidFill>
                  <a:srgbClr val="FFFFFF"/>
                </a:solidFill>
                <a:latin typeface="Arial"/>
                <a:ea typeface="Arial"/>
                <a:cs typeface="Arial"/>
                <a:sym typeface="Arial"/>
              </a:rPr>
              <a:t>Distribute Slidesgo Content unless it has been expressly authorized by Slidesgo.</a:t>
            </a:r>
          </a:p>
          <a:p>
            <a:pPr algn="l" marL="848360" indent="-424180" lvl="1">
              <a:lnSpc>
                <a:spcPts val="2640"/>
              </a:lnSpc>
              <a:buFont typeface="Arial"/>
              <a:buChar char="•"/>
            </a:pPr>
            <a:r>
              <a:rPr lang="en-US" sz="2200">
                <a:solidFill>
                  <a:srgbClr val="FFFFFF"/>
                </a:solidFill>
                <a:latin typeface="Arial"/>
                <a:ea typeface="Arial"/>
                <a:cs typeface="Arial"/>
                <a:sym typeface="Arial"/>
              </a:rPr>
              <a:t>Include Slidesgo Content in an online or offline database or file.</a:t>
            </a:r>
          </a:p>
          <a:p>
            <a:pPr algn="l" marL="848360" indent="-424180" lvl="1">
              <a:lnSpc>
                <a:spcPts val="2640"/>
              </a:lnSpc>
              <a:buFont typeface="Arial"/>
              <a:buChar char="•"/>
            </a:pPr>
            <a:r>
              <a:rPr lang="en-US" sz="2200">
                <a:solidFill>
                  <a:srgbClr val="FFFFFF"/>
                </a:solidFill>
                <a:latin typeface="Arial"/>
                <a:ea typeface="Arial"/>
                <a:cs typeface="Arial"/>
                <a:sym typeface="Arial"/>
              </a:rPr>
              <a:t>Offer Slidesgo templates (or modified versions of Slidesgo templates) for download.</a:t>
            </a:r>
          </a:p>
          <a:p>
            <a:pPr algn="l" marL="848360" indent="-424180" lvl="1">
              <a:lnSpc>
                <a:spcPts val="2640"/>
              </a:lnSpc>
              <a:buFont typeface="Arial"/>
              <a:buChar char="•"/>
            </a:pPr>
            <a:r>
              <a:rPr lang="en-US" sz="2200">
                <a:solidFill>
                  <a:srgbClr val="FFFFFF"/>
                </a:solidFill>
                <a:latin typeface="Arial"/>
                <a:ea typeface="Arial"/>
                <a:cs typeface="Arial"/>
                <a:sym typeface="Arial"/>
              </a:rPr>
              <a:t>Acquire the copyright of Slidesgo Content.</a:t>
            </a:r>
          </a:p>
          <a:p>
            <a:pPr algn="l" marL="848360" indent="-424180" lvl="1">
              <a:lnSpc>
                <a:spcPts val="2640"/>
              </a:lnSpc>
            </a:pPr>
          </a:p>
          <a:p>
            <a:pPr algn="l" marL="848360" indent="-424180" lvl="1">
              <a:lnSpc>
                <a:spcPts val="2640"/>
              </a:lnSpc>
            </a:pPr>
          </a:p>
          <a:p>
            <a:pPr algn="l" marL="848360" indent="-424180" lvl="1">
              <a:lnSpc>
                <a:spcPts val="2640"/>
              </a:lnSpc>
            </a:pPr>
          </a:p>
          <a:p>
            <a:pPr algn="l" marL="848360" indent="-424180" lvl="1">
              <a:lnSpc>
                <a:spcPts val="2640"/>
              </a:lnSpc>
            </a:pPr>
          </a:p>
          <a:p>
            <a:pPr algn="ctr" marL="848360" indent="-424180" lvl="1">
              <a:lnSpc>
                <a:spcPts val="2640"/>
              </a:lnSpc>
            </a:pPr>
            <a:r>
              <a:rPr lang="en-US" sz="2200">
                <a:solidFill>
                  <a:srgbClr val="FFFFFF"/>
                </a:solidFill>
                <a:latin typeface="Arial"/>
                <a:ea typeface="Arial"/>
                <a:cs typeface="Arial"/>
                <a:sym typeface="Arial"/>
              </a:rPr>
              <a:t>For more information about editing slides, please read our FAQs or visit our blog:</a:t>
            </a:r>
          </a:p>
          <a:p>
            <a:pPr algn="ctr" marL="848360" indent="-424180" lvl="1">
              <a:lnSpc>
                <a:spcPts val="2640"/>
              </a:lnSpc>
            </a:pPr>
            <a:r>
              <a:rPr lang="en-US" b="true" sz="2200" u="sng">
                <a:solidFill>
                  <a:srgbClr val="869FB2"/>
                </a:solidFill>
                <a:latin typeface="Arial Bold"/>
                <a:ea typeface="Arial Bold"/>
                <a:cs typeface="Arial Bold"/>
                <a:sym typeface="Arial Bold"/>
                <a:hlinkClick r:id="rId4" tooltip="http://bit.ly/33VAFh3"/>
              </a:rPr>
              <a:t>https://slidesgo.com/faqs</a:t>
            </a:r>
            <a:r>
              <a:rPr lang="en-US" sz="2200">
                <a:solidFill>
                  <a:srgbClr val="FFFFFF"/>
                </a:solidFill>
                <a:latin typeface="Arial"/>
                <a:ea typeface="Arial"/>
                <a:cs typeface="Arial"/>
                <a:sym typeface="Arial"/>
              </a:rPr>
              <a:t> and </a:t>
            </a:r>
            <a:r>
              <a:rPr lang="en-US" b="true" sz="2200" u="sng">
                <a:solidFill>
                  <a:srgbClr val="869FB2"/>
                </a:solidFill>
                <a:latin typeface="Arial Bold"/>
                <a:ea typeface="Arial Bold"/>
                <a:cs typeface="Arial Bold"/>
                <a:sym typeface="Arial Bold"/>
                <a:hlinkClick r:id="rId5" tooltip="http://bit.ly/30B07Gq"/>
              </a:rPr>
              <a:t>https://slidesgo.com/slidesgo-school</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972" y="2448373"/>
            <a:ext cx="15238352" cy="6725402"/>
          </a:xfrm>
          <a:prstGeom prst="rect">
            <a:avLst/>
          </a:prstGeom>
        </p:spPr>
        <p:txBody>
          <a:bodyPr anchor="t" rtlCol="false" tIns="0" lIns="0" bIns="0" rIns="0">
            <a:spAutoFit/>
          </a:bodyPr>
          <a:lstStyle/>
          <a:p>
            <a:pPr algn="l">
              <a:lnSpc>
                <a:spcPts val="2640"/>
              </a:lnSpc>
            </a:pPr>
            <a:r>
              <a:rPr lang="en-US" sz="2200">
                <a:solidFill>
                  <a:srgbClr val="FFFFFF"/>
                </a:solidFill>
                <a:latin typeface="Arial"/>
                <a:ea typeface="Arial"/>
                <a:cs typeface="Arial"/>
                <a:sym typeface="Arial"/>
              </a:rPr>
              <a:t>As a Premium user, you can use this template without attributing </a:t>
            </a:r>
            <a:r>
              <a:rPr lang="en-US" b="true" sz="2200" u="sng">
                <a:solidFill>
                  <a:srgbClr val="869FB2"/>
                </a:solidFill>
                <a:latin typeface="Arial Bold"/>
                <a:ea typeface="Arial Bold"/>
                <a:cs typeface="Arial Bold"/>
                <a:sym typeface="Arial Bold"/>
                <a:hlinkClick r:id="rId3" tooltip="http://bit.ly/2PfT4lq"/>
              </a:rPr>
              <a:t>Slidesgo</a:t>
            </a:r>
            <a:r>
              <a:rPr lang="en-US" b="true" sz="2200">
                <a:solidFill>
                  <a:srgbClr val="869FB2"/>
                </a:solidFill>
                <a:latin typeface="Arial Bold"/>
                <a:ea typeface="Arial Bold"/>
                <a:cs typeface="Arial Bold"/>
                <a:sym typeface="Arial Bold"/>
              </a:rPr>
              <a:t> </a:t>
            </a:r>
            <a:r>
              <a:rPr lang="en-US" sz="2200">
                <a:solidFill>
                  <a:srgbClr val="FFFFFF"/>
                </a:solidFill>
                <a:latin typeface="Arial"/>
                <a:ea typeface="Arial"/>
                <a:cs typeface="Arial"/>
                <a:sym typeface="Arial"/>
              </a:rPr>
              <a:t>or keeping the </a:t>
            </a:r>
            <a:r>
              <a:rPr lang="en-US" b="true" sz="2200" u="none">
                <a:solidFill>
                  <a:srgbClr val="869FB2"/>
                </a:solidFill>
                <a:latin typeface="Arial Bold"/>
                <a:ea typeface="Arial Bold"/>
                <a:cs typeface="Arial Bold"/>
                <a:sym typeface="Arial Bold"/>
              </a:rPr>
              <a:t>Thanks</a:t>
            </a:r>
            <a:r>
              <a:rPr lang="en-US" sz="2200">
                <a:solidFill>
                  <a:srgbClr val="FFFFFF"/>
                </a:solidFill>
                <a:latin typeface="Arial"/>
                <a:ea typeface="Arial"/>
                <a:cs typeface="Arial"/>
                <a:sym typeface="Arial"/>
              </a:rPr>
              <a:t> slide.</a:t>
            </a:r>
          </a:p>
          <a:p>
            <a:pPr algn="l">
              <a:lnSpc>
                <a:spcPts val="2640"/>
              </a:lnSpc>
            </a:pPr>
            <a:r>
              <a:rPr lang="en-US" b="true" sz="2200">
                <a:solidFill>
                  <a:srgbClr val="869FB2"/>
                </a:solidFill>
                <a:latin typeface="Arial Bold"/>
                <a:ea typeface="Arial Bold"/>
                <a:cs typeface="Arial Bold"/>
                <a:sym typeface="Arial Bold"/>
              </a:rPr>
              <a:t>You are allowed to:</a:t>
            </a:r>
          </a:p>
          <a:p>
            <a:pPr algn="l" marL="848360" indent="-424180" lvl="1">
              <a:lnSpc>
                <a:spcPts val="2640"/>
              </a:lnSpc>
              <a:buFont typeface="Arial"/>
              <a:buChar char="•"/>
            </a:pPr>
            <a:r>
              <a:rPr lang="en-US" sz="2200">
                <a:solidFill>
                  <a:srgbClr val="FFFFFF"/>
                </a:solidFill>
                <a:latin typeface="Arial"/>
                <a:ea typeface="Arial"/>
                <a:cs typeface="Arial"/>
                <a:sym typeface="Arial"/>
              </a:rPr>
              <a:t>Modify this template.</a:t>
            </a:r>
          </a:p>
          <a:p>
            <a:pPr algn="l" marL="848360" indent="-424180" lvl="1">
              <a:lnSpc>
                <a:spcPts val="2640"/>
              </a:lnSpc>
              <a:buFont typeface="Arial"/>
              <a:buChar char="•"/>
            </a:pPr>
            <a:r>
              <a:rPr lang="en-US" sz="2200">
                <a:solidFill>
                  <a:srgbClr val="FFFFFF"/>
                </a:solidFill>
                <a:latin typeface="Arial"/>
                <a:ea typeface="Arial"/>
                <a:cs typeface="Arial"/>
                <a:sym typeface="Arial"/>
              </a:rPr>
              <a:t>Use it for both personal and commercial purposes.</a:t>
            </a:r>
          </a:p>
          <a:p>
            <a:pPr algn="l" marL="848360" indent="-424180" lvl="1">
              <a:lnSpc>
                <a:spcPts val="2640"/>
              </a:lnSpc>
              <a:buFont typeface="Arial"/>
              <a:buChar char="•"/>
            </a:pPr>
            <a:r>
              <a:rPr lang="en-US" sz="2200">
                <a:solidFill>
                  <a:srgbClr val="FFFFFF"/>
                </a:solidFill>
                <a:latin typeface="Arial"/>
                <a:ea typeface="Arial"/>
                <a:cs typeface="Arial"/>
                <a:sym typeface="Arial"/>
              </a:rPr>
              <a:t>Hide or delete the “Thanks” slide and the mention to Slidesgo in the credits.</a:t>
            </a:r>
          </a:p>
          <a:p>
            <a:pPr algn="l" marL="848360" indent="-424180" lvl="1">
              <a:lnSpc>
                <a:spcPts val="2640"/>
              </a:lnSpc>
              <a:buFont typeface="Arial"/>
              <a:buChar char="•"/>
            </a:pPr>
            <a:r>
              <a:rPr lang="en-US" sz="2200">
                <a:solidFill>
                  <a:srgbClr val="FFFFFF"/>
                </a:solidFill>
                <a:latin typeface="Arial"/>
                <a:ea typeface="Arial"/>
                <a:cs typeface="Arial"/>
                <a:sym typeface="Arial"/>
              </a:rPr>
              <a:t>Share this template in an editable format with people who are not part of your team.</a:t>
            </a:r>
          </a:p>
          <a:p>
            <a:pPr algn="l" marL="848360" indent="-424180" lvl="1">
              <a:lnSpc>
                <a:spcPts val="2640"/>
              </a:lnSpc>
            </a:pPr>
            <a:r>
              <a:rPr lang="en-US" b="true" sz="2200">
                <a:solidFill>
                  <a:srgbClr val="869FB2"/>
                </a:solidFill>
                <a:latin typeface="Arial Bold"/>
                <a:ea typeface="Arial Bold"/>
                <a:cs typeface="Arial Bold"/>
                <a:sym typeface="Arial Bold"/>
              </a:rPr>
              <a:t>You are not allowed to:</a:t>
            </a:r>
          </a:p>
          <a:p>
            <a:pPr algn="l" marL="848360" indent="-424180" lvl="1">
              <a:lnSpc>
                <a:spcPts val="2640"/>
              </a:lnSpc>
              <a:buFont typeface="Arial"/>
              <a:buChar char="•"/>
            </a:pPr>
            <a:r>
              <a:rPr lang="en-US" sz="2200">
                <a:solidFill>
                  <a:srgbClr val="FFFFFF"/>
                </a:solidFill>
                <a:latin typeface="Arial"/>
                <a:ea typeface="Arial"/>
                <a:cs typeface="Arial"/>
                <a:sym typeface="Arial"/>
              </a:rPr>
              <a:t>Sublicense, sell or rent this Slidesgo Template (or a modified version of this Slidesgo Template).</a:t>
            </a:r>
          </a:p>
          <a:p>
            <a:pPr algn="l" marL="848360" indent="-424180" lvl="1">
              <a:lnSpc>
                <a:spcPts val="2640"/>
              </a:lnSpc>
              <a:buFont typeface="Arial"/>
              <a:buChar char="•"/>
            </a:pPr>
            <a:r>
              <a:rPr lang="en-US" sz="22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p>
          <a:p>
            <a:pPr algn="l" marL="848360" indent="-424180" lvl="1">
              <a:lnSpc>
                <a:spcPts val="2640"/>
              </a:lnSpc>
              <a:buFont typeface="Arial"/>
              <a:buChar char="•"/>
            </a:pPr>
            <a:r>
              <a:rPr lang="en-US" sz="2200">
                <a:solidFill>
                  <a:srgbClr val="FFFFFF"/>
                </a:solidFill>
                <a:latin typeface="Arial"/>
                <a:ea typeface="Arial"/>
                <a:cs typeface="Arial"/>
                <a:sym typeface="Arial"/>
              </a:rPr>
              <a:t>Use any of the elements that are part of this Slidesgo Template in an isolated and separated way from this Template.</a:t>
            </a:r>
          </a:p>
          <a:p>
            <a:pPr algn="l" marL="848360" indent="-424180" lvl="1">
              <a:lnSpc>
                <a:spcPts val="2640"/>
              </a:lnSpc>
              <a:buFont typeface="Arial"/>
              <a:buChar char="•"/>
            </a:pPr>
            <a:r>
              <a:rPr lang="en-US" sz="22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p>
          <a:p>
            <a:pPr algn="l" marL="848360" indent="-424180" lvl="1">
              <a:lnSpc>
                <a:spcPts val="2640"/>
              </a:lnSpc>
            </a:pPr>
          </a:p>
          <a:p>
            <a:pPr algn="ctr" marL="848360" indent="-424180" lvl="1">
              <a:lnSpc>
                <a:spcPts val="2640"/>
              </a:lnSpc>
            </a:pPr>
            <a:r>
              <a:rPr lang="en-US" sz="2200">
                <a:solidFill>
                  <a:srgbClr val="FFFFFF"/>
                </a:solidFill>
                <a:latin typeface="Arial"/>
                <a:ea typeface="Arial"/>
                <a:cs typeface="Arial"/>
                <a:sym typeface="Arial"/>
              </a:rPr>
              <a:t>For more information about editing slides, please read our FAQs or visit our blog:</a:t>
            </a:r>
          </a:p>
          <a:p>
            <a:pPr algn="ctr" marL="848360" indent="-424180" lvl="1">
              <a:lnSpc>
                <a:spcPts val="2640"/>
              </a:lnSpc>
            </a:pPr>
            <a:r>
              <a:rPr lang="en-US" b="true" sz="2200" u="sng">
                <a:solidFill>
                  <a:srgbClr val="869FB2"/>
                </a:solidFill>
                <a:latin typeface="Arial Bold"/>
                <a:ea typeface="Arial Bold"/>
                <a:cs typeface="Arial Bold"/>
                <a:sym typeface="Arial Bold"/>
                <a:hlinkClick r:id="rId4" tooltip="http://bit.ly/33VAFh3"/>
              </a:rPr>
              <a:t>https://slidesgo.com/faqs</a:t>
            </a:r>
            <a:r>
              <a:rPr lang="en-US" sz="2200">
                <a:solidFill>
                  <a:srgbClr val="FFFFFF"/>
                </a:solidFill>
                <a:latin typeface="Arial"/>
                <a:ea typeface="Arial"/>
                <a:cs typeface="Arial"/>
                <a:sym typeface="Arial"/>
              </a:rPr>
              <a:t> and </a:t>
            </a:r>
            <a:r>
              <a:rPr lang="en-US" b="true" sz="2200" u="sng">
                <a:solidFill>
                  <a:srgbClr val="869FB2"/>
                </a:solidFill>
                <a:latin typeface="Arial Bold"/>
                <a:ea typeface="Arial Bold"/>
                <a:cs typeface="Arial Bold"/>
                <a:sym typeface="Arial Bold"/>
                <a:hlinkClick r:id="rId5" tooltip="http://bit.ly/30B07Gq"/>
              </a:rPr>
              <a:t>https://slidesgo.com/slidesgo-school</a:t>
            </a:r>
          </a:p>
        </p:txBody>
      </p:sp>
      <p:sp>
        <p:nvSpPr>
          <p:cNvPr name="TextBox 3" id="3"/>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Instructions for use (premium users)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972" y="2448373"/>
            <a:ext cx="15238352" cy="2769003"/>
          </a:xfrm>
          <a:prstGeom prst="rect">
            <a:avLst/>
          </a:prstGeom>
        </p:spPr>
        <p:txBody>
          <a:bodyPr anchor="t" rtlCol="false" tIns="0" lIns="0" bIns="0" rIns="0">
            <a:spAutoFit/>
          </a:bodyPr>
          <a:lstStyle/>
          <a:p>
            <a:pPr algn="ctr">
              <a:lnSpc>
                <a:spcPts val="2640"/>
              </a:lnSpc>
            </a:pPr>
            <a:r>
              <a:rPr lang="en-US" sz="2200">
                <a:solidFill>
                  <a:srgbClr val="FFFFFF"/>
                </a:solidFill>
                <a:latin typeface="Arial"/>
                <a:ea typeface="Arial"/>
                <a:cs typeface="Arial"/>
                <a:sym typeface="Arial"/>
              </a:rPr>
              <a:t>This presentation has been made using the following fonts:</a:t>
            </a:r>
          </a:p>
          <a:p>
            <a:pPr algn="ctr">
              <a:lnSpc>
                <a:spcPts val="2640"/>
              </a:lnSpc>
            </a:pPr>
            <a:r>
              <a:rPr lang="en-US" b="true" sz="2200">
                <a:solidFill>
                  <a:srgbClr val="FFFFFF"/>
                </a:solidFill>
                <a:latin typeface="Arial Bold"/>
                <a:ea typeface="Arial Bold"/>
                <a:cs typeface="Arial Bold"/>
                <a:sym typeface="Arial Bold"/>
              </a:rPr>
              <a:t>Balsamiq Sans</a:t>
            </a:r>
          </a:p>
          <a:p>
            <a:pPr algn="ctr">
              <a:lnSpc>
                <a:spcPts val="2640"/>
              </a:lnSpc>
            </a:pPr>
            <a:r>
              <a:rPr lang="en-US" sz="2200">
                <a:solidFill>
                  <a:srgbClr val="FFFFFF"/>
                </a:solidFill>
                <a:latin typeface="Arial"/>
                <a:ea typeface="Arial"/>
                <a:cs typeface="Arial"/>
                <a:sym typeface="Arial"/>
              </a:rPr>
              <a:t>(</a:t>
            </a:r>
            <a:r>
              <a:rPr lang="en-US" sz="2200" u="sng">
                <a:solidFill>
                  <a:srgbClr val="FFFFFF"/>
                </a:solidFill>
                <a:latin typeface="Arial"/>
                <a:ea typeface="Arial"/>
                <a:cs typeface="Arial"/>
                <a:sym typeface="Arial"/>
                <a:hlinkClick r:id="rId3" tooltip="https://fonts.google.com/specimen/Balsamiq+Sans"/>
              </a:rPr>
              <a:t>https://fonts.google.com/specimen/Balsamiq+Sans</a:t>
            </a:r>
            <a:r>
              <a:rPr lang="en-US" sz="2200">
                <a:solidFill>
                  <a:srgbClr val="FFFFFF"/>
                </a:solidFill>
                <a:latin typeface="Arial"/>
                <a:ea typeface="Arial"/>
                <a:cs typeface="Arial"/>
                <a:sym typeface="Arial"/>
              </a:rPr>
              <a:t>)</a:t>
            </a:r>
          </a:p>
          <a:p>
            <a:pPr algn="ctr">
              <a:lnSpc>
                <a:spcPts val="2640"/>
              </a:lnSpc>
            </a:pPr>
          </a:p>
          <a:p>
            <a:pPr algn="ctr">
              <a:lnSpc>
                <a:spcPts val="2640"/>
              </a:lnSpc>
            </a:pPr>
            <a:r>
              <a:rPr lang="en-US" b="true" sz="2200">
                <a:solidFill>
                  <a:srgbClr val="FFFFFF"/>
                </a:solidFill>
                <a:latin typeface="Arial Bold"/>
                <a:ea typeface="Arial Bold"/>
                <a:cs typeface="Arial Bold"/>
                <a:sym typeface="Arial Bold"/>
              </a:rPr>
              <a:t>Inconsolata</a:t>
            </a:r>
          </a:p>
          <a:p>
            <a:pPr algn="ctr">
              <a:lnSpc>
                <a:spcPts val="2640"/>
              </a:lnSpc>
            </a:pPr>
            <a:r>
              <a:rPr lang="en-US" sz="2200">
                <a:solidFill>
                  <a:srgbClr val="FFFFFF"/>
                </a:solidFill>
                <a:latin typeface="Arial"/>
                <a:ea typeface="Arial"/>
                <a:cs typeface="Arial"/>
                <a:sym typeface="Arial"/>
              </a:rPr>
              <a:t>(</a:t>
            </a:r>
            <a:r>
              <a:rPr lang="en-US" sz="2200" u="sng">
                <a:solidFill>
                  <a:srgbClr val="FFFFFF"/>
                </a:solidFill>
                <a:latin typeface="Arial"/>
                <a:ea typeface="Arial"/>
                <a:cs typeface="Arial"/>
                <a:sym typeface="Arial"/>
                <a:hlinkClick r:id="rId4" tooltip="https://fonts.google.com/specimen/Inconsolata"/>
              </a:rPr>
              <a:t>https://fonts.google.com/specimen/Inconsolata</a:t>
            </a:r>
            <a:r>
              <a:rPr lang="en-US" sz="2200">
                <a:solidFill>
                  <a:srgbClr val="FFFFFF"/>
                </a:solidFill>
                <a:latin typeface="Arial"/>
                <a:ea typeface="Arial"/>
                <a:cs typeface="Arial"/>
                <a:sym typeface="Arial"/>
              </a:rPr>
              <a:t>)</a:t>
            </a:r>
          </a:p>
          <a:p>
            <a:pPr algn="l">
              <a:lnSpc>
                <a:spcPts val="2640"/>
              </a:lnSpc>
            </a:pPr>
          </a:p>
        </p:txBody>
      </p:sp>
      <p:grpSp>
        <p:nvGrpSpPr>
          <p:cNvPr name="Group 3" id="3"/>
          <p:cNvGrpSpPr/>
          <p:nvPr/>
        </p:nvGrpSpPr>
        <p:grpSpPr>
          <a:xfrm rot="0">
            <a:off x="5157749" y="5966927"/>
            <a:ext cx="1601848" cy="1527448"/>
            <a:chOff x="0" y="0"/>
            <a:chExt cx="2135797" cy="2036597"/>
          </a:xfrm>
        </p:grpSpPr>
        <p:sp>
          <p:nvSpPr>
            <p:cNvPr name="Freeform 4" id="4"/>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2E2F38"/>
            </a:solidFill>
            <a:ln w="19050" cap="sq">
              <a:solidFill>
                <a:srgbClr val="FFFFFF"/>
              </a:solidFill>
              <a:prstDash val="solid"/>
              <a:miter/>
            </a:ln>
          </p:spPr>
        </p:sp>
      </p:grpSp>
      <p:grpSp>
        <p:nvGrpSpPr>
          <p:cNvPr name="Group 5" id="5"/>
          <p:cNvGrpSpPr/>
          <p:nvPr/>
        </p:nvGrpSpPr>
        <p:grpSpPr>
          <a:xfrm rot="0">
            <a:off x="7281386" y="5966927"/>
            <a:ext cx="1601848" cy="1527448"/>
            <a:chOff x="0" y="0"/>
            <a:chExt cx="2135797" cy="2036597"/>
          </a:xfrm>
        </p:grpSpPr>
        <p:sp>
          <p:nvSpPr>
            <p:cNvPr name="Freeform 6" id="6"/>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6B2011"/>
            </a:solidFill>
            <a:ln w="19050" cap="sq">
              <a:solidFill>
                <a:srgbClr val="FFFFFF"/>
              </a:solidFill>
              <a:prstDash val="solid"/>
              <a:miter/>
            </a:ln>
          </p:spPr>
        </p:sp>
      </p:grpSp>
      <p:grpSp>
        <p:nvGrpSpPr>
          <p:cNvPr name="Group 7" id="7"/>
          <p:cNvGrpSpPr/>
          <p:nvPr/>
        </p:nvGrpSpPr>
        <p:grpSpPr>
          <a:xfrm rot="0">
            <a:off x="9405033" y="5966927"/>
            <a:ext cx="1601848" cy="1527448"/>
            <a:chOff x="0" y="0"/>
            <a:chExt cx="2135797" cy="2036597"/>
          </a:xfrm>
        </p:grpSpPr>
        <p:sp>
          <p:nvSpPr>
            <p:cNvPr name="Freeform 8" id="8"/>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933D28"/>
            </a:solidFill>
            <a:ln w="19050" cap="sq">
              <a:solidFill>
                <a:srgbClr val="FFFFFF"/>
              </a:solidFill>
              <a:prstDash val="solid"/>
              <a:miter/>
            </a:ln>
          </p:spPr>
        </p:sp>
      </p:grpSp>
      <p:grpSp>
        <p:nvGrpSpPr>
          <p:cNvPr name="Group 9" id="9"/>
          <p:cNvGrpSpPr/>
          <p:nvPr/>
        </p:nvGrpSpPr>
        <p:grpSpPr>
          <a:xfrm rot="0">
            <a:off x="5167274" y="6290548"/>
            <a:ext cx="1582798" cy="880196"/>
            <a:chOff x="0" y="0"/>
            <a:chExt cx="2110397" cy="1173594"/>
          </a:xfrm>
        </p:grpSpPr>
        <p:sp>
          <p:nvSpPr>
            <p:cNvPr name="Freeform 10" id="10"/>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11" id="11"/>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FFFFFF"/>
                  </a:solidFill>
                  <a:latin typeface="Arial"/>
                  <a:ea typeface="Arial"/>
                  <a:cs typeface="Arial"/>
                  <a:sym typeface="Arial"/>
                </a:rPr>
                <a:t>#2e2f38</a:t>
              </a:r>
            </a:p>
          </p:txBody>
        </p:sp>
      </p:grpSp>
      <p:grpSp>
        <p:nvGrpSpPr>
          <p:cNvPr name="Group 12" id="12"/>
          <p:cNvGrpSpPr/>
          <p:nvPr/>
        </p:nvGrpSpPr>
        <p:grpSpPr>
          <a:xfrm rot="0">
            <a:off x="7290930" y="6290548"/>
            <a:ext cx="1582798" cy="880196"/>
            <a:chOff x="0" y="0"/>
            <a:chExt cx="2110397" cy="1173594"/>
          </a:xfrm>
        </p:grpSpPr>
        <p:sp>
          <p:nvSpPr>
            <p:cNvPr name="Freeform 13" id="13"/>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14" id="14"/>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FFFFFF"/>
                  </a:solidFill>
                  <a:latin typeface="Arial"/>
                  <a:ea typeface="Arial"/>
                  <a:cs typeface="Arial"/>
                  <a:sym typeface="Arial"/>
                </a:rPr>
                <a:t>#6b2011</a:t>
              </a:r>
            </a:p>
          </p:txBody>
        </p:sp>
      </p:grpSp>
      <p:grpSp>
        <p:nvGrpSpPr>
          <p:cNvPr name="Group 15" id="15"/>
          <p:cNvGrpSpPr/>
          <p:nvPr/>
        </p:nvGrpSpPr>
        <p:grpSpPr>
          <a:xfrm rot="0">
            <a:off x="9414577" y="6290548"/>
            <a:ext cx="1582798" cy="880196"/>
            <a:chOff x="0" y="0"/>
            <a:chExt cx="2110397" cy="1173594"/>
          </a:xfrm>
        </p:grpSpPr>
        <p:sp>
          <p:nvSpPr>
            <p:cNvPr name="Freeform 16" id="16"/>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17" id="17"/>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FFFFFF"/>
                  </a:solidFill>
                  <a:latin typeface="Arial"/>
                  <a:ea typeface="Arial"/>
                  <a:cs typeface="Arial"/>
                  <a:sym typeface="Arial"/>
                </a:rPr>
                <a:t>#933d28</a:t>
              </a:r>
            </a:p>
          </p:txBody>
        </p:sp>
      </p:grpSp>
      <p:grpSp>
        <p:nvGrpSpPr>
          <p:cNvPr name="Group 18" id="18"/>
          <p:cNvGrpSpPr/>
          <p:nvPr/>
        </p:nvGrpSpPr>
        <p:grpSpPr>
          <a:xfrm rot="0">
            <a:off x="11528698" y="5966927"/>
            <a:ext cx="1601848" cy="1527448"/>
            <a:chOff x="0" y="0"/>
            <a:chExt cx="2135797" cy="2036597"/>
          </a:xfrm>
        </p:grpSpPr>
        <p:sp>
          <p:nvSpPr>
            <p:cNvPr name="Freeform 19" id="19"/>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F09C31"/>
            </a:solidFill>
            <a:ln w="19050" cap="sq">
              <a:solidFill>
                <a:srgbClr val="FFFFFF"/>
              </a:solidFill>
              <a:prstDash val="solid"/>
              <a:miter/>
            </a:ln>
          </p:spPr>
        </p:sp>
      </p:grpSp>
      <p:grpSp>
        <p:nvGrpSpPr>
          <p:cNvPr name="Group 20" id="20"/>
          <p:cNvGrpSpPr/>
          <p:nvPr/>
        </p:nvGrpSpPr>
        <p:grpSpPr>
          <a:xfrm rot="0">
            <a:off x="11538223" y="6290548"/>
            <a:ext cx="1582798" cy="880196"/>
            <a:chOff x="0" y="0"/>
            <a:chExt cx="2110397" cy="1173594"/>
          </a:xfrm>
        </p:grpSpPr>
        <p:sp>
          <p:nvSpPr>
            <p:cNvPr name="Freeform 21" id="21"/>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22" id="22"/>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FFFFFF"/>
                  </a:solidFill>
                  <a:latin typeface="Arial"/>
                  <a:ea typeface="Arial"/>
                  <a:cs typeface="Arial"/>
                  <a:sym typeface="Arial"/>
                </a:rPr>
                <a:t>#f09c31</a:t>
              </a:r>
            </a:p>
          </p:txBody>
        </p:sp>
      </p:grpSp>
      <p:grpSp>
        <p:nvGrpSpPr>
          <p:cNvPr name="Group 23" id="23"/>
          <p:cNvGrpSpPr/>
          <p:nvPr/>
        </p:nvGrpSpPr>
        <p:grpSpPr>
          <a:xfrm rot="0">
            <a:off x="6219396" y="7829121"/>
            <a:ext cx="1601848" cy="1527448"/>
            <a:chOff x="0" y="0"/>
            <a:chExt cx="2135797" cy="2036597"/>
          </a:xfrm>
        </p:grpSpPr>
        <p:sp>
          <p:nvSpPr>
            <p:cNvPr name="Freeform 24" id="24"/>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EFC68F"/>
            </a:solidFill>
            <a:ln w="19050" cap="sq">
              <a:solidFill>
                <a:srgbClr val="FFFFFF"/>
              </a:solidFill>
              <a:prstDash val="solid"/>
              <a:miter/>
            </a:ln>
          </p:spPr>
        </p:sp>
      </p:grpSp>
      <p:grpSp>
        <p:nvGrpSpPr>
          <p:cNvPr name="Group 25" id="25"/>
          <p:cNvGrpSpPr/>
          <p:nvPr/>
        </p:nvGrpSpPr>
        <p:grpSpPr>
          <a:xfrm rot="0">
            <a:off x="8343043" y="7829121"/>
            <a:ext cx="1601848" cy="1527448"/>
            <a:chOff x="0" y="0"/>
            <a:chExt cx="2135797" cy="2036597"/>
          </a:xfrm>
        </p:grpSpPr>
        <p:sp>
          <p:nvSpPr>
            <p:cNvPr name="Freeform 26" id="26"/>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F0F0C2"/>
            </a:solidFill>
            <a:ln w="19050" cap="sq">
              <a:solidFill>
                <a:srgbClr val="FFFFFF"/>
              </a:solidFill>
              <a:prstDash val="solid"/>
              <a:miter/>
            </a:ln>
          </p:spPr>
        </p:sp>
      </p:grpSp>
      <p:grpSp>
        <p:nvGrpSpPr>
          <p:cNvPr name="Group 27" id="27"/>
          <p:cNvGrpSpPr/>
          <p:nvPr/>
        </p:nvGrpSpPr>
        <p:grpSpPr>
          <a:xfrm rot="0">
            <a:off x="10466680" y="7829121"/>
            <a:ext cx="1601848" cy="1527448"/>
            <a:chOff x="0" y="0"/>
            <a:chExt cx="2135797" cy="2036597"/>
          </a:xfrm>
        </p:grpSpPr>
        <p:sp>
          <p:nvSpPr>
            <p:cNvPr name="Freeform 28" id="28"/>
            <p:cNvSpPr/>
            <p:nvPr/>
          </p:nvSpPr>
          <p:spPr>
            <a:xfrm flipH="false" flipV="false" rot="0">
              <a:off x="0" y="0"/>
              <a:ext cx="2135886" cy="2036572"/>
            </a:xfrm>
            <a:custGeom>
              <a:avLst/>
              <a:gdLst/>
              <a:ahLst/>
              <a:cxnLst/>
              <a:rect r="r" b="b" t="t" l="l"/>
              <a:pathLst>
                <a:path h="2036572" w="2135886">
                  <a:moveTo>
                    <a:pt x="0" y="339471"/>
                  </a:moveTo>
                  <a:cubicBezTo>
                    <a:pt x="0" y="152019"/>
                    <a:pt x="152019" y="0"/>
                    <a:pt x="339471" y="0"/>
                  </a:cubicBezTo>
                  <a:lnTo>
                    <a:pt x="1796415" y="0"/>
                  </a:lnTo>
                  <a:cubicBezTo>
                    <a:pt x="1983867" y="0"/>
                    <a:pt x="2135886" y="152019"/>
                    <a:pt x="2135886" y="339471"/>
                  </a:cubicBezTo>
                  <a:lnTo>
                    <a:pt x="2135886" y="1697101"/>
                  </a:lnTo>
                  <a:cubicBezTo>
                    <a:pt x="2135886" y="1884553"/>
                    <a:pt x="1983867" y="2036572"/>
                    <a:pt x="1796415" y="2036572"/>
                  </a:cubicBezTo>
                  <a:lnTo>
                    <a:pt x="339471" y="2036572"/>
                  </a:lnTo>
                  <a:cubicBezTo>
                    <a:pt x="152019" y="2036572"/>
                    <a:pt x="0" y="1884680"/>
                    <a:pt x="0" y="1697101"/>
                  </a:cubicBezTo>
                  <a:close/>
                </a:path>
              </a:pathLst>
            </a:custGeom>
            <a:solidFill>
              <a:srgbClr val="1F217B"/>
            </a:solidFill>
            <a:ln w="19050" cap="sq">
              <a:solidFill>
                <a:srgbClr val="FFFFFF"/>
              </a:solidFill>
              <a:prstDash val="solid"/>
              <a:miter/>
            </a:ln>
          </p:spPr>
        </p:sp>
      </p:grpSp>
      <p:grpSp>
        <p:nvGrpSpPr>
          <p:cNvPr name="Group 29" id="29"/>
          <p:cNvGrpSpPr/>
          <p:nvPr/>
        </p:nvGrpSpPr>
        <p:grpSpPr>
          <a:xfrm rot="0">
            <a:off x="6228921" y="8152752"/>
            <a:ext cx="1582798" cy="880196"/>
            <a:chOff x="0" y="0"/>
            <a:chExt cx="2110397" cy="1173594"/>
          </a:xfrm>
        </p:grpSpPr>
        <p:sp>
          <p:nvSpPr>
            <p:cNvPr name="Freeform 30" id="30"/>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31" id="31"/>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191919"/>
                  </a:solidFill>
                  <a:latin typeface="Arial"/>
                  <a:ea typeface="Arial"/>
                  <a:cs typeface="Arial"/>
                  <a:sym typeface="Arial"/>
                </a:rPr>
                <a:t>#efc68f</a:t>
              </a:r>
            </a:p>
          </p:txBody>
        </p:sp>
      </p:grpSp>
      <p:grpSp>
        <p:nvGrpSpPr>
          <p:cNvPr name="Group 32" id="32"/>
          <p:cNvGrpSpPr/>
          <p:nvPr/>
        </p:nvGrpSpPr>
        <p:grpSpPr>
          <a:xfrm rot="0">
            <a:off x="8352577" y="8152752"/>
            <a:ext cx="1582798" cy="880196"/>
            <a:chOff x="0" y="0"/>
            <a:chExt cx="2110397" cy="1173594"/>
          </a:xfrm>
        </p:grpSpPr>
        <p:sp>
          <p:nvSpPr>
            <p:cNvPr name="Freeform 33" id="33"/>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34" id="34"/>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191919"/>
                  </a:solidFill>
                  <a:latin typeface="Arial"/>
                  <a:ea typeface="Arial"/>
                  <a:cs typeface="Arial"/>
                  <a:sym typeface="Arial"/>
                </a:rPr>
                <a:t>#f0f0c2</a:t>
              </a:r>
            </a:p>
          </p:txBody>
        </p:sp>
      </p:grpSp>
      <p:grpSp>
        <p:nvGrpSpPr>
          <p:cNvPr name="Group 35" id="35"/>
          <p:cNvGrpSpPr/>
          <p:nvPr/>
        </p:nvGrpSpPr>
        <p:grpSpPr>
          <a:xfrm rot="0">
            <a:off x="10476224" y="8152752"/>
            <a:ext cx="1582798" cy="880196"/>
            <a:chOff x="0" y="0"/>
            <a:chExt cx="2110397" cy="1173594"/>
          </a:xfrm>
        </p:grpSpPr>
        <p:sp>
          <p:nvSpPr>
            <p:cNvPr name="Freeform 36" id="36"/>
            <p:cNvSpPr/>
            <p:nvPr/>
          </p:nvSpPr>
          <p:spPr>
            <a:xfrm flipH="false" flipV="false" rot="0">
              <a:off x="0" y="0"/>
              <a:ext cx="2110400" cy="1173600"/>
            </a:xfrm>
            <a:custGeom>
              <a:avLst/>
              <a:gdLst/>
              <a:ahLst/>
              <a:cxnLst/>
              <a:rect r="r" b="b" t="t" l="l"/>
              <a:pathLst>
                <a:path h="1173600" w="2110400">
                  <a:moveTo>
                    <a:pt x="0" y="0"/>
                  </a:moveTo>
                  <a:lnTo>
                    <a:pt x="2110400" y="0"/>
                  </a:lnTo>
                  <a:lnTo>
                    <a:pt x="2110400" y="1173600"/>
                  </a:lnTo>
                  <a:lnTo>
                    <a:pt x="0" y="1173600"/>
                  </a:lnTo>
                  <a:close/>
                </a:path>
              </a:pathLst>
            </a:custGeom>
            <a:blipFill>
              <a:blip r:embed="rId5">
                <a:alphaModFix amt="0"/>
              </a:blip>
              <a:stretch>
                <a:fillRect l="-21349" t="0" r="-21349" b="0"/>
              </a:stretch>
            </a:blipFill>
          </p:spPr>
        </p:sp>
        <p:sp>
          <p:nvSpPr>
            <p:cNvPr name="TextBox 37" id="37"/>
            <p:cNvSpPr txBox="true"/>
            <p:nvPr/>
          </p:nvSpPr>
          <p:spPr>
            <a:xfrm>
              <a:off x="0" y="-9525"/>
              <a:ext cx="2110397" cy="1183119"/>
            </a:xfrm>
            <a:prstGeom prst="rect">
              <a:avLst/>
            </a:prstGeom>
          </p:spPr>
          <p:txBody>
            <a:bodyPr anchor="ctr" rtlCol="false" tIns="0" lIns="0" bIns="0" rIns="0"/>
            <a:lstStyle/>
            <a:p>
              <a:pPr algn="ctr">
                <a:lnSpc>
                  <a:spcPts val="2400"/>
                </a:lnSpc>
              </a:pPr>
              <a:r>
                <a:rPr lang="en-US" sz="2000">
                  <a:solidFill>
                    <a:srgbClr val="FFFFFF"/>
                  </a:solidFill>
                  <a:latin typeface="Arial"/>
                  <a:ea typeface="Arial"/>
                  <a:cs typeface="Arial"/>
                  <a:sym typeface="Arial"/>
                </a:rPr>
                <a:t>#1f217b</a:t>
              </a:r>
            </a:p>
          </p:txBody>
        </p:sp>
      </p:grpSp>
      <p:sp>
        <p:nvSpPr>
          <p:cNvPr name="TextBox 38" id="38"/>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Fonts &amp; colors used</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829" y="2448373"/>
            <a:ext cx="15238352" cy="1541402"/>
          </a:xfrm>
          <a:prstGeom prst="rect">
            <a:avLst/>
          </a:prstGeom>
        </p:spPr>
        <p:txBody>
          <a:bodyPr anchor="t" rtlCol="false" tIns="0" lIns="0" bIns="0" rIns="0">
            <a:spAutoFit/>
          </a:bodyPr>
          <a:lstStyle/>
          <a:p>
            <a:pPr algn="ctr">
              <a:lnSpc>
                <a:spcPts val="2640"/>
              </a:lnSpc>
            </a:pPr>
            <a:r>
              <a:rPr lang="en-US" sz="2200">
                <a:solidFill>
                  <a:srgbClr val="FFFFFF"/>
                </a:solidFill>
                <a:latin typeface="Arial"/>
                <a:ea typeface="Arial"/>
                <a:cs typeface="Arial"/>
                <a:sym typeface="Arial"/>
              </a:rPr>
              <a:t>Create your Story with our illustrated concepts. Choose the style you like the most, edit its colors, pick the background and layers you want to show and bring them to life with the animator panel! It will boost your presentation. Check out </a:t>
            </a:r>
            <a:r>
              <a:rPr lang="en-US" b="true" sz="2200">
                <a:solidFill>
                  <a:srgbClr val="869FB2"/>
                </a:solidFill>
                <a:latin typeface="Arial Bold"/>
                <a:ea typeface="Arial Bold"/>
                <a:cs typeface="Arial Bold"/>
                <a:sym typeface="Arial Bold"/>
              </a:rPr>
              <a:t>h</a:t>
            </a:r>
            <a:r>
              <a:rPr lang="en-US" b="true" sz="2200" u="sng">
                <a:solidFill>
                  <a:srgbClr val="869FB2"/>
                </a:solidFill>
                <a:latin typeface="Arial Bold"/>
                <a:ea typeface="Arial Bold"/>
                <a:cs typeface="Arial Bold"/>
                <a:sym typeface="Arial Bold"/>
                <a:hlinkClick r:id="rId3" tooltip="https://storyset.com/how-it-works?utm_source=slidesgo_template&amp;utm_medium=referral-link&amp;utm_campaign=slidesgo_final_slides&amp;utm_term=how%20it%20works&amp;utm_content=storyset"/>
              </a:rPr>
              <a:t>ow it works</a:t>
            </a:r>
            <a:r>
              <a:rPr lang="en-US" sz="2200" u="sng">
                <a:solidFill>
                  <a:srgbClr val="FFFFFF"/>
                </a:solidFill>
                <a:latin typeface="Arial"/>
                <a:ea typeface="Arial"/>
                <a:cs typeface="Arial"/>
                <a:sym typeface="Arial"/>
                <a:hlinkClick r:id="rId4" tooltip="https://storyset.com/how-it-works?utm_source=slidesgo_template&amp;utm_medium=referral-link&amp;utm_campaign=slidesgo_final_slides&amp;utm_term=how%20it%20works&amp;utm_content=storyset"/>
              </a:rPr>
              <a:t>.</a:t>
            </a:r>
          </a:p>
        </p:txBody>
      </p:sp>
      <p:sp>
        <p:nvSpPr>
          <p:cNvPr name="TextBox 3" id="3"/>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Storyset</a:t>
            </a:r>
          </a:p>
        </p:txBody>
      </p:sp>
      <p:grpSp>
        <p:nvGrpSpPr>
          <p:cNvPr name="Group 4" id="4"/>
          <p:cNvGrpSpPr/>
          <p:nvPr/>
        </p:nvGrpSpPr>
        <p:grpSpPr>
          <a:xfrm rot="0">
            <a:off x="1446800" y="5214252"/>
            <a:ext cx="3045228" cy="2037598"/>
            <a:chOff x="0" y="0"/>
            <a:chExt cx="4060304" cy="2716797"/>
          </a:xfrm>
        </p:grpSpPr>
        <p:sp>
          <p:nvSpPr>
            <p:cNvPr name="Freeform 5" id="5"/>
            <p:cNvSpPr/>
            <p:nvPr/>
          </p:nvSpPr>
          <p:spPr>
            <a:xfrm flipH="false" flipV="false" rot="0">
              <a:off x="0" y="0"/>
              <a:ext cx="4060317" cy="2716784"/>
            </a:xfrm>
            <a:custGeom>
              <a:avLst/>
              <a:gdLst/>
              <a:ahLst/>
              <a:cxnLst/>
              <a:rect r="r" b="b" t="t" l="l"/>
              <a:pathLst>
                <a:path h="2716784" w="4060317">
                  <a:moveTo>
                    <a:pt x="0" y="0"/>
                  </a:moveTo>
                  <a:lnTo>
                    <a:pt x="4060317" y="0"/>
                  </a:lnTo>
                  <a:lnTo>
                    <a:pt x="4060317" y="2716784"/>
                  </a:lnTo>
                  <a:lnTo>
                    <a:pt x="0" y="2716784"/>
                  </a:lnTo>
                  <a:lnTo>
                    <a:pt x="0" y="0"/>
                  </a:lnTo>
                  <a:close/>
                </a:path>
              </a:pathLst>
            </a:custGeom>
            <a:blipFill>
              <a:blip r:embed="rId5"/>
              <a:stretch>
                <a:fillRect l="0" t="-24729" r="0" b="-24722"/>
              </a:stretch>
            </a:blipFill>
          </p:spPr>
        </p:sp>
      </p:grpSp>
      <p:grpSp>
        <p:nvGrpSpPr>
          <p:cNvPr name="Group 6" id="6"/>
          <p:cNvGrpSpPr/>
          <p:nvPr/>
        </p:nvGrpSpPr>
        <p:grpSpPr>
          <a:xfrm rot="0">
            <a:off x="1763716" y="7887462"/>
            <a:ext cx="2411397" cy="602999"/>
            <a:chOff x="0" y="0"/>
            <a:chExt cx="3215196" cy="803999"/>
          </a:xfrm>
        </p:grpSpPr>
        <p:sp>
          <p:nvSpPr>
            <p:cNvPr name="Freeform 7" id="7"/>
            <p:cNvSpPr/>
            <p:nvPr/>
          </p:nvSpPr>
          <p:spPr>
            <a:xfrm flipH="false" flipV="false" rot="0">
              <a:off x="0" y="0"/>
              <a:ext cx="3215200" cy="804000"/>
            </a:xfrm>
            <a:custGeom>
              <a:avLst/>
              <a:gdLst/>
              <a:ahLst/>
              <a:cxnLst/>
              <a:rect r="r" b="b" t="t" l="l"/>
              <a:pathLst>
                <a:path h="804000" w="3215200">
                  <a:moveTo>
                    <a:pt x="0" y="0"/>
                  </a:moveTo>
                  <a:lnTo>
                    <a:pt x="3215200" y="0"/>
                  </a:lnTo>
                  <a:lnTo>
                    <a:pt x="3215200" y="804000"/>
                  </a:lnTo>
                  <a:lnTo>
                    <a:pt x="0" y="804000"/>
                  </a:lnTo>
                  <a:close/>
                </a:path>
              </a:pathLst>
            </a:custGeom>
            <a:blipFill>
              <a:blip r:embed="rId6">
                <a:alphaModFix amt="0"/>
              </a:blip>
              <a:stretch>
                <a:fillRect l="0" t="-27920" r="0" b="-27920"/>
              </a:stretch>
            </a:blipFill>
          </p:spPr>
        </p:sp>
        <p:sp>
          <p:nvSpPr>
            <p:cNvPr name="TextBox 8" id="8"/>
            <p:cNvSpPr txBox="true"/>
            <p:nvPr/>
          </p:nvSpPr>
          <p:spPr>
            <a:xfrm>
              <a:off x="0" y="-66675"/>
              <a:ext cx="3215196" cy="870674"/>
            </a:xfrm>
            <a:prstGeom prst="rect">
              <a:avLst/>
            </a:prstGeom>
          </p:spPr>
          <p:txBody>
            <a:bodyPr anchor="ctr" rtlCol="false" tIns="0" lIns="0" bIns="0" rIns="0"/>
            <a:lstStyle/>
            <a:p>
              <a:pPr algn="ctr">
                <a:lnSpc>
                  <a:spcPts val="3863"/>
                </a:lnSpc>
              </a:pPr>
              <a:r>
                <a:rPr lang="en-US" b="true" sz="2799" u="sng">
                  <a:solidFill>
                    <a:srgbClr val="869FB2"/>
                  </a:solidFill>
                  <a:latin typeface="Arial Bold"/>
                  <a:ea typeface="Arial Bold"/>
                  <a:cs typeface="Arial Bold"/>
                  <a:sym typeface="Arial Bold"/>
                  <a:hlinkClick r:id="rId7" tooltip="https://storyset.com/pana?utm_source=slidesgo_template&amp;utm_medium=referral-link&amp;utm_campaign=slidesgo_final_slides&amp;utm_term=pana&amp;utm_content=storyset"/>
                </a:rPr>
                <a:t>Pana</a:t>
              </a:r>
            </a:p>
          </p:txBody>
        </p:sp>
      </p:grpSp>
      <p:grpSp>
        <p:nvGrpSpPr>
          <p:cNvPr name="Group 9" id="9"/>
          <p:cNvGrpSpPr/>
          <p:nvPr/>
        </p:nvGrpSpPr>
        <p:grpSpPr>
          <a:xfrm rot="0">
            <a:off x="4805944" y="7887462"/>
            <a:ext cx="2411397" cy="602999"/>
            <a:chOff x="0" y="0"/>
            <a:chExt cx="3215196" cy="803999"/>
          </a:xfrm>
        </p:grpSpPr>
        <p:sp>
          <p:nvSpPr>
            <p:cNvPr name="Freeform 10" id="10"/>
            <p:cNvSpPr/>
            <p:nvPr/>
          </p:nvSpPr>
          <p:spPr>
            <a:xfrm flipH="false" flipV="false" rot="0">
              <a:off x="0" y="0"/>
              <a:ext cx="3215200" cy="804000"/>
            </a:xfrm>
            <a:custGeom>
              <a:avLst/>
              <a:gdLst/>
              <a:ahLst/>
              <a:cxnLst/>
              <a:rect r="r" b="b" t="t" l="l"/>
              <a:pathLst>
                <a:path h="804000" w="3215200">
                  <a:moveTo>
                    <a:pt x="0" y="0"/>
                  </a:moveTo>
                  <a:lnTo>
                    <a:pt x="3215200" y="0"/>
                  </a:lnTo>
                  <a:lnTo>
                    <a:pt x="3215200" y="804000"/>
                  </a:lnTo>
                  <a:lnTo>
                    <a:pt x="0" y="804000"/>
                  </a:lnTo>
                  <a:close/>
                </a:path>
              </a:pathLst>
            </a:custGeom>
            <a:blipFill>
              <a:blip r:embed="rId6">
                <a:alphaModFix amt="0"/>
              </a:blip>
              <a:stretch>
                <a:fillRect l="0" t="-27920" r="0" b="-27920"/>
              </a:stretch>
            </a:blipFill>
          </p:spPr>
        </p:sp>
        <p:sp>
          <p:nvSpPr>
            <p:cNvPr name="TextBox 11" id="11"/>
            <p:cNvSpPr txBox="true"/>
            <p:nvPr/>
          </p:nvSpPr>
          <p:spPr>
            <a:xfrm>
              <a:off x="0" y="-66675"/>
              <a:ext cx="3215196" cy="870674"/>
            </a:xfrm>
            <a:prstGeom prst="rect">
              <a:avLst/>
            </a:prstGeom>
          </p:spPr>
          <p:txBody>
            <a:bodyPr anchor="ctr" rtlCol="false" tIns="0" lIns="0" bIns="0" rIns="0"/>
            <a:lstStyle/>
            <a:p>
              <a:pPr algn="ctr">
                <a:lnSpc>
                  <a:spcPts val="3863"/>
                </a:lnSpc>
              </a:pPr>
              <a:r>
                <a:rPr lang="en-US" b="true" sz="2799" u="sng">
                  <a:solidFill>
                    <a:srgbClr val="869FB2"/>
                  </a:solidFill>
                  <a:latin typeface="Arial Bold"/>
                  <a:ea typeface="Arial Bold"/>
                  <a:cs typeface="Arial Bold"/>
                  <a:sym typeface="Arial Bold"/>
                  <a:hlinkClick r:id="rId8" tooltip="https://storyset.com/amico?utm_source=slidesgo_template&amp;utm_medium=referral-link&amp;utm_campaign=slidesgo_final_slides&amp;utm_term=amico&amp;utm_content=storyset"/>
                </a:rPr>
                <a:t>Amico</a:t>
              </a:r>
            </a:p>
          </p:txBody>
        </p:sp>
      </p:grpSp>
      <p:grpSp>
        <p:nvGrpSpPr>
          <p:cNvPr name="Group 12" id="12"/>
          <p:cNvGrpSpPr/>
          <p:nvPr/>
        </p:nvGrpSpPr>
        <p:grpSpPr>
          <a:xfrm rot="0">
            <a:off x="7848171" y="7887462"/>
            <a:ext cx="2411397" cy="602999"/>
            <a:chOff x="0" y="0"/>
            <a:chExt cx="3215196" cy="803999"/>
          </a:xfrm>
        </p:grpSpPr>
        <p:sp>
          <p:nvSpPr>
            <p:cNvPr name="Freeform 13" id="13"/>
            <p:cNvSpPr/>
            <p:nvPr/>
          </p:nvSpPr>
          <p:spPr>
            <a:xfrm flipH="false" flipV="false" rot="0">
              <a:off x="0" y="0"/>
              <a:ext cx="3215200" cy="804000"/>
            </a:xfrm>
            <a:custGeom>
              <a:avLst/>
              <a:gdLst/>
              <a:ahLst/>
              <a:cxnLst/>
              <a:rect r="r" b="b" t="t" l="l"/>
              <a:pathLst>
                <a:path h="804000" w="3215200">
                  <a:moveTo>
                    <a:pt x="0" y="0"/>
                  </a:moveTo>
                  <a:lnTo>
                    <a:pt x="3215200" y="0"/>
                  </a:lnTo>
                  <a:lnTo>
                    <a:pt x="3215200" y="804000"/>
                  </a:lnTo>
                  <a:lnTo>
                    <a:pt x="0" y="804000"/>
                  </a:lnTo>
                  <a:close/>
                </a:path>
              </a:pathLst>
            </a:custGeom>
            <a:blipFill>
              <a:blip r:embed="rId6">
                <a:alphaModFix amt="0"/>
              </a:blip>
              <a:stretch>
                <a:fillRect l="0" t="-27920" r="0" b="-27920"/>
              </a:stretch>
            </a:blipFill>
          </p:spPr>
        </p:sp>
        <p:sp>
          <p:nvSpPr>
            <p:cNvPr name="TextBox 14" id="14"/>
            <p:cNvSpPr txBox="true"/>
            <p:nvPr/>
          </p:nvSpPr>
          <p:spPr>
            <a:xfrm>
              <a:off x="0" y="-66675"/>
              <a:ext cx="3215196" cy="870674"/>
            </a:xfrm>
            <a:prstGeom prst="rect">
              <a:avLst/>
            </a:prstGeom>
          </p:spPr>
          <p:txBody>
            <a:bodyPr anchor="ctr" rtlCol="false" tIns="0" lIns="0" bIns="0" rIns="0"/>
            <a:lstStyle/>
            <a:p>
              <a:pPr algn="ctr">
                <a:lnSpc>
                  <a:spcPts val="3863"/>
                </a:lnSpc>
              </a:pPr>
              <a:r>
                <a:rPr lang="en-US" b="true" sz="2799" u="sng">
                  <a:solidFill>
                    <a:srgbClr val="869FB2"/>
                  </a:solidFill>
                  <a:latin typeface="Arial Bold"/>
                  <a:ea typeface="Arial Bold"/>
                  <a:cs typeface="Arial Bold"/>
                  <a:sym typeface="Arial Bold"/>
                  <a:hlinkClick r:id="rId9" tooltip="https://storyset.com/bro?utm_source=slidesgo_template&amp;utm_medium=referral-link&amp;utm_campaign=slidesgo_final_slides&amp;utm_term=bro&amp;utm_content=storyset"/>
                </a:rPr>
                <a:t>Bro</a:t>
              </a:r>
            </a:p>
          </p:txBody>
        </p:sp>
      </p:grpSp>
      <p:grpSp>
        <p:nvGrpSpPr>
          <p:cNvPr name="Group 15" id="15"/>
          <p:cNvGrpSpPr/>
          <p:nvPr/>
        </p:nvGrpSpPr>
        <p:grpSpPr>
          <a:xfrm rot="0">
            <a:off x="10890409" y="7887462"/>
            <a:ext cx="2411397" cy="602999"/>
            <a:chOff x="0" y="0"/>
            <a:chExt cx="3215196" cy="803999"/>
          </a:xfrm>
        </p:grpSpPr>
        <p:sp>
          <p:nvSpPr>
            <p:cNvPr name="Freeform 16" id="16"/>
            <p:cNvSpPr/>
            <p:nvPr/>
          </p:nvSpPr>
          <p:spPr>
            <a:xfrm flipH="false" flipV="false" rot="0">
              <a:off x="0" y="0"/>
              <a:ext cx="3215200" cy="804000"/>
            </a:xfrm>
            <a:custGeom>
              <a:avLst/>
              <a:gdLst/>
              <a:ahLst/>
              <a:cxnLst/>
              <a:rect r="r" b="b" t="t" l="l"/>
              <a:pathLst>
                <a:path h="804000" w="3215200">
                  <a:moveTo>
                    <a:pt x="0" y="0"/>
                  </a:moveTo>
                  <a:lnTo>
                    <a:pt x="3215200" y="0"/>
                  </a:lnTo>
                  <a:lnTo>
                    <a:pt x="3215200" y="804000"/>
                  </a:lnTo>
                  <a:lnTo>
                    <a:pt x="0" y="804000"/>
                  </a:lnTo>
                  <a:close/>
                </a:path>
              </a:pathLst>
            </a:custGeom>
            <a:blipFill>
              <a:blip r:embed="rId6">
                <a:alphaModFix amt="0"/>
              </a:blip>
              <a:stretch>
                <a:fillRect l="0" t="-27920" r="0" b="-27920"/>
              </a:stretch>
            </a:blipFill>
          </p:spPr>
        </p:sp>
        <p:sp>
          <p:nvSpPr>
            <p:cNvPr name="TextBox 17" id="17"/>
            <p:cNvSpPr txBox="true"/>
            <p:nvPr/>
          </p:nvSpPr>
          <p:spPr>
            <a:xfrm>
              <a:off x="0" y="-66675"/>
              <a:ext cx="3215196" cy="870674"/>
            </a:xfrm>
            <a:prstGeom prst="rect">
              <a:avLst/>
            </a:prstGeom>
          </p:spPr>
          <p:txBody>
            <a:bodyPr anchor="ctr" rtlCol="false" tIns="0" lIns="0" bIns="0" rIns="0"/>
            <a:lstStyle/>
            <a:p>
              <a:pPr algn="ctr">
                <a:lnSpc>
                  <a:spcPts val="3863"/>
                </a:lnSpc>
              </a:pPr>
              <a:r>
                <a:rPr lang="en-US" b="true" sz="2799" u="sng">
                  <a:solidFill>
                    <a:srgbClr val="869FB2"/>
                  </a:solidFill>
                  <a:latin typeface="Arial Bold"/>
                  <a:ea typeface="Arial Bold"/>
                  <a:cs typeface="Arial Bold"/>
                  <a:sym typeface="Arial Bold"/>
                  <a:hlinkClick r:id="rId10" tooltip="https://storyset.com/rafiki?utm_source=slidesgo_template&amp;utm_medium=referral-link&amp;utm_campaign=slidesgo_final_slides&amp;utm_term=rafiki&amp;utm_content=storyset"/>
                </a:rPr>
                <a:t>Rafiki</a:t>
              </a:r>
            </a:p>
          </p:txBody>
        </p:sp>
      </p:grpSp>
      <p:grpSp>
        <p:nvGrpSpPr>
          <p:cNvPr name="Group 18" id="18"/>
          <p:cNvGrpSpPr/>
          <p:nvPr/>
        </p:nvGrpSpPr>
        <p:grpSpPr>
          <a:xfrm rot="0">
            <a:off x="4752708" y="4962620"/>
            <a:ext cx="2540841" cy="2540870"/>
            <a:chOff x="0" y="0"/>
            <a:chExt cx="3387788" cy="3387827"/>
          </a:xfrm>
        </p:grpSpPr>
        <p:sp>
          <p:nvSpPr>
            <p:cNvPr name="Freeform 19" id="19"/>
            <p:cNvSpPr/>
            <p:nvPr/>
          </p:nvSpPr>
          <p:spPr>
            <a:xfrm flipH="false" flipV="false" rot="0">
              <a:off x="0" y="0"/>
              <a:ext cx="3387725" cy="3387852"/>
            </a:xfrm>
            <a:custGeom>
              <a:avLst/>
              <a:gdLst/>
              <a:ahLst/>
              <a:cxnLst/>
              <a:rect r="r" b="b" t="t" l="l"/>
              <a:pathLst>
                <a:path h="3387852" w="3387725">
                  <a:moveTo>
                    <a:pt x="0" y="0"/>
                  </a:moveTo>
                  <a:lnTo>
                    <a:pt x="3387725" y="0"/>
                  </a:lnTo>
                  <a:lnTo>
                    <a:pt x="3387725" y="3387852"/>
                  </a:lnTo>
                  <a:lnTo>
                    <a:pt x="0" y="3387852"/>
                  </a:lnTo>
                  <a:lnTo>
                    <a:pt x="0" y="0"/>
                  </a:lnTo>
                  <a:close/>
                </a:path>
              </a:pathLst>
            </a:custGeom>
            <a:blipFill>
              <a:blip r:embed="rId11"/>
              <a:stretch>
                <a:fillRect l="0" t="0" r="-2" b="0"/>
              </a:stretch>
            </a:blipFill>
          </p:spPr>
        </p:sp>
      </p:grpSp>
      <p:grpSp>
        <p:nvGrpSpPr>
          <p:cNvPr name="Group 20" id="20"/>
          <p:cNvGrpSpPr/>
          <p:nvPr/>
        </p:nvGrpSpPr>
        <p:grpSpPr>
          <a:xfrm rot="0">
            <a:off x="7632059" y="5035601"/>
            <a:ext cx="2744991" cy="2394899"/>
            <a:chOff x="0" y="0"/>
            <a:chExt cx="3659988" cy="3193199"/>
          </a:xfrm>
        </p:grpSpPr>
        <p:sp>
          <p:nvSpPr>
            <p:cNvPr name="Freeform 21" id="21"/>
            <p:cNvSpPr/>
            <p:nvPr/>
          </p:nvSpPr>
          <p:spPr>
            <a:xfrm flipH="false" flipV="false" rot="0">
              <a:off x="0" y="0"/>
              <a:ext cx="3660013" cy="3193161"/>
            </a:xfrm>
            <a:custGeom>
              <a:avLst/>
              <a:gdLst/>
              <a:ahLst/>
              <a:cxnLst/>
              <a:rect r="r" b="b" t="t" l="l"/>
              <a:pathLst>
                <a:path h="3193161" w="3660013">
                  <a:moveTo>
                    <a:pt x="0" y="0"/>
                  </a:moveTo>
                  <a:lnTo>
                    <a:pt x="3660013" y="0"/>
                  </a:lnTo>
                  <a:lnTo>
                    <a:pt x="3660013" y="3193161"/>
                  </a:lnTo>
                  <a:lnTo>
                    <a:pt x="0" y="3193161"/>
                  </a:lnTo>
                  <a:lnTo>
                    <a:pt x="0" y="0"/>
                  </a:lnTo>
                  <a:close/>
                </a:path>
              </a:pathLst>
            </a:custGeom>
            <a:blipFill>
              <a:blip r:embed="rId12"/>
              <a:stretch>
                <a:fillRect l="0" t="-7310" r="-1" b="-7311"/>
              </a:stretch>
            </a:blipFill>
          </p:spPr>
        </p:sp>
      </p:grpSp>
      <p:grpSp>
        <p:nvGrpSpPr>
          <p:cNvPr name="Group 22" id="22"/>
          <p:cNvGrpSpPr/>
          <p:nvPr/>
        </p:nvGrpSpPr>
        <p:grpSpPr>
          <a:xfrm rot="0">
            <a:off x="10613498" y="5114658"/>
            <a:ext cx="2744953" cy="2236784"/>
            <a:chOff x="0" y="0"/>
            <a:chExt cx="3659937" cy="2982379"/>
          </a:xfrm>
        </p:grpSpPr>
        <p:sp>
          <p:nvSpPr>
            <p:cNvPr name="Freeform 23" id="23"/>
            <p:cNvSpPr/>
            <p:nvPr/>
          </p:nvSpPr>
          <p:spPr>
            <a:xfrm flipH="false" flipV="false" rot="0">
              <a:off x="0" y="0"/>
              <a:ext cx="3659886" cy="2982341"/>
            </a:xfrm>
            <a:custGeom>
              <a:avLst/>
              <a:gdLst/>
              <a:ahLst/>
              <a:cxnLst/>
              <a:rect r="r" b="b" t="t" l="l"/>
              <a:pathLst>
                <a:path h="2982341" w="3659886">
                  <a:moveTo>
                    <a:pt x="0" y="0"/>
                  </a:moveTo>
                  <a:lnTo>
                    <a:pt x="3659886" y="0"/>
                  </a:lnTo>
                  <a:lnTo>
                    <a:pt x="3659886" y="2982341"/>
                  </a:lnTo>
                  <a:lnTo>
                    <a:pt x="0" y="2982341"/>
                  </a:lnTo>
                  <a:lnTo>
                    <a:pt x="0" y="0"/>
                  </a:lnTo>
                  <a:close/>
                </a:path>
              </a:pathLst>
            </a:custGeom>
            <a:blipFill>
              <a:blip r:embed="rId13"/>
              <a:stretch>
                <a:fillRect l="0" t="-11360" r="-2" b="-11361"/>
              </a:stretch>
            </a:blipFill>
          </p:spPr>
        </p:sp>
      </p:grpSp>
      <p:grpSp>
        <p:nvGrpSpPr>
          <p:cNvPr name="Group 24" id="24"/>
          <p:cNvGrpSpPr/>
          <p:nvPr/>
        </p:nvGrpSpPr>
        <p:grpSpPr>
          <a:xfrm rot="0">
            <a:off x="13435470" y="5035591"/>
            <a:ext cx="3405730" cy="2394918"/>
            <a:chOff x="0" y="0"/>
            <a:chExt cx="4540974" cy="3193224"/>
          </a:xfrm>
        </p:grpSpPr>
        <p:sp>
          <p:nvSpPr>
            <p:cNvPr name="Freeform 25" id="25"/>
            <p:cNvSpPr/>
            <p:nvPr/>
          </p:nvSpPr>
          <p:spPr>
            <a:xfrm flipH="false" flipV="false" rot="0">
              <a:off x="0" y="0"/>
              <a:ext cx="4541012" cy="3193288"/>
            </a:xfrm>
            <a:custGeom>
              <a:avLst/>
              <a:gdLst/>
              <a:ahLst/>
              <a:cxnLst/>
              <a:rect r="r" b="b" t="t" l="l"/>
              <a:pathLst>
                <a:path h="3193288" w="4541012">
                  <a:moveTo>
                    <a:pt x="0" y="0"/>
                  </a:moveTo>
                  <a:lnTo>
                    <a:pt x="4541012" y="0"/>
                  </a:lnTo>
                  <a:lnTo>
                    <a:pt x="4541012" y="3193288"/>
                  </a:lnTo>
                  <a:lnTo>
                    <a:pt x="0" y="3193288"/>
                  </a:lnTo>
                  <a:lnTo>
                    <a:pt x="0" y="0"/>
                  </a:lnTo>
                  <a:close/>
                </a:path>
              </a:pathLst>
            </a:custGeom>
            <a:blipFill>
              <a:blip r:embed="rId14"/>
              <a:stretch>
                <a:fillRect l="0" t="-21099" r="-1" b="-21107"/>
              </a:stretch>
            </a:blipFill>
          </p:spPr>
        </p:sp>
      </p:grpSp>
      <p:grpSp>
        <p:nvGrpSpPr>
          <p:cNvPr name="Group 26" id="26"/>
          <p:cNvGrpSpPr/>
          <p:nvPr/>
        </p:nvGrpSpPr>
        <p:grpSpPr>
          <a:xfrm rot="0">
            <a:off x="13932637" y="7887462"/>
            <a:ext cx="2411397" cy="602999"/>
            <a:chOff x="0" y="0"/>
            <a:chExt cx="3215196" cy="803999"/>
          </a:xfrm>
        </p:grpSpPr>
        <p:sp>
          <p:nvSpPr>
            <p:cNvPr name="Freeform 27" id="27"/>
            <p:cNvSpPr/>
            <p:nvPr/>
          </p:nvSpPr>
          <p:spPr>
            <a:xfrm flipH="false" flipV="false" rot="0">
              <a:off x="0" y="0"/>
              <a:ext cx="3215200" cy="804000"/>
            </a:xfrm>
            <a:custGeom>
              <a:avLst/>
              <a:gdLst/>
              <a:ahLst/>
              <a:cxnLst/>
              <a:rect r="r" b="b" t="t" l="l"/>
              <a:pathLst>
                <a:path h="804000" w="3215200">
                  <a:moveTo>
                    <a:pt x="0" y="0"/>
                  </a:moveTo>
                  <a:lnTo>
                    <a:pt x="3215200" y="0"/>
                  </a:lnTo>
                  <a:lnTo>
                    <a:pt x="3215200" y="804000"/>
                  </a:lnTo>
                  <a:lnTo>
                    <a:pt x="0" y="804000"/>
                  </a:lnTo>
                  <a:close/>
                </a:path>
              </a:pathLst>
            </a:custGeom>
            <a:blipFill>
              <a:blip r:embed="rId6">
                <a:alphaModFix amt="0"/>
              </a:blip>
              <a:stretch>
                <a:fillRect l="0" t="-27920" r="0" b="-27920"/>
              </a:stretch>
            </a:blipFill>
          </p:spPr>
        </p:sp>
        <p:sp>
          <p:nvSpPr>
            <p:cNvPr name="TextBox 28" id="28"/>
            <p:cNvSpPr txBox="true"/>
            <p:nvPr/>
          </p:nvSpPr>
          <p:spPr>
            <a:xfrm>
              <a:off x="0" y="-66675"/>
              <a:ext cx="3215196" cy="870674"/>
            </a:xfrm>
            <a:prstGeom prst="rect">
              <a:avLst/>
            </a:prstGeom>
          </p:spPr>
          <p:txBody>
            <a:bodyPr anchor="ctr" rtlCol="false" tIns="0" lIns="0" bIns="0" rIns="0"/>
            <a:lstStyle/>
            <a:p>
              <a:pPr algn="ctr">
                <a:lnSpc>
                  <a:spcPts val="3863"/>
                </a:lnSpc>
              </a:pPr>
              <a:r>
                <a:rPr lang="en-US" b="true" sz="2799" u="sng">
                  <a:solidFill>
                    <a:srgbClr val="869FB2"/>
                  </a:solidFill>
                  <a:latin typeface="Arial Bold"/>
                  <a:ea typeface="Arial Bold"/>
                  <a:cs typeface="Arial Bold"/>
                  <a:sym typeface="Arial Bold"/>
                  <a:hlinkClick r:id="rId15" tooltip="https://storyset.com/cuate?utm_source=slidesgo_template&amp;utm_medium=referral-link&amp;utm_campaign=slidesgo_final_slides&amp;utm_term=cuate&amp;utm_content=storyset"/>
                </a:rPr>
                <a:t>Cuate</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829" y="2448373"/>
            <a:ext cx="15238352" cy="1364399"/>
          </a:xfrm>
          <a:prstGeom prst="rect">
            <a:avLst/>
          </a:prstGeom>
        </p:spPr>
        <p:txBody>
          <a:bodyPr anchor="t" rtlCol="false" tIns="0" lIns="0" bIns="0" rIns="0">
            <a:spAutoFit/>
          </a:bodyPr>
          <a:lstStyle/>
          <a:p>
            <a:pPr algn="ctr">
              <a:lnSpc>
                <a:spcPts val="2640"/>
              </a:lnSpc>
            </a:pPr>
            <a:r>
              <a:rPr lang="en-US" sz="2200">
                <a:solidFill>
                  <a:srgbClr val="FFFFFF"/>
                </a:solidFill>
                <a:latin typeface="Arial"/>
                <a:ea typeface="Arial"/>
                <a:cs typeface="Arial"/>
                <a:sym typeface="Arial"/>
              </a:rPr>
              <a:t>You can easily </a:t>
            </a:r>
            <a:r>
              <a:rPr lang="en-US" b="true" sz="2200">
                <a:solidFill>
                  <a:srgbClr val="869FB2"/>
                </a:solidFill>
                <a:latin typeface="Arial Bold"/>
                <a:ea typeface="Arial Bold"/>
                <a:cs typeface="Arial Bold"/>
                <a:sym typeface="Arial Bold"/>
              </a:rPr>
              <a:t>resize </a:t>
            </a:r>
            <a:r>
              <a:rPr lang="en-US" sz="2200">
                <a:solidFill>
                  <a:srgbClr val="FFFFFF"/>
                </a:solidFill>
                <a:latin typeface="Arial"/>
                <a:ea typeface="Arial"/>
                <a:cs typeface="Arial"/>
                <a:sym typeface="Arial"/>
              </a:rPr>
              <a:t>these resources without losing quality. To </a:t>
            </a:r>
            <a:r>
              <a:rPr lang="en-US" b="true" sz="2200">
                <a:solidFill>
                  <a:srgbClr val="869FB2"/>
                </a:solidFill>
                <a:latin typeface="Arial Bold"/>
                <a:ea typeface="Arial Bold"/>
                <a:cs typeface="Arial Bold"/>
                <a:sym typeface="Arial Bold"/>
              </a:rPr>
              <a:t>change the color</a:t>
            </a:r>
            <a:r>
              <a:rPr lang="en-US" sz="2200">
                <a:solidFill>
                  <a:srgbClr val="FFFFFF"/>
                </a:solidFill>
                <a:latin typeface="Arial"/>
                <a:ea typeface="Arial"/>
                <a:cs typeface="Arial"/>
                <a:sym typeface="Arial"/>
              </a:rPr>
              <a:t>, just ungroup the resource and click on the object you want to change. Then, click on the paint bucket and select the color you want. Group the resource again when you’re done. You can also look for more </a:t>
            </a:r>
            <a:r>
              <a:rPr lang="en-US" b="true" sz="2200" u="sng">
                <a:solidFill>
                  <a:srgbClr val="869FB2"/>
                </a:solidFill>
                <a:latin typeface="Arial Bold"/>
                <a:ea typeface="Arial Bold"/>
                <a:cs typeface="Arial Bold"/>
                <a:sym typeface="Arial Bold"/>
                <a:hlinkClick r:id="rId3" tooltip="https://bit.ly/2ZjL1pd"/>
              </a:rPr>
              <a:t>infographics</a:t>
            </a:r>
            <a:r>
              <a:rPr lang="en-US" b="true" sz="2200">
                <a:solidFill>
                  <a:srgbClr val="869FB2"/>
                </a:solidFill>
                <a:latin typeface="Arial Bold"/>
                <a:ea typeface="Arial Bold"/>
                <a:cs typeface="Arial Bold"/>
                <a:sym typeface="Arial Bold"/>
              </a:rPr>
              <a:t> </a:t>
            </a:r>
            <a:r>
              <a:rPr lang="en-US" sz="2200">
                <a:solidFill>
                  <a:srgbClr val="FFFFFF"/>
                </a:solidFill>
                <a:latin typeface="Arial"/>
                <a:ea typeface="Arial"/>
                <a:cs typeface="Arial"/>
                <a:sym typeface="Arial"/>
              </a:rPr>
              <a:t>on Slidesgo.</a:t>
            </a:r>
          </a:p>
        </p:txBody>
      </p:sp>
      <p:sp>
        <p:nvSpPr>
          <p:cNvPr name="Freeform 3" id="3"/>
          <p:cNvSpPr/>
          <p:nvPr/>
        </p:nvSpPr>
        <p:spPr>
          <a:xfrm flipH="false" flipV="false" rot="0">
            <a:off x="10159860" y="6096057"/>
            <a:ext cx="1099423" cy="1253423"/>
          </a:xfrm>
          <a:custGeom>
            <a:avLst/>
            <a:gdLst/>
            <a:ahLst/>
            <a:cxnLst/>
            <a:rect r="r" b="b" t="t" l="l"/>
            <a:pathLst>
              <a:path h="1253423" w="1099423">
                <a:moveTo>
                  <a:pt x="0" y="0"/>
                </a:moveTo>
                <a:lnTo>
                  <a:pt x="1099423" y="0"/>
                </a:lnTo>
                <a:lnTo>
                  <a:pt x="1099423" y="1253423"/>
                </a:lnTo>
                <a:lnTo>
                  <a:pt x="0" y="12534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387176" y="4553264"/>
            <a:ext cx="1262148" cy="1264901"/>
          </a:xfrm>
          <a:custGeom>
            <a:avLst/>
            <a:gdLst/>
            <a:ahLst/>
            <a:cxnLst/>
            <a:rect r="r" b="b" t="t" l="l"/>
            <a:pathLst>
              <a:path h="1264901" w="1262148">
                <a:moveTo>
                  <a:pt x="0" y="0"/>
                </a:moveTo>
                <a:lnTo>
                  <a:pt x="1262148" y="0"/>
                </a:lnTo>
                <a:lnTo>
                  <a:pt x="1262148" y="1264901"/>
                </a:lnTo>
                <a:lnTo>
                  <a:pt x="0" y="1264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639904" y="4562275"/>
            <a:ext cx="1315984" cy="1218581"/>
          </a:xfrm>
          <a:custGeom>
            <a:avLst/>
            <a:gdLst/>
            <a:ahLst/>
            <a:cxnLst/>
            <a:rect r="r" b="b" t="t" l="l"/>
            <a:pathLst>
              <a:path h="1218581" w="1315984">
                <a:moveTo>
                  <a:pt x="0" y="0"/>
                </a:moveTo>
                <a:lnTo>
                  <a:pt x="1315983" y="0"/>
                </a:lnTo>
                <a:lnTo>
                  <a:pt x="1315983" y="1218581"/>
                </a:lnTo>
                <a:lnTo>
                  <a:pt x="0" y="12185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358867" y="6081998"/>
            <a:ext cx="1318755" cy="1281532"/>
          </a:xfrm>
          <a:custGeom>
            <a:avLst/>
            <a:gdLst/>
            <a:ahLst/>
            <a:cxnLst/>
            <a:rect r="r" b="b" t="t" l="l"/>
            <a:pathLst>
              <a:path h="1281532" w="1318755">
                <a:moveTo>
                  <a:pt x="0" y="0"/>
                </a:moveTo>
                <a:lnTo>
                  <a:pt x="1318756" y="0"/>
                </a:lnTo>
                <a:lnTo>
                  <a:pt x="1318756" y="1281532"/>
                </a:lnTo>
                <a:lnTo>
                  <a:pt x="0" y="12815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2628426" y="6142377"/>
            <a:ext cx="1330633" cy="1160774"/>
          </a:xfrm>
          <a:custGeom>
            <a:avLst/>
            <a:gdLst/>
            <a:ahLst/>
            <a:cxnLst/>
            <a:rect r="r" b="b" t="t" l="l"/>
            <a:pathLst>
              <a:path h="1160774" w="1330633">
                <a:moveTo>
                  <a:pt x="0" y="0"/>
                </a:moveTo>
                <a:lnTo>
                  <a:pt x="1330633" y="0"/>
                </a:lnTo>
                <a:lnTo>
                  <a:pt x="1330633" y="1160774"/>
                </a:lnTo>
                <a:lnTo>
                  <a:pt x="0" y="116077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1378860" y="7576585"/>
            <a:ext cx="1278769" cy="1285094"/>
          </a:xfrm>
          <a:custGeom>
            <a:avLst/>
            <a:gdLst/>
            <a:ahLst/>
            <a:cxnLst/>
            <a:rect r="r" b="b" t="t" l="l"/>
            <a:pathLst>
              <a:path h="1285094" w="1278769">
                <a:moveTo>
                  <a:pt x="0" y="0"/>
                </a:moveTo>
                <a:lnTo>
                  <a:pt x="1278770" y="0"/>
                </a:lnTo>
                <a:lnTo>
                  <a:pt x="1278770" y="1285094"/>
                </a:lnTo>
                <a:lnTo>
                  <a:pt x="0" y="12850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0005851" y="7583500"/>
            <a:ext cx="1407443" cy="1327852"/>
          </a:xfrm>
          <a:custGeom>
            <a:avLst/>
            <a:gdLst/>
            <a:ahLst/>
            <a:cxnLst/>
            <a:rect r="r" b="b" t="t" l="l"/>
            <a:pathLst>
              <a:path h="1327852" w="1407443">
                <a:moveTo>
                  <a:pt x="0" y="0"/>
                </a:moveTo>
                <a:lnTo>
                  <a:pt x="1407442" y="0"/>
                </a:lnTo>
                <a:lnTo>
                  <a:pt x="1407442" y="1327852"/>
                </a:lnTo>
                <a:lnTo>
                  <a:pt x="0" y="13278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2696920" y="7552639"/>
            <a:ext cx="1264920" cy="1276379"/>
          </a:xfrm>
          <a:custGeom>
            <a:avLst/>
            <a:gdLst/>
            <a:ahLst/>
            <a:cxnLst/>
            <a:rect r="r" b="b" t="t" l="l"/>
            <a:pathLst>
              <a:path h="1276379" w="1264920">
                <a:moveTo>
                  <a:pt x="0" y="0"/>
                </a:moveTo>
                <a:lnTo>
                  <a:pt x="1264920" y="0"/>
                </a:lnTo>
                <a:lnTo>
                  <a:pt x="1264920" y="1276379"/>
                </a:lnTo>
                <a:lnTo>
                  <a:pt x="0" y="127637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8835371" y="4669746"/>
            <a:ext cx="1060237" cy="1060237"/>
          </a:xfrm>
          <a:custGeom>
            <a:avLst/>
            <a:gdLst/>
            <a:ahLst/>
            <a:cxnLst/>
            <a:rect r="r" b="b" t="t" l="l"/>
            <a:pathLst>
              <a:path h="1060237" w="1060237">
                <a:moveTo>
                  <a:pt x="0" y="0"/>
                </a:moveTo>
                <a:lnTo>
                  <a:pt x="1060237" y="0"/>
                </a:lnTo>
                <a:lnTo>
                  <a:pt x="1060237" y="1060237"/>
                </a:lnTo>
                <a:lnTo>
                  <a:pt x="0" y="106023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7369493" y="4669936"/>
            <a:ext cx="1198340" cy="1059847"/>
          </a:xfrm>
          <a:custGeom>
            <a:avLst/>
            <a:gdLst/>
            <a:ahLst/>
            <a:cxnLst/>
            <a:rect r="r" b="b" t="t" l="l"/>
            <a:pathLst>
              <a:path h="1059847" w="1198340">
                <a:moveTo>
                  <a:pt x="0" y="0"/>
                </a:moveTo>
                <a:lnTo>
                  <a:pt x="1198340" y="0"/>
                </a:lnTo>
                <a:lnTo>
                  <a:pt x="1198340" y="1059847"/>
                </a:lnTo>
                <a:lnTo>
                  <a:pt x="0" y="105984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7415536" y="6192612"/>
            <a:ext cx="1106253" cy="1060294"/>
          </a:xfrm>
          <a:custGeom>
            <a:avLst/>
            <a:gdLst/>
            <a:ahLst/>
            <a:cxnLst/>
            <a:rect r="r" b="b" t="t" l="l"/>
            <a:pathLst>
              <a:path h="1060294" w="1106253">
                <a:moveTo>
                  <a:pt x="0" y="0"/>
                </a:moveTo>
                <a:lnTo>
                  <a:pt x="1106253" y="0"/>
                </a:lnTo>
                <a:lnTo>
                  <a:pt x="1106253" y="1060294"/>
                </a:lnTo>
                <a:lnTo>
                  <a:pt x="0" y="106029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8817121" y="6192536"/>
            <a:ext cx="1096728" cy="1060466"/>
          </a:xfrm>
          <a:custGeom>
            <a:avLst/>
            <a:gdLst/>
            <a:ahLst/>
            <a:cxnLst/>
            <a:rect r="r" b="b" t="t" l="l"/>
            <a:pathLst>
              <a:path h="1060466" w="1096728">
                <a:moveTo>
                  <a:pt x="0" y="0"/>
                </a:moveTo>
                <a:lnTo>
                  <a:pt x="1096728" y="0"/>
                </a:lnTo>
                <a:lnTo>
                  <a:pt x="1096728" y="1060466"/>
                </a:lnTo>
                <a:lnTo>
                  <a:pt x="0" y="1060466"/>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3890362" y="6879269"/>
            <a:ext cx="1956730" cy="293827"/>
          </a:xfrm>
          <a:custGeom>
            <a:avLst/>
            <a:gdLst/>
            <a:ahLst/>
            <a:cxnLst/>
            <a:rect r="r" b="b" t="t" l="l"/>
            <a:pathLst>
              <a:path h="293827" w="1956730">
                <a:moveTo>
                  <a:pt x="0" y="0"/>
                </a:moveTo>
                <a:lnTo>
                  <a:pt x="1956731" y="0"/>
                </a:lnTo>
                <a:lnTo>
                  <a:pt x="1956731" y="293828"/>
                </a:lnTo>
                <a:lnTo>
                  <a:pt x="0" y="29382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3889153" y="6067930"/>
            <a:ext cx="1948758" cy="606790"/>
          </a:xfrm>
          <a:custGeom>
            <a:avLst/>
            <a:gdLst/>
            <a:ahLst/>
            <a:cxnLst/>
            <a:rect r="r" b="b" t="t" l="l"/>
            <a:pathLst>
              <a:path h="606790" w="1948758">
                <a:moveTo>
                  <a:pt x="0" y="0"/>
                </a:moveTo>
                <a:lnTo>
                  <a:pt x="1948758" y="0"/>
                </a:lnTo>
                <a:lnTo>
                  <a:pt x="1948758" y="606790"/>
                </a:lnTo>
                <a:lnTo>
                  <a:pt x="0" y="60679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910458" y="6580889"/>
            <a:ext cx="1642843" cy="524989"/>
          </a:xfrm>
          <a:custGeom>
            <a:avLst/>
            <a:gdLst/>
            <a:ahLst/>
            <a:cxnLst/>
            <a:rect r="r" b="b" t="t" l="l"/>
            <a:pathLst>
              <a:path h="524989" w="1642843">
                <a:moveTo>
                  <a:pt x="0" y="0"/>
                </a:moveTo>
                <a:lnTo>
                  <a:pt x="1642843" y="0"/>
                </a:lnTo>
                <a:lnTo>
                  <a:pt x="1642843" y="524990"/>
                </a:lnTo>
                <a:lnTo>
                  <a:pt x="0" y="52499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3891077" y="5406314"/>
            <a:ext cx="1954921" cy="457067"/>
          </a:xfrm>
          <a:custGeom>
            <a:avLst/>
            <a:gdLst/>
            <a:ahLst/>
            <a:cxnLst/>
            <a:rect r="r" b="b" t="t" l="l"/>
            <a:pathLst>
              <a:path h="457067" w="1954921">
                <a:moveTo>
                  <a:pt x="0" y="0"/>
                </a:moveTo>
                <a:lnTo>
                  <a:pt x="1954920" y="0"/>
                </a:lnTo>
                <a:lnTo>
                  <a:pt x="1954920" y="457066"/>
                </a:lnTo>
                <a:lnTo>
                  <a:pt x="0" y="457066"/>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1907343" y="6018657"/>
            <a:ext cx="1640291" cy="405013"/>
          </a:xfrm>
          <a:custGeom>
            <a:avLst/>
            <a:gdLst/>
            <a:ahLst/>
            <a:cxnLst/>
            <a:rect r="r" b="b" t="t" l="l"/>
            <a:pathLst>
              <a:path h="405013" w="1640291">
                <a:moveTo>
                  <a:pt x="0" y="0"/>
                </a:moveTo>
                <a:lnTo>
                  <a:pt x="1640291" y="0"/>
                </a:lnTo>
                <a:lnTo>
                  <a:pt x="1640291" y="405013"/>
                </a:lnTo>
                <a:lnTo>
                  <a:pt x="0" y="405013"/>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1911239" y="4663716"/>
            <a:ext cx="3932625" cy="428892"/>
          </a:xfrm>
          <a:custGeom>
            <a:avLst/>
            <a:gdLst/>
            <a:ahLst/>
            <a:cxnLst/>
            <a:rect r="r" b="b" t="t" l="l"/>
            <a:pathLst>
              <a:path h="428892" w="3932625">
                <a:moveTo>
                  <a:pt x="0" y="0"/>
                </a:moveTo>
                <a:lnTo>
                  <a:pt x="3932625" y="0"/>
                </a:lnTo>
                <a:lnTo>
                  <a:pt x="3932625" y="428892"/>
                </a:lnTo>
                <a:lnTo>
                  <a:pt x="0" y="428892"/>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3891848" y="7889919"/>
            <a:ext cx="1916144" cy="328974"/>
          </a:xfrm>
          <a:custGeom>
            <a:avLst/>
            <a:gdLst/>
            <a:ahLst/>
            <a:cxnLst/>
            <a:rect r="r" b="b" t="t" l="l"/>
            <a:pathLst>
              <a:path h="328974" w="1916144">
                <a:moveTo>
                  <a:pt x="0" y="0"/>
                </a:moveTo>
                <a:lnTo>
                  <a:pt x="1916145" y="0"/>
                </a:lnTo>
                <a:lnTo>
                  <a:pt x="1916145" y="328975"/>
                </a:lnTo>
                <a:lnTo>
                  <a:pt x="0" y="328975"/>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3890477" y="7380589"/>
            <a:ext cx="1950310" cy="300828"/>
          </a:xfrm>
          <a:custGeom>
            <a:avLst/>
            <a:gdLst/>
            <a:ahLst/>
            <a:cxnLst/>
            <a:rect r="r" b="b" t="t" l="l"/>
            <a:pathLst>
              <a:path h="300828" w="1950310">
                <a:moveTo>
                  <a:pt x="0" y="0"/>
                </a:moveTo>
                <a:lnTo>
                  <a:pt x="1950310" y="0"/>
                </a:lnTo>
                <a:lnTo>
                  <a:pt x="1950310" y="300828"/>
                </a:lnTo>
                <a:lnTo>
                  <a:pt x="0" y="300828"/>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grpSp>
        <p:nvGrpSpPr>
          <p:cNvPr name="Group 23" id="23"/>
          <p:cNvGrpSpPr/>
          <p:nvPr/>
        </p:nvGrpSpPr>
        <p:grpSpPr>
          <a:xfrm rot="0">
            <a:off x="3893849" y="8429158"/>
            <a:ext cx="1939652" cy="325050"/>
            <a:chOff x="0" y="0"/>
            <a:chExt cx="2586203" cy="433400"/>
          </a:xfrm>
        </p:grpSpPr>
        <p:sp>
          <p:nvSpPr>
            <p:cNvPr name="Freeform 24" id="24" descr="Timeline background shape"/>
            <p:cNvSpPr/>
            <p:nvPr/>
          </p:nvSpPr>
          <p:spPr>
            <a:xfrm flipH="false" flipV="false" rot="0">
              <a:off x="0" y="0"/>
              <a:ext cx="2586101" cy="433324"/>
            </a:xfrm>
            <a:custGeom>
              <a:avLst/>
              <a:gdLst/>
              <a:ahLst/>
              <a:cxnLst/>
              <a:rect r="r" b="b" t="t" l="l"/>
              <a:pathLst>
                <a:path h="433324" w="2586101">
                  <a:moveTo>
                    <a:pt x="0" y="0"/>
                  </a:moveTo>
                  <a:lnTo>
                    <a:pt x="2369439" y="0"/>
                  </a:lnTo>
                  <a:lnTo>
                    <a:pt x="2586101" y="216662"/>
                  </a:lnTo>
                  <a:lnTo>
                    <a:pt x="2369439" y="433324"/>
                  </a:lnTo>
                  <a:lnTo>
                    <a:pt x="0" y="433324"/>
                  </a:lnTo>
                  <a:close/>
                </a:path>
              </a:pathLst>
            </a:custGeom>
            <a:blipFill>
              <a:blip r:embed="rId44">
                <a:alphaModFix amt="0"/>
              </a:blip>
              <a:stretch>
                <a:fillRect l="0" t="-66283" r="-3" b="-66301"/>
              </a:stretch>
            </a:blipFill>
            <a:ln w="19050" cap="sq">
              <a:solidFill>
                <a:srgbClr val="667E92"/>
              </a:solidFill>
              <a:prstDash val="solid"/>
              <a:miter/>
            </a:ln>
          </p:spPr>
        </p:sp>
      </p:grpSp>
      <p:sp>
        <p:nvSpPr>
          <p:cNvPr name="Freeform 25" id="25"/>
          <p:cNvSpPr/>
          <p:nvPr/>
        </p:nvSpPr>
        <p:spPr>
          <a:xfrm flipH="false" flipV="false" rot="0">
            <a:off x="1892979" y="7232523"/>
            <a:ext cx="1669037" cy="939336"/>
          </a:xfrm>
          <a:custGeom>
            <a:avLst/>
            <a:gdLst/>
            <a:ahLst/>
            <a:cxnLst/>
            <a:rect r="r" b="b" t="t" l="l"/>
            <a:pathLst>
              <a:path h="939336" w="1669037">
                <a:moveTo>
                  <a:pt x="0" y="0"/>
                </a:moveTo>
                <a:lnTo>
                  <a:pt x="1669038" y="0"/>
                </a:lnTo>
                <a:lnTo>
                  <a:pt x="1669038" y="939336"/>
                </a:lnTo>
                <a:lnTo>
                  <a:pt x="0" y="939336"/>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6" id="26"/>
          <p:cNvSpPr/>
          <p:nvPr/>
        </p:nvSpPr>
        <p:spPr>
          <a:xfrm flipH="false" flipV="false" rot="0">
            <a:off x="6107440" y="4672184"/>
            <a:ext cx="1055360" cy="1055360"/>
          </a:xfrm>
          <a:custGeom>
            <a:avLst/>
            <a:gdLst/>
            <a:ahLst/>
            <a:cxnLst/>
            <a:rect r="r" b="b" t="t" l="l"/>
            <a:pathLst>
              <a:path h="1055360" w="1055360">
                <a:moveTo>
                  <a:pt x="0" y="0"/>
                </a:moveTo>
                <a:lnTo>
                  <a:pt x="1055360" y="0"/>
                </a:lnTo>
                <a:lnTo>
                  <a:pt x="1055360" y="1055360"/>
                </a:lnTo>
                <a:lnTo>
                  <a:pt x="0" y="1055360"/>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7" id="27"/>
          <p:cNvSpPr/>
          <p:nvPr/>
        </p:nvSpPr>
        <p:spPr>
          <a:xfrm flipH="false" flipV="false" rot="0">
            <a:off x="6096181" y="6183820"/>
            <a:ext cx="1077887" cy="1077887"/>
          </a:xfrm>
          <a:custGeom>
            <a:avLst/>
            <a:gdLst/>
            <a:ahLst/>
            <a:cxnLst/>
            <a:rect r="r" b="b" t="t" l="l"/>
            <a:pathLst>
              <a:path h="1077887" w="1077887">
                <a:moveTo>
                  <a:pt x="0" y="0"/>
                </a:moveTo>
                <a:lnTo>
                  <a:pt x="1077887" y="0"/>
                </a:lnTo>
                <a:lnTo>
                  <a:pt x="1077887" y="1077888"/>
                </a:lnTo>
                <a:lnTo>
                  <a:pt x="0" y="1077888"/>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8" id="28"/>
          <p:cNvSpPr/>
          <p:nvPr/>
        </p:nvSpPr>
        <p:spPr>
          <a:xfrm flipH="false" flipV="false" rot="0">
            <a:off x="5953049" y="7545086"/>
            <a:ext cx="1364132" cy="1364132"/>
          </a:xfrm>
          <a:custGeom>
            <a:avLst/>
            <a:gdLst/>
            <a:ahLst/>
            <a:cxnLst/>
            <a:rect r="r" b="b" t="t" l="l"/>
            <a:pathLst>
              <a:path h="1364132" w="1364132">
                <a:moveTo>
                  <a:pt x="0" y="0"/>
                </a:moveTo>
                <a:lnTo>
                  <a:pt x="1364132" y="0"/>
                </a:lnTo>
                <a:lnTo>
                  <a:pt x="1364132" y="1364132"/>
                </a:lnTo>
                <a:lnTo>
                  <a:pt x="0" y="1364132"/>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9" id="29"/>
          <p:cNvSpPr/>
          <p:nvPr/>
        </p:nvSpPr>
        <p:spPr>
          <a:xfrm flipH="false" flipV="false" rot="0">
            <a:off x="8873490" y="7731909"/>
            <a:ext cx="1024423" cy="1021128"/>
          </a:xfrm>
          <a:custGeom>
            <a:avLst/>
            <a:gdLst/>
            <a:ahLst/>
            <a:cxnLst/>
            <a:rect r="r" b="b" t="t" l="l"/>
            <a:pathLst>
              <a:path h="1021128" w="1024423">
                <a:moveTo>
                  <a:pt x="0" y="0"/>
                </a:moveTo>
                <a:lnTo>
                  <a:pt x="1024423" y="0"/>
                </a:lnTo>
                <a:lnTo>
                  <a:pt x="1024423" y="1021128"/>
                </a:lnTo>
                <a:lnTo>
                  <a:pt x="0" y="1021128"/>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30" id="30"/>
          <p:cNvSpPr/>
          <p:nvPr/>
        </p:nvSpPr>
        <p:spPr>
          <a:xfrm flipH="false" flipV="false" rot="0">
            <a:off x="10095243" y="4587697"/>
            <a:ext cx="1155516" cy="1224334"/>
          </a:xfrm>
          <a:custGeom>
            <a:avLst/>
            <a:gdLst/>
            <a:ahLst/>
            <a:cxnLst/>
            <a:rect r="r" b="b" t="t" l="l"/>
            <a:pathLst>
              <a:path h="1224334" w="1155516">
                <a:moveTo>
                  <a:pt x="0" y="0"/>
                </a:moveTo>
                <a:lnTo>
                  <a:pt x="1155516" y="0"/>
                </a:lnTo>
                <a:lnTo>
                  <a:pt x="1155516" y="1224334"/>
                </a:lnTo>
                <a:lnTo>
                  <a:pt x="0" y="1224334"/>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31" id="31"/>
          <p:cNvSpPr/>
          <p:nvPr/>
        </p:nvSpPr>
        <p:spPr>
          <a:xfrm flipH="false" flipV="false" rot="0">
            <a:off x="7445283" y="7701324"/>
            <a:ext cx="1035910" cy="1035577"/>
          </a:xfrm>
          <a:custGeom>
            <a:avLst/>
            <a:gdLst/>
            <a:ahLst/>
            <a:cxnLst/>
            <a:rect r="r" b="b" t="t" l="l"/>
            <a:pathLst>
              <a:path h="1035577" w="1035910">
                <a:moveTo>
                  <a:pt x="0" y="0"/>
                </a:moveTo>
                <a:lnTo>
                  <a:pt x="1035910" y="0"/>
                </a:lnTo>
                <a:lnTo>
                  <a:pt x="1035910" y="1035578"/>
                </a:lnTo>
                <a:lnTo>
                  <a:pt x="0" y="1035578"/>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2" id="32"/>
          <p:cNvSpPr/>
          <p:nvPr/>
        </p:nvSpPr>
        <p:spPr>
          <a:xfrm flipH="false" flipV="false" rot="0">
            <a:off x="1909810" y="8329889"/>
            <a:ext cx="1635176" cy="418405"/>
          </a:xfrm>
          <a:custGeom>
            <a:avLst/>
            <a:gdLst/>
            <a:ahLst/>
            <a:cxnLst/>
            <a:rect r="r" b="b" t="t" l="l"/>
            <a:pathLst>
              <a:path h="418405" w="1635176">
                <a:moveTo>
                  <a:pt x="0" y="0"/>
                </a:moveTo>
                <a:lnTo>
                  <a:pt x="1635176" y="0"/>
                </a:lnTo>
                <a:lnTo>
                  <a:pt x="1635176" y="418404"/>
                </a:lnTo>
                <a:lnTo>
                  <a:pt x="0" y="418404"/>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3" id="33"/>
          <p:cNvSpPr/>
          <p:nvPr/>
        </p:nvSpPr>
        <p:spPr>
          <a:xfrm flipH="false" flipV="false" rot="0">
            <a:off x="1926317" y="5303225"/>
            <a:ext cx="1602400" cy="557441"/>
          </a:xfrm>
          <a:custGeom>
            <a:avLst/>
            <a:gdLst/>
            <a:ahLst/>
            <a:cxnLst/>
            <a:rect r="r" b="b" t="t" l="l"/>
            <a:pathLst>
              <a:path h="557441" w="1602400">
                <a:moveTo>
                  <a:pt x="0" y="0"/>
                </a:moveTo>
                <a:lnTo>
                  <a:pt x="1602400" y="0"/>
                </a:lnTo>
                <a:lnTo>
                  <a:pt x="1602400" y="557441"/>
                </a:lnTo>
                <a:lnTo>
                  <a:pt x="0" y="557441"/>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4" id="34"/>
          <p:cNvSpPr/>
          <p:nvPr/>
        </p:nvSpPr>
        <p:spPr>
          <a:xfrm flipH="false" flipV="false" rot="0">
            <a:off x="14793077" y="4691815"/>
            <a:ext cx="389868" cy="207064"/>
          </a:xfrm>
          <a:custGeom>
            <a:avLst/>
            <a:gdLst/>
            <a:ahLst/>
            <a:cxnLst/>
            <a:rect r="r" b="b" t="t" l="l"/>
            <a:pathLst>
              <a:path h="207064" w="389868">
                <a:moveTo>
                  <a:pt x="0" y="0"/>
                </a:moveTo>
                <a:lnTo>
                  <a:pt x="389868" y="0"/>
                </a:lnTo>
                <a:lnTo>
                  <a:pt x="389868" y="207064"/>
                </a:lnTo>
                <a:lnTo>
                  <a:pt x="0" y="207064"/>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5" id="35"/>
          <p:cNvSpPr/>
          <p:nvPr/>
        </p:nvSpPr>
        <p:spPr>
          <a:xfrm flipH="false" flipV="false" rot="0">
            <a:off x="14191983" y="4656630"/>
            <a:ext cx="362588" cy="277444"/>
          </a:xfrm>
          <a:custGeom>
            <a:avLst/>
            <a:gdLst/>
            <a:ahLst/>
            <a:cxnLst/>
            <a:rect r="r" b="b" t="t" l="l"/>
            <a:pathLst>
              <a:path h="277444" w="362588">
                <a:moveTo>
                  <a:pt x="0" y="0"/>
                </a:moveTo>
                <a:lnTo>
                  <a:pt x="362588" y="0"/>
                </a:lnTo>
                <a:lnTo>
                  <a:pt x="362588" y="277444"/>
                </a:lnTo>
                <a:lnTo>
                  <a:pt x="0" y="277444"/>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6" id="36"/>
          <p:cNvSpPr/>
          <p:nvPr/>
        </p:nvSpPr>
        <p:spPr>
          <a:xfrm flipH="false" flipV="false" rot="0">
            <a:off x="15436558" y="4669536"/>
            <a:ext cx="354673" cy="252603"/>
          </a:xfrm>
          <a:custGeom>
            <a:avLst/>
            <a:gdLst/>
            <a:ahLst/>
            <a:cxnLst/>
            <a:rect r="r" b="b" t="t" l="l"/>
            <a:pathLst>
              <a:path h="252603" w="354673">
                <a:moveTo>
                  <a:pt x="0" y="0"/>
                </a:moveTo>
                <a:lnTo>
                  <a:pt x="354673" y="0"/>
                </a:lnTo>
                <a:lnTo>
                  <a:pt x="354673" y="252603"/>
                </a:lnTo>
                <a:lnTo>
                  <a:pt x="0" y="252603"/>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7" id="37"/>
          <p:cNvSpPr/>
          <p:nvPr/>
        </p:nvSpPr>
        <p:spPr>
          <a:xfrm flipH="false" flipV="false" rot="0">
            <a:off x="16025974" y="4656630"/>
            <a:ext cx="346758" cy="277444"/>
          </a:xfrm>
          <a:custGeom>
            <a:avLst/>
            <a:gdLst/>
            <a:ahLst/>
            <a:cxnLst/>
            <a:rect r="r" b="b" t="t" l="l"/>
            <a:pathLst>
              <a:path h="277444" w="346758">
                <a:moveTo>
                  <a:pt x="0" y="0"/>
                </a:moveTo>
                <a:lnTo>
                  <a:pt x="346758" y="0"/>
                </a:lnTo>
                <a:lnTo>
                  <a:pt x="346758" y="277444"/>
                </a:lnTo>
                <a:lnTo>
                  <a:pt x="0" y="277444"/>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8" id="38"/>
          <p:cNvSpPr/>
          <p:nvPr/>
        </p:nvSpPr>
        <p:spPr>
          <a:xfrm flipH="false" flipV="false" rot="0">
            <a:off x="14183611" y="5077930"/>
            <a:ext cx="379343" cy="329384"/>
          </a:xfrm>
          <a:custGeom>
            <a:avLst/>
            <a:gdLst/>
            <a:ahLst/>
            <a:cxnLst/>
            <a:rect r="r" b="b" t="t" l="l"/>
            <a:pathLst>
              <a:path h="329384" w="379343">
                <a:moveTo>
                  <a:pt x="0" y="0"/>
                </a:moveTo>
                <a:lnTo>
                  <a:pt x="379342" y="0"/>
                </a:lnTo>
                <a:lnTo>
                  <a:pt x="379342" y="329384"/>
                </a:lnTo>
                <a:lnTo>
                  <a:pt x="0" y="329384"/>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9" id="39"/>
          <p:cNvSpPr/>
          <p:nvPr/>
        </p:nvSpPr>
        <p:spPr>
          <a:xfrm flipH="false" flipV="false" rot="0">
            <a:off x="14802298" y="5129374"/>
            <a:ext cx="371427" cy="226495"/>
          </a:xfrm>
          <a:custGeom>
            <a:avLst/>
            <a:gdLst/>
            <a:ahLst/>
            <a:cxnLst/>
            <a:rect r="r" b="b" t="t" l="l"/>
            <a:pathLst>
              <a:path h="226495" w="371427">
                <a:moveTo>
                  <a:pt x="0" y="0"/>
                </a:moveTo>
                <a:lnTo>
                  <a:pt x="371427" y="0"/>
                </a:lnTo>
                <a:lnTo>
                  <a:pt x="371427" y="226495"/>
                </a:lnTo>
                <a:lnTo>
                  <a:pt x="0" y="226495"/>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40" id="40"/>
          <p:cNvSpPr/>
          <p:nvPr/>
        </p:nvSpPr>
        <p:spPr>
          <a:xfrm flipH="false" flipV="false" rot="0">
            <a:off x="15445721" y="5129374"/>
            <a:ext cx="336356" cy="226495"/>
          </a:xfrm>
          <a:custGeom>
            <a:avLst/>
            <a:gdLst/>
            <a:ahLst/>
            <a:cxnLst/>
            <a:rect r="r" b="b" t="t" l="l"/>
            <a:pathLst>
              <a:path h="226495" w="336356">
                <a:moveTo>
                  <a:pt x="0" y="0"/>
                </a:moveTo>
                <a:lnTo>
                  <a:pt x="336356" y="0"/>
                </a:lnTo>
                <a:lnTo>
                  <a:pt x="336356" y="226495"/>
                </a:lnTo>
                <a:lnTo>
                  <a:pt x="0" y="226495"/>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41" id="41"/>
          <p:cNvSpPr/>
          <p:nvPr/>
        </p:nvSpPr>
        <p:spPr>
          <a:xfrm flipH="false" flipV="false" rot="0">
            <a:off x="16034709" y="5093760"/>
            <a:ext cx="329289" cy="297732"/>
          </a:xfrm>
          <a:custGeom>
            <a:avLst/>
            <a:gdLst/>
            <a:ahLst/>
            <a:cxnLst/>
            <a:rect r="r" b="b" t="t" l="l"/>
            <a:pathLst>
              <a:path h="297732" w="329289">
                <a:moveTo>
                  <a:pt x="0" y="0"/>
                </a:moveTo>
                <a:lnTo>
                  <a:pt x="329289" y="0"/>
                </a:lnTo>
                <a:lnTo>
                  <a:pt x="329289" y="297733"/>
                </a:lnTo>
                <a:lnTo>
                  <a:pt x="0" y="297733"/>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2" id="42"/>
          <p:cNvSpPr/>
          <p:nvPr/>
        </p:nvSpPr>
        <p:spPr>
          <a:xfrm flipH="false" flipV="false" rot="0">
            <a:off x="14886927" y="5961774"/>
            <a:ext cx="202159" cy="215294"/>
          </a:xfrm>
          <a:custGeom>
            <a:avLst/>
            <a:gdLst/>
            <a:ahLst/>
            <a:cxnLst/>
            <a:rect r="r" b="b" t="t" l="l"/>
            <a:pathLst>
              <a:path h="215294" w="202159">
                <a:moveTo>
                  <a:pt x="0" y="0"/>
                </a:moveTo>
                <a:lnTo>
                  <a:pt x="202159" y="0"/>
                </a:lnTo>
                <a:lnTo>
                  <a:pt x="202159" y="215293"/>
                </a:lnTo>
                <a:lnTo>
                  <a:pt x="0" y="215293"/>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3" id="43"/>
          <p:cNvSpPr/>
          <p:nvPr/>
        </p:nvSpPr>
        <p:spPr>
          <a:xfrm flipH="false" flipV="false" rot="0">
            <a:off x="15471810" y="5962193"/>
            <a:ext cx="241735" cy="214436"/>
          </a:xfrm>
          <a:custGeom>
            <a:avLst/>
            <a:gdLst/>
            <a:ahLst/>
            <a:cxnLst/>
            <a:rect r="r" b="b" t="t" l="l"/>
            <a:pathLst>
              <a:path h="214436" w="241735">
                <a:moveTo>
                  <a:pt x="0" y="0"/>
                </a:moveTo>
                <a:lnTo>
                  <a:pt x="241735" y="0"/>
                </a:lnTo>
                <a:lnTo>
                  <a:pt x="241735" y="214436"/>
                </a:lnTo>
                <a:lnTo>
                  <a:pt x="0" y="214436"/>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4" id="44"/>
          <p:cNvSpPr/>
          <p:nvPr/>
        </p:nvSpPr>
        <p:spPr>
          <a:xfrm flipH="false" flipV="false" rot="0">
            <a:off x="16129140" y="5968222"/>
            <a:ext cx="140408" cy="202378"/>
          </a:xfrm>
          <a:custGeom>
            <a:avLst/>
            <a:gdLst/>
            <a:ahLst/>
            <a:cxnLst/>
            <a:rect r="r" b="b" t="t" l="l"/>
            <a:pathLst>
              <a:path h="202378" w="140408">
                <a:moveTo>
                  <a:pt x="0" y="0"/>
                </a:moveTo>
                <a:lnTo>
                  <a:pt x="140408" y="0"/>
                </a:lnTo>
                <a:lnTo>
                  <a:pt x="140408" y="202378"/>
                </a:lnTo>
                <a:lnTo>
                  <a:pt x="0" y="202378"/>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5" id="45"/>
          <p:cNvSpPr/>
          <p:nvPr/>
        </p:nvSpPr>
        <p:spPr>
          <a:xfrm flipH="false" flipV="false" rot="0">
            <a:off x="14169057" y="5976318"/>
            <a:ext cx="408451" cy="186185"/>
          </a:xfrm>
          <a:custGeom>
            <a:avLst/>
            <a:gdLst/>
            <a:ahLst/>
            <a:cxnLst/>
            <a:rect r="r" b="b" t="t" l="l"/>
            <a:pathLst>
              <a:path h="186185" w="408451">
                <a:moveTo>
                  <a:pt x="0" y="0"/>
                </a:moveTo>
                <a:lnTo>
                  <a:pt x="408451" y="0"/>
                </a:lnTo>
                <a:lnTo>
                  <a:pt x="408451" y="186186"/>
                </a:lnTo>
                <a:lnTo>
                  <a:pt x="0" y="186186"/>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6" id="46"/>
          <p:cNvSpPr/>
          <p:nvPr/>
        </p:nvSpPr>
        <p:spPr>
          <a:xfrm flipH="false" flipV="false" rot="0">
            <a:off x="16031966" y="5580650"/>
            <a:ext cx="334775" cy="178394"/>
          </a:xfrm>
          <a:custGeom>
            <a:avLst/>
            <a:gdLst/>
            <a:ahLst/>
            <a:cxnLst/>
            <a:rect r="r" b="b" t="t" l="l"/>
            <a:pathLst>
              <a:path h="178394" w="334775">
                <a:moveTo>
                  <a:pt x="0" y="0"/>
                </a:moveTo>
                <a:lnTo>
                  <a:pt x="334775" y="0"/>
                </a:lnTo>
                <a:lnTo>
                  <a:pt x="334775" y="178394"/>
                </a:lnTo>
                <a:lnTo>
                  <a:pt x="0" y="178394"/>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7" id="47"/>
          <p:cNvSpPr/>
          <p:nvPr/>
        </p:nvSpPr>
        <p:spPr>
          <a:xfrm flipH="false" flipV="false" rot="0">
            <a:off x="15425776" y="5587527"/>
            <a:ext cx="333794" cy="164630"/>
          </a:xfrm>
          <a:custGeom>
            <a:avLst/>
            <a:gdLst/>
            <a:ahLst/>
            <a:cxnLst/>
            <a:rect r="r" b="b" t="t" l="l"/>
            <a:pathLst>
              <a:path h="164630" w="333794">
                <a:moveTo>
                  <a:pt x="0" y="0"/>
                </a:moveTo>
                <a:lnTo>
                  <a:pt x="333794" y="0"/>
                </a:lnTo>
                <a:lnTo>
                  <a:pt x="333794" y="164630"/>
                </a:lnTo>
                <a:lnTo>
                  <a:pt x="0" y="164630"/>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8" id="48"/>
          <p:cNvSpPr/>
          <p:nvPr/>
        </p:nvSpPr>
        <p:spPr>
          <a:xfrm flipH="false" flipV="false" rot="0">
            <a:off x="14248086" y="6395361"/>
            <a:ext cx="250384" cy="255718"/>
          </a:xfrm>
          <a:custGeom>
            <a:avLst/>
            <a:gdLst/>
            <a:ahLst/>
            <a:cxnLst/>
            <a:rect r="r" b="b" t="t" l="l"/>
            <a:pathLst>
              <a:path h="255718" w="250384">
                <a:moveTo>
                  <a:pt x="0" y="0"/>
                </a:moveTo>
                <a:lnTo>
                  <a:pt x="250383" y="0"/>
                </a:lnTo>
                <a:lnTo>
                  <a:pt x="250383" y="255718"/>
                </a:lnTo>
                <a:lnTo>
                  <a:pt x="0" y="255718"/>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9" id="49"/>
          <p:cNvSpPr/>
          <p:nvPr/>
        </p:nvSpPr>
        <p:spPr>
          <a:xfrm flipH="false" flipV="false" rot="0">
            <a:off x="14819405" y="6386227"/>
            <a:ext cx="337204" cy="273987"/>
          </a:xfrm>
          <a:custGeom>
            <a:avLst/>
            <a:gdLst/>
            <a:ahLst/>
            <a:cxnLst/>
            <a:rect r="r" b="b" t="t" l="l"/>
            <a:pathLst>
              <a:path h="273987" w="337204">
                <a:moveTo>
                  <a:pt x="0" y="0"/>
                </a:moveTo>
                <a:lnTo>
                  <a:pt x="337204" y="0"/>
                </a:lnTo>
                <a:lnTo>
                  <a:pt x="337204" y="273986"/>
                </a:lnTo>
                <a:lnTo>
                  <a:pt x="0" y="273986"/>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50" id="50"/>
          <p:cNvSpPr/>
          <p:nvPr/>
        </p:nvSpPr>
        <p:spPr>
          <a:xfrm flipH="false" flipV="false" rot="0">
            <a:off x="15496985" y="6382922"/>
            <a:ext cx="191367" cy="280616"/>
          </a:xfrm>
          <a:custGeom>
            <a:avLst/>
            <a:gdLst/>
            <a:ahLst/>
            <a:cxnLst/>
            <a:rect r="r" b="b" t="t" l="l"/>
            <a:pathLst>
              <a:path h="280616" w="191367">
                <a:moveTo>
                  <a:pt x="0" y="0"/>
                </a:moveTo>
                <a:lnTo>
                  <a:pt x="191366" y="0"/>
                </a:lnTo>
                <a:lnTo>
                  <a:pt x="191366" y="280616"/>
                </a:lnTo>
                <a:lnTo>
                  <a:pt x="0" y="280616"/>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51" id="51"/>
          <p:cNvSpPr/>
          <p:nvPr/>
        </p:nvSpPr>
        <p:spPr>
          <a:xfrm flipH="false" flipV="false" rot="0">
            <a:off x="16041738" y="8397088"/>
            <a:ext cx="315220" cy="345024"/>
          </a:xfrm>
          <a:custGeom>
            <a:avLst/>
            <a:gdLst/>
            <a:ahLst/>
            <a:cxnLst/>
            <a:rect r="r" b="b" t="t" l="l"/>
            <a:pathLst>
              <a:path h="345024" w="315220">
                <a:moveTo>
                  <a:pt x="0" y="0"/>
                </a:moveTo>
                <a:lnTo>
                  <a:pt x="315221" y="0"/>
                </a:lnTo>
                <a:lnTo>
                  <a:pt x="315221" y="345024"/>
                </a:lnTo>
                <a:lnTo>
                  <a:pt x="0" y="345024"/>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2" id="52"/>
          <p:cNvSpPr/>
          <p:nvPr/>
        </p:nvSpPr>
        <p:spPr>
          <a:xfrm flipH="false" flipV="false" rot="0">
            <a:off x="14244657" y="6853533"/>
            <a:ext cx="257251" cy="345881"/>
          </a:xfrm>
          <a:custGeom>
            <a:avLst/>
            <a:gdLst/>
            <a:ahLst/>
            <a:cxnLst/>
            <a:rect r="r" b="b" t="t" l="l"/>
            <a:pathLst>
              <a:path h="345881" w="257251">
                <a:moveTo>
                  <a:pt x="0" y="0"/>
                </a:moveTo>
                <a:lnTo>
                  <a:pt x="257251" y="0"/>
                </a:lnTo>
                <a:lnTo>
                  <a:pt x="257251" y="345881"/>
                </a:lnTo>
                <a:lnTo>
                  <a:pt x="0" y="345881"/>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3" id="53"/>
          <p:cNvSpPr/>
          <p:nvPr/>
        </p:nvSpPr>
        <p:spPr>
          <a:xfrm flipH="false" flipV="false" rot="0">
            <a:off x="14180601" y="8428749"/>
            <a:ext cx="385362" cy="281711"/>
          </a:xfrm>
          <a:custGeom>
            <a:avLst/>
            <a:gdLst/>
            <a:ahLst/>
            <a:cxnLst/>
            <a:rect r="r" b="b" t="t" l="l"/>
            <a:pathLst>
              <a:path h="281711" w="385362">
                <a:moveTo>
                  <a:pt x="0" y="0"/>
                </a:moveTo>
                <a:lnTo>
                  <a:pt x="385362" y="0"/>
                </a:lnTo>
                <a:lnTo>
                  <a:pt x="385362" y="281711"/>
                </a:lnTo>
                <a:lnTo>
                  <a:pt x="0" y="281711"/>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grpSp>
        <p:nvGrpSpPr>
          <p:cNvPr name="Group 54" id="54"/>
          <p:cNvGrpSpPr/>
          <p:nvPr/>
        </p:nvGrpSpPr>
        <p:grpSpPr>
          <a:xfrm rot="0">
            <a:off x="14224768" y="7401563"/>
            <a:ext cx="297018" cy="225028"/>
            <a:chOff x="0" y="0"/>
            <a:chExt cx="396024" cy="300038"/>
          </a:xfrm>
        </p:grpSpPr>
        <p:sp>
          <p:nvSpPr>
            <p:cNvPr name="Freeform 55" id="55"/>
            <p:cNvSpPr/>
            <p:nvPr/>
          </p:nvSpPr>
          <p:spPr>
            <a:xfrm flipH="false" flipV="false" rot="0">
              <a:off x="127" y="127"/>
              <a:ext cx="395859" cy="299847"/>
            </a:xfrm>
            <a:custGeom>
              <a:avLst/>
              <a:gdLst/>
              <a:ahLst/>
              <a:cxnLst/>
              <a:rect r="r" b="b" t="t" l="l"/>
              <a:pathLst>
                <a:path h="299847" w="395859">
                  <a:moveTo>
                    <a:pt x="256413" y="0"/>
                  </a:moveTo>
                  <a:lnTo>
                    <a:pt x="222504" y="32893"/>
                  </a:lnTo>
                  <a:lnTo>
                    <a:pt x="311531" y="126619"/>
                  </a:lnTo>
                  <a:lnTo>
                    <a:pt x="0" y="126619"/>
                  </a:lnTo>
                  <a:lnTo>
                    <a:pt x="0" y="173355"/>
                  </a:lnTo>
                  <a:lnTo>
                    <a:pt x="311531" y="173355"/>
                  </a:lnTo>
                  <a:lnTo>
                    <a:pt x="222504" y="267081"/>
                  </a:lnTo>
                  <a:lnTo>
                    <a:pt x="256413" y="299847"/>
                  </a:lnTo>
                  <a:lnTo>
                    <a:pt x="395859" y="149987"/>
                  </a:lnTo>
                  <a:lnTo>
                    <a:pt x="256413" y="0"/>
                  </a:lnTo>
                  <a:close/>
                </a:path>
              </a:pathLst>
            </a:custGeom>
            <a:solidFill>
              <a:srgbClr val="869FB2"/>
            </a:solidFill>
          </p:spPr>
        </p:sp>
      </p:grpSp>
      <p:sp>
        <p:nvSpPr>
          <p:cNvPr name="Freeform 56" id="56"/>
          <p:cNvSpPr/>
          <p:nvPr/>
        </p:nvSpPr>
        <p:spPr>
          <a:xfrm flipH="false" flipV="false" rot="0">
            <a:off x="15482745" y="7355872"/>
            <a:ext cx="219866" cy="316411"/>
          </a:xfrm>
          <a:custGeom>
            <a:avLst/>
            <a:gdLst/>
            <a:ahLst/>
            <a:cxnLst/>
            <a:rect r="r" b="b" t="t" l="l"/>
            <a:pathLst>
              <a:path h="316411" w="219866">
                <a:moveTo>
                  <a:pt x="0" y="0"/>
                </a:moveTo>
                <a:lnTo>
                  <a:pt x="219865" y="0"/>
                </a:lnTo>
                <a:lnTo>
                  <a:pt x="219865" y="316411"/>
                </a:lnTo>
                <a:lnTo>
                  <a:pt x="0" y="316411"/>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7" id="57"/>
          <p:cNvSpPr/>
          <p:nvPr/>
        </p:nvSpPr>
        <p:spPr>
          <a:xfrm flipH="false" flipV="false" rot="0">
            <a:off x="14875240" y="6919617"/>
            <a:ext cx="225533" cy="213703"/>
          </a:xfrm>
          <a:custGeom>
            <a:avLst/>
            <a:gdLst/>
            <a:ahLst/>
            <a:cxnLst/>
            <a:rect r="r" b="b" t="t" l="l"/>
            <a:pathLst>
              <a:path h="213703" w="225533">
                <a:moveTo>
                  <a:pt x="0" y="0"/>
                </a:moveTo>
                <a:lnTo>
                  <a:pt x="225533" y="0"/>
                </a:lnTo>
                <a:lnTo>
                  <a:pt x="225533" y="213703"/>
                </a:lnTo>
                <a:lnTo>
                  <a:pt x="0" y="213703"/>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8" id="58"/>
          <p:cNvSpPr/>
          <p:nvPr/>
        </p:nvSpPr>
        <p:spPr>
          <a:xfrm flipH="false" flipV="false" rot="0">
            <a:off x="15474486" y="7897663"/>
            <a:ext cx="236372" cy="292494"/>
          </a:xfrm>
          <a:custGeom>
            <a:avLst/>
            <a:gdLst/>
            <a:ahLst/>
            <a:cxnLst/>
            <a:rect r="r" b="b" t="t" l="l"/>
            <a:pathLst>
              <a:path h="292494" w="236372">
                <a:moveTo>
                  <a:pt x="0" y="0"/>
                </a:moveTo>
                <a:lnTo>
                  <a:pt x="236373" y="0"/>
                </a:lnTo>
                <a:lnTo>
                  <a:pt x="236373" y="292494"/>
                </a:lnTo>
                <a:lnTo>
                  <a:pt x="0" y="292494"/>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9" id="59"/>
          <p:cNvSpPr/>
          <p:nvPr/>
        </p:nvSpPr>
        <p:spPr>
          <a:xfrm flipH="false" flipV="false" rot="0">
            <a:off x="14828415" y="8402593"/>
            <a:ext cx="319183" cy="334013"/>
          </a:xfrm>
          <a:custGeom>
            <a:avLst/>
            <a:gdLst/>
            <a:ahLst/>
            <a:cxnLst/>
            <a:rect r="r" b="b" t="t" l="l"/>
            <a:pathLst>
              <a:path h="334013" w="319183">
                <a:moveTo>
                  <a:pt x="0" y="0"/>
                </a:moveTo>
                <a:lnTo>
                  <a:pt x="319183" y="0"/>
                </a:lnTo>
                <a:lnTo>
                  <a:pt x="319183" y="334013"/>
                </a:lnTo>
                <a:lnTo>
                  <a:pt x="0" y="334013"/>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grpSp>
        <p:nvGrpSpPr>
          <p:cNvPr name="Group 60" id="60"/>
          <p:cNvGrpSpPr/>
          <p:nvPr/>
        </p:nvGrpSpPr>
        <p:grpSpPr>
          <a:xfrm rot="0">
            <a:off x="14872602" y="7901721"/>
            <a:ext cx="230829" cy="284388"/>
            <a:chOff x="0" y="0"/>
            <a:chExt cx="307772" cy="379184"/>
          </a:xfrm>
        </p:grpSpPr>
        <p:sp>
          <p:nvSpPr>
            <p:cNvPr name="Freeform 61" id="61"/>
            <p:cNvSpPr/>
            <p:nvPr/>
          </p:nvSpPr>
          <p:spPr>
            <a:xfrm flipH="false" flipV="false" rot="0">
              <a:off x="127" y="127"/>
              <a:ext cx="307594" cy="379095"/>
            </a:xfrm>
            <a:custGeom>
              <a:avLst/>
              <a:gdLst/>
              <a:ahLst/>
              <a:cxnLst/>
              <a:rect r="r" b="b" t="t" l="l"/>
              <a:pathLst>
                <a:path h="379095" w="307594">
                  <a:moveTo>
                    <a:pt x="0" y="0"/>
                  </a:moveTo>
                  <a:lnTo>
                    <a:pt x="0" y="379095"/>
                  </a:lnTo>
                  <a:lnTo>
                    <a:pt x="133985" y="379095"/>
                  </a:lnTo>
                  <a:lnTo>
                    <a:pt x="307594" y="189611"/>
                  </a:lnTo>
                  <a:lnTo>
                    <a:pt x="133985" y="0"/>
                  </a:lnTo>
                  <a:close/>
                </a:path>
              </a:pathLst>
            </a:custGeom>
            <a:blipFill>
              <a:blip r:embed="rId44">
                <a:alphaModFix amt="0"/>
              </a:blip>
              <a:stretch>
                <a:fillRect l="-108177" t="-33" r="-108152" b="10"/>
              </a:stretch>
            </a:blipFill>
            <a:ln w="19050" cap="sq">
              <a:solidFill>
                <a:srgbClr val="869FB2"/>
              </a:solidFill>
              <a:prstDash val="solid"/>
              <a:miter/>
            </a:ln>
          </p:spPr>
        </p:sp>
      </p:grpSp>
      <p:sp>
        <p:nvSpPr>
          <p:cNvPr name="Freeform 62" id="62"/>
          <p:cNvSpPr/>
          <p:nvPr/>
        </p:nvSpPr>
        <p:spPr>
          <a:xfrm flipH="false" flipV="false" rot="0">
            <a:off x="16029927" y="6381026"/>
            <a:ext cx="338842" cy="284388"/>
          </a:xfrm>
          <a:custGeom>
            <a:avLst/>
            <a:gdLst/>
            <a:ahLst/>
            <a:cxnLst/>
            <a:rect r="r" b="b" t="t" l="l"/>
            <a:pathLst>
              <a:path h="284388" w="338842">
                <a:moveTo>
                  <a:pt x="0" y="0"/>
                </a:moveTo>
                <a:lnTo>
                  <a:pt x="338843" y="0"/>
                </a:lnTo>
                <a:lnTo>
                  <a:pt x="338843" y="284388"/>
                </a:lnTo>
                <a:lnTo>
                  <a:pt x="0" y="284388"/>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63" id="63"/>
          <p:cNvSpPr/>
          <p:nvPr/>
        </p:nvSpPr>
        <p:spPr>
          <a:xfrm flipH="false" flipV="false" rot="0">
            <a:off x="14228455" y="7901721"/>
            <a:ext cx="289646" cy="284388"/>
          </a:xfrm>
          <a:custGeom>
            <a:avLst/>
            <a:gdLst/>
            <a:ahLst/>
            <a:cxnLst/>
            <a:rect r="r" b="b" t="t" l="l"/>
            <a:pathLst>
              <a:path h="284388" w="289646">
                <a:moveTo>
                  <a:pt x="0" y="0"/>
                </a:moveTo>
                <a:lnTo>
                  <a:pt x="289645" y="0"/>
                </a:lnTo>
                <a:lnTo>
                  <a:pt x="289645" y="284388"/>
                </a:lnTo>
                <a:lnTo>
                  <a:pt x="0" y="284388"/>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64" id="64"/>
          <p:cNvSpPr/>
          <p:nvPr/>
        </p:nvSpPr>
        <p:spPr>
          <a:xfrm flipH="false" flipV="false" rot="0">
            <a:off x="16100041" y="7353281"/>
            <a:ext cx="198625" cy="321593"/>
          </a:xfrm>
          <a:custGeom>
            <a:avLst/>
            <a:gdLst/>
            <a:ahLst/>
            <a:cxnLst/>
            <a:rect r="r" b="b" t="t" l="l"/>
            <a:pathLst>
              <a:path h="321593" w="198625">
                <a:moveTo>
                  <a:pt x="0" y="0"/>
                </a:moveTo>
                <a:lnTo>
                  <a:pt x="198625" y="0"/>
                </a:lnTo>
                <a:lnTo>
                  <a:pt x="198625" y="321593"/>
                </a:lnTo>
                <a:lnTo>
                  <a:pt x="0" y="321593"/>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5" id="65"/>
          <p:cNvSpPr/>
          <p:nvPr/>
        </p:nvSpPr>
        <p:spPr>
          <a:xfrm flipH="false" flipV="false" rot="0">
            <a:off x="15991170" y="7860344"/>
            <a:ext cx="416366" cy="367132"/>
          </a:xfrm>
          <a:custGeom>
            <a:avLst/>
            <a:gdLst/>
            <a:ahLst/>
            <a:cxnLst/>
            <a:rect r="r" b="b" t="t" l="l"/>
            <a:pathLst>
              <a:path h="367132" w="416366">
                <a:moveTo>
                  <a:pt x="0" y="0"/>
                </a:moveTo>
                <a:lnTo>
                  <a:pt x="416366" y="0"/>
                </a:lnTo>
                <a:lnTo>
                  <a:pt x="416366" y="367132"/>
                </a:lnTo>
                <a:lnTo>
                  <a:pt x="0" y="367132"/>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6" id="66"/>
          <p:cNvSpPr/>
          <p:nvPr/>
        </p:nvSpPr>
        <p:spPr>
          <a:xfrm flipH="false" flipV="false" rot="0">
            <a:off x="14853380" y="7416451"/>
            <a:ext cx="346024" cy="195262"/>
          </a:xfrm>
          <a:custGeom>
            <a:avLst/>
            <a:gdLst/>
            <a:ahLst/>
            <a:cxnLst/>
            <a:rect r="r" b="b" t="t" l="l"/>
            <a:pathLst>
              <a:path h="195262" w="346024">
                <a:moveTo>
                  <a:pt x="0" y="0"/>
                </a:moveTo>
                <a:lnTo>
                  <a:pt x="346024" y="0"/>
                </a:lnTo>
                <a:lnTo>
                  <a:pt x="346024" y="195262"/>
                </a:lnTo>
                <a:lnTo>
                  <a:pt x="0" y="195262"/>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7" id="67"/>
          <p:cNvSpPr/>
          <p:nvPr/>
        </p:nvSpPr>
        <p:spPr>
          <a:xfrm flipH="false" flipV="false" rot="0">
            <a:off x="15387256" y="8393840"/>
            <a:ext cx="424996" cy="351520"/>
          </a:xfrm>
          <a:custGeom>
            <a:avLst/>
            <a:gdLst/>
            <a:ahLst/>
            <a:cxnLst/>
            <a:rect r="r" b="b" t="t" l="l"/>
            <a:pathLst>
              <a:path h="351520" w="424996">
                <a:moveTo>
                  <a:pt x="0" y="0"/>
                </a:moveTo>
                <a:lnTo>
                  <a:pt x="424996" y="0"/>
                </a:lnTo>
                <a:lnTo>
                  <a:pt x="424996" y="351520"/>
                </a:lnTo>
                <a:lnTo>
                  <a:pt x="0" y="351520"/>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8" id="68"/>
          <p:cNvSpPr/>
          <p:nvPr/>
        </p:nvSpPr>
        <p:spPr>
          <a:xfrm flipH="false" flipV="false" rot="0">
            <a:off x="15408812" y="6842608"/>
            <a:ext cx="367722" cy="367722"/>
          </a:xfrm>
          <a:custGeom>
            <a:avLst/>
            <a:gdLst/>
            <a:ahLst/>
            <a:cxnLst/>
            <a:rect r="r" b="b" t="t" l="l"/>
            <a:pathLst>
              <a:path h="367722" w="367722">
                <a:moveTo>
                  <a:pt x="0" y="0"/>
                </a:moveTo>
                <a:lnTo>
                  <a:pt x="367722" y="0"/>
                </a:lnTo>
                <a:lnTo>
                  <a:pt x="367722" y="367722"/>
                </a:lnTo>
                <a:lnTo>
                  <a:pt x="0" y="367722"/>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grpSp>
        <p:nvGrpSpPr>
          <p:cNvPr name="Group 69" id="69"/>
          <p:cNvGrpSpPr/>
          <p:nvPr/>
        </p:nvGrpSpPr>
        <p:grpSpPr>
          <a:xfrm rot="0">
            <a:off x="16050854" y="6909768"/>
            <a:ext cx="296999" cy="233401"/>
            <a:chOff x="0" y="0"/>
            <a:chExt cx="395999" cy="311201"/>
          </a:xfrm>
        </p:grpSpPr>
        <p:sp>
          <p:nvSpPr>
            <p:cNvPr name="Freeform 70" id="70"/>
            <p:cNvSpPr/>
            <p:nvPr/>
          </p:nvSpPr>
          <p:spPr>
            <a:xfrm flipH="false" flipV="false" rot="0">
              <a:off x="0" y="0"/>
              <a:ext cx="395986" cy="311150"/>
            </a:xfrm>
            <a:custGeom>
              <a:avLst/>
              <a:gdLst/>
              <a:ahLst/>
              <a:cxnLst/>
              <a:rect r="r" b="b" t="t" l="l"/>
              <a:pathLst>
                <a:path h="311150" w="395986">
                  <a:moveTo>
                    <a:pt x="0" y="77851"/>
                  </a:moveTo>
                  <a:lnTo>
                    <a:pt x="9779" y="77851"/>
                  </a:lnTo>
                  <a:lnTo>
                    <a:pt x="9779" y="233426"/>
                  </a:lnTo>
                  <a:lnTo>
                    <a:pt x="0" y="233426"/>
                  </a:lnTo>
                  <a:close/>
                  <a:moveTo>
                    <a:pt x="19431" y="233426"/>
                  </a:moveTo>
                  <a:lnTo>
                    <a:pt x="38862" y="233426"/>
                  </a:lnTo>
                  <a:lnTo>
                    <a:pt x="19431" y="233426"/>
                  </a:lnTo>
                  <a:close/>
                  <a:moveTo>
                    <a:pt x="48641" y="233426"/>
                  </a:moveTo>
                  <a:lnTo>
                    <a:pt x="240411" y="233426"/>
                  </a:lnTo>
                  <a:lnTo>
                    <a:pt x="240411" y="0"/>
                  </a:lnTo>
                  <a:lnTo>
                    <a:pt x="395986" y="155575"/>
                  </a:lnTo>
                  <a:lnTo>
                    <a:pt x="240411" y="311150"/>
                  </a:lnTo>
                  <a:lnTo>
                    <a:pt x="240411" y="233426"/>
                  </a:lnTo>
                  <a:lnTo>
                    <a:pt x="48641" y="233426"/>
                  </a:lnTo>
                  <a:close/>
                </a:path>
              </a:pathLst>
            </a:custGeom>
            <a:solidFill>
              <a:srgbClr val="869FB2"/>
            </a:solidFill>
          </p:spPr>
        </p:sp>
      </p:grpSp>
      <p:grpSp>
        <p:nvGrpSpPr>
          <p:cNvPr name="Group 71" id="71"/>
          <p:cNvGrpSpPr/>
          <p:nvPr/>
        </p:nvGrpSpPr>
        <p:grpSpPr>
          <a:xfrm rot="0">
            <a:off x="14245552" y="5542121"/>
            <a:ext cx="255451" cy="255451"/>
            <a:chOff x="0" y="0"/>
            <a:chExt cx="340601" cy="340601"/>
          </a:xfrm>
        </p:grpSpPr>
        <p:sp>
          <p:nvSpPr>
            <p:cNvPr name="Freeform 72" id="72"/>
            <p:cNvSpPr/>
            <p:nvPr/>
          </p:nvSpPr>
          <p:spPr>
            <a:xfrm flipH="false" flipV="false" rot="0">
              <a:off x="0" y="106426"/>
              <a:ext cx="340487" cy="230759"/>
            </a:xfrm>
            <a:custGeom>
              <a:avLst/>
              <a:gdLst/>
              <a:ahLst/>
              <a:cxnLst/>
              <a:rect r="r" b="b" t="t" l="l"/>
              <a:pathLst>
                <a:path h="230759" w="340487">
                  <a:moveTo>
                    <a:pt x="0" y="0"/>
                  </a:moveTo>
                  <a:cubicBezTo>
                    <a:pt x="0" y="48514"/>
                    <a:pt x="105029" y="90932"/>
                    <a:pt x="255397" y="102997"/>
                  </a:cubicBezTo>
                  <a:lnTo>
                    <a:pt x="255397" y="60452"/>
                  </a:lnTo>
                  <a:lnTo>
                    <a:pt x="340487" y="148971"/>
                  </a:lnTo>
                  <a:lnTo>
                    <a:pt x="255397" y="230759"/>
                  </a:lnTo>
                  <a:lnTo>
                    <a:pt x="255397" y="188214"/>
                  </a:lnTo>
                  <a:cubicBezTo>
                    <a:pt x="105029" y="176022"/>
                    <a:pt x="0" y="133731"/>
                    <a:pt x="0" y="85217"/>
                  </a:cubicBezTo>
                  <a:close/>
                </a:path>
              </a:pathLst>
            </a:custGeom>
            <a:blipFill>
              <a:blip r:embed="rId44">
                <a:alphaModFix amt="0"/>
              </a:blip>
              <a:stretch>
                <a:fillRect l="-78329" t="-46119" r="-78363" b="-1480"/>
              </a:stretch>
            </a:blipFill>
            <a:ln w="19050" cap="sq">
              <a:solidFill>
                <a:srgbClr val="869FB2"/>
              </a:solidFill>
              <a:prstDash val="solid"/>
              <a:miter/>
            </a:ln>
          </p:spPr>
        </p:sp>
        <p:sp>
          <p:nvSpPr>
            <p:cNvPr name="Freeform 73" id="73"/>
            <p:cNvSpPr/>
            <p:nvPr/>
          </p:nvSpPr>
          <p:spPr>
            <a:xfrm flipH="false" flipV="false" rot="0">
              <a:off x="16" y="0"/>
              <a:ext cx="340598" cy="148971"/>
            </a:xfrm>
            <a:custGeom>
              <a:avLst/>
              <a:gdLst/>
              <a:ahLst/>
              <a:cxnLst/>
              <a:rect r="r" b="b" t="t" l="l"/>
              <a:pathLst>
                <a:path h="148971" w="340598">
                  <a:moveTo>
                    <a:pt x="340598" y="85090"/>
                  </a:moveTo>
                  <a:cubicBezTo>
                    <a:pt x="205216" y="85090"/>
                    <a:pt x="82534" y="110236"/>
                    <a:pt x="28432" y="148971"/>
                  </a:cubicBezTo>
                  <a:cubicBezTo>
                    <a:pt x="-17542" y="116078"/>
                    <a:pt x="-7255" y="78232"/>
                    <a:pt x="55610" y="48133"/>
                  </a:cubicBezTo>
                  <a:cubicBezTo>
                    <a:pt x="118475" y="18034"/>
                    <a:pt x="225663" y="0"/>
                    <a:pt x="340598" y="0"/>
                  </a:cubicBezTo>
                  <a:close/>
                </a:path>
              </a:pathLst>
            </a:custGeom>
            <a:blipFill>
              <a:blip r:embed="rId44">
                <a:alphaModFix amt="0"/>
              </a:blip>
              <a:stretch>
                <a:fillRect l="-78308" t="0" r="-78300" b="-128635"/>
              </a:stretch>
            </a:blipFill>
            <a:ln w="19050" cap="sq">
              <a:solidFill>
                <a:srgbClr val="869FB2"/>
              </a:solidFill>
              <a:prstDash val="solid"/>
              <a:miter/>
            </a:ln>
          </p:spPr>
        </p:sp>
        <p:sp>
          <p:nvSpPr>
            <p:cNvPr name="Freeform 74" id="74"/>
            <p:cNvSpPr/>
            <p:nvPr/>
          </p:nvSpPr>
          <p:spPr>
            <a:xfrm flipH="false" flipV="false" rot="0">
              <a:off x="0" y="0"/>
              <a:ext cx="340614" cy="337185"/>
            </a:xfrm>
            <a:custGeom>
              <a:avLst/>
              <a:gdLst/>
              <a:ahLst/>
              <a:cxnLst/>
              <a:rect r="r" b="b" t="t" l="l"/>
              <a:pathLst>
                <a:path h="337185" w="340614">
                  <a:moveTo>
                    <a:pt x="0" y="106426"/>
                  </a:moveTo>
                  <a:cubicBezTo>
                    <a:pt x="0" y="154940"/>
                    <a:pt x="105029" y="197358"/>
                    <a:pt x="255397" y="209423"/>
                  </a:cubicBezTo>
                  <a:lnTo>
                    <a:pt x="255397" y="166878"/>
                  </a:lnTo>
                  <a:lnTo>
                    <a:pt x="340487" y="255397"/>
                  </a:lnTo>
                  <a:lnTo>
                    <a:pt x="255397" y="337185"/>
                  </a:lnTo>
                  <a:lnTo>
                    <a:pt x="255397" y="294640"/>
                  </a:lnTo>
                  <a:cubicBezTo>
                    <a:pt x="105029" y="282448"/>
                    <a:pt x="0" y="240157"/>
                    <a:pt x="0" y="191643"/>
                  </a:cubicBezTo>
                  <a:lnTo>
                    <a:pt x="0" y="106426"/>
                  </a:lnTo>
                  <a:cubicBezTo>
                    <a:pt x="0" y="47625"/>
                    <a:pt x="152527" y="0"/>
                    <a:pt x="340614" y="0"/>
                  </a:cubicBezTo>
                  <a:lnTo>
                    <a:pt x="340614" y="85090"/>
                  </a:lnTo>
                  <a:cubicBezTo>
                    <a:pt x="205232" y="85090"/>
                    <a:pt x="82550" y="110236"/>
                    <a:pt x="28448" y="148971"/>
                  </a:cubicBezTo>
                </a:path>
              </a:pathLst>
            </a:custGeom>
            <a:blipFill>
              <a:blip r:embed="rId44">
                <a:alphaModFix amt="0"/>
              </a:blip>
              <a:stretch>
                <a:fillRect l="-78300" t="0" r="-78296" b="-1013"/>
              </a:stretch>
            </a:blipFill>
            <a:ln w="19050" cap="sq">
              <a:solidFill>
                <a:srgbClr val="869FB2"/>
              </a:solidFill>
              <a:prstDash val="solid"/>
              <a:miter/>
            </a:ln>
          </p:spPr>
        </p:sp>
      </p:grpSp>
      <p:grpSp>
        <p:nvGrpSpPr>
          <p:cNvPr name="Group 75" id="75"/>
          <p:cNvGrpSpPr/>
          <p:nvPr/>
        </p:nvGrpSpPr>
        <p:grpSpPr>
          <a:xfrm rot="0">
            <a:off x="14860286" y="5542121"/>
            <a:ext cx="255451" cy="255451"/>
            <a:chOff x="0" y="0"/>
            <a:chExt cx="340601" cy="340601"/>
          </a:xfrm>
        </p:grpSpPr>
        <p:sp>
          <p:nvSpPr>
            <p:cNvPr name="Freeform 76" id="76"/>
            <p:cNvSpPr/>
            <p:nvPr/>
          </p:nvSpPr>
          <p:spPr>
            <a:xfrm flipH="false" flipV="false" rot="0">
              <a:off x="0" y="106426"/>
              <a:ext cx="340614" cy="230759"/>
            </a:xfrm>
            <a:custGeom>
              <a:avLst/>
              <a:gdLst/>
              <a:ahLst/>
              <a:cxnLst/>
              <a:rect r="r" b="b" t="t" l="l"/>
              <a:pathLst>
                <a:path h="230759" w="340614">
                  <a:moveTo>
                    <a:pt x="340614" y="0"/>
                  </a:moveTo>
                  <a:cubicBezTo>
                    <a:pt x="340614" y="48514"/>
                    <a:pt x="235585" y="90932"/>
                    <a:pt x="85217" y="102997"/>
                  </a:cubicBezTo>
                  <a:lnTo>
                    <a:pt x="85217" y="60452"/>
                  </a:lnTo>
                  <a:lnTo>
                    <a:pt x="0" y="148971"/>
                  </a:lnTo>
                  <a:lnTo>
                    <a:pt x="85090" y="230759"/>
                  </a:lnTo>
                  <a:lnTo>
                    <a:pt x="85090" y="188214"/>
                  </a:lnTo>
                  <a:cubicBezTo>
                    <a:pt x="235458" y="176022"/>
                    <a:pt x="340487" y="133731"/>
                    <a:pt x="340487" y="85217"/>
                  </a:cubicBezTo>
                  <a:close/>
                </a:path>
              </a:pathLst>
            </a:custGeom>
            <a:blipFill>
              <a:blip r:embed="rId44">
                <a:alphaModFix amt="0"/>
              </a:blip>
              <a:stretch>
                <a:fillRect l="-78300" t="-46119" r="-78296" b="-1480"/>
              </a:stretch>
            </a:blipFill>
            <a:ln w="19050" cap="sq">
              <a:solidFill>
                <a:srgbClr val="869FB2"/>
              </a:solidFill>
              <a:prstDash val="solid"/>
              <a:miter/>
            </a:ln>
          </p:spPr>
        </p:sp>
        <p:sp>
          <p:nvSpPr>
            <p:cNvPr name="Freeform 77" id="77"/>
            <p:cNvSpPr/>
            <p:nvPr/>
          </p:nvSpPr>
          <p:spPr>
            <a:xfrm flipH="false" flipV="false" rot="0">
              <a:off x="0" y="0"/>
              <a:ext cx="340598" cy="148971"/>
            </a:xfrm>
            <a:custGeom>
              <a:avLst/>
              <a:gdLst/>
              <a:ahLst/>
              <a:cxnLst/>
              <a:rect r="r" b="b" t="t" l="l"/>
              <a:pathLst>
                <a:path h="148971" w="340598">
                  <a:moveTo>
                    <a:pt x="0" y="85090"/>
                  </a:moveTo>
                  <a:cubicBezTo>
                    <a:pt x="135382" y="85090"/>
                    <a:pt x="257937" y="110109"/>
                    <a:pt x="312166" y="148971"/>
                  </a:cubicBezTo>
                  <a:cubicBezTo>
                    <a:pt x="358140" y="116078"/>
                    <a:pt x="347853" y="78105"/>
                    <a:pt x="284988" y="48133"/>
                  </a:cubicBezTo>
                  <a:cubicBezTo>
                    <a:pt x="222123" y="18161"/>
                    <a:pt x="114935" y="0"/>
                    <a:pt x="0" y="0"/>
                  </a:cubicBezTo>
                  <a:close/>
                </a:path>
              </a:pathLst>
            </a:custGeom>
            <a:blipFill>
              <a:blip r:embed="rId44">
                <a:alphaModFix amt="0"/>
              </a:blip>
              <a:stretch>
                <a:fillRect l="-78304" t="0" r="-78305" b="-128635"/>
              </a:stretch>
            </a:blipFill>
            <a:ln w="19050" cap="sq">
              <a:solidFill>
                <a:srgbClr val="869FB2"/>
              </a:solidFill>
              <a:prstDash val="solid"/>
              <a:miter/>
            </a:ln>
          </p:spPr>
        </p:sp>
        <p:sp>
          <p:nvSpPr>
            <p:cNvPr name="Freeform 78" id="78"/>
            <p:cNvSpPr/>
            <p:nvPr/>
          </p:nvSpPr>
          <p:spPr>
            <a:xfrm flipH="false" flipV="false" rot="0">
              <a:off x="0" y="0"/>
              <a:ext cx="340614" cy="337185"/>
            </a:xfrm>
            <a:custGeom>
              <a:avLst/>
              <a:gdLst/>
              <a:ahLst/>
              <a:cxnLst/>
              <a:rect r="r" b="b" t="t" l="l"/>
              <a:pathLst>
                <a:path h="337185" w="340614">
                  <a:moveTo>
                    <a:pt x="340614" y="106426"/>
                  </a:moveTo>
                  <a:cubicBezTo>
                    <a:pt x="340614" y="154940"/>
                    <a:pt x="235585" y="197358"/>
                    <a:pt x="85217" y="209423"/>
                  </a:cubicBezTo>
                  <a:lnTo>
                    <a:pt x="85217" y="166878"/>
                  </a:lnTo>
                  <a:lnTo>
                    <a:pt x="0" y="255397"/>
                  </a:lnTo>
                  <a:lnTo>
                    <a:pt x="85090" y="337185"/>
                  </a:lnTo>
                  <a:lnTo>
                    <a:pt x="85090" y="294640"/>
                  </a:lnTo>
                  <a:cubicBezTo>
                    <a:pt x="235458" y="282448"/>
                    <a:pt x="340487" y="240157"/>
                    <a:pt x="340487" y="191643"/>
                  </a:cubicBezTo>
                  <a:lnTo>
                    <a:pt x="340487" y="106426"/>
                  </a:lnTo>
                  <a:cubicBezTo>
                    <a:pt x="340614" y="47625"/>
                    <a:pt x="188087" y="0"/>
                    <a:pt x="0" y="0"/>
                  </a:cubicBezTo>
                  <a:lnTo>
                    <a:pt x="0" y="85090"/>
                  </a:lnTo>
                  <a:cubicBezTo>
                    <a:pt x="135382" y="85090"/>
                    <a:pt x="257937" y="110109"/>
                    <a:pt x="312166" y="148971"/>
                  </a:cubicBezTo>
                </a:path>
              </a:pathLst>
            </a:custGeom>
            <a:blipFill>
              <a:blip r:embed="rId44">
                <a:alphaModFix amt="0"/>
              </a:blip>
              <a:stretch>
                <a:fillRect l="-78300" t="0" r="-78296" b="-1013"/>
              </a:stretch>
            </a:blipFill>
            <a:ln w="19050" cap="sq">
              <a:solidFill>
                <a:srgbClr val="869FB2"/>
              </a:solidFill>
              <a:prstDash val="solid"/>
              <a:miter/>
            </a:ln>
          </p:spPr>
        </p:sp>
      </p:grpSp>
      <p:sp>
        <p:nvSpPr>
          <p:cNvPr name="TextBox 79" id="79"/>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Use our editable graphic resources...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1505588" y="5739936"/>
            <a:ext cx="5245751" cy="2667076"/>
          </a:xfrm>
          <a:custGeom>
            <a:avLst/>
            <a:gdLst/>
            <a:ahLst/>
            <a:cxnLst/>
            <a:rect r="r" b="b" t="t" l="l"/>
            <a:pathLst>
              <a:path h="2667076" w="5245751">
                <a:moveTo>
                  <a:pt x="0" y="0"/>
                </a:moveTo>
                <a:lnTo>
                  <a:pt x="5245751" y="0"/>
                </a:lnTo>
                <a:lnTo>
                  <a:pt x="5245751" y="2667077"/>
                </a:lnTo>
                <a:lnTo>
                  <a:pt x="0" y="26670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53012" y="7159466"/>
            <a:ext cx="1140323" cy="1052046"/>
          </a:xfrm>
          <a:custGeom>
            <a:avLst/>
            <a:gdLst/>
            <a:ahLst/>
            <a:cxnLst/>
            <a:rect r="r" b="b" t="t" l="l"/>
            <a:pathLst>
              <a:path h="1052046" w="1140323">
                <a:moveTo>
                  <a:pt x="0" y="0"/>
                </a:moveTo>
                <a:lnTo>
                  <a:pt x="1140323" y="0"/>
                </a:lnTo>
                <a:lnTo>
                  <a:pt x="1140323" y="1052046"/>
                </a:lnTo>
                <a:lnTo>
                  <a:pt x="0" y="10520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5351681" y="6121889"/>
            <a:ext cx="225009" cy="657225"/>
          </a:xfrm>
          <a:custGeom>
            <a:avLst/>
            <a:gdLst/>
            <a:ahLst/>
            <a:cxnLst/>
            <a:rect r="r" b="b" t="t" l="l"/>
            <a:pathLst>
              <a:path h="657225" w="225009">
                <a:moveTo>
                  <a:pt x="0" y="0"/>
                </a:moveTo>
                <a:lnTo>
                  <a:pt x="225009" y="0"/>
                </a:lnTo>
                <a:lnTo>
                  <a:pt x="225009" y="657225"/>
                </a:lnTo>
                <a:lnTo>
                  <a:pt x="0" y="6572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4750653" y="6110087"/>
            <a:ext cx="395526" cy="680809"/>
          </a:xfrm>
          <a:custGeom>
            <a:avLst/>
            <a:gdLst/>
            <a:ahLst/>
            <a:cxnLst/>
            <a:rect r="r" b="b" t="t" l="l"/>
            <a:pathLst>
              <a:path h="680809" w="395526">
                <a:moveTo>
                  <a:pt x="0" y="0"/>
                </a:moveTo>
                <a:lnTo>
                  <a:pt x="395526" y="0"/>
                </a:lnTo>
                <a:lnTo>
                  <a:pt x="395526" y="680809"/>
                </a:lnTo>
                <a:lnTo>
                  <a:pt x="0" y="6808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6198329" y="6933247"/>
            <a:ext cx="633622" cy="548764"/>
          </a:xfrm>
          <a:custGeom>
            <a:avLst/>
            <a:gdLst/>
            <a:ahLst/>
            <a:cxnLst/>
            <a:rect r="r" b="b" t="t" l="l"/>
            <a:pathLst>
              <a:path h="548764" w="633622">
                <a:moveTo>
                  <a:pt x="0" y="0"/>
                </a:moveTo>
                <a:lnTo>
                  <a:pt x="633622" y="0"/>
                </a:lnTo>
                <a:lnTo>
                  <a:pt x="633622" y="548764"/>
                </a:lnTo>
                <a:lnTo>
                  <a:pt x="0" y="5487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15276290" y="7635269"/>
            <a:ext cx="375780" cy="578129"/>
          </a:xfrm>
          <a:custGeom>
            <a:avLst/>
            <a:gdLst/>
            <a:ahLst/>
            <a:cxnLst/>
            <a:rect r="r" b="b" t="t" l="l"/>
            <a:pathLst>
              <a:path h="578129" w="375780">
                <a:moveTo>
                  <a:pt x="0" y="0"/>
                </a:moveTo>
                <a:lnTo>
                  <a:pt x="375781" y="0"/>
                </a:lnTo>
                <a:lnTo>
                  <a:pt x="375781" y="578129"/>
                </a:lnTo>
                <a:lnTo>
                  <a:pt x="0" y="5781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68618" y="6922199"/>
            <a:ext cx="339738" cy="571367"/>
          </a:xfrm>
          <a:custGeom>
            <a:avLst/>
            <a:gdLst/>
            <a:ahLst/>
            <a:cxnLst/>
            <a:rect r="r" b="b" t="t" l="l"/>
            <a:pathLst>
              <a:path h="571367" w="339738">
                <a:moveTo>
                  <a:pt x="0" y="0"/>
                </a:moveTo>
                <a:lnTo>
                  <a:pt x="339738" y="0"/>
                </a:lnTo>
                <a:lnTo>
                  <a:pt x="339738" y="571366"/>
                </a:lnTo>
                <a:lnTo>
                  <a:pt x="0" y="5713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698114" y="6144358"/>
            <a:ext cx="480736" cy="612200"/>
          </a:xfrm>
          <a:custGeom>
            <a:avLst/>
            <a:gdLst/>
            <a:ahLst/>
            <a:cxnLst/>
            <a:rect r="r" b="b" t="t" l="l"/>
            <a:pathLst>
              <a:path h="612200" w="480736">
                <a:moveTo>
                  <a:pt x="0" y="0"/>
                </a:moveTo>
                <a:lnTo>
                  <a:pt x="480737" y="0"/>
                </a:lnTo>
                <a:lnTo>
                  <a:pt x="480737" y="612201"/>
                </a:lnTo>
                <a:lnTo>
                  <a:pt x="0" y="61220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14746691" y="6923256"/>
            <a:ext cx="403469" cy="568357"/>
          </a:xfrm>
          <a:custGeom>
            <a:avLst/>
            <a:gdLst/>
            <a:ahLst/>
            <a:cxnLst/>
            <a:rect r="r" b="b" t="t" l="l"/>
            <a:pathLst>
              <a:path h="568357" w="403469">
                <a:moveTo>
                  <a:pt x="0" y="0"/>
                </a:moveTo>
                <a:lnTo>
                  <a:pt x="403469" y="0"/>
                </a:lnTo>
                <a:lnTo>
                  <a:pt x="403469" y="568357"/>
                </a:lnTo>
                <a:lnTo>
                  <a:pt x="0" y="56835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1" id="11"/>
          <p:cNvSpPr/>
          <p:nvPr/>
        </p:nvSpPr>
        <p:spPr>
          <a:xfrm flipH="false" flipV="false" rot="0">
            <a:off x="15291673" y="6923256"/>
            <a:ext cx="373361" cy="568357"/>
          </a:xfrm>
          <a:custGeom>
            <a:avLst/>
            <a:gdLst/>
            <a:ahLst/>
            <a:cxnLst/>
            <a:rect r="r" b="b" t="t" l="l"/>
            <a:pathLst>
              <a:path h="568357" w="373361">
                <a:moveTo>
                  <a:pt x="0" y="0"/>
                </a:moveTo>
                <a:lnTo>
                  <a:pt x="373361" y="0"/>
                </a:lnTo>
                <a:lnTo>
                  <a:pt x="373361" y="568357"/>
                </a:lnTo>
                <a:lnTo>
                  <a:pt x="0" y="56835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2" id="12"/>
          <p:cNvSpPr/>
          <p:nvPr/>
        </p:nvSpPr>
        <p:spPr>
          <a:xfrm flipH="false" flipV="false" rot="0">
            <a:off x="16283216" y="6101686"/>
            <a:ext cx="463848" cy="596436"/>
          </a:xfrm>
          <a:custGeom>
            <a:avLst/>
            <a:gdLst/>
            <a:ahLst/>
            <a:cxnLst/>
            <a:rect r="r" b="b" t="t" l="l"/>
            <a:pathLst>
              <a:path h="596436" w="463848">
                <a:moveTo>
                  <a:pt x="0" y="0"/>
                </a:moveTo>
                <a:lnTo>
                  <a:pt x="463849" y="0"/>
                </a:lnTo>
                <a:lnTo>
                  <a:pt x="463849" y="596437"/>
                </a:lnTo>
                <a:lnTo>
                  <a:pt x="0" y="59643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3" id="13"/>
          <p:cNvSpPr/>
          <p:nvPr/>
        </p:nvSpPr>
        <p:spPr>
          <a:xfrm flipH="false" flipV="false" rot="0">
            <a:off x="15742825" y="7728671"/>
            <a:ext cx="391316" cy="391316"/>
          </a:xfrm>
          <a:custGeom>
            <a:avLst/>
            <a:gdLst/>
            <a:ahLst/>
            <a:cxnLst/>
            <a:rect r="r" b="b" t="t" l="l"/>
            <a:pathLst>
              <a:path h="391316" w="391316">
                <a:moveTo>
                  <a:pt x="0" y="0"/>
                </a:moveTo>
                <a:lnTo>
                  <a:pt x="391315" y="0"/>
                </a:lnTo>
                <a:lnTo>
                  <a:pt x="391315" y="391315"/>
                </a:lnTo>
                <a:lnTo>
                  <a:pt x="0" y="39131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4" id="14"/>
          <p:cNvSpPr/>
          <p:nvPr/>
        </p:nvSpPr>
        <p:spPr>
          <a:xfrm flipH="false" flipV="false" rot="0">
            <a:off x="16311934" y="7719089"/>
            <a:ext cx="406413" cy="410480"/>
          </a:xfrm>
          <a:custGeom>
            <a:avLst/>
            <a:gdLst/>
            <a:ahLst/>
            <a:cxnLst/>
            <a:rect r="r" b="b" t="t" l="l"/>
            <a:pathLst>
              <a:path h="410480" w="406413">
                <a:moveTo>
                  <a:pt x="0" y="0"/>
                </a:moveTo>
                <a:lnTo>
                  <a:pt x="406413" y="0"/>
                </a:lnTo>
                <a:lnTo>
                  <a:pt x="406413" y="410479"/>
                </a:lnTo>
                <a:lnTo>
                  <a:pt x="0" y="41047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5" id="15"/>
          <p:cNvSpPr/>
          <p:nvPr/>
        </p:nvSpPr>
        <p:spPr>
          <a:xfrm flipH="false" flipV="false" rot="0">
            <a:off x="14760311" y="7651994"/>
            <a:ext cx="376228" cy="544659"/>
          </a:xfrm>
          <a:custGeom>
            <a:avLst/>
            <a:gdLst/>
            <a:ahLst/>
            <a:cxnLst/>
            <a:rect r="r" b="b" t="t" l="l"/>
            <a:pathLst>
              <a:path h="544659" w="376228">
                <a:moveTo>
                  <a:pt x="0" y="0"/>
                </a:moveTo>
                <a:lnTo>
                  <a:pt x="376228" y="0"/>
                </a:lnTo>
                <a:lnTo>
                  <a:pt x="376228" y="544659"/>
                </a:lnTo>
                <a:lnTo>
                  <a:pt x="0" y="54465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6" id="16"/>
          <p:cNvSpPr/>
          <p:nvPr/>
        </p:nvSpPr>
        <p:spPr>
          <a:xfrm flipH="false" flipV="false" rot="0">
            <a:off x="12050344" y="5872296"/>
            <a:ext cx="1194778" cy="1054513"/>
          </a:xfrm>
          <a:custGeom>
            <a:avLst/>
            <a:gdLst/>
            <a:ahLst/>
            <a:cxnLst/>
            <a:rect r="r" b="b" t="t" l="l"/>
            <a:pathLst>
              <a:path h="1054513" w="1194778">
                <a:moveTo>
                  <a:pt x="0" y="0"/>
                </a:moveTo>
                <a:lnTo>
                  <a:pt x="1194778" y="0"/>
                </a:lnTo>
                <a:lnTo>
                  <a:pt x="1194778" y="1054513"/>
                </a:lnTo>
                <a:lnTo>
                  <a:pt x="0" y="105451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7" id="17"/>
          <p:cNvSpPr/>
          <p:nvPr/>
        </p:nvSpPr>
        <p:spPr>
          <a:xfrm flipH="false" flipV="false" rot="0">
            <a:off x="12079957" y="7159619"/>
            <a:ext cx="1134380" cy="1051827"/>
          </a:xfrm>
          <a:custGeom>
            <a:avLst/>
            <a:gdLst/>
            <a:ahLst/>
            <a:cxnLst/>
            <a:rect r="r" b="b" t="t" l="l"/>
            <a:pathLst>
              <a:path h="1051827" w="1134380">
                <a:moveTo>
                  <a:pt x="0" y="0"/>
                </a:moveTo>
                <a:lnTo>
                  <a:pt x="1134380" y="0"/>
                </a:lnTo>
                <a:lnTo>
                  <a:pt x="1134380" y="1051826"/>
                </a:lnTo>
                <a:lnTo>
                  <a:pt x="0" y="105182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18" id="18"/>
          <p:cNvSpPr/>
          <p:nvPr/>
        </p:nvSpPr>
        <p:spPr>
          <a:xfrm flipH="false" flipV="false" rot="0">
            <a:off x="13337515" y="5878439"/>
            <a:ext cx="1171651" cy="1042787"/>
          </a:xfrm>
          <a:custGeom>
            <a:avLst/>
            <a:gdLst/>
            <a:ahLst/>
            <a:cxnLst/>
            <a:rect r="r" b="b" t="t" l="l"/>
            <a:pathLst>
              <a:path h="1042787" w="1171651">
                <a:moveTo>
                  <a:pt x="0" y="0"/>
                </a:moveTo>
                <a:lnTo>
                  <a:pt x="1171651" y="0"/>
                </a:lnTo>
                <a:lnTo>
                  <a:pt x="1171651" y="1042788"/>
                </a:lnTo>
                <a:lnTo>
                  <a:pt x="0" y="1042788"/>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19" id="19"/>
          <p:cNvSpPr/>
          <p:nvPr/>
        </p:nvSpPr>
        <p:spPr>
          <a:xfrm flipH="false" flipV="false" rot="0">
            <a:off x="11873865" y="2063448"/>
            <a:ext cx="4878419" cy="2601954"/>
          </a:xfrm>
          <a:custGeom>
            <a:avLst/>
            <a:gdLst/>
            <a:ahLst/>
            <a:cxnLst/>
            <a:rect r="r" b="b" t="t" l="l"/>
            <a:pathLst>
              <a:path h="2601954" w="4878419">
                <a:moveTo>
                  <a:pt x="0" y="0"/>
                </a:moveTo>
                <a:lnTo>
                  <a:pt x="4878419" y="0"/>
                </a:lnTo>
                <a:lnTo>
                  <a:pt x="4878419" y="2601954"/>
                </a:lnTo>
                <a:lnTo>
                  <a:pt x="0" y="2601954"/>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0" id="20"/>
          <p:cNvSpPr/>
          <p:nvPr/>
        </p:nvSpPr>
        <p:spPr>
          <a:xfrm flipH="false" flipV="false" rot="0">
            <a:off x="1453906" y="1980552"/>
            <a:ext cx="5349192" cy="2653332"/>
          </a:xfrm>
          <a:custGeom>
            <a:avLst/>
            <a:gdLst/>
            <a:ahLst/>
            <a:cxnLst/>
            <a:rect r="r" b="b" t="t" l="l"/>
            <a:pathLst>
              <a:path h="2653332" w="5349192">
                <a:moveTo>
                  <a:pt x="0" y="0"/>
                </a:moveTo>
                <a:lnTo>
                  <a:pt x="5349192" y="0"/>
                </a:lnTo>
                <a:lnTo>
                  <a:pt x="5349192" y="2653332"/>
                </a:lnTo>
                <a:lnTo>
                  <a:pt x="0" y="2653332"/>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1" id="21"/>
          <p:cNvSpPr/>
          <p:nvPr/>
        </p:nvSpPr>
        <p:spPr>
          <a:xfrm flipH="false" flipV="false" rot="0">
            <a:off x="6900967" y="1839382"/>
            <a:ext cx="4620758" cy="2977772"/>
          </a:xfrm>
          <a:custGeom>
            <a:avLst/>
            <a:gdLst/>
            <a:ahLst/>
            <a:cxnLst/>
            <a:rect r="r" b="b" t="t" l="l"/>
            <a:pathLst>
              <a:path h="2977772" w="4620758">
                <a:moveTo>
                  <a:pt x="0" y="0"/>
                </a:moveTo>
                <a:lnTo>
                  <a:pt x="4620759" y="0"/>
                </a:lnTo>
                <a:lnTo>
                  <a:pt x="4620759" y="2977772"/>
                </a:lnTo>
                <a:lnTo>
                  <a:pt x="0" y="2977772"/>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2" id="22"/>
          <p:cNvSpPr/>
          <p:nvPr/>
        </p:nvSpPr>
        <p:spPr>
          <a:xfrm flipH="false" flipV="false" rot="0">
            <a:off x="7096801" y="5699179"/>
            <a:ext cx="4620568" cy="2748448"/>
          </a:xfrm>
          <a:custGeom>
            <a:avLst/>
            <a:gdLst/>
            <a:ahLst/>
            <a:cxnLst/>
            <a:rect r="r" b="b" t="t" l="l"/>
            <a:pathLst>
              <a:path h="2748448" w="4620568">
                <a:moveTo>
                  <a:pt x="0" y="0"/>
                </a:moveTo>
                <a:lnTo>
                  <a:pt x="4620568" y="0"/>
                </a:lnTo>
                <a:lnTo>
                  <a:pt x="4620568" y="2748448"/>
                </a:lnTo>
                <a:lnTo>
                  <a:pt x="0" y="2748448"/>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4198439" y="6794649"/>
            <a:ext cx="2211143" cy="1526029"/>
          </a:xfrm>
          <a:custGeom>
            <a:avLst/>
            <a:gdLst/>
            <a:ahLst/>
            <a:cxnLst/>
            <a:rect r="r" b="b" t="t" l="l"/>
            <a:pathLst>
              <a:path h="1526029" w="2211143">
                <a:moveTo>
                  <a:pt x="0" y="0"/>
                </a:moveTo>
                <a:lnTo>
                  <a:pt x="2211143" y="0"/>
                </a:lnTo>
                <a:lnTo>
                  <a:pt x="2211143" y="1526029"/>
                </a:lnTo>
                <a:lnTo>
                  <a:pt x="0" y="15260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rot="178860">
            <a:off x="8818588" y="3291983"/>
            <a:ext cx="366341" cy="0"/>
          </a:xfrm>
          <a:prstGeom prst="line">
            <a:avLst/>
          </a:prstGeom>
          <a:ln cap="rnd" w="9525">
            <a:solidFill>
              <a:srgbClr val="A5B7C6"/>
            </a:solidFill>
            <a:prstDash val="solid"/>
            <a:headEnd type="none" len="sm" w="sm"/>
            <a:tailEnd type="none" len="sm" w="sm"/>
          </a:ln>
        </p:spPr>
      </p:sp>
      <p:sp>
        <p:nvSpPr>
          <p:cNvPr name="AutoShape 4" id="4"/>
          <p:cNvSpPr/>
          <p:nvPr/>
        </p:nvSpPr>
        <p:spPr>
          <a:xfrm rot="178860">
            <a:off x="8087982" y="3291869"/>
            <a:ext cx="366341" cy="0"/>
          </a:xfrm>
          <a:prstGeom prst="line">
            <a:avLst/>
          </a:prstGeom>
          <a:ln cap="rnd" w="9525">
            <a:solidFill>
              <a:srgbClr val="A5B7C6"/>
            </a:solidFill>
            <a:prstDash val="solid"/>
            <a:headEnd type="none" len="sm" w="sm"/>
            <a:tailEnd type="none" len="sm" w="sm"/>
          </a:ln>
        </p:spPr>
      </p:sp>
      <p:sp>
        <p:nvSpPr>
          <p:cNvPr name="AutoShape 5" id="5"/>
          <p:cNvSpPr/>
          <p:nvPr/>
        </p:nvSpPr>
        <p:spPr>
          <a:xfrm rot="178860">
            <a:off x="7378732" y="3291869"/>
            <a:ext cx="366341" cy="0"/>
          </a:xfrm>
          <a:prstGeom prst="line">
            <a:avLst/>
          </a:prstGeom>
          <a:ln cap="rnd" w="9525">
            <a:solidFill>
              <a:srgbClr val="A5B7C6"/>
            </a:solidFill>
            <a:prstDash val="solid"/>
            <a:headEnd type="none" len="sm" w="sm"/>
            <a:tailEnd type="none" len="sm" w="sm"/>
          </a:ln>
        </p:spPr>
      </p:sp>
      <p:sp>
        <p:nvSpPr>
          <p:cNvPr name="AutoShape 6" id="6"/>
          <p:cNvSpPr/>
          <p:nvPr/>
        </p:nvSpPr>
        <p:spPr>
          <a:xfrm rot="108900">
            <a:off x="9541078" y="3291983"/>
            <a:ext cx="601351" cy="0"/>
          </a:xfrm>
          <a:prstGeom prst="line">
            <a:avLst/>
          </a:prstGeom>
          <a:ln cap="rnd" w="9525">
            <a:solidFill>
              <a:srgbClr val="A5B7C6"/>
            </a:solidFill>
            <a:prstDash val="solid"/>
            <a:headEnd type="none" len="sm" w="sm"/>
            <a:tailEnd type="triangle" len="med" w="lg"/>
          </a:ln>
        </p:spPr>
      </p:sp>
      <p:sp>
        <p:nvSpPr>
          <p:cNvPr name="AutoShape 7" id="7"/>
          <p:cNvSpPr/>
          <p:nvPr/>
        </p:nvSpPr>
        <p:spPr>
          <a:xfrm rot="5220840">
            <a:off x="7018249" y="2941844"/>
            <a:ext cx="365750" cy="0"/>
          </a:xfrm>
          <a:prstGeom prst="line">
            <a:avLst/>
          </a:prstGeom>
          <a:ln cap="rnd" w="9525">
            <a:solidFill>
              <a:srgbClr val="A5B7C6"/>
            </a:solidFill>
            <a:prstDash val="solid"/>
            <a:headEnd type="none" len="sm" w="sm"/>
            <a:tailEnd type="none" len="sm" w="sm"/>
          </a:ln>
        </p:spPr>
      </p:sp>
      <p:grpSp>
        <p:nvGrpSpPr>
          <p:cNvPr name="Group 8" id="8"/>
          <p:cNvGrpSpPr/>
          <p:nvPr/>
        </p:nvGrpSpPr>
        <p:grpSpPr>
          <a:xfrm rot="0">
            <a:off x="7073275" y="2564359"/>
            <a:ext cx="592045" cy="218846"/>
            <a:chOff x="0" y="0"/>
            <a:chExt cx="789394" cy="291795"/>
          </a:xfrm>
        </p:grpSpPr>
        <p:sp>
          <p:nvSpPr>
            <p:cNvPr name="Freeform 9" id="9"/>
            <p:cNvSpPr/>
            <p:nvPr/>
          </p:nvSpPr>
          <p:spPr>
            <a:xfrm flipH="false" flipV="false" rot="0">
              <a:off x="0" y="0"/>
              <a:ext cx="789432" cy="291846"/>
            </a:xfrm>
            <a:custGeom>
              <a:avLst/>
              <a:gdLst/>
              <a:ahLst/>
              <a:cxnLst/>
              <a:rect r="r" b="b" t="t" l="l"/>
              <a:pathLst>
                <a:path h="291846" w="789432">
                  <a:moveTo>
                    <a:pt x="0" y="0"/>
                  </a:moveTo>
                  <a:lnTo>
                    <a:pt x="789432" y="0"/>
                  </a:lnTo>
                  <a:lnTo>
                    <a:pt x="789432" y="291846"/>
                  </a:lnTo>
                  <a:lnTo>
                    <a:pt x="0" y="291846"/>
                  </a:lnTo>
                  <a:close/>
                </a:path>
              </a:pathLst>
            </a:custGeom>
            <a:blipFill>
              <a:blip r:embed="rId5">
                <a:alphaModFix amt="0"/>
              </a:blip>
              <a:stretch>
                <a:fillRect l="0" t="-2712" r="4" b="-2695"/>
              </a:stretch>
            </a:blipFill>
            <a:ln w="19050" cap="sq">
              <a:solidFill>
                <a:srgbClr val="5F7D95"/>
              </a:solidFill>
              <a:prstDash val="solid"/>
              <a:miter/>
            </a:ln>
          </p:spPr>
        </p:sp>
      </p:grpSp>
      <p:grpSp>
        <p:nvGrpSpPr>
          <p:cNvPr name="Group 10" id="10"/>
          <p:cNvGrpSpPr/>
          <p:nvPr/>
        </p:nvGrpSpPr>
        <p:grpSpPr>
          <a:xfrm rot="0">
            <a:off x="6999408" y="3115932"/>
            <a:ext cx="394649" cy="394649"/>
            <a:chOff x="0" y="0"/>
            <a:chExt cx="526199" cy="526199"/>
          </a:xfrm>
        </p:grpSpPr>
        <p:sp>
          <p:nvSpPr>
            <p:cNvPr name="Freeform 11" id="11"/>
            <p:cNvSpPr/>
            <p:nvPr/>
          </p:nvSpPr>
          <p:spPr>
            <a:xfrm flipH="false" flipV="false" rot="0">
              <a:off x="0" y="0"/>
              <a:ext cx="526161" cy="526161"/>
            </a:xfrm>
            <a:custGeom>
              <a:avLst/>
              <a:gdLst/>
              <a:ahLst/>
              <a:cxnLst/>
              <a:rect r="r" b="b" t="t" l="l"/>
              <a:pathLst>
                <a:path h="526161" w="526161">
                  <a:moveTo>
                    <a:pt x="0" y="263144"/>
                  </a:moveTo>
                  <a:cubicBezTo>
                    <a:pt x="0" y="117856"/>
                    <a:pt x="117856" y="0"/>
                    <a:pt x="263144" y="0"/>
                  </a:cubicBezTo>
                  <a:cubicBezTo>
                    <a:pt x="408432" y="0"/>
                    <a:pt x="526161" y="117856"/>
                    <a:pt x="526161" y="263144"/>
                  </a:cubicBezTo>
                  <a:cubicBezTo>
                    <a:pt x="526161" y="408432"/>
                    <a:pt x="408432" y="526161"/>
                    <a:pt x="263144" y="526161"/>
                  </a:cubicBezTo>
                  <a:cubicBezTo>
                    <a:pt x="117856" y="526161"/>
                    <a:pt x="0" y="408432"/>
                    <a:pt x="0" y="263144"/>
                  </a:cubicBezTo>
                  <a:close/>
                </a:path>
              </a:pathLst>
            </a:custGeom>
            <a:blipFill>
              <a:blip r:embed="rId5">
                <a:alphaModFix amt="0"/>
              </a:blip>
              <a:stretch>
                <a:fillRect l="-78309" t="0" r="-78316" b="-7"/>
              </a:stretch>
            </a:blipFill>
            <a:ln w="19050" cap="sq">
              <a:solidFill>
                <a:srgbClr val="5F7D95"/>
              </a:solidFill>
              <a:prstDash val="solid"/>
              <a:miter/>
            </a:ln>
          </p:spPr>
        </p:sp>
      </p:grpSp>
      <p:grpSp>
        <p:nvGrpSpPr>
          <p:cNvPr name="Group 12" id="12"/>
          <p:cNvGrpSpPr/>
          <p:nvPr/>
        </p:nvGrpSpPr>
        <p:grpSpPr>
          <a:xfrm rot="0">
            <a:off x="7721489" y="3130401"/>
            <a:ext cx="394649" cy="394649"/>
            <a:chOff x="0" y="0"/>
            <a:chExt cx="526199" cy="526199"/>
          </a:xfrm>
        </p:grpSpPr>
        <p:sp>
          <p:nvSpPr>
            <p:cNvPr name="Freeform 13" id="13"/>
            <p:cNvSpPr/>
            <p:nvPr/>
          </p:nvSpPr>
          <p:spPr>
            <a:xfrm flipH="false" flipV="false" rot="0">
              <a:off x="0" y="0"/>
              <a:ext cx="526161" cy="526161"/>
            </a:xfrm>
            <a:custGeom>
              <a:avLst/>
              <a:gdLst/>
              <a:ahLst/>
              <a:cxnLst/>
              <a:rect r="r" b="b" t="t" l="l"/>
              <a:pathLst>
                <a:path h="526161" w="526161">
                  <a:moveTo>
                    <a:pt x="0" y="263144"/>
                  </a:moveTo>
                  <a:cubicBezTo>
                    <a:pt x="0" y="117856"/>
                    <a:pt x="117856" y="0"/>
                    <a:pt x="263144" y="0"/>
                  </a:cubicBezTo>
                  <a:cubicBezTo>
                    <a:pt x="408432" y="0"/>
                    <a:pt x="526161" y="117856"/>
                    <a:pt x="526161" y="263144"/>
                  </a:cubicBezTo>
                  <a:cubicBezTo>
                    <a:pt x="526161" y="408432"/>
                    <a:pt x="408432" y="526161"/>
                    <a:pt x="263144" y="526161"/>
                  </a:cubicBezTo>
                  <a:cubicBezTo>
                    <a:pt x="117856" y="526161"/>
                    <a:pt x="0" y="408432"/>
                    <a:pt x="0" y="263144"/>
                  </a:cubicBezTo>
                  <a:close/>
                </a:path>
              </a:pathLst>
            </a:custGeom>
            <a:blipFill>
              <a:blip r:embed="rId5">
                <a:alphaModFix amt="0"/>
              </a:blip>
              <a:stretch>
                <a:fillRect l="-78309" t="0" r="-78316" b="-7"/>
              </a:stretch>
            </a:blipFill>
            <a:ln w="19050" cap="sq">
              <a:solidFill>
                <a:srgbClr val="5F7D95"/>
              </a:solidFill>
              <a:prstDash val="solid"/>
              <a:miter/>
            </a:ln>
          </p:spPr>
        </p:sp>
      </p:grpSp>
      <p:sp>
        <p:nvSpPr>
          <p:cNvPr name="AutoShape 14" id="14"/>
          <p:cNvSpPr/>
          <p:nvPr/>
        </p:nvSpPr>
        <p:spPr>
          <a:xfrm rot="5187420">
            <a:off x="7770552" y="3642198"/>
            <a:ext cx="308239" cy="0"/>
          </a:xfrm>
          <a:prstGeom prst="line">
            <a:avLst/>
          </a:prstGeom>
          <a:ln cap="rnd" w="9525">
            <a:solidFill>
              <a:srgbClr val="A5B7C6"/>
            </a:solidFill>
            <a:prstDash val="solid"/>
            <a:headEnd type="none" len="sm" w="sm"/>
            <a:tailEnd type="none" len="sm" w="sm"/>
          </a:ln>
        </p:spPr>
      </p:sp>
      <p:grpSp>
        <p:nvGrpSpPr>
          <p:cNvPr name="Group 15" id="15"/>
          <p:cNvGrpSpPr/>
          <p:nvPr/>
        </p:nvGrpSpPr>
        <p:grpSpPr>
          <a:xfrm rot="0">
            <a:off x="7796374" y="3778015"/>
            <a:ext cx="592045" cy="218846"/>
            <a:chOff x="0" y="0"/>
            <a:chExt cx="789394" cy="291795"/>
          </a:xfrm>
        </p:grpSpPr>
        <p:sp>
          <p:nvSpPr>
            <p:cNvPr name="Freeform 16" id="16"/>
            <p:cNvSpPr/>
            <p:nvPr/>
          </p:nvSpPr>
          <p:spPr>
            <a:xfrm flipH="false" flipV="false" rot="0">
              <a:off x="0" y="0"/>
              <a:ext cx="789432" cy="291846"/>
            </a:xfrm>
            <a:custGeom>
              <a:avLst/>
              <a:gdLst/>
              <a:ahLst/>
              <a:cxnLst/>
              <a:rect r="r" b="b" t="t" l="l"/>
              <a:pathLst>
                <a:path h="291846" w="789432">
                  <a:moveTo>
                    <a:pt x="0" y="0"/>
                  </a:moveTo>
                  <a:lnTo>
                    <a:pt x="789432" y="0"/>
                  </a:lnTo>
                  <a:lnTo>
                    <a:pt x="789432" y="291846"/>
                  </a:lnTo>
                  <a:lnTo>
                    <a:pt x="0" y="291846"/>
                  </a:lnTo>
                  <a:close/>
                </a:path>
              </a:pathLst>
            </a:custGeom>
            <a:blipFill>
              <a:blip r:embed="rId5">
                <a:alphaModFix amt="0"/>
              </a:blip>
              <a:stretch>
                <a:fillRect l="0" t="-2712" r="4" b="-2695"/>
              </a:stretch>
            </a:blipFill>
            <a:ln w="19050" cap="sq">
              <a:solidFill>
                <a:srgbClr val="5F7D95"/>
              </a:solidFill>
              <a:prstDash val="solid"/>
              <a:miter/>
            </a:ln>
          </p:spPr>
        </p:sp>
      </p:grpSp>
      <p:sp>
        <p:nvSpPr>
          <p:cNvPr name="AutoShape 17" id="17"/>
          <p:cNvSpPr/>
          <p:nvPr/>
        </p:nvSpPr>
        <p:spPr>
          <a:xfrm rot="5220840">
            <a:off x="8465001" y="2941844"/>
            <a:ext cx="365750" cy="0"/>
          </a:xfrm>
          <a:prstGeom prst="line">
            <a:avLst/>
          </a:prstGeom>
          <a:ln cap="rnd" w="9525">
            <a:solidFill>
              <a:srgbClr val="A5B7C6"/>
            </a:solidFill>
            <a:prstDash val="solid"/>
            <a:headEnd type="none" len="sm" w="sm"/>
            <a:tailEnd type="none" len="sm" w="sm"/>
          </a:ln>
        </p:spPr>
      </p:sp>
      <p:grpSp>
        <p:nvGrpSpPr>
          <p:cNvPr name="Group 18" id="18"/>
          <p:cNvGrpSpPr/>
          <p:nvPr/>
        </p:nvGrpSpPr>
        <p:grpSpPr>
          <a:xfrm rot="0">
            <a:off x="8520008" y="2564359"/>
            <a:ext cx="592045" cy="218846"/>
            <a:chOff x="0" y="0"/>
            <a:chExt cx="789394" cy="291795"/>
          </a:xfrm>
        </p:grpSpPr>
        <p:sp>
          <p:nvSpPr>
            <p:cNvPr name="Freeform 19" id="19"/>
            <p:cNvSpPr/>
            <p:nvPr/>
          </p:nvSpPr>
          <p:spPr>
            <a:xfrm flipH="false" flipV="false" rot="0">
              <a:off x="0" y="0"/>
              <a:ext cx="789432" cy="291846"/>
            </a:xfrm>
            <a:custGeom>
              <a:avLst/>
              <a:gdLst/>
              <a:ahLst/>
              <a:cxnLst/>
              <a:rect r="r" b="b" t="t" l="l"/>
              <a:pathLst>
                <a:path h="291846" w="789432">
                  <a:moveTo>
                    <a:pt x="0" y="0"/>
                  </a:moveTo>
                  <a:lnTo>
                    <a:pt x="789432" y="0"/>
                  </a:lnTo>
                  <a:lnTo>
                    <a:pt x="789432" y="291846"/>
                  </a:lnTo>
                  <a:lnTo>
                    <a:pt x="0" y="291846"/>
                  </a:lnTo>
                  <a:close/>
                </a:path>
              </a:pathLst>
            </a:custGeom>
            <a:blipFill>
              <a:blip r:embed="rId5">
                <a:alphaModFix amt="0"/>
              </a:blip>
              <a:stretch>
                <a:fillRect l="0" t="-2712" r="4" b="-2695"/>
              </a:stretch>
            </a:blipFill>
            <a:ln w="19050" cap="sq">
              <a:solidFill>
                <a:srgbClr val="5F7D95"/>
              </a:solidFill>
              <a:prstDash val="solid"/>
              <a:miter/>
            </a:ln>
          </p:spPr>
        </p:sp>
      </p:grpSp>
      <p:grpSp>
        <p:nvGrpSpPr>
          <p:cNvPr name="Group 20" id="20"/>
          <p:cNvGrpSpPr/>
          <p:nvPr/>
        </p:nvGrpSpPr>
        <p:grpSpPr>
          <a:xfrm rot="0">
            <a:off x="8443560" y="3115932"/>
            <a:ext cx="394649" cy="394649"/>
            <a:chOff x="0" y="0"/>
            <a:chExt cx="526199" cy="526199"/>
          </a:xfrm>
        </p:grpSpPr>
        <p:sp>
          <p:nvSpPr>
            <p:cNvPr name="Freeform 21" id="21"/>
            <p:cNvSpPr/>
            <p:nvPr/>
          </p:nvSpPr>
          <p:spPr>
            <a:xfrm flipH="false" flipV="false" rot="0">
              <a:off x="0" y="0"/>
              <a:ext cx="526161" cy="526161"/>
            </a:xfrm>
            <a:custGeom>
              <a:avLst/>
              <a:gdLst/>
              <a:ahLst/>
              <a:cxnLst/>
              <a:rect r="r" b="b" t="t" l="l"/>
              <a:pathLst>
                <a:path h="526161" w="526161">
                  <a:moveTo>
                    <a:pt x="0" y="263144"/>
                  </a:moveTo>
                  <a:cubicBezTo>
                    <a:pt x="0" y="117856"/>
                    <a:pt x="117856" y="0"/>
                    <a:pt x="263144" y="0"/>
                  </a:cubicBezTo>
                  <a:cubicBezTo>
                    <a:pt x="408432" y="0"/>
                    <a:pt x="526161" y="117856"/>
                    <a:pt x="526161" y="263144"/>
                  </a:cubicBezTo>
                  <a:cubicBezTo>
                    <a:pt x="526161" y="408432"/>
                    <a:pt x="408432" y="526161"/>
                    <a:pt x="263144" y="526161"/>
                  </a:cubicBezTo>
                  <a:cubicBezTo>
                    <a:pt x="117856" y="526161"/>
                    <a:pt x="0" y="408432"/>
                    <a:pt x="0" y="263144"/>
                  </a:cubicBezTo>
                  <a:close/>
                </a:path>
              </a:pathLst>
            </a:custGeom>
            <a:blipFill>
              <a:blip r:embed="rId5">
                <a:alphaModFix amt="0"/>
              </a:blip>
              <a:stretch>
                <a:fillRect l="-78309" t="0" r="-78316" b="-7"/>
              </a:stretch>
            </a:blipFill>
            <a:ln w="19050" cap="sq">
              <a:solidFill>
                <a:srgbClr val="5F7D95"/>
              </a:solidFill>
              <a:prstDash val="solid"/>
              <a:miter/>
            </a:ln>
          </p:spPr>
        </p:sp>
      </p:grpSp>
      <p:grpSp>
        <p:nvGrpSpPr>
          <p:cNvPr name="Group 22" id="22"/>
          <p:cNvGrpSpPr/>
          <p:nvPr/>
        </p:nvGrpSpPr>
        <p:grpSpPr>
          <a:xfrm rot="0">
            <a:off x="9165631" y="3099416"/>
            <a:ext cx="394649" cy="394649"/>
            <a:chOff x="0" y="0"/>
            <a:chExt cx="526199" cy="526199"/>
          </a:xfrm>
        </p:grpSpPr>
        <p:sp>
          <p:nvSpPr>
            <p:cNvPr name="Freeform 23" id="23"/>
            <p:cNvSpPr/>
            <p:nvPr/>
          </p:nvSpPr>
          <p:spPr>
            <a:xfrm flipH="false" flipV="false" rot="0">
              <a:off x="0" y="0"/>
              <a:ext cx="526161" cy="526161"/>
            </a:xfrm>
            <a:custGeom>
              <a:avLst/>
              <a:gdLst/>
              <a:ahLst/>
              <a:cxnLst/>
              <a:rect r="r" b="b" t="t" l="l"/>
              <a:pathLst>
                <a:path h="526161" w="526161">
                  <a:moveTo>
                    <a:pt x="0" y="263144"/>
                  </a:moveTo>
                  <a:cubicBezTo>
                    <a:pt x="0" y="117856"/>
                    <a:pt x="117856" y="0"/>
                    <a:pt x="263144" y="0"/>
                  </a:cubicBezTo>
                  <a:cubicBezTo>
                    <a:pt x="408432" y="0"/>
                    <a:pt x="526161" y="117856"/>
                    <a:pt x="526161" y="263144"/>
                  </a:cubicBezTo>
                  <a:cubicBezTo>
                    <a:pt x="526161" y="408432"/>
                    <a:pt x="408432" y="526161"/>
                    <a:pt x="263144" y="526161"/>
                  </a:cubicBezTo>
                  <a:cubicBezTo>
                    <a:pt x="117856" y="526161"/>
                    <a:pt x="0" y="408432"/>
                    <a:pt x="0" y="263144"/>
                  </a:cubicBezTo>
                  <a:close/>
                </a:path>
              </a:pathLst>
            </a:custGeom>
            <a:blipFill>
              <a:blip r:embed="rId5">
                <a:alphaModFix amt="0"/>
              </a:blip>
              <a:stretch>
                <a:fillRect l="-78309" t="0" r="-78316" b="-7"/>
              </a:stretch>
            </a:blipFill>
            <a:ln w="19050" cap="sq">
              <a:solidFill>
                <a:srgbClr val="5F7D95"/>
              </a:solidFill>
              <a:prstDash val="solid"/>
              <a:miter/>
            </a:ln>
          </p:spPr>
        </p:sp>
      </p:grpSp>
      <p:sp>
        <p:nvSpPr>
          <p:cNvPr name="AutoShape 24" id="24"/>
          <p:cNvSpPr/>
          <p:nvPr/>
        </p:nvSpPr>
        <p:spPr>
          <a:xfrm rot="5188620">
            <a:off x="9207808" y="3641293"/>
            <a:ext cx="310039" cy="0"/>
          </a:xfrm>
          <a:prstGeom prst="line">
            <a:avLst/>
          </a:prstGeom>
          <a:ln cap="rnd" w="9525">
            <a:solidFill>
              <a:srgbClr val="A5B7C6"/>
            </a:solidFill>
            <a:prstDash val="solid"/>
            <a:headEnd type="none" len="sm" w="sm"/>
            <a:tailEnd type="none" len="sm" w="sm"/>
          </a:ln>
        </p:spPr>
      </p:sp>
      <p:grpSp>
        <p:nvGrpSpPr>
          <p:cNvPr name="Group 25" id="25"/>
          <p:cNvGrpSpPr/>
          <p:nvPr/>
        </p:nvGrpSpPr>
        <p:grpSpPr>
          <a:xfrm rot="0">
            <a:off x="9253795" y="3781720"/>
            <a:ext cx="592045" cy="218846"/>
            <a:chOff x="0" y="0"/>
            <a:chExt cx="789394" cy="291795"/>
          </a:xfrm>
        </p:grpSpPr>
        <p:sp>
          <p:nvSpPr>
            <p:cNvPr name="Freeform 26" id="26"/>
            <p:cNvSpPr/>
            <p:nvPr/>
          </p:nvSpPr>
          <p:spPr>
            <a:xfrm flipH="false" flipV="false" rot="0">
              <a:off x="0" y="0"/>
              <a:ext cx="789432" cy="291846"/>
            </a:xfrm>
            <a:custGeom>
              <a:avLst/>
              <a:gdLst/>
              <a:ahLst/>
              <a:cxnLst/>
              <a:rect r="r" b="b" t="t" l="l"/>
              <a:pathLst>
                <a:path h="291846" w="789432">
                  <a:moveTo>
                    <a:pt x="0" y="0"/>
                  </a:moveTo>
                  <a:lnTo>
                    <a:pt x="789432" y="0"/>
                  </a:lnTo>
                  <a:lnTo>
                    <a:pt x="789432" y="291846"/>
                  </a:lnTo>
                  <a:lnTo>
                    <a:pt x="0" y="291846"/>
                  </a:lnTo>
                  <a:close/>
                </a:path>
              </a:pathLst>
            </a:custGeom>
            <a:blipFill>
              <a:blip r:embed="rId5">
                <a:alphaModFix amt="0"/>
              </a:blip>
              <a:stretch>
                <a:fillRect l="0" t="-2712" r="4" b="-2695"/>
              </a:stretch>
            </a:blipFill>
            <a:ln w="19050" cap="sq">
              <a:solidFill>
                <a:srgbClr val="5F7D95"/>
              </a:solidFill>
              <a:prstDash val="solid"/>
              <a:miter/>
            </a:ln>
          </p:spPr>
        </p:sp>
      </p:grpSp>
      <p:sp>
        <p:nvSpPr>
          <p:cNvPr name="AutoShape 27" id="27"/>
          <p:cNvSpPr/>
          <p:nvPr/>
        </p:nvSpPr>
        <p:spPr>
          <a:xfrm rot="135720">
            <a:off x="8328955" y="4682747"/>
            <a:ext cx="482622" cy="0"/>
          </a:xfrm>
          <a:prstGeom prst="line">
            <a:avLst/>
          </a:prstGeom>
          <a:ln cap="rnd" w="9525">
            <a:solidFill>
              <a:srgbClr val="435D74"/>
            </a:solidFill>
            <a:prstDash val="solid"/>
            <a:headEnd type="none" len="sm" w="sm"/>
            <a:tailEnd type="none" len="sm" w="sm"/>
          </a:ln>
        </p:spPr>
      </p:sp>
      <p:sp>
        <p:nvSpPr>
          <p:cNvPr name="AutoShape 28" id="28"/>
          <p:cNvSpPr/>
          <p:nvPr/>
        </p:nvSpPr>
        <p:spPr>
          <a:xfrm rot="135720">
            <a:off x="9243022" y="4682747"/>
            <a:ext cx="482622" cy="0"/>
          </a:xfrm>
          <a:prstGeom prst="line">
            <a:avLst/>
          </a:prstGeom>
          <a:ln cap="rnd" w="9525">
            <a:solidFill>
              <a:srgbClr val="435D74"/>
            </a:solidFill>
            <a:prstDash val="solid"/>
            <a:headEnd type="none" len="sm" w="sm"/>
            <a:tailEnd type="none" len="sm" w="sm"/>
          </a:ln>
        </p:spPr>
      </p:sp>
      <p:sp>
        <p:nvSpPr>
          <p:cNvPr name="AutoShape 29" id="29"/>
          <p:cNvSpPr/>
          <p:nvPr/>
        </p:nvSpPr>
        <p:spPr>
          <a:xfrm rot="135900">
            <a:off x="7414555" y="4682985"/>
            <a:ext cx="482022" cy="0"/>
          </a:xfrm>
          <a:prstGeom prst="line">
            <a:avLst/>
          </a:prstGeom>
          <a:ln cap="rnd" w="9525">
            <a:solidFill>
              <a:srgbClr val="435D74"/>
            </a:solidFill>
            <a:prstDash val="solid"/>
            <a:headEnd type="none" len="sm" w="sm"/>
            <a:tailEnd type="none" len="sm" w="sm"/>
          </a:ln>
        </p:spPr>
      </p:sp>
      <p:sp>
        <p:nvSpPr>
          <p:cNvPr name="AutoShape 30" id="30"/>
          <p:cNvSpPr/>
          <p:nvPr/>
        </p:nvSpPr>
        <p:spPr>
          <a:xfrm rot="5101500">
            <a:off x="8002819" y="4950704"/>
            <a:ext cx="219675" cy="0"/>
          </a:xfrm>
          <a:prstGeom prst="line">
            <a:avLst/>
          </a:prstGeom>
          <a:ln cap="rnd" w="9525">
            <a:solidFill>
              <a:srgbClr val="435D74"/>
            </a:solidFill>
            <a:prstDash val="solid"/>
            <a:headEnd type="none" len="sm" w="sm"/>
            <a:tailEnd type="none" len="sm" w="sm"/>
          </a:ln>
        </p:spPr>
      </p:sp>
      <p:grpSp>
        <p:nvGrpSpPr>
          <p:cNvPr name="Group 31" id="31"/>
          <p:cNvGrpSpPr/>
          <p:nvPr/>
        </p:nvGrpSpPr>
        <p:grpSpPr>
          <a:xfrm rot="0">
            <a:off x="7877642" y="4452290"/>
            <a:ext cx="470849" cy="470849"/>
            <a:chOff x="0" y="0"/>
            <a:chExt cx="627799" cy="627799"/>
          </a:xfrm>
        </p:grpSpPr>
        <p:sp>
          <p:nvSpPr>
            <p:cNvPr name="Freeform 32" id="32"/>
            <p:cNvSpPr/>
            <p:nvPr/>
          </p:nvSpPr>
          <p:spPr>
            <a:xfrm flipH="false" flipV="false" rot="0">
              <a:off x="0" y="0"/>
              <a:ext cx="627761" cy="627761"/>
            </a:xfrm>
            <a:custGeom>
              <a:avLst/>
              <a:gdLst/>
              <a:ahLst/>
              <a:cxnLst/>
              <a:rect r="r" b="b" t="t" l="l"/>
              <a:pathLst>
                <a:path h="627761" w="627761">
                  <a:moveTo>
                    <a:pt x="0" y="313944"/>
                  </a:moveTo>
                  <a:cubicBezTo>
                    <a:pt x="0" y="140589"/>
                    <a:pt x="140589" y="0"/>
                    <a:pt x="313944" y="0"/>
                  </a:cubicBezTo>
                  <a:cubicBezTo>
                    <a:pt x="487299" y="0"/>
                    <a:pt x="627761" y="140589"/>
                    <a:pt x="627761" y="313944"/>
                  </a:cubicBezTo>
                  <a:cubicBezTo>
                    <a:pt x="627761" y="487299"/>
                    <a:pt x="487299" y="627761"/>
                    <a:pt x="313944" y="627761"/>
                  </a:cubicBezTo>
                  <a:cubicBezTo>
                    <a:pt x="140589" y="627761"/>
                    <a:pt x="0" y="487299"/>
                    <a:pt x="0" y="313944"/>
                  </a:cubicBezTo>
                  <a:close/>
                </a:path>
              </a:pathLst>
            </a:custGeom>
            <a:blipFill>
              <a:blip r:embed="rId5">
                <a:alphaModFix amt="0"/>
              </a:blip>
              <a:stretch>
                <a:fillRect l="-78308" t="0" r="-78314" b="-6"/>
              </a:stretch>
            </a:blipFill>
            <a:ln w="19050" cap="sq">
              <a:solidFill>
                <a:srgbClr val="BAC8D3"/>
              </a:solidFill>
              <a:prstDash val="solid"/>
              <a:miter/>
            </a:ln>
          </p:spPr>
        </p:sp>
      </p:grpSp>
      <p:grpSp>
        <p:nvGrpSpPr>
          <p:cNvPr name="Group 33" id="33"/>
          <p:cNvGrpSpPr/>
          <p:nvPr/>
        </p:nvGrpSpPr>
        <p:grpSpPr>
          <a:xfrm rot="0">
            <a:off x="7935287" y="4509945"/>
            <a:ext cx="355654" cy="355654"/>
            <a:chOff x="0" y="0"/>
            <a:chExt cx="474205" cy="474205"/>
          </a:xfrm>
        </p:grpSpPr>
        <p:sp>
          <p:nvSpPr>
            <p:cNvPr name="Freeform 34" id="34"/>
            <p:cNvSpPr/>
            <p:nvPr/>
          </p:nvSpPr>
          <p:spPr>
            <a:xfrm flipH="false" flipV="false" rot="0">
              <a:off x="0" y="0"/>
              <a:ext cx="474218" cy="474218"/>
            </a:xfrm>
            <a:custGeom>
              <a:avLst/>
              <a:gdLst/>
              <a:ahLst/>
              <a:cxnLst/>
              <a:rect r="r" b="b" t="t" l="l"/>
              <a:pathLst>
                <a:path h="474218" w="474218">
                  <a:moveTo>
                    <a:pt x="0" y="237109"/>
                  </a:moveTo>
                  <a:cubicBezTo>
                    <a:pt x="0" y="106172"/>
                    <a:pt x="106172" y="0"/>
                    <a:pt x="237109" y="0"/>
                  </a:cubicBezTo>
                  <a:cubicBezTo>
                    <a:pt x="368046" y="0"/>
                    <a:pt x="474218" y="106172"/>
                    <a:pt x="474218" y="237109"/>
                  </a:cubicBezTo>
                  <a:cubicBezTo>
                    <a:pt x="474218" y="368046"/>
                    <a:pt x="368046" y="474218"/>
                    <a:pt x="237109" y="474218"/>
                  </a:cubicBezTo>
                  <a:cubicBezTo>
                    <a:pt x="106172" y="474218"/>
                    <a:pt x="0" y="368046"/>
                    <a:pt x="0" y="237109"/>
                  </a:cubicBezTo>
                  <a:close/>
                </a:path>
              </a:pathLst>
            </a:custGeom>
            <a:blipFill>
              <a:blip r:embed="rId5">
                <a:alphaModFix amt="0"/>
              </a:blip>
              <a:stretch>
                <a:fillRect l="-78301" t="0" r="-78298" b="2"/>
              </a:stretch>
            </a:blipFill>
            <a:ln w="19050" cap="sq">
              <a:solidFill>
                <a:srgbClr val="435D74"/>
              </a:solidFill>
              <a:prstDash val="solid"/>
              <a:miter/>
            </a:ln>
          </p:spPr>
        </p:sp>
      </p:grpSp>
      <p:sp>
        <p:nvSpPr>
          <p:cNvPr name="AutoShape 35" id="35"/>
          <p:cNvSpPr/>
          <p:nvPr/>
        </p:nvSpPr>
        <p:spPr>
          <a:xfrm rot="5128200">
            <a:off x="8906561" y="4404008"/>
            <a:ext cx="241202" cy="0"/>
          </a:xfrm>
          <a:prstGeom prst="line">
            <a:avLst/>
          </a:prstGeom>
          <a:ln cap="rnd" w="9525">
            <a:solidFill>
              <a:srgbClr val="435D74"/>
            </a:solidFill>
            <a:prstDash val="solid"/>
            <a:headEnd type="none" len="sm" w="sm"/>
            <a:tailEnd type="none" len="sm" w="sm"/>
          </a:ln>
        </p:spPr>
      </p:sp>
      <p:grpSp>
        <p:nvGrpSpPr>
          <p:cNvPr name="Group 36" id="36"/>
          <p:cNvGrpSpPr/>
          <p:nvPr/>
        </p:nvGrpSpPr>
        <p:grpSpPr>
          <a:xfrm rot="0">
            <a:off x="8791985" y="4452290"/>
            <a:ext cx="470249" cy="470249"/>
            <a:chOff x="0" y="0"/>
            <a:chExt cx="626999" cy="626999"/>
          </a:xfrm>
        </p:grpSpPr>
        <p:sp>
          <p:nvSpPr>
            <p:cNvPr name="Freeform 37" id="37"/>
            <p:cNvSpPr/>
            <p:nvPr/>
          </p:nvSpPr>
          <p:spPr>
            <a:xfrm flipH="false" flipV="false" rot="0">
              <a:off x="0" y="0"/>
              <a:ext cx="626999" cy="626999"/>
            </a:xfrm>
            <a:custGeom>
              <a:avLst/>
              <a:gdLst/>
              <a:ahLst/>
              <a:cxnLst/>
              <a:rect r="r" b="b" t="t" l="l"/>
              <a:pathLst>
                <a:path h="626999" w="626999">
                  <a:moveTo>
                    <a:pt x="0" y="313563"/>
                  </a:moveTo>
                  <a:cubicBezTo>
                    <a:pt x="0" y="140335"/>
                    <a:pt x="140335" y="0"/>
                    <a:pt x="313563" y="0"/>
                  </a:cubicBezTo>
                  <a:cubicBezTo>
                    <a:pt x="486791" y="0"/>
                    <a:pt x="626999" y="140335"/>
                    <a:pt x="626999" y="313563"/>
                  </a:cubicBezTo>
                  <a:cubicBezTo>
                    <a:pt x="626999" y="486791"/>
                    <a:pt x="486664" y="626999"/>
                    <a:pt x="313563" y="626999"/>
                  </a:cubicBezTo>
                  <a:cubicBezTo>
                    <a:pt x="140462" y="626999"/>
                    <a:pt x="0" y="486664"/>
                    <a:pt x="0" y="313563"/>
                  </a:cubicBezTo>
                  <a:close/>
                </a:path>
              </a:pathLst>
            </a:custGeom>
            <a:blipFill>
              <a:blip r:embed="rId5">
                <a:alphaModFix amt="0"/>
              </a:blip>
              <a:stretch>
                <a:fillRect l="-78303" t="0" r="-78303" b="0"/>
              </a:stretch>
            </a:blipFill>
            <a:ln w="19050" cap="sq">
              <a:solidFill>
                <a:srgbClr val="BAC8D3"/>
              </a:solidFill>
              <a:prstDash val="solid"/>
              <a:miter/>
            </a:ln>
          </p:spPr>
        </p:sp>
      </p:grpSp>
      <p:grpSp>
        <p:nvGrpSpPr>
          <p:cNvPr name="Group 38" id="38"/>
          <p:cNvGrpSpPr/>
          <p:nvPr/>
        </p:nvGrpSpPr>
        <p:grpSpPr>
          <a:xfrm rot="0">
            <a:off x="8849639" y="4509945"/>
            <a:ext cx="355054" cy="355054"/>
            <a:chOff x="0" y="0"/>
            <a:chExt cx="473405" cy="473405"/>
          </a:xfrm>
        </p:grpSpPr>
        <p:sp>
          <p:nvSpPr>
            <p:cNvPr name="Freeform 39" id="39"/>
            <p:cNvSpPr/>
            <p:nvPr/>
          </p:nvSpPr>
          <p:spPr>
            <a:xfrm flipH="false" flipV="false" rot="0">
              <a:off x="0" y="0"/>
              <a:ext cx="473456" cy="473456"/>
            </a:xfrm>
            <a:custGeom>
              <a:avLst/>
              <a:gdLst/>
              <a:ahLst/>
              <a:cxnLst/>
              <a:rect r="r" b="b" t="t" l="l"/>
              <a:pathLst>
                <a:path h="473456" w="473456">
                  <a:moveTo>
                    <a:pt x="0" y="236728"/>
                  </a:moveTo>
                  <a:cubicBezTo>
                    <a:pt x="0" y="105918"/>
                    <a:pt x="105918" y="0"/>
                    <a:pt x="236728" y="0"/>
                  </a:cubicBezTo>
                  <a:cubicBezTo>
                    <a:pt x="367538" y="0"/>
                    <a:pt x="473456" y="105918"/>
                    <a:pt x="473456" y="236728"/>
                  </a:cubicBezTo>
                  <a:cubicBezTo>
                    <a:pt x="473456" y="367538"/>
                    <a:pt x="367411" y="473456"/>
                    <a:pt x="236728" y="473456"/>
                  </a:cubicBezTo>
                  <a:cubicBezTo>
                    <a:pt x="106045" y="473456"/>
                    <a:pt x="0" y="367411"/>
                    <a:pt x="0" y="236728"/>
                  </a:cubicBezTo>
                  <a:close/>
                </a:path>
              </a:pathLst>
            </a:custGeom>
            <a:blipFill>
              <a:blip r:embed="rId5">
                <a:alphaModFix amt="0"/>
              </a:blip>
              <a:stretch>
                <a:fillRect l="-78295" t="0" r="-78284" b="10"/>
              </a:stretch>
            </a:blipFill>
            <a:ln w="19050" cap="sq">
              <a:solidFill>
                <a:srgbClr val="435D74"/>
              </a:solidFill>
              <a:prstDash val="solid"/>
              <a:miter/>
            </a:ln>
          </p:spPr>
        </p:sp>
      </p:grpSp>
      <p:sp>
        <p:nvSpPr>
          <p:cNvPr name="AutoShape 40" id="40"/>
          <p:cNvSpPr/>
          <p:nvPr/>
        </p:nvSpPr>
        <p:spPr>
          <a:xfrm rot="5100720">
            <a:off x="9832048" y="4950409"/>
            <a:ext cx="219085" cy="0"/>
          </a:xfrm>
          <a:prstGeom prst="line">
            <a:avLst/>
          </a:prstGeom>
          <a:ln cap="rnd" w="9525">
            <a:solidFill>
              <a:srgbClr val="435D74"/>
            </a:solidFill>
            <a:prstDash val="solid"/>
            <a:headEnd type="none" len="sm" w="sm"/>
            <a:tailEnd type="none" len="sm" w="sm"/>
          </a:ln>
        </p:spPr>
      </p:sp>
      <p:grpSp>
        <p:nvGrpSpPr>
          <p:cNvPr name="Group 41" id="41"/>
          <p:cNvGrpSpPr/>
          <p:nvPr/>
        </p:nvGrpSpPr>
        <p:grpSpPr>
          <a:xfrm rot="0">
            <a:off x="9706318" y="4452290"/>
            <a:ext cx="470249" cy="470249"/>
            <a:chOff x="0" y="0"/>
            <a:chExt cx="626999" cy="626999"/>
          </a:xfrm>
        </p:grpSpPr>
        <p:sp>
          <p:nvSpPr>
            <p:cNvPr name="Freeform 42" id="42"/>
            <p:cNvSpPr/>
            <p:nvPr/>
          </p:nvSpPr>
          <p:spPr>
            <a:xfrm flipH="false" flipV="false" rot="0">
              <a:off x="0" y="0"/>
              <a:ext cx="626999" cy="626999"/>
            </a:xfrm>
            <a:custGeom>
              <a:avLst/>
              <a:gdLst/>
              <a:ahLst/>
              <a:cxnLst/>
              <a:rect r="r" b="b" t="t" l="l"/>
              <a:pathLst>
                <a:path h="626999" w="626999">
                  <a:moveTo>
                    <a:pt x="0" y="313563"/>
                  </a:moveTo>
                  <a:cubicBezTo>
                    <a:pt x="0" y="140335"/>
                    <a:pt x="140335" y="0"/>
                    <a:pt x="313563" y="0"/>
                  </a:cubicBezTo>
                  <a:cubicBezTo>
                    <a:pt x="486791" y="0"/>
                    <a:pt x="626999" y="140335"/>
                    <a:pt x="626999" y="313563"/>
                  </a:cubicBezTo>
                  <a:cubicBezTo>
                    <a:pt x="626999" y="486791"/>
                    <a:pt x="486664" y="626999"/>
                    <a:pt x="313563" y="626999"/>
                  </a:cubicBezTo>
                  <a:cubicBezTo>
                    <a:pt x="140462" y="626999"/>
                    <a:pt x="0" y="486664"/>
                    <a:pt x="0" y="313563"/>
                  </a:cubicBezTo>
                  <a:close/>
                </a:path>
              </a:pathLst>
            </a:custGeom>
            <a:blipFill>
              <a:blip r:embed="rId5">
                <a:alphaModFix amt="0"/>
              </a:blip>
              <a:stretch>
                <a:fillRect l="-78303" t="0" r="-78303" b="0"/>
              </a:stretch>
            </a:blipFill>
            <a:ln w="19050" cap="sq">
              <a:solidFill>
                <a:srgbClr val="BAC8D3"/>
              </a:solidFill>
              <a:prstDash val="solid"/>
              <a:miter/>
            </a:ln>
          </p:spPr>
        </p:sp>
      </p:grpSp>
      <p:grpSp>
        <p:nvGrpSpPr>
          <p:cNvPr name="Group 43" id="43"/>
          <p:cNvGrpSpPr/>
          <p:nvPr/>
        </p:nvGrpSpPr>
        <p:grpSpPr>
          <a:xfrm rot="0">
            <a:off x="9763973" y="4509945"/>
            <a:ext cx="355054" cy="355054"/>
            <a:chOff x="0" y="0"/>
            <a:chExt cx="473405" cy="473405"/>
          </a:xfrm>
        </p:grpSpPr>
        <p:sp>
          <p:nvSpPr>
            <p:cNvPr name="Freeform 44" id="44"/>
            <p:cNvSpPr/>
            <p:nvPr/>
          </p:nvSpPr>
          <p:spPr>
            <a:xfrm flipH="false" flipV="false" rot="0">
              <a:off x="0" y="0"/>
              <a:ext cx="473456" cy="473456"/>
            </a:xfrm>
            <a:custGeom>
              <a:avLst/>
              <a:gdLst/>
              <a:ahLst/>
              <a:cxnLst/>
              <a:rect r="r" b="b" t="t" l="l"/>
              <a:pathLst>
                <a:path h="473456" w="473456">
                  <a:moveTo>
                    <a:pt x="0" y="236728"/>
                  </a:moveTo>
                  <a:cubicBezTo>
                    <a:pt x="0" y="105918"/>
                    <a:pt x="105918" y="0"/>
                    <a:pt x="236728" y="0"/>
                  </a:cubicBezTo>
                  <a:cubicBezTo>
                    <a:pt x="367538" y="0"/>
                    <a:pt x="473456" y="105918"/>
                    <a:pt x="473456" y="236728"/>
                  </a:cubicBezTo>
                  <a:cubicBezTo>
                    <a:pt x="473456" y="367538"/>
                    <a:pt x="367411" y="473456"/>
                    <a:pt x="236728" y="473456"/>
                  </a:cubicBezTo>
                  <a:cubicBezTo>
                    <a:pt x="106045" y="473456"/>
                    <a:pt x="0" y="367411"/>
                    <a:pt x="0" y="236728"/>
                  </a:cubicBezTo>
                  <a:close/>
                </a:path>
              </a:pathLst>
            </a:custGeom>
            <a:blipFill>
              <a:blip r:embed="rId5">
                <a:alphaModFix amt="0"/>
              </a:blip>
              <a:stretch>
                <a:fillRect l="-78295" t="0" r="-78284" b="10"/>
              </a:stretch>
            </a:blipFill>
            <a:ln w="19050" cap="sq">
              <a:solidFill>
                <a:srgbClr val="435D74"/>
              </a:solidFill>
              <a:prstDash val="solid"/>
              <a:miter/>
            </a:ln>
          </p:spPr>
        </p:sp>
      </p:grpSp>
      <p:sp>
        <p:nvSpPr>
          <p:cNvPr name="AutoShape 45" id="45"/>
          <p:cNvSpPr/>
          <p:nvPr/>
        </p:nvSpPr>
        <p:spPr>
          <a:xfrm rot="5317800">
            <a:off x="7085219" y="4404189"/>
            <a:ext cx="226952" cy="0"/>
          </a:xfrm>
          <a:prstGeom prst="line">
            <a:avLst/>
          </a:prstGeom>
          <a:ln cap="rnd" w="9525">
            <a:solidFill>
              <a:srgbClr val="435D74"/>
            </a:solidFill>
            <a:prstDash val="solid"/>
            <a:headEnd type="none" len="sm" w="sm"/>
            <a:tailEnd type="none" len="sm" w="sm"/>
          </a:ln>
        </p:spPr>
      </p:sp>
      <p:grpSp>
        <p:nvGrpSpPr>
          <p:cNvPr name="Group 46" id="46"/>
          <p:cNvGrpSpPr/>
          <p:nvPr/>
        </p:nvGrpSpPr>
        <p:grpSpPr>
          <a:xfrm rot="0">
            <a:off x="6970262" y="4459300"/>
            <a:ext cx="456724" cy="456886"/>
            <a:chOff x="0" y="0"/>
            <a:chExt cx="608965" cy="609181"/>
          </a:xfrm>
        </p:grpSpPr>
        <p:sp>
          <p:nvSpPr>
            <p:cNvPr name="Freeform 47" id="47"/>
            <p:cNvSpPr/>
            <p:nvPr/>
          </p:nvSpPr>
          <p:spPr>
            <a:xfrm flipH="false" flipV="false" rot="0">
              <a:off x="0" y="0"/>
              <a:ext cx="608965" cy="609219"/>
            </a:xfrm>
            <a:custGeom>
              <a:avLst/>
              <a:gdLst/>
              <a:ahLst/>
              <a:cxnLst/>
              <a:rect r="r" b="b" t="t" l="l"/>
              <a:pathLst>
                <a:path h="609219" w="608965">
                  <a:moveTo>
                    <a:pt x="0" y="304546"/>
                  </a:moveTo>
                  <a:cubicBezTo>
                    <a:pt x="0" y="136398"/>
                    <a:pt x="136271" y="0"/>
                    <a:pt x="304419" y="0"/>
                  </a:cubicBezTo>
                  <a:cubicBezTo>
                    <a:pt x="472567" y="0"/>
                    <a:pt x="608965" y="136398"/>
                    <a:pt x="608965" y="304546"/>
                  </a:cubicBezTo>
                  <a:cubicBezTo>
                    <a:pt x="608965" y="472694"/>
                    <a:pt x="472694" y="609219"/>
                    <a:pt x="304419" y="609219"/>
                  </a:cubicBezTo>
                  <a:cubicBezTo>
                    <a:pt x="136144" y="609219"/>
                    <a:pt x="0" y="472821"/>
                    <a:pt x="0" y="304546"/>
                  </a:cubicBezTo>
                  <a:close/>
                </a:path>
              </a:pathLst>
            </a:custGeom>
            <a:blipFill>
              <a:blip r:embed="rId5">
                <a:alphaModFix amt="0"/>
              </a:blip>
              <a:stretch>
                <a:fillRect l="-78349" t="0" r="-78349" b="6"/>
              </a:stretch>
            </a:blipFill>
            <a:ln w="19050" cap="sq">
              <a:solidFill>
                <a:srgbClr val="BAC8D3"/>
              </a:solidFill>
              <a:prstDash val="solid"/>
              <a:miter/>
            </a:ln>
          </p:spPr>
        </p:sp>
      </p:grpSp>
      <p:grpSp>
        <p:nvGrpSpPr>
          <p:cNvPr name="Group 48" id="48"/>
          <p:cNvGrpSpPr/>
          <p:nvPr/>
        </p:nvGrpSpPr>
        <p:grpSpPr>
          <a:xfrm rot="0">
            <a:off x="7027926" y="4516965"/>
            <a:ext cx="341547" cy="341547"/>
            <a:chOff x="0" y="0"/>
            <a:chExt cx="455397" cy="455397"/>
          </a:xfrm>
        </p:grpSpPr>
        <p:sp>
          <p:nvSpPr>
            <p:cNvPr name="Freeform 49" id="49"/>
            <p:cNvSpPr/>
            <p:nvPr/>
          </p:nvSpPr>
          <p:spPr>
            <a:xfrm flipH="false" flipV="false" rot="0">
              <a:off x="0" y="0"/>
              <a:ext cx="455422" cy="455422"/>
            </a:xfrm>
            <a:custGeom>
              <a:avLst/>
              <a:gdLst/>
              <a:ahLst/>
              <a:cxnLst/>
              <a:rect r="r" b="b" t="t" l="l"/>
              <a:pathLst>
                <a:path h="455422" w="455422">
                  <a:moveTo>
                    <a:pt x="0" y="227711"/>
                  </a:moveTo>
                  <a:cubicBezTo>
                    <a:pt x="0" y="101981"/>
                    <a:pt x="101981" y="0"/>
                    <a:pt x="227711" y="0"/>
                  </a:cubicBezTo>
                  <a:cubicBezTo>
                    <a:pt x="353441" y="0"/>
                    <a:pt x="455422" y="101981"/>
                    <a:pt x="455422" y="227711"/>
                  </a:cubicBezTo>
                  <a:cubicBezTo>
                    <a:pt x="455422" y="353441"/>
                    <a:pt x="353441" y="455422"/>
                    <a:pt x="227711" y="455422"/>
                  </a:cubicBezTo>
                  <a:cubicBezTo>
                    <a:pt x="101981" y="455422"/>
                    <a:pt x="0" y="353441"/>
                    <a:pt x="0" y="227711"/>
                  </a:cubicBezTo>
                  <a:close/>
                </a:path>
              </a:pathLst>
            </a:custGeom>
            <a:blipFill>
              <a:blip r:embed="rId5">
                <a:alphaModFix amt="0"/>
              </a:blip>
              <a:stretch>
                <a:fillRect l="-78299" t="0" r="-78293" b="5"/>
              </a:stretch>
            </a:blipFill>
            <a:ln w="19050" cap="sq">
              <a:solidFill>
                <a:srgbClr val="435D74"/>
              </a:solidFill>
              <a:prstDash val="solid"/>
              <a:miter/>
            </a:ln>
          </p:spPr>
        </p:sp>
      </p:grpSp>
      <p:sp>
        <p:nvSpPr>
          <p:cNvPr name="AutoShape 50" id="50"/>
          <p:cNvSpPr/>
          <p:nvPr/>
        </p:nvSpPr>
        <p:spPr>
          <a:xfrm rot="1520880">
            <a:off x="13949839" y="2663495"/>
            <a:ext cx="658854" cy="0"/>
          </a:xfrm>
          <a:prstGeom prst="line">
            <a:avLst/>
          </a:prstGeom>
          <a:ln cap="rnd" w="9525">
            <a:solidFill>
              <a:srgbClr val="435D74"/>
            </a:solidFill>
            <a:prstDash val="solid"/>
            <a:headEnd type="none" len="sm" w="sm"/>
            <a:tailEnd type="none" len="sm" w="sm"/>
          </a:ln>
        </p:spPr>
      </p:sp>
      <p:sp>
        <p:nvSpPr>
          <p:cNvPr name="AutoShape 51" id="51"/>
          <p:cNvSpPr/>
          <p:nvPr/>
        </p:nvSpPr>
        <p:spPr>
          <a:xfrm rot="9465900">
            <a:off x="14539912" y="2663533"/>
            <a:ext cx="745388" cy="0"/>
          </a:xfrm>
          <a:prstGeom prst="line">
            <a:avLst/>
          </a:prstGeom>
          <a:ln cap="rnd" w="9525">
            <a:solidFill>
              <a:srgbClr val="435D74"/>
            </a:solidFill>
            <a:prstDash val="solid"/>
            <a:headEnd type="none" len="sm" w="sm"/>
            <a:tailEnd type="none" len="sm" w="sm"/>
          </a:ln>
        </p:spPr>
      </p:sp>
      <p:sp>
        <p:nvSpPr>
          <p:cNvPr name="AutoShape 52" id="52"/>
          <p:cNvSpPr/>
          <p:nvPr/>
        </p:nvSpPr>
        <p:spPr>
          <a:xfrm rot="1334100">
            <a:off x="15220521" y="2663495"/>
            <a:ext cx="745388" cy="0"/>
          </a:xfrm>
          <a:prstGeom prst="line">
            <a:avLst/>
          </a:prstGeom>
          <a:ln cap="rnd" w="9525">
            <a:solidFill>
              <a:srgbClr val="435D74"/>
            </a:solidFill>
            <a:prstDash val="solid"/>
            <a:headEnd type="none" len="sm" w="sm"/>
            <a:tailEnd type="none" len="sm" w="sm"/>
          </a:ln>
        </p:spPr>
      </p:sp>
      <p:sp>
        <p:nvSpPr>
          <p:cNvPr name="AutoShape 53" id="53"/>
          <p:cNvSpPr/>
          <p:nvPr/>
        </p:nvSpPr>
        <p:spPr>
          <a:xfrm rot="9279120">
            <a:off x="15897120" y="2663533"/>
            <a:ext cx="658854" cy="0"/>
          </a:xfrm>
          <a:prstGeom prst="line">
            <a:avLst/>
          </a:prstGeom>
          <a:ln cap="rnd" w="9525">
            <a:solidFill>
              <a:srgbClr val="435D74"/>
            </a:solidFill>
            <a:prstDash val="solid"/>
            <a:headEnd type="none" len="sm" w="sm"/>
            <a:tailEnd type="none" len="sm" w="sm"/>
          </a:ln>
        </p:spPr>
      </p:sp>
      <p:grpSp>
        <p:nvGrpSpPr>
          <p:cNvPr name="Group 54" id="54"/>
          <p:cNvGrpSpPr/>
          <p:nvPr/>
        </p:nvGrpSpPr>
        <p:grpSpPr>
          <a:xfrm rot="0">
            <a:off x="16221761" y="1940947"/>
            <a:ext cx="595713" cy="595713"/>
            <a:chOff x="0" y="0"/>
            <a:chExt cx="794283" cy="794283"/>
          </a:xfrm>
        </p:grpSpPr>
        <p:sp>
          <p:nvSpPr>
            <p:cNvPr name="Freeform 55" id="55"/>
            <p:cNvSpPr/>
            <p:nvPr/>
          </p:nvSpPr>
          <p:spPr>
            <a:xfrm flipH="false" flipV="false" rot="0">
              <a:off x="0" y="0"/>
              <a:ext cx="794258" cy="794258"/>
            </a:xfrm>
            <a:custGeom>
              <a:avLst/>
              <a:gdLst/>
              <a:ahLst/>
              <a:cxnLst/>
              <a:rect r="r" b="b" t="t" l="l"/>
              <a:pathLst>
                <a:path h="794258" w="794258">
                  <a:moveTo>
                    <a:pt x="0" y="397129"/>
                  </a:moveTo>
                  <a:cubicBezTo>
                    <a:pt x="0" y="177800"/>
                    <a:pt x="177800" y="0"/>
                    <a:pt x="397129" y="0"/>
                  </a:cubicBezTo>
                  <a:cubicBezTo>
                    <a:pt x="616458" y="0"/>
                    <a:pt x="794258" y="177800"/>
                    <a:pt x="794258" y="397129"/>
                  </a:cubicBezTo>
                  <a:cubicBezTo>
                    <a:pt x="794258" y="616458"/>
                    <a:pt x="616458" y="794258"/>
                    <a:pt x="397129" y="794258"/>
                  </a:cubicBezTo>
                  <a:cubicBezTo>
                    <a:pt x="177800" y="794258"/>
                    <a:pt x="0" y="616458"/>
                    <a:pt x="0" y="397129"/>
                  </a:cubicBezTo>
                  <a:close/>
                </a:path>
              </a:pathLst>
            </a:custGeom>
            <a:blipFill>
              <a:blip r:embed="rId5">
                <a:alphaModFix amt="0"/>
              </a:blip>
              <a:stretch>
                <a:fillRect l="-78306" t="0" r="-78309" b="-3"/>
              </a:stretch>
            </a:blipFill>
            <a:ln w="19050" cap="sq">
              <a:solidFill>
                <a:srgbClr val="435D74"/>
              </a:solidFill>
              <a:prstDash val="solid"/>
              <a:miter/>
            </a:ln>
          </p:spPr>
        </p:sp>
      </p:grpSp>
      <p:grpSp>
        <p:nvGrpSpPr>
          <p:cNvPr name="Group 56" id="56"/>
          <p:cNvGrpSpPr/>
          <p:nvPr/>
        </p:nvGrpSpPr>
        <p:grpSpPr>
          <a:xfrm rot="0">
            <a:off x="14955098" y="1940947"/>
            <a:ext cx="595713" cy="595713"/>
            <a:chOff x="0" y="0"/>
            <a:chExt cx="794283" cy="794283"/>
          </a:xfrm>
        </p:grpSpPr>
        <p:sp>
          <p:nvSpPr>
            <p:cNvPr name="Freeform 57" id="57"/>
            <p:cNvSpPr/>
            <p:nvPr/>
          </p:nvSpPr>
          <p:spPr>
            <a:xfrm flipH="false" flipV="false" rot="0">
              <a:off x="0" y="0"/>
              <a:ext cx="794258" cy="794258"/>
            </a:xfrm>
            <a:custGeom>
              <a:avLst/>
              <a:gdLst/>
              <a:ahLst/>
              <a:cxnLst/>
              <a:rect r="r" b="b" t="t" l="l"/>
              <a:pathLst>
                <a:path h="794258" w="794258">
                  <a:moveTo>
                    <a:pt x="0" y="397129"/>
                  </a:moveTo>
                  <a:cubicBezTo>
                    <a:pt x="0" y="177800"/>
                    <a:pt x="177800" y="0"/>
                    <a:pt x="397129" y="0"/>
                  </a:cubicBezTo>
                  <a:cubicBezTo>
                    <a:pt x="616458" y="0"/>
                    <a:pt x="794258" y="177800"/>
                    <a:pt x="794258" y="397129"/>
                  </a:cubicBezTo>
                  <a:cubicBezTo>
                    <a:pt x="794258" y="616458"/>
                    <a:pt x="616458" y="794258"/>
                    <a:pt x="397129" y="794258"/>
                  </a:cubicBezTo>
                  <a:cubicBezTo>
                    <a:pt x="177800" y="794258"/>
                    <a:pt x="0" y="616458"/>
                    <a:pt x="0" y="397129"/>
                  </a:cubicBezTo>
                  <a:close/>
                </a:path>
              </a:pathLst>
            </a:custGeom>
            <a:blipFill>
              <a:blip r:embed="rId5">
                <a:alphaModFix amt="0"/>
              </a:blip>
              <a:stretch>
                <a:fillRect l="-78306" t="0" r="-78309" b="-3"/>
              </a:stretch>
            </a:blipFill>
            <a:ln w="19050" cap="sq">
              <a:solidFill>
                <a:srgbClr val="435D74"/>
              </a:solidFill>
              <a:prstDash val="solid"/>
              <a:miter/>
            </a:ln>
          </p:spPr>
        </p:sp>
      </p:grpSp>
      <p:grpSp>
        <p:nvGrpSpPr>
          <p:cNvPr name="Group 58" id="58"/>
          <p:cNvGrpSpPr/>
          <p:nvPr/>
        </p:nvGrpSpPr>
        <p:grpSpPr>
          <a:xfrm rot="0">
            <a:off x="13688416" y="1940947"/>
            <a:ext cx="595713" cy="595713"/>
            <a:chOff x="0" y="0"/>
            <a:chExt cx="794283" cy="794283"/>
          </a:xfrm>
        </p:grpSpPr>
        <p:sp>
          <p:nvSpPr>
            <p:cNvPr name="Freeform 59" id="59"/>
            <p:cNvSpPr/>
            <p:nvPr/>
          </p:nvSpPr>
          <p:spPr>
            <a:xfrm flipH="false" flipV="false" rot="0">
              <a:off x="0" y="0"/>
              <a:ext cx="794258" cy="794258"/>
            </a:xfrm>
            <a:custGeom>
              <a:avLst/>
              <a:gdLst/>
              <a:ahLst/>
              <a:cxnLst/>
              <a:rect r="r" b="b" t="t" l="l"/>
              <a:pathLst>
                <a:path h="794258" w="794258">
                  <a:moveTo>
                    <a:pt x="0" y="397129"/>
                  </a:moveTo>
                  <a:cubicBezTo>
                    <a:pt x="0" y="177800"/>
                    <a:pt x="177800" y="0"/>
                    <a:pt x="397129" y="0"/>
                  </a:cubicBezTo>
                  <a:cubicBezTo>
                    <a:pt x="616458" y="0"/>
                    <a:pt x="794258" y="177800"/>
                    <a:pt x="794258" y="397129"/>
                  </a:cubicBezTo>
                  <a:cubicBezTo>
                    <a:pt x="794258" y="616458"/>
                    <a:pt x="616458" y="794258"/>
                    <a:pt x="397129" y="794258"/>
                  </a:cubicBezTo>
                  <a:cubicBezTo>
                    <a:pt x="177800" y="794258"/>
                    <a:pt x="0" y="616458"/>
                    <a:pt x="0" y="397129"/>
                  </a:cubicBezTo>
                  <a:close/>
                </a:path>
              </a:pathLst>
            </a:custGeom>
            <a:blipFill>
              <a:blip r:embed="rId5">
                <a:alphaModFix amt="0"/>
              </a:blip>
              <a:stretch>
                <a:fillRect l="-78306" t="0" r="-78309" b="-3"/>
              </a:stretch>
            </a:blipFill>
            <a:ln w="19050" cap="sq">
              <a:solidFill>
                <a:srgbClr val="435D74"/>
              </a:solidFill>
              <a:prstDash val="solid"/>
              <a:miter/>
            </a:ln>
          </p:spPr>
        </p:sp>
      </p:grpSp>
      <p:grpSp>
        <p:nvGrpSpPr>
          <p:cNvPr name="Group 60" id="60"/>
          <p:cNvGrpSpPr/>
          <p:nvPr/>
        </p:nvGrpSpPr>
        <p:grpSpPr>
          <a:xfrm rot="0">
            <a:off x="15635697" y="2799893"/>
            <a:ext cx="595713" cy="595713"/>
            <a:chOff x="0" y="0"/>
            <a:chExt cx="794283" cy="794283"/>
          </a:xfrm>
        </p:grpSpPr>
        <p:sp>
          <p:nvSpPr>
            <p:cNvPr name="Freeform 61" id="61"/>
            <p:cNvSpPr/>
            <p:nvPr/>
          </p:nvSpPr>
          <p:spPr>
            <a:xfrm flipH="false" flipV="false" rot="0">
              <a:off x="0" y="0"/>
              <a:ext cx="794258" cy="794258"/>
            </a:xfrm>
            <a:custGeom>
              <a:avLst/>
              <a:gdLst/>
              <a:ahLst/>
              <a:cxnLst/>
              <a:rect r="r" b="b" t="t" l="l"/>
              <a:pathLst>
                <a:path h="794258" w="794258">
                  <a:moveTo>
                    <a:pt x="0" y="397129"/>
                  </a:moveTo>
                  <a:cubicBezTo>
                    <a:pt x="0" y="177800"/>
                    <a:pt x="177800" y="0"/>
                    <a:pt x="397129" y="0"/>
                  </a:cubicBezTo>
                  <a:cubicBezTo>
                    <a:pt x="616458" y="0"/>
                    <a:pt x="794258" y="177800"/>
                    <a:pt x="794258" y="397129"/>
                  </a:cubicBezTo>
                  <a:cubicBezTo>
                    <a:pt x="794258" y="616458"/>
                    <a:pt x="616458" y="794258"/>
                    <a:pt x="397129" y="794258"/>
                  </a:cubicBezTo>
                  <a:cubicBezTo>
                    <a:pt x="177800" y="794258"/>
                    <a:pt x="0" y="616458"/>
                    <a:pt x="0" y="397129"/>
                  </a:cubicBezTo>
                  <a:close/>
                </a:path>
              </a:pathLst>
            </a:custGeom>
            <a:blipFill>
              <a:blip r:embed="rId5">
                <a:alphaModFix amt="0"/>
              </a:blip>
              <a:stretch>
                <a:fillRect l="-78306" t="0" r="-78309" b="-3"/>
              </a:stretch>
            </a:blipFill>
            <a:ln w="19050" cap="sq">
              <a:solidFill>
                <a:srgbClr val="435D74"/>
              </a:solidFill>
              <a:prstDash val="solid"/>
              <a:miter/>
            </a:ln>
          </p:spPr>
        </p:sp>
      </p:grpSp>
      <p:grpSp>
        <p:nvGrpSpPr>
          <p:cNvPr name="Group 62" id="62"/>
          <p:cNvGrpSpPr/>
          <p:nvPr/>
        </p:nvGrpSpPr>
        <p:grpSpPr>
          <a:xfrm rot="0">
            <a:off x="14274489" y="2799893"/>
            <a:ext cx="595713" cy="595713"/>
            <a:chOff x="0" y="0"/>
            <a:chExt cx="794283" cy="794283"/>
          </a:xfrm>
        </p:grpSpPr>
        <p:sp>
          <p:nvSpPr>
            <p:cNvPr name="Freeform 63" id="63"/>
            <p:cNvSpPr/>
            <p:nvPr/>
          </p:nvSpPr>
          <p:spPr>
            <a:xfrm flipH="false" flipV="false" rot="0">
              <a:off x="0" y="0"/>
              <a:ext cx="794258" cy="794258"/>
            </a:xfrm>
            <a:custGeom>
              <a:avLst/>
              <a:gdLst/>
              <a:ahLst/>
              <a:cxnLst/>
              <a:rect r="r" b="b" t="t" l="l"/>
              <a:pathLst>
                <a:path h="794258" w="794258">
                  <a:moveTo>
                    <a:pt x="0" y="397129"/>
                  </a:moveTo>
                  <a:cubicBezTo>
                    <a:pt x="0" y="177800"/>
                    <a:pt x="177800" y="0"/>
                    <a:pt x="397129" y="0"/>
                  </a:cubicBezTo>
                  <a:cubicBezTo>
                    <a:pt x="616458" y="0"/>
                    <a:pt x="794258" y="177800"/>
                    <a:pt x="794258" y="397129"/>
                  </a:cubicBezTo>
                  <a:cubicBezTo>
                    <a:pt x="794258" y="616458"/>
                    <a:pt x="616458" y="794258"/>
                    <a:pt x="397129" y="794258"/>
                  </a:cubicBezTo>
                  <a:cubicBezTo>
                    <a:pt x="177800" y="794258"/>
                    <a:pt x="0" y="616458"/>
                    <a:pt x="0" y="397129"/>
                  </a:cubicBezTo>
                  <a:close/>
                </a:path>
              </a:pathLst>
            </a:custGeom>
            <a:blipFill>
              <a:blip r:embed="rId5">
                <a:alphaModFix amt="0"/>
              </a:blip>
              <a:stretch>
                <a:fillRect l="-78306" t="0" r="-78309" b="-3"/>
              </a:stretch>
            </a:blipFill>
            <a:ln w="19050" cap="sq">
              <a:solidFill>
                <a:srgbClr val="435D74"/>
              </a:solidFill>
              <a:prstDash val="solid"/>
              <a:miter/>
            </a:ln>
          </p:spPr>
        </p:sp>
      </p:grpSp>
      <p:sp>
        <p:nvSpPr>
          <p:cNvPr name="Freeform 64" id="64"/>
          <p:cNvSpPr/>
          <p:nvPr/>
        </p:nvSpPr>
        <p:spPr>
          <a:xfrm flipH="false" flipV="false" rot="0">
            <a:off x="6986673" y="5351440"/>
            <a:ext cx="3169520" cy="616334"/>
          </a:xfrm>
          <a:custGeom>
            <a:avLst/>
            <a:gdLst/>
            <a:ahLst/>
            <a:cxnLst/>
            <a:rect r="r" b="b" t="t" l="l"/>
            <a:pathLst>
              <a:path h="616334" w="3169520">
                <a:moveTo>
                  <a:pt x="0" y="0"/>
                </a:moveTo>
                <a:lnTo>
                  <a:pt x="3169520" y="0"/>
                </a:lnTo>
                <a:lnTo>
                  <a:pt x="3169520" y="616334"/>
                </a:lnTo>
                <a:lnTo>
                  <a:pt x="0" y="6163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5" id="65"/>
          <p:cNvSpPr/>
          <p:nvPr/>
        </p:nvSpPr>
        <p:spPr>
          <a:xfrm flipH="false" flipV="false" rot="0">
            <a:off x="13684987" y="3598212"/>
            <a:ext cx="3135916" cy="737940"/>
          </a:xfrm>
          <a:custGeom>
            <a:avLst/>
            <a:gdLst/>
            <a:ahLst/>
            <a:cxnLst/>
            <a:rect r="r" b="b" t="t" l="l"/>
            <a:pathLst>
              <a:path h="737940" w="3135916">
                <a:moveTo>
                  <a:pt x="0" y="0"/>
                </a:moveTo>
                <a:lnTo>
                  <a:pt x="3135915" y="0"/>
                </a:lnTo>
                <a:lnTo>
                  <a:pt x="3135915" y="737939"/>
                </a:lnTo>
                <a:lnTo>
                  <a:pt x="0" y="7379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66" id="66"/>
          <p:cNvSpPr/>
          <p:nvPr/>
        </p:nvSpPr>
        <p:spPr>
          <a:xfrm rot="5218500">
            <a:off x="13902261" y="7052986"/>
            <a:ext cx="353587" cy="0"/>
          </a:xfrm>
          <a:prstGeom prst="line">
            <a:avLst/>
          </a:prstGeom>
          <a:ln cap="rnd" w="9525">
            <a:solidFill>
              <a:srgbClr val="A5B7C6"/>
            </a:solidFill>
            <a:prstDash val="solid"/>
            <a:headEnd type="none" len="sm" w="sm"/>
            <a:tailEnd type="diamond" len="lg" w="lg"/>
          </a:ln>
        </p:spPr>
      </p:sp>
      <p:sp>
        <p:nvSpPr>
          <p:cNvPr name="AutoShape 67" id="67"/>
          <p:cNvSpPr/>
          <p:nvPr/>
        </p:nvSpPr>
        <p:spPr>
          <a:xfrm rot="5218500">
            <a:off x="15467095" y="7052986"/>
            <a:ext cx="353587" cy="0"/>
          </a:xfrm>
          <a:prstGeom prst="line">
            <a:avLst/>
          </a:prstGeom>
          <a:ln cap="rnd" w="9525">
            <a:solidFill>
              <a:srgbClr val="A5B7C6"/>
            </a:solidFill>
            <a:prstDash val="solid"/>
            <a:headEnd type="none" len="sm" w="sm"/>
            <a:tailEnd type="diamond" len="lg" w="lg"/>
          </a:ln>
        </p:spPr>
      </p:sp>
      <p:sp>
        <p:nvSpPr>
          <p:cNvPr name="AutoShape 68" id="68"/>
          <p:cNvSpPr/>
          <p:nvPr/>
        </p:nvSpPr>
        <p:spPr>
          <a:xfrm rot="5217600">
            <a:off x="16223637" y="6084208"/>
            <a:ext cx="351825" cy="0"/>
          </a:xfrm>
          <a:prstGeom prst="line">
            <a:avLst/>
          </a:prstGeom>
          <a:ln cap="rnd" w="9525">
            <a:solidFill>
              <a:srgbClr val="A5B7C6"/>
            </a:solidFill>
            <a:prstDash val="solid"/>
            <a:headEnd type="none" len="sm" w="sm"/>
            <a:tailEnd type="diamond" len="lg" w="lg"/>
          </a:ln>
        </p:spPr>
      </p:sp>
      <p:sp>
        <p:nvSpPr>
          <p:cNvPr name="AutoShape 69" id="69"/>
          <p:cNvSpPr/>
          <p:nvPr/>
        </p:nvSpPr>
        <p:spPr>
          <a:xfrm rot="5218500">
            <a:off x="14684683" y="6060538"/>
            <a:ext cx="353587" cy="0"/>
          </a:xfrm>
          <a:prstGeom prst="line">
            <a:avLst/>
          </a:prstGeom>
          <a:ln cap="rnd" w="9525">
            <a:solidFill>
              <a:srgbClr val="A5B7C6"/>
            </a:solidFill>
            <a:prstDash val="solid"/>
            <a:headEnd type="none" len="sm" w="sm"/>
            <a:tailEnd type="diamond" len="lg" w="lg"/>
          </a:ln>
        </p:spPr>
      </p:sp>
      <p:sp>
        <p:nvSpPr>
          <p:cNvPr name="Freeform 70" id="70"/>
          <p:cNvSpPr/>
          <p:nvPr/>
        </p:nvSpPr>
        <p:spPr>
          <a:xfrm flipH="false" flipV="false" rot="0">
            <a:off x="13655859" y="6199032"/>
            <a:ext cx="3194123" cy="739978"/>
          </a:xfrm>
          <a:custGeom>
            <a:avLst/>
            <a:gdLst/>
            <a:ahLst/>
            <a:cxnLst/>
            <a:rect r="r" b="b" t="t" l="l"/>
            <a:pathLst>
              <a:path h="739978" w="3194123">
                <a:moveTo>
                  <a:pt x="0" y="0"/>
                </a:moveTo>
                <a:lnTo>
                  <a:pt x="3194123" y="0"/>
                </a:lnTo>
                <a:lnTo>
                  <a:pt x="3194123" y="739978"/>
                </a:lnTo>
                <a:lnTo>
                  <a:pt x="0" y="7399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1" id="71"/>
          <p:cNvGrpSpPr/>
          <p:nvPr/>
        </p:nvGrpSpPr>
        <p:grpSpPr>
          <a:xfrm rot="0">
            <a:off x="10691336" y="1934070"/>
            <a:ext cx="834257" cy="834257"/>
            <a:chOff x="0" y="0"/>
            <a:chExt cx="1112342" cy="1112342"/>
          </a:xfrm>
        </p:grpSpPr>
        <p:sp>
          <p:nvSpPr>
            <p:cNvPr name="Freeform 72" id="72"/>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grpSp>
        <p:nvGrpSpPr>
          <p:cNvPr name="Group 73" id="73"/>
          <p:cNvGrpSpPr/>
          <p:nvPr/>
        </p:nvGrpSpPr>
        <p:grpSpPr>
          <a:xfrm rot="0">
            <a:off x="12607881" y="1934070"/>
            <a:ext cx="834257" cy="834257"/>
            <a:chOff x="0" y="0"/>
            <a:chExt cx="1112342" cy="1112342"/>
          </a:xfrm>
        </p:grpSpPr>
        <p:sp>
          <p:nvSpPr>
            <p:cNvPr name="Freeform 74" id="74"/>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grpSp>
        <p:nvGrpSpPr>
          <p:cNvPr name="Group 75" id="75"/>
          <p:cNvGrpSpPr/>
          <p:nvPr/>
        </p:nvGrpSpPr>
        <p:grpSpPr>
          <a:xfrm rot="0">
            <a:off x="12607881" y="3120771"/>
            <a:ext cx="834257" cy="834257"/>
            <a:chOff x="0" y="0"/>
            <a:chExt cx="1112342" cy="1112342"/>
          </a:xfrm>
        </p:grpSpPr>
        <p:sp>
          <p:nvSpPr>
            <p:cNvPr name="Freeform 76" id="76"/>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sp>
        <p:nvSpPr>
          <p:cNvPr name="AutoShape 77" id="77"/>
          <p:cNvSpPr/>
          <p:nvPr/>
        </p:nvSpPr>
        <p:spPr>
          <a:xfrm rot="44760">
            <a:off x="11511953" y="2346865"/>
            <a:ext cx="1109624" cy="0"/>
          </a:xfrm>
          <a:prstGeom prst="line">
            <a:avLst/>
          </a:prstGeom>
          <a:ln cap="rnd" w="9525">
            <a:solidFill>
              <a:srgbClr val="325D79"/>
            </a:solidFill>
            <a:prstDash val="solid"/>
            <a:headEnd type="none" len="sm" w="sm"/>
            <a:tailEnd type="none" len="sm" w="sm"/>
          </a:ln>
        </p:spPr>
      </p:sp>
      <p:sp>
        <p:nvSpPr>
          <p:cNvPr name="AutoShape 78" id="78"/>
          <p:cNvSpPr/>
          <p:nvPr/>
        </p:nvSpPr>
        <p:spPr>
          <a:xfrm rot="4732380">
            <a:off x="11083119" y="2939786"/>
            <a:ext cx="1967170" cy="0"/>
          </a:xfrm>
          <a:prstGeom prst="line">
            <a:avLst/>
          </a:prstGeom>
          <a:ln cap="rnd" w="9525">
            <a:solidFill>
              <a:srgbClr val="325D79"/>
            </a:solidFill>
            <a:prstDash val="solid"/>
            <a:headEnd type="none" len="sm" w="sm"/>
            <a:tailEnd type="none" len="sm" w="sm"/>
          </a:ln>
        </p:spPr>
      </p:sp>
      <p:sp>
        <p:nvSpPr>
          <p:cNvPr name="AutoShape 79" id="79"/>
          <p:cNvSpPr/>
          <p:nvPr/>
        </p:nvSpPr>
        <p:spPr>
          <a:xfrm rot="44760">
            <a:off x="11511953" y="3533565"/>
            <a:ext cx="1109624" cy="0"/>
          </a:xfrm>
          <a:prstGeom prst="line">
            <a:avLst/>
          </a:prstGeom>
          <a:ln cap="rnd" w="9525">
            <a:solidFill>
              <a:srgbClr val="325D79"/>
            </a:solidFill>
            <a:prstDash val="solid"/>
            <a:headEnd type="none" len="sm" w="sm"/>
            <a:tailEnd type="none" len="sm" w="sm"/>
          </a:ln>
        </p:spPr>
      </p:sp>
      <p:sp>
        <p:nvSpPr>
          <p:cNvPr name="AutoShape 80" id="80"/>
          <p:cNvSpPr/>
          <p:nvPr/>
        </p:nvSpPr>
        <p:spPr>
          <a:xfrm rot="4743420">
            <a:off x="11083738" y="4123277"/>
            <a:ext cx="1965941" cy="0"/>
          </a:xfrm>
          <a:prstGeom prst="line">
            <a:avLst/>
          </a:prstGeom>
          <a:ln cap="rnd" w="9525">
            <a:solidFill>
              <a:srgbClr val="325D79"/>
            </a:solidFill>
            <a:prstDash val="solid"/>
            <a:headEnd type="none" len="sm" w="sm"/>
            <a:tailEnd type="none" len="sm" w="sm"/>
          </a:ln>
        </p:spPr>
      </p:sp>
      <p:grpSp>
        <p:nvGrpSpPr>
          <p:cNvPr name="Group 81" id="81"/>
          <p:cNvGrpSpPr/>
          <p:nvPr/>
        </p:nvGrpSpPr>
        <p:grpSpPr>
          <a:xfrm rot="0">
            <a:off x="10691336" y="3120771"/>
            <a:ext cx="834257" cy="834257"/>
            <a:chOff x="0" y="0"/>
            <a:chExt cx="1112342" cy="1112342"/>
          </a:xfrm>
        </p:grpSpPr>
        <p:sp>
          <p:nvSpPr>
            <p:cNvPr name="Freeform 82" id="82"/>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grpSp>
        <p:nvGrpSpPr>
          <p:cNvPr name="Group 83" id="83"/>
          <p:cNvGrpSpPr/>
          <p:nvPr/>
        </p:nvGrpSpPr>
        <p:grpSpPr>
          <a:xfrm rot="0">
            <a:off x="10691336" y="4301014"/>
            <a:ext cx="834257" cy="834257"/>
            <a:chOff x="0" y="0"/>
            <a:chExt cx="1112342" cy="1112342"/>
          </a:xfrm>
        </p:grpSpPr>
        <p:sp>
          <p:nvSpPr>
            <p:cNvPr name="Freeform 84" id="84"/>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grpSp>
        <p:nvGrpSpPr>
          <p:cNvPr name="Group 85" id="85"/>
          <p:cNvGrpSpPr/>
          <p:nvPr/>
        </p:nvGrpSpPr>
        <p:grpSpPr>
          <a:xfrm rot="0">
            <a:off x="12607881" y="4301014"/>
            <a:ext cx="834257" cy="834257"/>
            <a:chOff x="0" y="0"/>
            <a:chExt cx="1112342" cy="1112342"/>
          </a:xfrm>
        </p:grpSpPr>
        <p:sp>
          <p:nvSpPr>
            <p:cNvPr name="Freeform 86" id="86"/>
            <p:cNvSpPr/>
            <p:nvPr/>
          </p:nvSpPr>
          <p:spPr>
            <a:xfrm flipH="false" flipV="false" rot="0">
              <a:off x="0" y="0"/>
              <a:ext cx="1112393" cy="1112393"/>
            </a:xfrm>
            <a:custGeom>
              <a:avLst/>
              <a:gdLst/>
              <a:ahLst/>
              <a:cxnLst/>
              <a:rect r="r" b="b" t="t" l="l"/>
              <a:pathLst>
                <a:path h="1112393" w="1112393">
                  <a:moveTo>
                    <a:pt x="0" y="556133"/>
                  </a:moveTo>
                  <a:cubicBezTo>
                    <a:pt x="0" y="249047"/>
                    <a:pt x="249047" y="0"/>
                    <a:pt x="556133" y="0"/>
                  </a:cubicBezTo>
                  <a:cubicBezTo>
                    <a:pt x="863219" y="0"/>
                    <a:pt x="1112393" y="249047"/>
                    <a:pt x="1112393" y="556133"/>
                  </a:cubicBezTo>
                  <a:cubicBezTo>
                    <a:pt x="1112393" y="863219"/>
                    <a:pt x="863346" y="1112393"/>
                    <a:pt x="556133" y="1112393"/>
                  </a:cubicBezTo>
                  <a:cubicBezTo>
                    <a:pt x="248920" y="1112393"/>
                    <a:pt x="0" y="863346"/>
                    <a:pt x="0" y="556133"/>
                  </a:cubicBezTo>
                  <a:close/>
                </a:path>
              </a:pathLst>
            </a:custGeom>
            <a:blipFill>
              <a:blip r:embed="rId5">
                <a:alphaModFix amt="0"/>
              </a:blip>
              <a:stretch>
                <a:fillRect l="-78299" t="0" r="-78295" b="4"/>
              </a:stretch>
            </a:blipFill>
            <a:ln w="19050" cap="sq">
              <a:solidFill>
                <a:srgbClr val="869FB2"/>
              </a:solidFill>
              <a:prstDash val="solid"/>
              <a:miter/>
            </a:ln>
          </p:spPr>
        </p:sp>
      </p:grpSp>
      <p:sp>
        <p:nvSpPr>
          <p:cNvPr name="AutoShape 87" id="87"/>
          <p:cNvSpPr/>
          <p:nvPr/>
        </p:nvSpPr>
        <p:spPr>
          <a:xfrm rot="46080">
            <a:off x="11511467" y="4712741"/>
            <a:ext cx="1110053" cy="0"/>
          </a:xfrm>
          <a:prstGeom prst="line">
            <a:avLst/>
          </a:prstGeom>
          <a:ln cap="rnd" w="9525">
            <a:solidFill>
              <a:srgbClr val="325D79"/>
            </a:solidFill>
            <a:prstDash val="solid"/>
            <a:headEnd type="none" len="sm" w="sm"/>
            <a:tailEnd type="none" len="sm" w="sm"/>
          </a:ln>
        </p:spPr>
      </p:sp>
      <p:sp>
        <p:nvSpPr>
          <p:cNvPr name="Freeform 88" id="88"/>
          <p:cNvSpPr/>
          <p:nvPr/>
        </p:nvSpPr>
        <p:spPr>
          <a:xfrm flipH="false" flipV="false" rot="0">
            <a:off x="6960689" y="1951149"/>
            <a:ext cx="3280324" cy="314268"/>
          </a:xfrm>
          <a:custGeom>
            <a:avLst/>
            <a:gdLst/>
            <a:ahLst/>
            <a:cxnLst/>
            <a:rect r="r" b="b" t="t" l="l"/>
            <a:pathLst>
              <a:path h="314268" w="3280324">
                <a:moveTo>
                  <a:pt x="0" y="0"/>
                </a:moveTo>
                <a:lnTo>
                  <a:pt x="3280324" y="0"/>
                </a:lnTo>
                <a:lnTo>
                  <a:pt x="3280324" y="314267"/>
                </a:lnTo>
                <a:lnTo>
                  <a:pt x="0" y="31426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9" id="89"/>
          <p:cNvGrpSpPr/>
          <p:nvPr/>
        </p:nvGrpSpPr>
        <p:grpSpPr>
          <a:xfrm rot="0">
            <a:off x="1436313" y="2592610"/>
            <a:ext cx="191348" cy="191348"/>
            <a:chOff x="0" y="0"/>
            <a:chExt cx="255130" cy="255130"/>
          </a:xfrm>
        </p:grpSpPr>
        <p:sp>
          <p:nvSpPr>
            <p:cNvPr name="Freeform 90" id="90"/>
            <p:cNvSpPr/>
            <p:nvPr/>
          </p:nvSpPr>
          <p:spPr>
            <a:xfrm flipH="false" flipV="false" rot="0">
              <a:off x="0" y="0"/>
              <a:ext cx="255143" cy="255143"/>
            </a:xfrm>
            <a:custGeom>
              <a:avLst/>
              <a:gdLst/>
              <a:ahLst/>
              <a:cxnLst/>
              <a:rect r="r" b="b" t="t" l="l"/>
              <a:pathLst>
                <a:path h="255143" w="255143">
                  <a:moveTo>
                    <a:pt x="0" y="127508"/>
                  </a:moveTo>
                  <a:lnTo>
                    <a:pt x="127508" y="0"/>
                  </a:lnTo>
                  <a:lnTo>
                    <a:pt x="255143" y="127508"/>
                  </a:lnTo>
                  <a:lnTo>
                    <a:pt x="127508" y="255143"/>
                  </a:lnTo>
                  <a:close/>
                </a:path>
              </a:pathLst>
            </a:custGeom>
            <a:blipFill>
              <a:blip r:embed="rId5">
                <a:alphaModFix amt="0"/>
              </a:blip>
              <a:stretch>
                <a:fillRect l="-78299" t="0" r="-78294" b="4"/>
              </a:stretch>
            </a:blipFill>
            <a:ln w="19050" cap="sq">
              <a:solidFill>
                <a:srgbClr val="374957"/>
              </a:solidFill>
              <a:prstDash val="solid"/>
              <a:miter/>
            </a:ln>
          </p:spPr>
        </p:sp>
      </p:grpSp>
      <p:grpSp>
        <p:nvGrpSpPr>
          <p:cNvPr name="Group 91" id="91"/>
          <p:cNvGrpSpPr/>
          <p:nvPr/>
        </p:nvGrpSpPr>
        <p:grpSpPr>
          <a:xfrm rot="0">
            <a:off x="3867417" y="2592610"/>
            <a:ext cx="191348" cy="191348"/>
            <a:chOff x="0" y="0"/>
            <a:chExt cx="255130" cy="255130"/>
          </a:xfrm>
        </p:grpSpPr>
        <p:sp>
          <p:nvSpPr>
            <p:cNvPr name="Freeform 92" id="92"/>
            <p:cNvSpPr/>
            <p:nvPr/>
          </p:nvSpPr>
          <p:spPr>
            <a:xfrm flipH="false" flipV="false" rot="0">
              <a:off x="0" y="0"/>
              <a:ext cx="255143" cy="255143"/>
            </a:xfrm>
            <a:custGeom>
              <a:avLst/>
              <a:gdLst/>
              <a:ahLst/>
              <a:cxnLst/>
              <a:rect r="r" b="b" t="t" l="l"/>
              <a:pathLst>
                <a:path h="255143" w="255143">
                  <a:moveTo>
                    <a:pt x="0" y="127508"/>
                  </a:moveTo>
                  <a:lnTo>
                    <a:pt x="127508" y="0"/>
                  </a:lnTo>
                  <a:lnTo>
                    <a:pt x="255143" y="127508"/>
                  </a:lnTo>
                  <a:lnTo>
                    <a:pt x="127508" y="255143"/>
                  </a:lnTo>
                  <a:close/>
                </a:path>
              </a:pathLst>
            </a:custGeom>
            <a:blipFill>
              <a:blip r:embed="rId5">
                <a:alphaModFix amt="0"/>
              </a:blip>
              <a:stretch>
                <a:fillRect l="-78299" t="0" r="-78294" b="4"/>
              </a:stretch>
            </a:blipFill>
            <a:ln w="19050" cap="sq">
              <a:solidFill>
                <a:srgbClr val="374957"/>
              </a:solidFill>
              <a:prstDash val="solid"/>
              <a:miter/>
            </a:ln>
          </p:spPr>
        </p:sp>
      </p:grpSp>
      <p:grpSp>
        <p:nvGrpSpPr>
          <p:cNvPr name="Group 93" id="93"/>
          <p:cNvGrpSpPr/>
          <p:nvPr/>
        </p:nvGrpSpPr>
        <p:grpSpPr>
          <a:xfrm rot="0">
            <a:off x="6206357" y="2592610"/>
            <a:ext cx="191348" cy="191348"/>
            <a:chOff x="0" y="0"/>
            <a:chExt cx="255130" cy="255130"/>
          </a:xfrm>
        </p:grpSpPr>
        <p:sp>
          <p:nvSpPr>
            <p:cNvPr name="Freeform 94" id="94"/>
            <p:cNvSpPr/>
            <p:nvPr/>
          </p:nvSpPr>
          <p:spPr>
            <a:xfrm flipH="false" flipV="false" rot="0">
              <a:off x="0" y="0"/>
              <a:ext cx="255143" cy="255143"/>
            </a:xfrm>
            <a:custGeom>
              <a:avLst/>
              <a:gdLst/>
              <a:ahLst/>
              <a:cxnLst/>
              <a:rect r="r" b="b" t="t" l="l"/>
              <a:pathLst>
                <a:path h="255143" w="255143">
                  <a:moveTo>
                    <a:pt x="0" y="127508"/>
                  </a:moveTo>
                  <a:lnTo>
                    <a:pt x="127508" y="0"/>
                  </a:lnTo>
                  <a:lnTo>
                    <a:pt x="255143" y="127508"/>
                  </a:lnTo>
                  <a:lnTo>
                    <a:pt x="127508" y="255143"/>
                  </a:lnTo>
                  <a:close/>
                </a:path>
              </a:pathLst>
            </a:custGeom>
            <a:blipFill>
              <a:blip r:embed="rId5">
                <a:alphaModFix amt="0"/>
              </a:blip>
              <a:stretch>
                <a:fillRect l="-78299" t="0" r="-78294" b="4"/>
              </a:stretch>
            </a:blipFill>
            <a:ln w="19050" cap="sq">
              <a:solidFill>
                <a:srgbClr val="374957"/>
              </a:solidFill>
              <a:prstDash val="solid"/>
              <a:miter/>
            </a:ln>
          </p:spPr>
        </p:sp>
      </p:grpSp>
      <p:grpSp>
        <p:nvGrpSpPr>
          <p:cNvPr name="Group 95" id="95"/>
          <p:cNvGrpSpPr/>
          <p:nvPr/>
        </p:nvGrpSpPr>
        <p:grpSpPr>
          <a:xfrm rot="0">
            <a:off x="2637701" y="2592610"/>
            <a:ext cx="191348" cy="191348"/>
            <a:chOff x="0" y="0"/>
            <a:chExt cx="255130" cy="255130"/>
          </a:xfrm>
        </p:grpSpPr>
        <p:sp>
          <p:nvSpPr>
            <p:cNvPr name="Freeform 96" id="96"/>
            <p:cNvSpPr/>
            <p:nvPr/>
          </p:nvSpPr>
          <p:spPr>
            <a:xfrm flipH="false" flipV="false" rot="0">
              <a:off x="0" y="0"/>
              <a:ext cx="255143" cy="255143"/>
            </a:xfrm>
            <a:custGeom>
              <a:avLst/>
              <a:gdLst/>
              <a:ahLst/>
              <a:cxnLst/>
              <a:rect r="r" b="b" t="t" l="l"/>
              <a:pathLst>
                <a:path h="255143" w="255143">
                  <a:moveTo>
                    <a:pt x="0" y="127508"/>
                  </a:moveTo>
                  <a:lnTo>
                    <a:pt x="127508" y="0"/>
                  </a:lnTo>
                  <a:lnTo>
                    <a:pt x="255143" y="127508"/>
                  </a:lnTo>
                  <a:lnTo>
                    <a:pt x="127508" y="255143"/>
                  </a:lnTo>
                  <a:close/>
                </a:path>
              </a:pathLst>
            </a:custGeom>
            <a:blipFill>
              <a:blip r:embed="rId5">
                <a:alphaModFix amt="0"/>
              </a:blip>
              <a:stretch>
                <a:fillRect l="-78299" t="0" r="-78294" b="4"/>
              </a:stretch>
            </a:blipFill>
            <a:ln w="19050" cap="sq">
              <a:solidFill>
                <a:srgbClr val="374957"/>
              </a:solidFill>
              <a:prstDash val="solid"/>
              <a:miter/>
            </a:ln>
          </p:spPr>
        </p:sp>
      </p:grpSp>
      <p:grpSp>
        <p:nvGrpSpPr>
          <p:cNvPr name="Group 97" id="97"/>
          <p:cNvGrpSpPr/>
          <p:nvPr/>
        </p:nvGrpSpPr>
        <p:grpSpPr>
          <a:xfrm rot="0">
            <a:off x="5040840" y="2592610"/>
            <a:ext cx="191348" cy="191348"/>
            <a:chOff x="0" y="0"/>
            <a:chExt cx="255130" cy="255130"/>
          </a:xfrm>
        </p:grpSpPr>
        <p:sp>
          <p:nvSpPr>
            <p:cNvPr name="Freeform 98" id="98"/>
            <p:cNvSpPr/>
            <p:nvPr/>
          </p:nvSpPr>
          <p:spPr>
            <a:xfrm flipH="false" flipV="false" rot="0">
              <a:off x="0" y="0"/>
              <a:ext cx="255143" cy="255143"/>
            </a:xfrm>
            <a:custGeom>
              <a:avLst/>
              <a:gdLst/>
              <a:ahLst/>
              <a:cxnLst/>
              <a:rect r="r" b="b" t="t" l="l"/>
              <a:pathLst>
                <a:path h="255143" w="255143">
                  <a:moveTo>
                    <a:pt x="0" y="127508"/>
                  </a:moveTo>
                  <a:lnTo>
                    <a:pt x="127508" y="0"/>
                  </a:lnTo>
                  <a:lnTo>
                    <a:pt x="255143" y="127508"/>
                  </a:lnTo>
                  <a:lnTo>
                    <a:pt x="127508" y="255143"/>
                  </a:lnTo>
                  <a:close/>
                </a:path>
              </a:pathLst>
            </a:custGeom>
            <a:blipFill>
              <a:blip r:embed="rId5">
                <a:alphaModFix amt="0"/>
              </a:blip>
              <a:stretch>
                <a:fillRect l="-78299" t="0" r="-78294" b="4"/>
              </a:stretch>
            </a:blipFill>
            <a:ln w="19050" cap="sq">
              <a:solidFill>
                <a:srgbClr val="374957"/>
              </a:solidFill>
              <a:prstDash val="solid"/>
              <a:miter/>
            </a:ln>
          </p:spPr>
        </p:sp>
      </p:grpSp>
      <p:sp>
        <p:nvSpPr>
          <p:cNvPr name="AutoShape 99" id="99"/>
          <p:cNvSpPr/>
          <p:nvPr/>
        </p:nvSpPr>
        <p:spPr>
          <a:xfrm rot="32820">
            <a:off x="1711804" y="2683507"/>
            <a:ext cx="823560" cy="0"/>
          </a:xfrm>
          <a:prstGeom prst="line">
            <a:avLst/>
          </a:prstGeom>
          <a:ln cap="rnd" w="9525">
            <a:solidFill>
              <a:srgbClr val="5F7D95"/>
            </a:solidFill>
            <a:prstDash val="solid"/>
            <a:headEnd type="none" len="sm" w="sm"/>
            <a:tailEnd type="none" len="sm" w="sm"/>
          </a:ln>
        </p:spPr>
      </p:sp>
      <p:sp>
        <p:nvSpPr>
          <p:cNvPr name="AutoShape 100" id="100"/>
          <p:cNvSpPr/>
          <p:nvPr/>
        </p:nvSpPr>
        <p:spPr>
          <a:xfrm rot="32820">
            <a:off x="2931424" y="2683507"/>
            <a:ext cx="823560" cy="0"/>
          </a:xfrm>
          <a:prstGeom prst="line">
            <a:avLst/>
          </a:prstGeom>
          <a:ln cap="rnd" w="9525">
            <a:solidFill>
              <a:srgbClr val="5F7D95"/>
            </a:solidFill>
            <a:prstDash val="solid"/>
            <a:headEnd type="none" len="sm" w="sm"/>
            <a:tailEnd type="none" len="sm" w="sm"/>
          </a:ln>
        </p:spPr>
      </p:sp>
      <p:sp>
        <p:nvSpPr>
          <p:cNvPr name="AutoShape 101" id="101"/>
          <p:cNvSpPr/>
          <p:nvPr/>
        </p:nvSpPr>
        <p:spPr>
          <a:xfrm rot="32820">
            <a:off x="4151081" y="2683507"/>
            <a:ext cx="823560" cy="0"/>
          </a:xfrm>
          <a:prstGeom prst="line">
            <a:avLst/>
          </a:prstGeom>
          <a:ln cap="rnd" w="9525">
            <a:solidFill>
              <a:srgbClr val="5F7D95"/>
            </a:solidFill>
            <a:prstDash val="solid"/>
            <a:headEnd type="none" len="sm" w="sm"/>
            <a:tailEnd type="none" len="sm" w="sm"/>
          </a:ln>
        </p:spPr>
      </p:sp>
      <p:sp>
        <p:nvSpPr>
          <p:cNvPr name="AutoShape 102" id="102"/>
          <p:cNvSpPr/>
          <p:nvPr/>
        </p:nvSpPr>
        <p:spPr>
          <a:xfrm rot="32820">
            <a:off x="5298434" y="2683507"/>
            <a:ext cx="823560" cy="0"/>
          </a:xfrm>
          <a:prstGeom prst="line">
            <a:avLst/>
          </a:prstGeom>
          <a:ln cap="rnd" w="9525">
            <a:solidFill>
              <a:srgbClr val="5F7D95"/>
            </a:solidFill>
            <a:prstDash val="solid"/>
            <a:headEnd type="none" len="sm" w="sm"/>
            <a:tailEnd type="none" len="sm" w="sm"/>
          </a:ln>
        </p:spPr>
      </p:sp>
      <p:sp>
        <p:nvSpPr>
          <p:cNvPr name="AutoShape 103" id="103"/>
          <p:cNvSpPr/>
          <p:nvPr/>
        </p:nvSpPr>
        <p:spPr>
          <a:xfrm rot="6607560">
            <a:off x="2830344" y="5453177"/>
            <a:ext cx="830247" cy="0"/>
          </a:xfrm>
          <a:prstGeom prst="line">
            <a:avLst/>
          </a:prstGeom>
          <a:ln cap="rnd" w="9525">
            <a:solidFill>
              <a:srgbClr val="C2C2C2"/>
            </a:solidFill>
            <a:prstDash val="solid"/>
            <a:headEnd type="none" len="sm" w="sm"/>
            <a:tailEnd type="none" len="sm" w="sm"/>
          </a:ln>
        </p:spPr>
      </p:sp>
      <p:sp>
        <p:nvSpPr>
          <p:cNvPr name="AutoShape 104" id="104"/>
          <p:cNvSpPr/>
          <p:nvPr/>
        </p:nvSpPr>
        <p:spPr>
          <a:xfrm rot="4192439">
            <a:off x="2070430" y="5452872"/>
            <a:ext cx="830247" cy="0"/>
          </a:xfrm>
          <a:prstGeom prst="line">
            <a:avLst/>
          </a:prstGeom>
          <a:ln cap="rnd" w="9525">
            <a:solidFill>
              <a:srgbClr val="C2C2C2"/>
            </a:solidFill>
            <a:prstDash val="solid"/>
            <a:headEnd type="none" len="sm" w="sm"/>
            <a:tailEnd type="none" len="sm" w="sm"/>
          </a:ln>
        </p:spPr>
      </p:sp>
      <p:sp>
        <p:nvSpPr>
          <p:cNvPr name="AutoShape 105" id="105"/>
          <p:cNvSpPr/>
          <p:nvPr/>
        </p:nvSpPr>
        <p:spPr>
          <a:xfrm rot="7604880">
            <a:off x="2048332" y="5976376"/>
            <a:ext cx="477479" cy="0"/>
          </a:xfrm>
          <a:prstGeom prst="line">
            <a:avLst/>
          </a:prstGeom>
          <a:ln cap="rnd" w="9525">
            <a:solidFill>
              <a:srgbClr val="C2C2C2"/>
            </a:solidFill>
            <a:prstDash val="solid"/>
            <a:headEnd type="none" len="sm" w="sm"/>
            <a:tailEnd type="none" len="sm" w="sm"/>
          </a:ln>
        </p:spPr>
      </p:sp>
      <p:sp>
        <p:nvSpPr>
          <p:cNvPr name="AutoShape 106" id="106"/>
          <p:cNvSpPr/>
          <p:nvPr/>
        </p:nvSpPr>
        <p:spPr>
          <a:xfrm rot="3195120">
            <a:off x="1685506" y="5976080"/>
            <a:ext cx="477479" cy="0"/>
          </a:xfrm>
          <a:prstGeom prst="line">
            <a:avLst/>
          </a:prstGeom>
          <a:ln cap="rnd" w="9525">
            <a:solidFill>
              <a:srgbClr val="C2C2C2"/>
            </a:solidFill>
            <a:prstDash val="solid"/>
            <a:headEnd type="none" len="sm" w="sm"/>
            <a:tailEnd type="none" len="sm" w="sm"/>
          </a:ln>
        </p:spPr>
      </p:sp>
      <p:sp>
        <p:nvSpPr>
          <p:cNvPr name="AutoShape 107" id="107"/>
          <p:cNvSpPr/>
          <p:nvPr/>
        </p:nvSpPr>
        <p:spPr>
          <a:xfrm rot="7604880">
            <a:off x="3568160" y="5976376"/>
            <a:ext cx="477479" cy="0"/>
          </a:xfrm>
          <a:prstGeom prst="line">
            <a:avLst/>
          </a:prstGeom>
          <a:ln cap="rnd" w="9525">
            <a:solidFill>
              <a:srgbClr val="C2C2C2"/>
            </a:solidFill>
            <a:prstDash val="solid"/>
            <a:headEnd type="none" len="sm" w="sm"/>
            <a:tailEnd type="none" len="sm" w="sm"/>
          </a:ln>
        </p:spPr>
      </p:sp>
      <p:sp>
        <p:nvSpPr>
          <p:cNvPr name="AutoShape 108" id="108"/>
          <p:cNvSpPr/>
          <p:nvPr/>
        </p:nvSpPr>
        <p:spPr>
          <a:xfrm rot="3195120">
            <a:off x="3205334" y="5976080"/>
            <a:ext cx="477479" cy="0"/>
          </a:xfrm>
          <a:prstGeom prst="line">
            <a:avLst/>
          </a:prstGeom>
          <a:ln cap="rnd" w="9525">
            <a:solidFill>
              <a:srgbClr val="C2C2C2"/>
            </a:solidFill>
            <a:prstDash val="solid"/>
            <a:headEnd type="none" len="sm" w="sm"/>
            <a:tailEnd type="none" len="sm" w="sm"/>
          </a:ln>
        </p:spPr>
      </p:sp>
      <p:grpSp>
        <p:nvGrpSpPr>
          <p:cNvPr name="Group 109" id="109"/>
          <p:cNvGrpSpPr/>
          <p:nvPr/>
        </p:nvGrpSpPr>
        <p:grpSpPr>
          <a:xfrm rot="0">
            <a:off x="1402985" y="6104087"/>
            <a:ext cx="679533" cy="277035"/>
            <a:chOff x="0" y="0"/>
            <a:chExt cx="906043" cy="369380"/>
          </a:xfrm>
        </p:grpSpPr>
        <p:sp>
          <p:nvSpPr>
            <p:cNvPr name="Freeform 110" id="110"/>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CFD9E0"/>
              </a:solidFill>
              <a:prstDash val="solid"/>
              <a:miter/>
            </a:ln>
          </p:spPr>
        </p:sp>
      </p:grpSp>
      <p:grpSp>
        <p:nvGrpSpPr>
          <p:cNvPr name="Group 111" id="111"/>
          <p:cNvGrpSpPr/>
          <p:nvPr/>
        </p:nvGrpSpPr>
        <p:grpSpPr>
          <a:xfrm rot="0">
            <a:off x="2128637" y="6104087"/>
            <a:ext cx="679533" cy="277035"/>
            <a:chOff x="0" y="0"/>
            <a:chExt cx="906043" cy="369380"/>
          </a:xfrm>
        </p:grpSpPr>
        <p:sp>
          <p:nvSpPr>
            <p:cNvPr name="Freeform 112" id="112"/>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CFD9E0"/>
              </a:solidFill>
              <a:prstDash val="solid"/>
              <a:miter/>
            </a:ln>
          </p:spPr>
        </p:sp>
      </p:grpSp>
      <p:grpSp>
        <p:nvGrpSpPr>
          <p:cNvPr name="Group 113" id="113"/>
          <p:cNvGrpSpPr/>
          <p:nvPr/>
        </p:nvGrpSpPr>
        <p:grpSpPr>
          <a:xfrm rot="0">
            <a:off x="2922813" y="6104087"/>
            <a:ext cx="679533" cy="277035"/>
            <a:chOff x="0" y="0"/>
            <a:chExt cx="906043" cy="369380"/>
          </a:xfrm>
        </p:grpSpPr>
        <p:sp>
          <p:nvSpPr>
            <p:cNvPr name="Freeform 114" id="114"/>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CFD9E0"/>
              </a:solidFill>
              <a:prstDash val="solid"/>
              <a:miter/>
            </a:ln>
          </p:spPr>
        </p:sp>
      </p:grpSp>
      <p:grpSp>
        <p:nvGrpSpPr>
          <p:cNvPr name="Group 115" id="115"/>
          <p:cNvGrpSpPr/>
          <p:nvPr/>
        </p:nvGrpSpPr>
        <p:grpSpPr>
          <a:xfrm rot="0">
            <a:off x="3648466" y="6104087"/>
            <a:ext cx="679533" cy="277035"/>
            <a:chOff x="0" y="0"/>
            <a:chExt cx="906043" cy="369380"/>
          </a:xfrm>
        </p:grpSpPr>
        <p:sp>
          <p:nvSpPr>
            <p:cNvPr name="Freeform 116" id="116"/>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CFD9E0"/>
              </a:solidFill>
              <a:prstDash val="solid"/>
              <a:miter/>
            </a:ln>
          </p:spPr>
        </p:sp>
      </p:grpSp>
      <p:grpSp>
        <p:nvGrpSpPr>
          <p:cNvPr name="Group 117" id="117"/>
          <p:cNvGrpSpPr/>
          <p:nvPr/>
        </p:nvGrpSpPr>
        <p:grpSpPr>
          <a:xfrm rot="0">
            <a:off x="3285630" y="5580878"/>
            <a:ext cx="679533" cy="277035"/>
            <a:chOff x="0" y="0"/>
            <a:chExt cx="906043" cy="369380"/>
          </a:xfrm>
        </p:grpSpPr>
        <p:sp>
          <p:nvSpPr>
            <p:cNvPr name="Freeform 118" id="118"/>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869FB1"/>
              </a:solidFill>
              <a:prstDash val="solid"/>
              <a:miter/>
            </a:ln>
          </p:spPr>
        </p:sp>
      </p:grpSp>
      <p:grpSp>
        <p:nvGrpSpPr>
          <p:cNvPr name="Group 119" id="119"/>
          <p:cNvGrpSpPr/>
          <p:nvPr/>
        </p:nvGrpSpPr>
        <p:grpSpPr>
          <a:xfrm rot="0">
            <a:off x="1765811" y="5580878"/>
            <a:ext cx="679533" cy="277035"/>
            <a:chOff x="0" y="0"/>
            <a:chExt cx="906043" cy="369380"/>
          </a:xfrm>
        </p:grpSpPr>
        <p:sp>
          <p:nvSpPr>
            <p:cNvPr name="Freeform 120" id="120"/>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869FB1"/>
              </a:solidFill>
              <a:prstDash val="solid"/>
              <a:miter/>
            </a:ln>
          </p:spPr>
        </p:sp>
      </p:grpSp>
      <p:grpSp>
        <p:nvGrpSpPr>
          <p:cNvPr name="Group 121" id="121"/>
          <p:cNvGrpSpPr/>
          <p:nvPr/>
        </p:nvGrpSpPr>
        <p:grpSpPr>
          <a:xfrm rot="0">
            <a:off x="2525725" y="5057670"/>
            <a:ext cx="679533" cy="277035"/>
            <a:chOff x="0" y="0"/>
            <a:chExt cx="906043" cy="369380"/>
          </a:xfrm>
        </p:grpSpPr>
        <p:sp>
          <p:nvSpPr>
            <p:cNvPr name="Freeform 122" id="122"/>
            <p:cNvSpPr/>
            <p:nvPr/>
          </p:nvSpPr>
          <p:spPr>
            <a:xfrm flipH="false" flipV="false" rot="0">
              <a:off x="0" y="0"/>
              <a:ext cx="906018" cy="369316"/>
            </a:xfrm>
            <a:custGeom>
              <a:avLst/>
              <a:gdLst/>
              <a:ahLst/>
              <a:cxnLst/>
              <a:rect r="r" b="b" t="t" l="l"/>
              <a:pathLst>
                <a:path h="369316" w="906018">
                  <a:moveTo>
                    <a:pt x="0" y="184658"/>
                  </a:moveTo>
                  <a:cubicBezTo>
                    <a:pt x="0" y="82677"/>
                    <a:pt x="82677" y="0"/>
                    <a:pt x="184658" y="0"/>
                  </a:cubicBezTo>
                  <a:lnTo>
                    <a:pt x="721360" y="0"/>
                  </a:lnTo>
                  <a:cubicBezTo>
                    <a:pt x="823341" y="0"/>
                    <a:pt x="906018" y="82677"/>
                    <a:pt x="906018" y="184658"/>
                  </a:cubicBezTo>
                  <a:cubicBezTo>
                    <a:pt x="906018" y="286639"/>
                    <a:pt x="823341" y="369316"/>
                    <a:pt x="721360" y="369316"/>
                  </a:cubicBezTo>
                  <a:lnTo>
                    <a:pt x="184658" y="369316"/>
                  </a:lnTo>
                  <a:cubicBezTo>
                    <a:pt x="82677" y="369316"/>
                    <a:pt x="0" y="286639"/>
                    <a:pt x="0" y="184658"/>
                  </a:cubicBezTo>
                  <a:close/>
                </a:path>
              </a:pathLst>
            </a:custGeom>
            <a:blipFill>
              <a:blip r:embed="rId5">
                <a:alphaModFix amt="0"/>
              </a:blip>
              <a:stretch>
                <a:fillRect l="-2307" t="0" r="-2310" b="-17"/>
              </a:stretch>
            </a:blipFill>
            <a:ln w="19050" cap="sq">
              <a:solidFill>
                <a:srgbClr val="667E92"/>
              </a:solidFill>
              <a:prstDash val="solid"/>
              <a:miter/>
            </a:ln>
          </p:spPr>
        </p:sp>
      </p:grpSp>
      <p:grpSp>
        <p:nvGrpSpPr>
          <p:cNvPr name="Group 123" id="123"/>
          <p:cNvGrpSpPr/>
          <p:nvPr/>
        </p:nvGrpSpPr>
        <p:grpSpPr>
          <a:xfrm rot="0">
            <a:off x="3811505" y="2104711"/>
            <a:ext cx="1190987" cy="86525"/>
            <a:chOff x="0" y="0"/>
            <a:chExt cx="1587983" cy="115367"/>
          </a:xfrm>
        </p:grpSpPr>
        <p:sp>
          <p:nvSpPr>
            <p:cNvPr name="Freeform 124" id="124"/>
            <p:cNvSpPr/>
            <p:nvPr/>
          </p:nvSpPr>
          <p:spPr>
            <a:xfrm flipH="false" flipV="false" rot="0">
              <a:off x="0" y="0"/>
              <a:ext cx="1588008" cy="115316"/>
            </a:xfrm>
            <a:custGeom>
              <a:avLst/>
              <a:gdLst/>
              <a:ahLst/>
              <a:cxnLst/>
              <a:rect r="r" b="b" t="t" l="l"/>
              <a:pathLst>
                <a:path h="115316" w="1588008">
                  <a:moveTo>
                    <a:pt x="0" y="0"/>
                  </a:moveTo>
                  <a:lnTo>
                    <a:pt x="1588008" y="0"/>
                  </a:lnTo>
                  <a:lnTo>
                    <a:pt x="1588008" y="115316"/>
                  </a:lnTo>
                  <a:lnTo>
                    <a:pt x="0" y="115316"/>
                  </a:lnTo>
                  <a:close/>
                </a:path>
              </a:pathLst>
            </a:custGeom>
            <a:blipFill>
              <a:blip r:embed="rId5">
                <a:alphaModFix amt="0"/>
              </a:blip>
              <a:stretch>
                <a:fillRect l="0" t="-218300" r="1" b="-218344"/>
              </a:stretch>
            </a:blipFill>
            <a:ln w="19050" cap="sq">
              <a:solidFill>
                <a:srgbClr val="BAC8D3"/>
              </a:solidFill>
              <a:prstDash val="solid"/>
              <a:miter/>
            </a:ln>
          </p:spPr>
        </p:sp>
      </p:grpSp>
      <p:sp>
        <p:nvSpPr>
          <p:cNvPr name="AutoShape 125" id="125"/>
          <p:cNvSpPr/>
          <p:nvPr/>
        </p:nvSpPr>
        <p:spPr>
          <a:xfrm rot="5311260">
            <a:off x="3705901" y="2074221"/>
            <a:ext cx="223276" cy="0"/>
          </a:xfrm>
          <a:prstGeom prst="line">
            <a:avLst/>
          </a:prstGeom>
          <a:ln cap="rnd" w="9525">
            <a:solidFill>
              <a:srgbClr val="667E92"/>
            </a:solidFill>
            <a:prstDash val="solid"/>
            <a:headEnd type="none" len="sm" w="sm"/>
            <a:tailEnd type="none" len="sm" w="sm"/>
          </a:ln>
        </p:spPr>
      </p:sp>
      <p:grpSp>
        <p:nvGrpSpPr>
          <p:cNvPr name="Group 126" id="126"/>
          <p:cNvGrpSpPr/>
          <p:nvPr/>
        </p:nvGrpSpPr>
        <p:grpSpPr>
          <a:xfrm rot="0">
            <a:off x="3789578" y="1938547"/>
            <a:ext cx="55921" cy="55902"/>
            <a:chOff x="0" y="0"/>
            <a:chExt cx="74562" cy="74536"/>
          </a:xfrm>
        </p:grpSpPr>
        <p:sp>
          <p:nvSpPr>
            <p:cNvPr name="Freeform 127" id="127"/>
            <p:cNvSpPr/>
            <p:nvPr/>
          </p:nvSpPr>
          <p:spPr>
            <a:xfrm flipH="false" flipV="false" rot="0">
              <a:off x="0" y="0"/>
              <a:ext cx="74549" cy="74549"/>
            </a:xfrm>
            <a:custGeom>
              <a:avLst/>
              <a:gdLst/>
              <a:ahLst/>
              <a:cxnLst/>
              <a:rect r="r" b="b" t="t" l="l"/>
              <a:pathLst>
                <a:path h="74549" w="74549">
                  <a:moveTo>
                    <a:pt x="0" y="37211"/>
                  </a:moveTo>
                  <a:cubicBezTo>
                    <a:pt x="0" y="16637"/>
                    <a:pt x="16637" y="0"/>
                    <a:pt x="37338" y="0"/>
                  </a:cubicBezTo>
                  <a:cubicBezTo>
                    <a:pt x="58039" y="0"/>
                    <a:pt x="74549" y="16637"/>
                    <a:pt x="74549" y="37211"/>
                  </a:cubicBezTo>
                  <a:cubicBezTo>
                    <a:pt x="74549" y="57785"/>
                    <a:pt x="57912" y="74549"/>
                    <a:pt x="37338" y="74549"/>
                  </a:cubicBezTo>
                  <a:cubicBezTo>
                    <a:pt x="16764" y="74549"/>
                    <a:pt x="0" y="57912"/>
                    <a:pt x="0" y="37211"/>
                  </a:cubicBezTo>
                  <a:close/>
                </a:path>
              </a:pathLst>
            </a:custGeom>
            <a:solidFill>
              <a:srgbClr val="667E92"/>
            </a:solidFill>
          </p:spPr>
        </p:sp>
      </p:grpSp>
      <p:sp>
        <p:nvSpPr>
          <p:cNvPr name="AutoShape 128" id="128"/>
          <p:cNvSpPr/>
          <p:nvPr/>
        </p:nvSpPr>
        <p:spPr>
          <a:xfrm rot="5116200">
            <a:off x="6302797" y="2074164"/>
            <a:ext cx="237715" cy="0"/>
          </a:xfrm>
          <a:prstGeom prst="line">
            <a:avLst/>
          </a:prstGeom>
          <a:ln cap="rnd" w="9525">
            <a:solidFill>
              <a:srgbClr val="667E92"/>
            </a:solidFill>
            <a:prstDash val="solid"/>
            <a:headEnd type="none" len="sm" w="sm"/>
            <a:tailEnd type="none" len="sm" w="sm"/>
          </a:ln>
        </p:spPr>
      </p:sp>
      <p:grpSp>
        <p:nvGrpSpPr>
          <p:cNvPr name="Group 129" id="129"/>
          <p:cNvGrpSpPr/>
          <p:nvPr/>
        </p:nvGrpSpPr>
        <p:grpSpPr>
          <a:xfrm rot="0">
            <a:off x="6393694" y="1938566"/>
            <a:ext cx="56178" cy="56178"/>
            <a:chOff x="0" y="0"/>
            <a:chExt cx="74905" cy="74905"/>
          </a:xfrm>
        </p:grpSpPr>
        <p:sp>
          <p:nvSpPr>
            <p:cNvPr name="Freeform 130" id="130"/>
            <p:cNvSpPr/>
            <p:nvPr/>
          </p:nvSpPr>
          <p:spPr>
            <a:xfrm flipH="false" flipV="false" rot="0">
              <a:off x="0" y="0"/>
              <a:ext cx="74930" cy="74930"/>
            </a:xfrm>
            <a:custGeom>
              <a:avLst/>
              <a:gdLst/>
              <a:ahLst/>
              <a:cxnLst/>
              <a:rect r="r" b="b" t="t" l="l"/>
              <a:pathLst>
                <a:path h="74930" w="74930">
                  <a:moveTo>
                    <a:pt x="0" y="37465"/>
                  </a:moveTo>
                  <a:cubicBezTo>
                    <a:pt x="0" y="16764"/>
                    <a:pt x="16764" y="0"/>
                    <a:pt x="37465" y="0"/>
                  </a:cubicBezTo>
                  <a:cubicBezTo>
                    <a:pt x="58166" y="0"/>
                    <a:pt x="74930" y="16764"/>
                    <a:pt x="74930" y="37465"/>
                  </a:cubicBezTo>
                  <a:cubicBezTo>
                    <a:pt x="74930" y="58166"/>
                    <a:pt x="58166" y="74930"/>
                    <a:pt x="37465" y="74930"/>
                  </a:cubicBezTo>
                  <a:cubicBezTo>
                    <a:pt x="16764" y="74930"/>
                    <a:pt x="0" y="58166"/>
                    <a:pt x="0" y="37465"/>
                  </a:cubicBezTo>
                  <a:close/>
                </a:path>
              </a:pathLst>
            </a:custGeom>
            <a:solidFill>
              <a:srgbClr val="667E92"/>
            </a:solidFill>
          </p:spPr>
        </p:sp>
      </p:grpSp>
      <p:sp>
        <p:nvSpPr>
          <p:cNvPr name="AutoShape 131" id="131"/>
          <p:cNvSpPr/>
          <p:nvPr/>
        </p:nvSpPr>
        <p:spPr>
          <a:xfrm rot="5311260">
            <a:off x="1329109" y="2074231"/>
            <a:ext cx="223276" cy="0"/>
          </a:xfrm>
          <a:prstGeom prst="line">
            <a:avLst/>
          </a:prstGeom>
          <a:ln cap="rnd" w="9525">
            <a:solidFill>
              <a:srgbClr val="667E92"/>
            </a:solidFill>
            <a:prstDash val="solid"/>
            <a:headEnd type="none" len="sm" w="sm"/>
            <a:tailEnd type="none" len="sm" w="sm"/>
          </a:ln>
        </p:spPr>
      </p:sp>
      <p:grpSp>
        <p:nvGrpSpPr>
          <p:cNvPr name="Group 132" id="132"/>
          <p:cNvGrpSpPr/>
          <p:nvPr/>
        </p:nvGrpSpPr>
        <p:grpSpPr>
          <a:xfrm rot="0">
            <a:off x="1412786" y="1938566"/>
            <a:ext cx="55921" cy="55902"/>
            <a:chOff x="0" y="0"/>
            <a:chExt cx="74562" cy="74536"/>
          </a:xfrm>
        </p:grpSpPr>
        <p:sp>
          <p:nvSpPr>
            <p:cNvPr name="Freeform 133" id="133"/>
            <p:cNvSpPr/>
            <p:nvPr/>
          </p:nvSpPr>
          <p:spPr>
            <a:xfrm flipH="false" flipV="false" rot="0">
              <a:off x="0" y="0"/>
              <a:ext cx="74549" cy="74549"/>
            </a:xfrm>
            <a:custGeom>
              <a:avLst/>
              <a:gdLst/>
              <a:ahLst/>
              <a:cxnLst/>
              <a:rect r="r" b="b" t="t" l="l"/>
              <a:pathLst>
                <a:path h="74549" w="74549">
                  <a:moveTo>
                    <a:pt x="0" y="37211"/>
                  </a:moveTo>
                  <a:cubicBezTo>
                    <a:pt x="0" y="16637"/>
                    <a:pt x="16637" y="0"/>
                    <a:pt x="37338" y="0"/>
                  </a:cubicBezTo>
                  <a:cubicBezTo>
                    <a:pt x="58039" y="0"/>
                    <a:pt x="74549" y="16637"/>
                    <a:pt x="74549" y="37211"/>
                  </a:cubicBezTo>
                  <a:cubicBezTo>
                    <a:pt x="74549" y="57785"/>
                    <a:pt x="57912" y="74549"/>
                    <a:pt x="37338" y="74549"/>
                  </a:cubicBezTo>
                  <a:cubicBezTo>
                    <a:pt x="16764" y="74549"/>
                    <a:pt x="0" y="57912"/>
                    <a:pt x="0" y="37211"/>
                  </a:cubicBezTo>
                  <a:close/>
                </a:path>
              </a:pathLst>
            </a:custGeom>
            <a:solidFill>
              <a:srgbClr val="667E92"/>
            </a:solidFill>
          </p:spPr>
        </p:sp>
      </p:grpSp>
      <p:grpSp>
        <p:nvGrpSpPr>
          <p:cNvPr name="Group 134" id="134"/>
          <p:cNvGrpSpPr/>
          <p:nvPr/>
        </p:nvGrpSpPr>
        <p:grpSpPr>
          <a:xfrm rot="0">
            <a:off x="1434179" y="2098005"/>
            <a:ext cx="1204893" cy="100470"/>
            <a:chOff x="0" y="0"/>
            <a:chExt cx="1606525" cy="133960"/>
          </a:xfrm>
        </p:grpSpPr>
        <p:sp>
          <p:nvSpPr>
            <p:cNvPr name="Freeform 135" id="135"/>
            <p:cNvSpPr/>
            <p:nvPr/>
          </p:nvSpPr>
          <p:spPr>
            <a:xfrm flipH="false" flipV="false" rot="0">
              <a:off x="0" y="0"/>
              <a:ext cx="1606550" cy="133985"/>
            </a:xfrm>
            <a:custGeom>
              <a:avLst/>
              <a:gdLst/>
              <a:ahLst/>
              <a:cxnLst/>
              <a:rect r="r" b="b" t="t" l="l"/>
              <a:pathLst>
                <a:path h="133985" w="1606550">
                  <a:moveTo>
                    <a:pt x="0" y="0"/>
                  </a:moveTo>
                  <a:lnTo>
                    <a:pt x="1606550" y="0"/>
                  </a:lnTo>
                  <a:lnTo>
                    <a:pt x="1606550" y="133985"/>
                  </a:lnTo>
                  <a:lnTo>
                    <a:pt x="0" y="133985"/>
                  </a:lnTo>
                  <a:close/>
                </a:path>
              </a:pathLst>
            </a:custGeom>
            <a:blipFill>
              <a:blip r:embed="rId5">
                <a:alphaModFix amt="0"/>
              </a:blip>
              <a:stretch>
                <a:fillRect l="0" t="-183641" r="1" b="-183622"/>
              </a:stretch>
            </a:blipFill>
            <a:ln w="19050" cap="sq">
              <a:solidFill>
                <a:srgbClr val="BAC8D3"/>
              </a:solidFill>
              <a:prstDash val="solid"/>
              <a:miter/>
            </a:ln>
          </p:spPr>
        </p:sp>
      </p:grpSp>
      <p:sp>
        <p:nvSpPr>
          <p:cNvPr name="AutoShape 136" id="136"/>
          <p:cNvSpPr/>
          <p:nvPr/>
        </p:nvSpPr>
        <p:spPr>
          <a:xfrm rot="5311260">
            <a:off x="2520058" y="2211972"/>
            <a:ext cx="223276" cy="0"/>
          </a:xfrm>
          <a:prstGeom prst="line">
            <a:avLst/>
          </a:prstGeom>
          <a:ln cap="rnd" w="9525">
            <a:solidFill>
              <a:srgbClr val="667E92"/>
            </a:solidFill>
            <a:prstDash val="solid"/>
            <a:headEnd type="none" len="sm" w="sm"/>
            <a:tailEnd type="none" len="sm" w="sm"/>
          </a:ln>
        </p:spPr>
      </p:sp>
      <p:grpSp>
        <p:nvGrpSpPr>
          <p:cNvPr name="Group 137" id="137"/>
          <p:cNvGrpSpPr/>
          <p:nvPr/>
        </p:nvGrpSpPr>
        <p:grpSpPr>
          <a:xfrm rot="-10800000">
            <a:off x="2603735" y="2301259"/>
            <a:ext cx="55921" cy="55902"/>
            <a:chOff x="0" y="0"/>
            <a:chExt cx="74562" cy="74536"/>
          </a:xfrm>
        </p:grpSpPr>
        <p:sp>
          <p:nvSpPr>
            <p:cNvPr name="Freeform 138" id="138"/>
            <p:cNvSpPr/>
            <p:nvPr/>
          </p:nvSpPr>
          <p:spPr>
            <a:xfrm flipH="false" flipV="false" rot="0">
              <a:off x="0" y="0"/>
              <a:ext cx="74549" cy="74549"/>
            </a:xfrm>
            <a:custGeom>
              <a:avLst/>
              <a:gdLst/>
              <a:ahLst/>
              <a:cxnLst/>
              <a:rect r="r" b="b" t="t" l="l"/>
              <a:pathLst>
                <a:path h="74549" w="74549">
                  <a:moveTo>
                    <a:pt x="0" y="37211"/>
                  </a:moveTo>
                  <a:cubicBezTo>
                    <a:pt x="0" y="16637"/>
                    <a:pt x="16637" y="0"/>
                    <a:pt x="37338" y="0"/>
                  </a:cubicBezTo>
                  <a:cubicBezTo>
                    <a:pt x="58039" y="0"/>
                    <a:pt x="74549" y="16637"/>
                    <a:pt x="74549" y="37211"/>
                  </a:cubicBezTo>
                  <a:cubicBezTo>
                    <a:pt x="74549" y="57785"/>
                    <a:pt x="57912" y="74549"/>
                    <a:pt x="37338" y="74549"/>
                  </a:cubicBezTo>
                  <a:cubicBezTo>
                    <a:pt x="16764" y="74549"/>
                    <a:pt x="0" y="57912"/>
                    <a:pt x="0" y="37211"/>
                  </a:cubicBezTo>
                  <a:close/>
                </a:path>
              </a:pathLst>
            </a:custGeom>
            <a:solidFill>
              <a:srgbClr val="667E92"/>
            </a:solidFill>
          </p:spPr>
        </p:sp>
      </p:grpSp>
      <p:grpSp>
        <p:nvGrpSpPr>
          <p:cNvPr name="Group 139" id="139"/>
          <p:cNvGrpSpPr/>
          <p:nvPr/>
        </p:nvGrpSpPr>
        <p:grpSpPr>
          <a:xfrm rot="0">
            <a:off x="2619327" y="2098005"/>
            <a:ext cx="1204893" cy="100470"/>
            <a:chOff x="0" y="0"/>
            <a:chExt cx="1606525" cy="133960"/>
          </a:xfrm>
        </p:grpSpPr>
        <p:sp>
          <p:nvSpPr>
            <p:cNvPr name="Freeform 140" id="140"/>
            <p:cNvSpPr/>
            <p:nvPr/>
          </p:nvSpPr>
          <p:spPr>
            <a:xfrm flipH="false" flipV="false" rot="0">
              <a:off x="0" y="0"/>
              <a:ext cx="1606550" cy="133985"/>
            </a:xfrm>
            <a:custGeom>
              <a:avLst/>
              <a:gdLst/>
              <a:ahLst/>
              <a:cxnLst/>
              <a:rect r="r" b="b" t="t" l="l"/>
              <a:pathLst>
                <a:path h="133985" w="1606550">
                  <a:moveTo>
                    <a:pt x="0" y="0"/>
                  </a:moveTo>
                  <a:lnTo>
                    <a:pt x="1606550" y="0"/>
                  </a:lnTo>
                  <a:lnTo>
                    <a:pt x="1606550" y="133985"/>
                  </a:lnTo>
                  <a:lnTo>
                    <a:pt x="0" y="133985"/>
                  </a:lnTo>
                  <a:close/>
                </a:path>
              </a:pathLst>
            </a:custGeom>
            <a:blipFill>
              <a:blip r:embed="rId5">
                <a:alphaModFix amt="0"/>
              </a:blip>
              <a:stretch>
                <a:fillRect l="0" t="-183641" r="1" b="-183622"/>
              </a:stretch>
            </a:blipFill>
            <a:ln w="19050" cap="sq">
              <a:solidFill>
                <a:srgbClr val="869FB2"/>
              </a:solidFill>
              <a:prstDash val="solid"/>
              <a:miter/>
            </a:ln>
          </p:spPr>
        </p:sp>
      </p:grpSp>
      <p:sp>
        <p:nvSpPr>
          <p:cNvPr name="AutoShape 141" id="141"/>
          <p:cNvSpPr/>
          <p:nvPr/>
        </p:nvSpPr>
        <p:spPr>
          <a:xfrm rot="5311260">
            <a:off x="4886877" y="2211972"/>
            <a:ext cx="223276" cy="0"/>
          </a:xfrm>
          <a:prstGeom prst="line">
            <a:avLst/>
          </a:prstGeom>
          <a:ln cap="rnd" w="9525">
            <a:solidFill>
              <a:srgbClr val="667E92"/>
            </a:solidFill>
            <a:prstDash val="solid"/>
            <a:headEnd type="none" len="sm" w="sm"/>
            <a:tailEnd type="none" len="sm" w="sm"/>
          </a:ln>
        </p:spPr>
      </p:sp>
      <p:grpSp>
        <p:nvGrpSpPr>
          <p:cNvPr name="Group 142" id="142"/>
          <p:cNvGrpSpPr/>
          <p:nvPr/>
        </p:nvGrpSpPr>
        <p:grpSpPr>
          <a:xfrm rot="-10800000">
            <a:off x="4970545" y="2301259"/>
            <a:ext cx="55921" cy="55902"/>
            <a:chOff x="0" y="0"/>
            <a:chExt cx="74562" cy="74536"/>
          </a:xfrm>
        </p:grpSpPr>
        <p:sp>
          <p:nvSpPr>
            <p:cNvPr name="Freeform 143" id="143"/>
            <p:cNvSpPr/>
            <p:nvPr/>
          </p:nvSpPr>
          <p:spPr>
            <a:xfrm flipH="false" flipV="false" rot="0">
              <a:off x="0" y="0"/>
              <a:ext cx="74549" cy="74549"/>
            </a:xfrm>
            <a:custGeom>
              <a:avLst/>
              <a:gdLst/>
              <a:ahLst/>
              <a:cxnLst/>
              <a:rect r="r" b="b" t="t" l="l"/>
              <a:pathLst>
                <a:path h="74549" w="74549">
                  <a:moveTo>
                    <a:pt x="0" y="37211"/>
                  </a:moveTo>
                  <a:cubicBezTo>
                    <a:pt x="0" y="16637"/>
                    <a:pt x="16637" y="0"/>
                    <a:pt x="37338" y="0"/>
                  </a:cubicBezTo>
                  <a:cubicBezTo>
                    <a:pt x="58039" y="0"/>
                    <a:pt x="74549" y="16637"/>
                    <a:pt x="74549" y="37211"/>
                  </a:cubicBezTo>
                  <a:cubicBezTo>
                    <a:pt x="74549" y="57785"/>
                    <a:pt x="57912" y="74549"/>
                    <a:pt x="37338" y="74549"/>
                  </a:cubicBezTo>
                  <a:cubicBezTo>
                    <a:pt x="16764" y="74549"/>
                    <a:pt x="0" y="57912"/>
                    <a:pt x="0" y="37211"/>
                  </a:cubicBezTo>
                  <a:close/>
                </a:path>
              </a:pathLst>
            </a:custGeom>
            <a:solidFill>
              <a:srgbClr val="667E92"/>
            </a:solidFill>
          </p:spPr>
        </p:sp>
      </p:grpSp>
      <p:grpSp>
        <p:nvGrpSpPr>
          <p:cNvPr name="Group 144" id="144"/>
          <p:cNvGrpSpPr/>
          <p:nvPr/>
        </p:nvGrpSpPr>
        <p:grpSpPr>
          <a:xfrm rot="0">
            <a:off x="4989614" y="2098005"/>
            <a:ext cx="1441333" cy="100470"/>
            <a:chOff x="0" y="0"/>
            <a:chExt cx="1921777" cy="133960"/>
          </a:xfrm>
        </p:grpSpPr>
        <p:sp>
          <p:nvSpPr>
            <p:cNvPr name="Freeform 145" id="145"/>
            <p:cNvSpPr/>
            <p:nvPr/>
          </p:nvSpPr>
          <p:spPr>
            <a:xfrm flipH="false" flipV="false" rot="0">
              <a:off x="0" y="0"/>
              <a:ext cx="1921764" cy="133985"/>
            </a:xfrm>
            <a:custGeom>
              <a:avLst/>
              <a:gdLst/>
              <a:ahLst/>
              <a:cxnLst/>
              <a:rect r="r" b="b" t="t" l="l"/>
              <a:pathLst>
                <a:path h="133985" w="1921764">
                  <a:moveTo>
                    <a:pt x="0" y="0"/>
                  </a:moveTo>
                  <a:lnTo>
                    <a:pt x="1921764" y="0"/>
                  </a:lnTo>
                  <a:lnTo>
                    <a:pt x="1921764" y="133985"/>
                  </a:lnTo>
                  <a:lnTo>
                    <a:pt x="0" y="133985"/>
                  </a:lnTo>
                  <a:close/>
                </a:path>
              </a:pathLst>
            </a:custGeom>
            <a:blipFill>
              <a:blip r:embed="rId5">
                <a:alphaModFix amt="0"/>
              </a:blip>
              <a:stretch>
                <a:fillRect l="0" t="-229487" r="0" b="-229468"/>
              </a:stretch>
            </a:blipFill>
            <a:ln w="19050" cap="sq">
              <a:solidFill>
                <a:srgbClr val="869FB2"/>
              </a:solidFill>
              <a:prstDash val="solid"/>
              <a:miter/>
            </a:ln>
          </p:spPr>
        </p:sp>
      </p:grpSp>
      <p:sp>
        <p:nvSpPr>
          <p:cNvPr name="Freeform 146" id="146"/>
          <p:cNvSpPr/>
          <p:nvPr/>
        </p:nvSpPr>
        <p:spPr>
          <a:xfrm flipH="false" flipV="false" rot="0">
            <a:off x="6998808" y="7331812"/>
            <a:ext cx="3135554" cy="983351"/>
          </a:xfrm>
          <a:custGeom>
            <a:avLst/>
            <a:gdLst/>
            <a:ahLst/>
            <a:cxnLst/>
            <a:rect r="r" b="b" t="t" l="l"/>
            <a:pathLst>
              <a:path h="983351" w="3135554">
                <a:moveTo>
                  <a:pt x="0" y="0"/>
                </a:moveTo>
                <a:lnTo>
                  <a:pt x="3135554" y="0"/>
                </a:lnTo>
                <a:lnTo>
                  <a:pt x="3135554" y="983351"/>
                </a:lnTo>
                <a:lnTo>
                  <a:pt x="0" y="9833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7" id="147"/>
          <p:cNvSpPr/>
          <p:nvPr/>
        </p:nvSpPr>
        <p:spPr>
          <a:xfrm flipH="false" flipV="false" rot="0">
            <a:off x="6915455" y="6288062"/>
            <a:ext cx="3243062" cy="701650"/>
          </a:xfrm>
          <a:custGeom>
            <a:avLst/>
            <a:gdLst/>
            <a:ahLst/>
            <a:cxnLst/>
            <a:rect r="r" b="b" t="t" l="l"/>
            <a:pathLst>
              <a:path h="701650" w="3243062">
                <a:moveTo>
                  <a:pt x="0" y="0"/>
                </a:moveTo>
                <a:lnTo>
                  <a:pt x="3243062" y="0"/>
                </a:lnTo>
                <a:lnTo>
                  <a:pt x="3243062" y="701650"/>
                </a:lnTo>
                <a:lnTo>
                  <a:pt x="0" y="701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8" id="148"/>
          <p:cNvSpPr/>
          <p:nvPr/>
        </p:nvSpPr>
        <p:spPr>
          <a:xfrm flipH="false" flipV="false" rot="0">
            <a:off x="1476451" y="6854885"/>
            <a:ext cx="2591762" cy="1312774"/>
          </a:xfrm>
          <a:custGeom>
            <a:avLst/>
            <a:gdLst/>
            <a:ahLst/>
            <a:cxnLst/>
            <a:rect r="r" b="b" t="t" l="l"/>
            <a:pathLst>
              <a:path h="1312774" w="2591762">
                <a:moveTo>
                  <a:pt x="0" y="0"/>
                </a:moveTo>
                <a:lnTo>
                  <a:pt x="2591762" y="0"/>
                </a:lnTo>
                <a:lnTo>
                  <a:pt x="2591762" y="1312774"/>
                </a:lnTo>
                <a:lnTo>
                  <a:pt x="0" y="131277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9" id="149"/>
          <p:cNvSpPr/>
          <p:nvPr/>
        </p:nvSpPr>
        <p:spPr>
          <a:xfrm flipH="false" flipV="false" rot="0">
            <a:off x="10651827" y="7708535"/>
            <a:ext cx="2829830" cy="328127"/>
          </a:xfrm>
          <a:custGeom>
            <a:avLst/>
            <a:gdLst/>
            <a:ahLst/>
            <a:cxnLst/>
            <a:rect r="r" b="b" t="t" l="l"/>
            <a:pathLst>
              <a:path h="328127" w="2829830">
                <a:moveTo>
                  <a:pt x="0" y="0"/>
                </a:moveTo>
                <a:lnTo>
                  <a:pt x="2829829" y="0"/>
                </a:lnTo>
                <a:lnTo>
                  <a:pt x="2829829" y="328127"/>
                </a:lnTo>
                <a:lnTo>
                  <a:pt x="0" y="32812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AutoShape 150" id="150"/>
          <p:cNvSpPr/>
          <p:nvPr/>
        </p:nvSpPr>
        <p:spPr>
          <a:xfrm rot="5580">
            <a:off x="10645216" y="5654783"/>
            <a:ext cx="2843041" cy="0"/>
          </a:xfrm>
          <a:prstGeom prst="line">
            <a:avLst/>
          </a:prstGeom>
          <a:ln cap="rnd" w="9525">
            <a:solidFill>
              <a:srgbClr val="5F7D95"/>
            </a:solidFill>
            <a:prstDash val="solid"/>
            <a:headEnd type="oval" len="lg" w="lg"/>
            <a:tailEnd type="oval" len="lg" w="lg"/>
          </a:ln>
        </p:spPr>
      </p:sp>
      <p:grpSp>
        <p:nvGrpSpPr>
          <p:cNvPr name="Group 151" id="151"/>
          <p:cNvGrpSpPr/>
          <p:nvPr/>
        </p:nvGrpSpPr>
        <p:grpSpPr>
          <a:xfrm rot="-10800000">
            <a:off x="11123190" y="5634771"/>
            <a:ext cx="49616" cy="49616"/>
            <a:chOff x="0" y="0"/>
            <a:chExt cx="66154" cy="66154"/>
          </a:xfrm>
        </p:grpSpPr>
        <p:sp>
          <p:nvSpPr>
            <p:cNvPr name="Freeform 152" id="152"/>
            <p:cNvSpPr/>
            <p:nvPr/>
          </p:nvSpPr>
          <p:spPr>
            <a:xfrm flipH="false" flipV="false" rot="0">
              <a:off x="0" y="0"/>
              <a:ext cx="66167" cy="66040"/>
            </a:xfrm>
            <a:custGeom>
              <a:avLst/>
              <a:gdLst/>
              <a:ahLst/>
              <a:cxnLst/>
              <a:rect r="r" b="b" t="t" l="l"/>
              <a:pathLst>
                <a:path h="66040" w="66167">
                  <a:moveTo>
                    <a:pt x="66167" y="33020"/>
                  </a:moveTo>
                  <a:cubicBezTo>
                    <a:pt x="66167" y="14859"/>
                    <a:pt x="51308" y="0"/>
                    <a:pt x="33020" y="0"/>
                  </a:cubicBezTo>
                  <a:cubicBezTo>
                    <a:pt x="14732" y="0"/>
                    <a:pt x="0" y="14859"/>
                    <a:pt x="0" y="33020"/>
                  </a:cubicBezTo>
                  <a:cubicBezTo>
                    <a:pt x="0" y="51181"/>
                    <a:pt x="14859" y="66040"/>
                    <a:pt x="33020" y="66040"/>
                  </a:cubicBezTo>
                  <a:cubicBezTo>
                    <a:pt x="51181" y="66040"/>
                    <a:pt x="66040" y="51181"/>
                    <a:pt x="66040" y="33020"/>
                  </a:cubicBezTo>
                  <a:close/>
                </a:path>
              </a:pathLst>
            </a:custGeom>
            <a:solidFill>
              <a:srgbClr val="5F7D95"/>
            </a:solidFill>
          </p:spPr>
        </p:sp>
      </p:grpSp>
      <p:grpSp>
        <p:nvGrpSpPr>
          <p:cNvPr name="Group 153" id="153"/>
          <p:cNvGrpSpPr/>
          <p:nvPr/>
        </p:nvGrpSpPr>
        <p:grpSpPr>
          <a:xfrm rot="-10800000">
            <a:off x="11595992" y="5634771"/>
            <a:ext cx="49616" cy="49616"/>
            <a:chOff x="0" y="0"/>
            <a:chExt cx="66154" cy="66154"/>
          </a:xfrm>
        </p:grpSpPr>
        <p:sp>
          <p:nvSpPr>
            <p:cNvPr name="Freeform 154" id="154"/>
            <p:cNvSpPr/>
            <p:nvPr/>
          </p:nvSpPr>
          <p:spPr>
            <a:xfrm flipH="false" flipV="false" rot="0">
              <a:off x="0" y="0"/>
              <a:ext cx="66167" cy="66040"/>
            </a:xfrm>
            <a:custGeom>
              <a:avLst/>
              <a:gdLst/>
              <a:ahLst/>
              <a:cxnLst/>
              <a:rect r="r" b="b" t="t" l="l"/>
              <a:pathLst>
                <a:path h="66040" w="66167">
                  <a:moveTo>
                    <a:pt x="66167" y="33020"/>
                  </a:moveTo>
                  <a:cubicBezTo>
                    <a:pt x="66167" y="14859"/>
                    <a:pt x="51308" y="0"/>
                    <a:pt x="33020" y="0"/>
                  </a:cubicBezTo>
                  <a:cubicBezTo>
                    <a:pt x="14732" y="0"/>
                    <a:pt x="0" y="14859"/>
                    <a:pt x="0" y="33020"/>
                  </a:cubicBezTo>
                  <a:cubicBezTo>
                    <a:pt x="0" y="51181"/>
                    <a:pt x="14859" y="66040"/>
                    <a:pt x="33020" y="66040"/>
                  </a:cubicBezTo>
                  <a:cubicBezTo>
                    <a:pt x="51181" y="66040"/>
                    <a:pt x="66040" y="51181"/>
                    <a:pt x="66040" y="33020"/>
                  </a:cubicBezTo>
                  <a:close/>
                </a:path>
              </a:pathLst>
            </a:custGeom>
            <a:solidFill>
              <a:srgbClr val="5F7D95"/>
            </a:solidFill>
          </p:spPr>
        </p:sp>
      </p:grpSp>
      <p:grpSp>
        <p:nvGrpSpPr>
          <p:cNvPr name="Group 155" id="155"/>
          <p:cNvGrpSpPr/>
          <p:nvPr/>
        </p:nvGrpSpPr>
        <p:grpSpPr>
          <a:xfrm rot="-10800000">
            <a:off x="12015807" y="5634771"/>
            <a:ext cx="49616" cy="49616"/>
            <a:chOff x="0" y="0"/>
            <a:chExt cx="66154" cy="66154"/>
          </a:xfrm>
        </p:grpSpPr>
        <p:sp>
          <p:nvSpPr>
            <p:cNvPr name="Freeform 156" id="156"/>
            <p:cNvSpPr/>
            <p:nvPr/>
          </p:nvSpPr>
          <p:spPr>
            <a:xfrm flipH="false" flipV="false" rot="0">
              <a:off x="0" y="0"/>
              <a:ext cx="66167" cy="66040"/>
            </a:xfrm>
            <a:custGeom>
              <a:avLst/>
              <a:gdLst/>
              <a:ahLst/>
              <a:cxnLst/>
              <a:rect r="r" b="b" t="t" l="l"/>
              <a:pathLst>
                <a:path h="66040" w="66167">
                  <a:moveTo>
                    <a:pt x="66167" y="33020"/>
                  </a:moveTo>
                  <a:cubicBezTo>
                    <a:pt x="66167" y="14859"/>
                    <a:pt x="51308" y="0"/>
                    <a:pt x="33020" y="0"/>
                  </a:cubicBezTo>
                  <a:cubicBezTo>
                    <a:pt x="14732" y="0"/>
                    <a:pt x="0" y="14859"/>
                    <a:pt x="0" y="33020"/>
                  </a:cubicBezTo>
                  <a:cubicBezTo>
                    <a:pt x="0" y="51181"/>
                    <a:pt x="14859" y="66040"/>
                    <a:pt x="33020" y="66040"/>
                  </a:cubicBezTo>
                  <a:cubicBezTo>
                    <a:pt x="51181" y="66040"/>
                    <a:pt x="66040" y="51181"/>
                    <a:pt x="66040" y="33020"/>
                  </a:cubicBezTo>
                  <a:close/>
                </a:path>
              </a:pathLst>
            </a:custGeom>
            <a:solidFill>
              <a:srgbClr val="5F7D95"/>
            </a:solidFill>
          </p:spPr>
        </p:sp>
      </p:grpSp>
      <p:grpSp>
        <p:nvGrpSpPr>
          <p:cNvPr name="Group 157" id="157"/>
          <p:cNvGrpSpPr/>
          <p:nvPr/>
        </p:nvGrpSpPr>
        <p:grpSpPr>
          <a:xfrm rot="-10800000">
            <a:off x="12494704" y="5634771"/>
            <a:ext cx="49616" cy="49616"/>
            <a:chOff x="0" y="0"/>
            <a:chExt cx="66154" cy="66154"/>
          </a:xfrm>
        </p:grpSpPr>
        <p:sp>
          <p:nvSpPr>
            <p:cNvPr name="Freeform 158" id="158"/>
            <p:cNvSpPr/>
            <p:nvPr/>
          </p:nvSpPr>
          <p:spPr>
            <a:xfrm flipH="false" flipV="false" rot="0">
              <a:off x="0" y="0"/>
              <a:ext cx="66167" cy="66040"/>
            </a:xfrm>
            <a:custGeom>
              <a:avLst/>
              <a:gdLst/>
              <a:ahLst/>
              <a:cxnLst/>
              <a:rect r="r" b="b" t="t" l="l"/>
              <a:pathLst>
                <a:path h="66040" w="66167">
                  <a:moveTo>
                    <a:pt x="66167" y="33020"/>
                  </a:moveTo>
                  <a:cubicBezTo>
                    <a:pt x="66167" y="14859"/>
                    <a:pt x="51308" y="0"/>
                    <a:pt x="33020" y="0"/>
                  </a:cubicBezTo>
                  <a:cubicBezTo>
                    <a:pt x="14732" y="0"/>
                    <a:pt x="0" y="14859"/>
                    <a:pt x="0" y="33020"/>
                  </a:cubicBezTo>
                  <a:cubicBezTo>
                    <a:pt x="0" y="51181"/>
                    <a:pt x="14859" y="66040"/>
                    <a:pt x="33020" y="66040"/>
                  </a:cubicBezTo>
                  <a:cubicBezTo>
                    <a:pt x="51181" y="66040"/>
                    <a:pt x="66040" y="51181"/>
                    <a:pt x="66040" y="33020"/>
                  </a:cubicBezTo>
                  <a:close/>
                </a:path>
              </a:pathLst>
            </a:custGeom>
            <a:solidFill>
              <a:srgbClr val="5F7D95"/>
            </a:solidFill>
          </p:spPr>
        </p:sp>
      </p:grpSp>
      <p:grpSp>
        <p:nvGrpSpPr>
          <p:cNvPr name="Group 159" id="159"/>
          <p:cNvGrpSpPr/>
          <p:nvPr/>
        </p:nvGrpSpPr>
        <p:grpSpPr>
          <a:xfrm rot="-10800000">
            <a:off x="12985852" y="5634771"/>
            <a:ext cx="49616" cy="49616"/>
            <a:chOff x="0" y="0"/>
            <a:chExt cx="66154" cy="66154"/>
          </a:xfrm>
        </p:grpSpPr>
        <p:sp>
          <p:nvSpPr>
            <p:cNvPr name="Freeform 160" id="160"/>
            <p:cNvSpPr/>
            <p:nvPr/>
          </p:nvSpPr>
          <p:spPr>
            <a:xfrm flipH="false" flipV="false" rot="0">
              <a:off x="0" y="0"/>
              <a:ext cx="66167" cy="66040"/>
            </a:xfrm>
            <a:custGeom>
              <a:avLst/>
              <a:gdLst/>
              <a:ahLst/>
              <a:cxnLst/>
              <a:rect r="r" b="b" t="t" l="l"/>
              <a:pathLst>
                <a:path h="66040" w="66167">
                  <a:moveTo>
                    <a:pt x="66167" y="33020"/>
                  </a:moveTo>
                  <a:cubicBezTo>
                    <a:pt x="66167" y="14859"/>
                    <a:pt x="51308" y="0"/>
                    <a:pt x="33020" y="0"/>
                  </a:cubicBezTo>
                  <a:cubicBezTo>
                    <a:pt x="14732" y="0"/>
                    <a:pt x="0" y="14859"/>
                    <a:pt x="0" y="33020"/>
                  </a:cubicBezTo>
                  <a:cubicBezTo>
                    <a:pt x="0" y="51181"/>
                    <a:pt x="14859" y="66040"/>
                    <a:pt x="33020" y="66040"/>
                  </a:cubicBezTo>
                  <a:cubicBezTo>
                    <a:pt x="51181" y="66040"/>
                    <a:pt x="66040" y="51181"/>
                    <a:pt x="66040" y="33020"/>
                  </a:cubicBezTo>
                  <a:close/>
                </a:path>
              </a:pathLst>
            </a:custGeom>
            <a:solidFill>
              <a:srgbClr val="5F7D95"/>
            </a:solidFill>
          </p:spPr>
        </p:sp>
      </p:grpSp>
      <p:sp>
        <p:nvSpPr>
          <p:cNvPr name="AutoShape 161" id="161"/>
          <p:cNvSpPr/>
          <p:nvPr/>
        </p:nvSpPr>
        <p:spPr>
          <a:xfrm rot="68280">
            <a:off x="11592096" y="6632610"/>
            <a:ext cx="959444" cy="0"/>
          </a:xfrm>
          <a:prstGeom prst="line">
            <a:avLst/>
          </a:prstGeom>
          <a:ln cap="rnd" w="9525">
            <a:solidFill>
              <a:srgbClr val="435D74"/>
            </a:solidFill>
            <a:prstDash val="solid"/>
            <a:headEnd type="oval" len="lg" w="lg"/>
            <a:tailEnd type="oval" len="lg" w="lg"/>
          </a:ln>
        </p:spPr>
      </p:sp>
      <p:sp>
        <p:nvSpPr>
          <p:cNvPr name="AutoShape 162" id="162"/>
          <p:cNvSpPr/>
          <p:nvPr/>
        </p:nvSpPr>
        <p:spPr>
          <a:xfrm rot="54240">
            <a:off x="12048392" y="7146169"/>
            <a:ext cx="1207799" cy="0"/>
          </a:xfrm>
          <a:prstGeom prst="line">
            <a:avLst/>
          </a:prstGeom>
          <a:ln cap="rnd" w="9525">
            <a:solidFill>
              <a:srgbClr val="435D74"/>
            </a:solidFill>
            <a:prstDash val="solid"/>
            <a:headEnd type="oval" len="lg" w="lg"/>
            <a:tailEnd type="oval" len="lg" w="lg"/>
          </a:ln>
        </p:spPr>
      </p:sp>
      <p:sp>
        <p:nvSpPr>
          <p:cNvPr name="AutoShape 163" id="163"/>
          <p:cNvSpPr/>
          <p:nvPr/>
        </p:nvSpPr>
        <p:spPr>
          <a:xfrm rot="5008740">
            <a:off x="13379434" y="6863925"/>
            <a:ext cx="167735" cy="0"/>
          </a:xfrm>
          <a:prstGeom prst="line">
            <a:avLst/>
          </a:prstGeom>
          <a:ln cap="rnd" w="9525">
            <a:solidFill>
              <a:srgbClr val="5F7D95"/>
            </a:solidFill>
            <a:prstDash val="solid"/>
            <a:headEnd type="none" len="sm" w="sm"/>
            <a:tailEnd type="none" len="sm" w="sm"/>
          </a:ln>
        </p:spPr>
      </p:sp>
      <p:sp>
        <p:nvSpPr>
          <p:cNvPr name="AutoShape 164" id="164"/>
          <p:cNvSpPr/>
          <p:nvPr/>
        </p:nvSpPr>
        <p:spPr>
          <a:xfrm rot="23340">
            <a:off x="10663418" y="6863791"/>
            <a:ext cx="2808513" cy="0"/>
          </a:xfrm>
          <a:prstGeom prst="line">
            <a:avLst/>
          </a:prstGeom>
          <a:ln cap="rnd" w="9525">
            <a:solidFill>
              <a:srgbClr val="5F7D95"/>
            </a:solidFill>
            <a:prstDash val="solid"/>
            <a:headEnd type="none" len="sm" w="sm"/>
            <a:tailEnd type="none" len="sm" w="sm"/>
          </a:ln>
        </p:spPr>
      </p:sp>
      <p:sp>
        <p:nvSpPr>
          <p:cNvPr name="AutoShape 165" id="165"/>
          <p:cNvSpPr/>
          <p:nvPr/>
        </p:nvSpPr>
        <p:spPr>
          <a:xfrm rot="5010120">
            <a:off x="11050391" y="6863877"/>
            <a:ext cx="168335" cy="0"/>
          </a:xfrm>
          <a:prstGeom prst="line">
            <a:avLst/>
          </a:prstGeom>
          <a:ln cap="rnd" w="9525">
            <a:solidFill>
              <a:srgbClr val="5F7D95"/>
            </a:solidFill>
            <a:prstDash val="solid"/>
            <a:headEnd type="none" len="sm" w="sm"/>
            <a:tailEnd type="none" len="sm" w="sm"/>
          </a:ln>
        </p:spPr>
      </p:sp>
      <p:sp>
        <p:nvSpPr>
          <p:cNvPr name="AutoShape 166" id="166"/>
          <p:cNvSpPr/>
          <p:nvPr/>
        </p:nvSpPr>
        <p:spPr>
          <a:xfrm rot="5010120">
            <a:off x="10589304" y="6863877"/>
            <a:ext cx="168335" cy="0"/>
          </a:xfrm>
          <a:prstGeom prst="line">
            <a:avLst/>
          </a:prstGeom>
          <a:ln cap="rnd" w="9525">
            <a:solidFill>
              <a:srgbClr val="5F7D95"/>
            </a:solidFill>
            <a:prstDash val="solid"/>
            <a:headEnd type="none" len="sm" w="sm"/>
            <a:tailEnd type="none" len="sm" w="sm"/>
          </a:ln>
        </p:spPr>
      </p:sp>
      <p:sp>
        <p:nvSpPr>
          <p:cNvPr name="AutoShape 167" id="167"/>
          <p:cNvSpPr/>
          <p:nvPr/>
        </p:nvSpPr>
        <p:spPr>
          <a:xfrm rot="5010120">
            <a:off x="11515916" y="6863877"/>
            <a:ext cx="168335" cy="0"/>
          </a:xfrm>
          <a:prstGeom prst="line">
            <a:avLst/>
          </a:prstGeom>
          <a:ln cap="rnd" w="9525">
            <a:solidFill>
              <a:srgbClr val="5F7D95"/>
            </a:solidFill>
            <a:prstDash val="solid"/>
            <a:headEnd type="none" len="sm" w="sm"/>
            <a:tailEnd type="none" len="sm" w="sm"/>
          </a:ln>
        </p:spPr>
      </p:sp>
      <p:sp>
        <p:nvSpPr>
          <p:cNvPr name="AutoShape 168" id="168"/>
          <p:cNvSpPr/>
          <p:nvPr/>
        </p:nvSpPr>
        <p:spPr>
          <a:xfrm rot="5010120">
            <a:off x="11977935" y="6863877"/>
            <a:ext cx="168335" cy="0"/>
          </a:xfrm>
          <a:prstGeom prst="line">
            <a:avLst/>
          </a:prstGeom>
          <a:ln cap="rnd" w="9525">
            <a:solidFill>
              <a:srgbClr val="5F7D95"/>
            </a:solidFill>
            <a:prstDash val="solid"/>
            <a:headEnd type="none" len="sm" w="sm"/>
            <a:tailEnd type="none" len="sm" w="sm"/>
          </a:ln>
        </p:spPr>
      </p:sp>
      <p:sp>
        <p:nvSpPr>
          <p:cNvPr name="AutoShape 169" id="169"/>
          <p:cNvSpPr/>
          <p:nvPr/>
        </p:nvSpPr>
        <p:spPr>
          <a:xfrm rot="5010120">
            <a:off x="12445803" y="6863877"/>
            <a:ext cx="168335" cy="0"/>
          </a:xfrm>
          <a:prstGeom prst="line">
            <a:avLst/>
          </a:prstGeom>
          <a:ln cap="rnd" w="9525">
            <a:solidFill>
              <a:srgbClr val="5F7D95"/>
            </a:solidFill>
            <a:prstDash val="solid"/>
            <a:headEnd type="none" len="sm" w="sm"/>
            <a:tailEnd type="none" len="sm" w="sm"/>
          </a:ln>
        </p:spPr>
      </p:sp>
      <p:sp>
        <p:nvSpPr>
          <p:cNvPr name="AutoShape 170" id="170"/>
          <p:cNvSpPr/>
          <p:nvPr/>
        </p:nvSpPr>
        <p:spPr>
          <a:xfrm rot="5010120">
            <a:off x="12912500" y="6863877"/>
            <a:ext cx="168335" cy="0"/>
          </a:xfrm>
          <a:prstGeom prst="line">
            <a:avLst/>
          </a:prstGeom>
          <a:ln cap="rnd" w="9525">
            <a:solidFill>
              <a:srgbClr val="5F7D95"/>
            </a:solidFill>
            <a:prstDash val="solid"/>
            <a:headEnd type="none" len="sm" w="sm"/>
            <a:tailEnd type="none" len="sm" w="sm"/>
          </a:ln>
        </p:spPr>
      </p:sp>
      <p:sp>
        <p:nvSpPr>
          <p:cNvPr name="AutoShape 171" id="171"/>
          <p:cNvSpPr/>
          <p:nvPr/>
        </p:nvSpPr>
        <p:spPr>
          <a:xfrm rot="68460">
            <a:off x="10660551" y="6376130"/>
            <a:ext cx="956443" cy="0"/>
          </a:xfrm>
          <a:prstGeom prst="line">
            <a:avLst/>
          </a:prstGeom>
          <a:ln cap="rnd" w="9525">
            <a:solidFill>
              <a:srgbClr val="435D74"/>
            </a:solidFill>
            <a:prstDash val="solid"/>
            <a:headEnd type="oval" len="lg" w="lg"/>
            <a:tailEnd type="oval" len="lg" w="lg"/>
          </a:ln>
        </p:spPr>
      </p:sp>
      <p:sp>
        <p:nvSpPr>
          <p:cNvPr name="AutoShape 172" id="172"/>
          <p:cNvSpPr/>
          <p:nvPr/>
        </p:nvSpPr>
        <p:spPr>
          <a:xfrm rot="8100000">
            <a:off x="5773141" y="3497913"/>
            <a:ext cx="537581" cy="0"/>
          </a:xfrm>
          <a:prstGeom prst="line">
            <a:avLst/>
          </a:prstGeom>
          <a:ln cap="rnd" w="9525">
            <a:solidFill>
              <a:srgbClr val="869FB2"/>
            </a:solidFill>
            <a:prstDash val="solid"/>
            <a:headEnd type="none" len="sm" w="sm"/>
            <a:tailEnd type="none" len="sm" w="sm"/>
          </a:ln>
        </p:spPr>
      </p:sp>
      <p:sp>
        <p:nvSpPr>
          <p:cNvPr name="Freeform 173" id="173"/>
          <p:cNvSpPr/>
          <p:nvPr/>
        </p:nvSpPr>
        <p:spPr>
          <a:xfrm flipH="false" flipV="false" rot="0">
            <a:off x="6206900" y="3592944"/>
            <a:ext cx="179918" cy="168421"/>
          </a:xfrm>
          <a:custGeom>
            <a:avLst/>
            <a:gdLst/>
            <a:ahLst/>
            <a:cxnLst/>
            <a:rect r="r" b="b" t="t" l="l"/>
            <a:pathLst>
              <a:path h="168421" w="179918">
                <a:moveTo>
                  <a:pt x="0" y="0"/>
                </a:moveTo>
                <a:lnTo>
                  <a:pt x="179917" y="0"/>
                </a:lnTo>
                <a:lnTo>
                  <a:pt x="179917" y="168421"/>
                </a:lnTo>
                <a:lnTo>
                  <a:pt x="0" y="16842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AutoShape 174" id="174"/>
          <p:cNvSpPr/>
          <p:nvPr/>
        </p:nvSpPr>
        <p:spPr>
          <a:xfrm rot="89400">
            <a:off x="5429907" y="3317519"/>
            <a:ext cx="801424" cy="0"/>
          </a:xfrm>
          <a:prstGeom prst="line">
            <a:avLst/>
          </a:prstGeom>
          <a:ln cap="rnd" w="9525">
            <a:solidFill>
              <a:srgbClr val="869FB2"/>
            </a:solidFill>
            <a:prstDash val="solid"/>
            <a:headEnd type="none" len="sm" w="sm"/>
            <a:tailEnd type="none" len="sm" w="sm"/>
          </a:ln>
        </p:spPr>
      </p:sp>
      <p:sp>
        <p:nvSpPr>
          <p:cNvPr name="Freeform 175" id="175"/>
          <p:cNvSpPr/>
          <p:nvPr/>
        </p:nvSpPr>
        <p:spPr>
          <a:xfrm flipH="false" flipV="false" rot="0">
            <a:off x="6195670" y="3238776"/>
            <a:ext cx="179918" cy="168535"/>
          </a:xfrm>
          <a:custGeom>
            <a:avLst/>
            <a:gdLst/>
            <a:ahLst/>
            <a:cxnLst/>
            <a:rect r="r" b="b" t="t" l="l"/>
            <a:pathLst>
              <a:path h="168535" w="179918">
                <a:moveTo>
                  <a:pt x="0" y="0"/>
                </a:moveTo>
                <a:lnTo>
                  <a:pt x="179917" y="0"/>
                </a:lnTo>
                <a:lnTo>
                  <a:pt x="179917" y="168536"/>
                </a:lnTo>
                <a:lnTo>
                  <a:pt x="0" y="16853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AutoShape 176" id="176"/>
          <p:cNvSpPr/>
          <p:nvPr/>
        </p:nvSpPr>
        <p:spPr>
          <a:xfrm rot="89400">
            <a:off x="5419525" y="4437717"/>
            <a:ext cx="801424" cy="0"/>
          </a:xfrm>
          <a:prstGeom prst="line">
            <a:avLst/>
          </a:prstGeom>
          <a:ln cap="rnd" w="9525">
            <a:solidFill>
              <a:srgbClr val="869FB2"/>
            </a:solidFill>
            <a:prstDash val="solid"/>
            <a:headEnd type="none" len="sm" w="sm"/>
            <a:tailEnd type="none" len="sm" w="sm"/>
          </a:ln>
        </p:spPr>
      </p:sp>
      <p:sp>
        <p:nvSpPr>
          <p:cNvPr name="Freeform 177" id="177"/>
          <p:cNvSpPr/>
          <p:nvPr/>
        </p:nvSpPr>
        <p:spPr>
          <a:xfrm flipH="false" flipV="false" rot="0">
            <a:off x="6185954" y="4357611"/>
            <a:ext cx="179918" cy="168850"/>
          </a:xfrm>
          <a:custGeom>
            <a:avLst/>
            <a:gdLst/>
            <a:ahLst/>
            <a:cxnLst/>
            <a:rect r="r" b="b" t="t" l="l"/>
            <a:pathLst>
              <a:path h="168850" w="179918">
                <a:moveTo>
                  <a:pt x="0" y="0"/>
                </a:moveTo>
                <a:lnTo>
                  <a:pt x="179918" y="0"/>
                </a:lnTo>
                <a:lnTo>
                  <a:pt x="179918" y="168850"/>
                </a:lnTo>
                <a:lnTo>
                  <a:pt x="0" y="168850"/>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AutoShape 178" id="178"/>
          <p:cNvSpPr/>
          <p:nvPr/>
        </p:nvSpPr>
        <p:spPr>
          <a:xfrm rot="8219760">
            <a:off x="5762358" y="4245769"/>
            <a:ext cx="589007" cy="0"/>
          </a:xfrm>
          <a:prstGeom prst="line">
            <a:avLst/>
          </a:prstGeom>
          <a:ln cap="rnd" w="9525">
            <a:solidFill>
              <a:srgbClr val="869FB2"/>
            </a:solidFill>
            <a:prstDash val="solid"/>
            <a:headEnd type="none" len="sm" w="sm"/>
            <a:tailEnd type="none" len="sm" w="sm"/>
          </a:ln>
        </p:spPr>
      </p:sp>
      <p:sp>
        <p:nvSpPr>
          <p:cNvPr name="Freeform 179" id="179"/>
          <p:cNvSpPr/>
          <p:nvPr/>
        </p:nvSpPr>
        <p:spPr>
          <a:xfrm flipH="false" flipV="false" rot="0">
            <a:off x="6236732" y="3971801"/>
            <a:ext cx="179918" cy="168516"/>
          </a:xfrm>
          <a:custGeom>
            <a:avLst/>
            <a:gdLst/>
            <a:ahLst/>
            <a:cxnLst/>
            <a:rect r="r" b="b" t="t" l="l"/>
            <a:pathLst>
              <a:path h="168516" w="179918">
                <a:moveTo>
                  <a:pt x="0" y="0"/>
                </a:moveTo>
                <a:lnTo>
                  <a:pt x="179918" y="0"/>
                </a:lnTo>
                <a:lnTo>
                  <a:pt x="179918" y="168516"/>
                </a:lnTo>
                <a:lnTo>
                  <a:pt x="0" y="16851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180" id="180"/>
          <p:cNvGrpSpPr/>
          <p:nvPr/>
        </p:nvGrpSpPr>
        <p:grpSpPr>
          <a:xfrm rot="0">
            <a:off x="4032504" y="3752117"/>
            <a:ext cx="297713" cy="298171"/>
            <a:chOff x="0" y="0"/>
            <a:chExt cx="396951" cy="397561"/>
          </a:xfrm>
        </p:grpSpPr>
        <p:sp>
          <p:nvSpPr>
            <p:cNvPr name="Freeform 181" id="181"/>
            <p:cNvSpPr/>
            <p:nvPr/>
          </p:nvSpPr>
          <p:spPr>
            <a:xfrm flipH="false" flipV="false" rot="0">
              <a:off x="0" y="0"/>
              <a:ext cx="396875" cy="397510"/>
            </a:xfrm>
            <a:custGeom>
              <a:avLst/>
              <a:gdLst/>
              <a:ahLst/>
              <a:cxnLst/>
              <a:rect r="r" b="b" t="t" l="l"/>
              <a:pathLst>
                <a:path h="397510" w="396875">
                  <a:moveTo>
                    <a:pt x="198501" y="0"/>
                  </a:moveTo>
                  <a:cubicBezTo>
                    <a:pt x="89027" y="0"/>
                    <a:pt x="0" y="89027"/>
                    <a:pt x="0" y="198501"/>
                  </a:cubicBezTo>
                  <a:cubicBezTo>
                    <a:pt x="0" y="308610"/>
                    <a:pt x="89027" y="397510"/>
                    <a:pt x="198501" y="397510"/>
                  </a:cubicBezTo>
                  <a:cubicBezTo>
                    <a:pt x="307975" y="397510"/>
                    <a:pt x="396875" y="308610"/>
                    <a:pt x="396875" y="198501"/>
                  </a:cubicBezTo>
                  <a:cubicBezTo>
                    <a:pt x="396875" y="89027"/>
                    <a:pt x="307975" y="0"/>
                    <a:pt x="198501" y="0"/>
                  </a:cubicBezTo>
                  <a:close/>
                </a:path>
              </a:pathLst>
            </a:custGeom>
            <a:blipFill>
              <a:blip r:embed="rId5">
                <a:alphaModFix amt="0"/>
              </a:blip>
              <a:stretch>
                <a:fillRect l="-78515" t="0" r="-78534" b="-12"/>
              </a:stretch>
            </a:blipFill>
            <a:ln w="19050" cap="sq">
              <a:solidFill>
                <a:srgbClr val="869FB1"/>
              </a:solidFill>
              <a:prstDash val="solid"/>
              <a:miter/>
            </a:ln>
          </p:spPr>
        </p:sp>
      </p:grpSp>
      <p:sp>
        <p:nvSpPr>
          <p:cNvPr name="AutoShape 182" id="182"/>
          <p:cNvSpPr/>
          <p:nvPr/>
        </p:nvSpPr>
        <p:spPr>
          <a:xfrm rot="8884980">
            <a:off x="4212984" y="3608699"/>
            <a:ext cx="1135856" cy="0"/>
          </a:xfrm>
          <a:prstGeom prst="line">
            <a:avLst/>
          </a:prstGeom>
          <a:ln cap="rnd" w="9525">
            <a:solidFill>
              <a:srgbClr val="BAC8D3"/>
            </a:solidFill>
            <a:prstDash val="solid"/>
            <a:headEnd type="none" len="sm" w="sm"/>
            <a:tailEnd type="none" len="sm" w="sm"/>
          </a:ln>
        </p:spPr>
      </p:sp>
      <p:sp>
        <p:nvSpPr>
          <p:cNvPr name="Freeform 183" id="183"/>
          <p:cNvSpPr/>
          <p:nvPr/>
        </p:nvSpPr>
        <p:spPr>
          <a:xfrm flipH="false" flipV="false" rot="0">
            <a:off x="5231282" y="3208649"/>
            <a:ext cx="232115" cy="225581"/>
          </a:xfrm>
          <a:custGeom>
            <a:avLst/>
            <a:gdLst/>
            <a:ahLst/>
            <a:cxnLst/>
            <a:rect r="r" b="b" t="t" l="l"/>
            <a:pathLst>
              <a:path h="225581" w="232115">
                <a:moveTo>
                  <a:pt x="0" y="0"/>
                </a:moveTo>
                <a:lnTo>
                  <a:pt x="232115" y="0"/>
                </a:lnTo>
                <a:lnTo>
                  <a:pt x="232115" y="225580"/>
                </a:lnTo>
                <a:lnTo>
                  <a:pt x="0" y="22558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AutoShape 184" id="184"/>
          <p:cNvSpPr/>
          <p:nvPr/>
        </p:nvSpPr>
        <p:spPr>
          <a:xfrm rot="1821120">
            <a:off x="4224985" y="4168216"/>
            <a:ext cx="1106538" cy="0"/>
          </a:xfrm>
          <a:prstGeom prst="line">
            <a:avLst/>
          </a:prstGeom>
          <a:ln cap="rnd" w="9525">
            <a:solidFill>
              <a:srgbClr val="BAC8D3"/>
            </a:solidFill>
            <a:prstDash val="solid"/>
            <a:headEnd type="none" len="sm" w="sm"/>
            <a:tailEnd type="none" len="sm" w="sm"/>
          </a:ln>
        </p:spPr>
      </p:sp>
      <p:sp>
        <p:nvSpPr>
          <p:cNvPr name="Freeform 185" id="185"/>
          <p:cNvSpPr/>
          <p:nvPr/>
        </p:nvSpPr>
        <p:spPr>
          <a:xfrm flipH="false" flipV="false" rot="0">
            <a:off x="5221900" y="4326722"/>
            <a:ext cx="232124" cy="225581"/>
          </a:xfrm>
          <a:custGeom>
            <a:avLst/>
            <a:gdLst/>
            <a:ahLst/>
            <a:cxnLst/>
            <a:rect r="r" b="b" t="t" l="l"/>
            <a:pathLst>
              <a:path h="225581" w="232124">
                <a:moveTo>
                  <a:pt x="0" y="0"/>
                </a:moveTo>
                <a:lnTo>
                  <a:pt x="232125" y="0"/>
                </a:lnTo>
                <a:lnTo>
                  <a:pt x="232125" y="225580"/>
                </a:lnTo>
                <a:lnTo>
                  <a:pt x="0" y="22558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6" id="186"/>
          <p:cNvSpPr/>
          <p:nvPr/>
        </p:nvSpPr>
        <p:spPr>
          <a:xfrm flipH="false" flipV="false" rot="0">
            <a:off x="1402994" y="3103874"/>
            <a:ext cx="1944900" cy="1639719"/>
          </a:xfrm>
          <a:custGeom>
            <a:avLst/>
            <a:gdLst/>
            <a:ahLst/>
            <a:cxnLst/>
            <a:rect r="r" b="b" t="t" l="l"/>
            <a:pathLst>
              <a:path h="1639719" w="1944900">
                <a:moveTo>
                  <a:pt x="0" y="0"/>
                </a:moveTo>
                <a:lnTo>
                  <a:pt x="1944901" y="0"/>
                </a:lnTo>
                <a:lnTo>
                  <a:pt x="1944901" y="1639719"/>
                </a:lnTo>
                <a:lnTo>
                  <a:pt x="0" y="1639719"/>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87" id="187"/>
          <p:cNvSpPr/>
          <p:nvPr/>
        </p:nvSpPr>
        <p:spPr>
          <a:xfrm flipH="false" flipV="false" rot="0">
            <a:off x="14197479" y="5265763"/>
            <a:ext cx="952710" cy="498348"/>
          </a:xfrm>
          <a:custGeom>
            <a:avLst/>
            <a:gdLst/>
            <a:ahLst/>
            <a:cxnLst/>
            <a:rect r="r" b="b" t="t" l="l"/>
            <a:pathLst>
              <a:path h="498348" w="952710">
                <a:moveTo>
                  <a:pt x="0" y="0"/>
                </a:moveTo>
                <a:lnTo>
                  <a:pt x="952710" y="0"/>
                </a:lnTo>
                <a:lnTo>
                  <a:pt x="952710" y="498348"/>
                </a:lnTo>
                <a:lnTo>
                  <a:pt x="0" y="49834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188" id="188"/>
          <p:cNvSpPr/>
          <p:nvPr/>
        </p:nvSpPr>
        <p:spPr>
          <a:xfrm flipH="false" flipV="false" rot="0">
            <a:off x="15347804" y="5265763"/>
            <a:ext cx="952710" cy="498348"/>
          </a:xfrm>
          <a:custGeom>
            <a:avLst/>
            <a:gdLst/>
            <a:ahLst/>
            <a:cxnLst/>
            <a:rect r="r" b="b" t="t" l="l"/>
            <a:pathLst>
              <a:path h="498348" w="952710">
                <a:moveTo>
                  <a:pt x="0" y="0"/>
                </a:moveTo>
                <a:lnTo>
                  <a:pt x="952709" y="0"/>
                </a:lnTo>
                <a:lnTo>
                  <a:pt x="952709" y="498348"/>
                </a:lnTo>
                <a:lnTo>
                  <a:pt x="0" y="49834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189" id="189"/>
          <p:cNvSpPr/>
          <p:nvPr/>
        </p:nvSpPr>
        <p:spPr>
          <a:xfrm flipH="false" flipV="false" rot="0">
            <a:off x="13622312" y="4640228"/>
            <a:ext cx="965464" cy="498424"/>
          </a:xfrm>
          <a:custGeom>
            <a:avLst/>
            <a:gdLst/>
            <a:ahLst/>
            <a:cxnLst/>
            <a:rect r="r" b="b" t="t" l="l"/>
            <a:pathLst>
              <a:path h="498424" w="965464">
                <a:moveTo>
                  <a:pt x="0" y="0"/>
                </a:moveTo>
                <a:lnTo>
                  <a:pt x="965464" y="0"/>
                </a:lnTo>
                <a:lnTo>
                  <a:pt x="965464" y="498424"/>
                </a:lnTo>
                <a:lnTo>
                  <a:pt x="0" y="498424"/>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190" id="190"/>
          <p:cNvSpPr/>
          <p:nvPr/>
        </p:nvSpPr>
        <p:spPr>
          <a:xfrm flipH="false" flipV="false" rot="0">
            <a:off x="14753539" y="4637837"/>
            <a:ext cx="965464" cy="498348"/>
          </a:xfrm>
          <a:custGeom>
            <a:avLst/>
            <a:gdLst/>
            <a:ahLst/>
            <a:cxnLst/>
            <a:rect r="r" b="b" t="t" l="l"/>
            <a:pathLst>
              <a:path h="498348" w="965464">
                <a:moveTo>
                  <a:pt x="0" y="0"/>
                </a:moveTo>
                <a:lnTo>
                  <a:pt x="965464" y="0"/>
                </a:lnTo>
                <a:lnTo>
                  <a:pt x="965464" y="498348"/>
                </a:lnTo>
                <a:lnTo>
                  <a:pt x="0" y="498348"/>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191" id="191"/>
          <p:cNvSpPr/>
          <p:nvPr/>
        </p:nvSpPr>
        <p:spPr>
          <a:xfrm flipH="false" flipV="false" rot="0">
            <a:off x="15903873" y="4637837"/>
            <a:ext cx="965464" cy="498348"/>
          </a:xfrm>
          <a:custGeom>
            <a:avLst/>
            <a:gdLst/>
            <a:ahLst/>
            <a:cxnLst/>
            <a:rect r="r" b="b" t="t" l="l"/>
            <a:pathLst>
              <a:path h="498348" w="965464">
                <a:moveTo>
                  <a:pt x="0" y="0"/>
                </a:moveTo>
                <a:lnTo>
                  <a:pt x="965464" y="0"/>
                </a:lnTo>
                <a:lnTo>
                  <a:pt x="965464" y="498348"/>
                </a:lnTo>
                <a:lnTo>
                  <a:pt x="0" y="498348"/>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AutoShape 192" id="192"/>
          <p:cNvSpPr/>
          <p:nvPr/>
        </p:nvSpPr>
        <p:spPr>
          <a:xfrm rot="22500">
            <a:off x="13619950" y="5198745"/>
            <a:ext cx="3265989" cy="0"/>
          </a:xfrm>
          <a:prstGeom prst="line">
            <a:avLst/>
          </a:prstGeom>
          <a:ln cap="rnd" w="9525">
            <a:solidFill>
              <a:srgbClr val="869FB2"/>
            </a:solidFill>
            <a:prstDash val="solid"/>
            <a:headEnd type="none" len="sm" w="sm"/>
            <a:tailEnd type="none" len="sm" w="sm"/>
          </a:ln>
        </p:spPr>
      </p:sp>
      <p:sp>
        <p:nvSpPr>
          <p:cNvPr name="AutoShape 193" id="193"/>
          <p:cNvSpPr/>
          <p:nvPr/>
        </p:nvSpPr>
        <p:spPr>
          <a:xfrm rot="5032680">
            <a:off x="13842921" y="7958157"/>
            <a:ext cx="410642" cy="0"/>
          </a:xfrm>
          <a:prstGeom prst="line">
            <a:avLst/>
          </a:prstGeom>
          <a:ln cap="rnd" w="19050">
            <a:solidFill>
              <a:srgbClr val="5F7D95"/>
            </a:solidFill>
            <a:prstDash val="solid"/>
            <a:headEnd type="none" len="sm" w="sm"/>
            <a:tailEnd type="none" len="sm" w="sm"/>
          </a:ln>
        </p:spPr>
      </p:sp>
      <p:sp>
        <p:nvSpPr>
          <p:cNvPr name="AutoShape 194" id="194"/>
          <p:cNvSpPr/>
          <p:nvPr/>
        </p:nvSpPr>
        <p:spPr>
          <a:xfrm rot="5035320">
            <a:off x="14673558" y="8152333"/>
            <a:ext cx="413623" cy="0"/>
          </a:xfrm>
          <a:prstGeom prst="line">
            <a:avLst/>
          </a:prstGeom>
          <a:ln cap="rnd" w="19050">
            <a:solidFill>
              <a:srgbClr val="5F7D95"/>
            </a:solidFill>
            <a:prstDash val="solid"/>
            <a:headEnd type="none" len="sm" w="sm"/>
            <a:tailEnd type="none" len="sm" w="sm"/>
          </a:ln>
        </p:spPr>
      </p:sp>
      <p:sp>
        <p:nvSpPr>
          <p:cNvPr name="AutoShape 195" id="195"/>
          <p:cNvSpPr/>
          <p:nvPr/>
        </p:nvSpPr>
        <p:spPr>
          <a:xfrm rot="5032680">
            <a:off x="15521254" y="7572623"/>
            <a:ext cx="410642" cy="0"/>
          </a:xfrm>
          <a:prstGeom prst="line">
            <a:avLst/>
          </a:prstGeom>
          <a:ln cap="rnd" w="19050">
            <a:solidFill>
              <a:srgbClr val="5F7D95"/>
            </a:solidFill>
            <a:prstDash val="solid"/>
            <a:headEnd type="none" len="sm" w="sm"/>
            <a:tailEnd type="none" len="sm" w="sm"/>
          </a:ln>
        </p:spPr>
      </p:sp>
      <p:sp>
        <p:nvSpPr>
          <p:cNvPr name="AutoShape 196" id="196"/>
          <p:cNvSpPr/>
          <p:nvPr/>
        </p:nvSpPr>
        <p:spPr>
          <a:xfrm rot="5052900">
            <a:off x="16358702" y="7763266"/>
            <a:ext cx="434511" cy="0"/>
          </a:xfrm>
          <a:prstGeom prst="line">
            <a:avLst/>
          </a:prstGeom>
          <a:ln cap="rnd" w="19050">
            <a:solidFill>
              <a:srgbClr val="5F7D95"/>
            </a:solidFill>
            <a:prstDash val="solid"/>
            <a:headEnd type="none" len="sm" w="sm"/>
            <a:tailEnd type="none" len="sm" w="sm"/>
          </a:ln>
        </p:spPr>
      </p:sp>
      <p:sp>
        <p:nvSpPr>
          <p:cNvPr name="AutoShape 197" id="197"/>
          <p:cNvSpPr/>
          <p:nvPr/>
        </p:nvSpPr>
        <p:spPr>
          <a:xfrm rot="9968760">
            <a:off x="13599776" y="7872127"/>
            <a:ext cx="3306394" cy="0"/>
          </a:xfrm>
          <a:prstGeom prst="line">
            <a:avLst/>
          </a:prstGeom>
          <a:ln cap="rnd" w="19050">
            <a:solidFill>
              <a:srgbClr val="435D74"/>
            </a:solidFill>
            <a:prstDash val="solid"/>
            <a:headEnd type="none" len="sm" w="sm"/>
            <a:tailEnd type="none" len="sm" w="sm"/>
          </a:ln>
        </p:spPr>
      </p:sp>
      <p:sp>
        <p:nvSpPr>
          <p:cNvPr name="Freeform 198" id="198"/>
          <p:cNvSpPr/>
          <p:nvPr/>
        </p:nvSpPr>
        <p:spPr>
          <a:xfrm flipH="false" flipV="false" rot="0">
            <a:off x="4667136" y="4909537"/>
            <a:ext cx="1692173" cy="1668656"/>
          </a:xfrm>
          <a:custGeom>
            <a:avLst/>
            <a:gdLst/>
            <a:ahLst/>
            <a:cxnLst/>
            <a:rect r="r" b="b" t="t" l="l"/>
            <a:pathLst>
              <a:path h="1668656" w="1692173">
                <a:moveTo>
                  <a:pt x="0" y="0"/>
                </a:moveTo>
                <a:lnTo>
                  <a:pt x="1692173" y="0"/>
                </a:lnTo>
                <a:lnTo>
                  <a:pt x="1692173" y="1668657"/>
                </a:lnTo>
                <a:lnTo>
                  <a:pt x="0" y="1668657"/>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1394650" y="6302321"/>
            <a:ext cx="4799876" cy="2068649"/>
          </a:xfrm>
          <a:custGeom>
            <a:avLst/>
            <a:gdLst/>
            <a:ahLst/>
            <a:cxnLst/>
            <a:rect r="r" b="b" t="t" l="l"/>
            <a:pathLst>
              <a:path h="2068649" w="4799876">
                <a:moveTo>
                  <a:pt x="0" y="0"/>
                </a:moveTo>
                <a:lnTo>
                  <a:pt x="4799877" y="0"/>
                </a:lnTo>
                <a:lnTo>
                  <a:pt x="4799877" y="2068649"/>
                </a:lnTo>
                <a:lnTo>
                  <a:pt x="0" y="2068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3" id="3"/>
          <p:cNvGraphicFramePr>
            <a:graphicFrameLocks noGrp="true"/>
          </p:cNvGraphicFramePr>
          <p:nvPr/>
        </p:nvGraphicFramePr>
        <p:xfrm>
          <a:off x="11875574" y="4307668"/>
          <a:ext cx="4978400" cy="1295400"/>
        </p:xfrm>
        <a:graphic>
          <a:graphicData uri="http://schemas.openxmlformats.org/drawingml/2006/table">
            <a:tbl>
              <a:tblPr/>
              <a:tblGrid>
                <a:gridCol w="1244600"/>
                <a:gridCol w="1244600"/>
                <a:gridCol w="1244600"/>
                <a:gridCol w="1244600"/>
              </a:tblGrid>
              <a:tr h="33914">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olid"/>
                      <a:round/>
                      <a:headEnd type="none" w="med" len="med"/>
                      <a:tailEnd type="none" w="med" len="med"/>
                    </a:lnT>
                    <a:lnB cmpd="sng" algn="ctr" cap="flat" w="9525">
                      <a:solidFill>
                        <a:srgbClr val="E1E7EC"/>
                      </a:solidFill>
                      <a:prstDash val="sysDot"/>
                      <a:round/>
                      <a:headEnd type="none" w="med" len="med"/>
                      <a:tailEnd type="none" w="med" len="med"/>
                    </a:lnB>
                    <a:solidFill>
                      <a:srgbClr val="CFD9E0"/>
                    </a:solidFill>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olid"/>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olid"/>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olid"/>
                      <a:round/>
                      <a:headEnd type="none" w="med" len="med"/>
                      <a:tailEnd type="none" w="med" len="med"/>
                    </a:lnT>
                    <a:lnB cmpd="sng" algn="ctr" cap="flat" w="9525">
                      <a:solidFill>
                        <a:srgbClr val="E1E7EC"/>
                      </a:solidFill>
                      <a:prstDash val="sysDot"/>
                      <a:round/>
                      <a:headEnd type="none" w="med" len="med"/>
                      <a:tailEnd type="none" w="med" len="med"/>
                    </a:lnB>
                  </a:tcPr>
                </a:tc>
              </a:tr>
              <a:tr h="420495">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solidFill>
                      <a:srgbClr val="CFD9E0"/>
                    </a:solidFill>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r>
              <a:tr h="420495">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solidFill>
                      <a:srgbClr val="E3E9ED"/>
                    </a:solidFill>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solidFill>
                      <a:srgbClr val="869FB2"/>
                    </a:solidFill>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r>
              <a:tr h="420495">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E1E7EC"/>
                      </a:solidFill>
                      <a:prstDash val="solid"/>
                      <a:round/>
                      <a:headEnd type="none" w="med" len="med"/>
                      <a:tailEnd type="none" w="med" len="med"/>
                    </a:lnL>
                    <a:lnR cmpd="sng" algn="ctr" cap="flat" w="9525">
                      <a:solidFill>
                        <a:srgbClr val="E1E7EC"/>
                      </a:solidFill>
                      <a:prstDash val="solid"/>
                      <a:round/>
                      <a:headEnd type="none" w="med" len="med"/>
                      <a:tailEnd type="none" w="med" len="med"/>
                    </a:lnR>
                    <a:lnT cmpd="sng" algn="ctr" cap="flat" w="9525">
                      <a:solidFill>
                        <a:srgbClr val="E1E7EC"/>
                      </a:solidFill>
                      <a:prstDash val="sysDot"/>
                      <a:round/>
                      <a:headEnd type="none" w="med" len="med"/>
                      <a:tailEnd type="none" w="med" len="med"/>
                    </a:lnT>
                    <a:lnB cmpd="sng" algn="ctr" cap="flat" w="9525">
                      <a:solidFill>
                        <a:srgbClr val="E1E7EC"/>
                      </a:solidFill>
                      <a:prstDash val="sysDot"/>
                      <a:round/>
                      <a:headEnd type="none" w="med" len="med"/>
                      <a:tailEnd type="none" w="med" len="med"/>
                    </a:lnB>
                    <a:solidFill>
                      <a:srgbClr val="7994A9"/>
                    </a:solidFill>
                  </a:tcPr>
                </a:tc>
              </a:tr>
            </a:tbl>
          </a:graphicData>
        </a:graphic>
      </p:graphicFrame>
      <p:sp>
        <p:nvSpPr>
          <p:cNvPr name="Freeform 4" id="4"/>
          <p:cNvSpPr/>
          <p:nvPr/>
        </p:nvSpPr>
        <p:spPr>
          <a:xfrm flipH="false" flipV="false" rot="0">
            <a:off x="1411300" y="1953673"/>
            <a:ext cx="4812259" cy="1969980"/>
          </a:xfrm>
          <a:custGeom>
            <a:avLst/>
            <a:gdLst/>
            <a:ahLst/>
            <a:cxnLst/>
            <a:rect r="r" b="b" t="t" l="l"/>
            <a:pathLst>
              <a:path h="1969980" w="4812259">
                <a:moveTo>
                  <a:pt x="0" y="0"/>
                </a:moveTo>
                <a:lnTo>
                  <a:pt x="4812259" y="0"/>
                </a:lnTo>
                <a:lnTo>
                  <a:pt x="4812259" y="1969979"/>
                </a:lnTo>
                <a:lnTo>
                  <a:pt x="0" y="19699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5" id="5"/>
          <p:cNvGraphicFramePr>
            <a:graphicFrameLocks noGrp="true"/>
          </p:cNvGraphicFramePr>
          <p:nvPr/>
        </p:nvGraphicFramePr>
        <p:xfrm>
          <a:off x="11875624" y="1963168"/>
          <a:ext cx="4978400" cy="1905000"/>
        </p:xfrm>
        <a:graphic>
          <a:graphicData uri="http://schemas.openxmlformats.org/drawingml/2006/table">
            <a:tbl>
              <a:tblPr/>
              <a:tblGrid>
                <a:gridCol w="1244600"/>
                <a:gridCol w="1244600"/>
                <a:gridCol w="1244600"/>
                <a:gridCol w="1244600"/>
              </a:tblGrid>
              <a:tr h="635000">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r h="635000">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r h="635000">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bl>
          </a:graphicData>
        </a:graphic>
      </p:graphicFrame>
      <p:graphicFrame>
        <p:nvGraphicFramePr>
          <p:cNvPr name="Table 6" id="6"/>
          <p:cNvGraphicFramePr>
            <a:graphicFrameLocks noGrp="true"/>
          </p:cNvGraphicFramePr>
          <p:nvPr/>
        </p:nvGraphicFramePr>
        <p:xfrm>
          <a:off x="6717350" y="4307668"/>
          <a:ext cx="4673600" cy="1676400"/>
        </p:xfrm>
        <a:graphic>
          <a:graphicData uri="http://schemas.openxmlformats.org/drawingml/2006/table">
            <a:tbl>
              <a:tblPr/>
              <a:tblGrid>
                <a:gridCol w="1163926"/>
                <a:gridCol w="1163926"/>
                <a:gridCol w="1181823"/>
                <a:gridCol w="1163926"/>
              </a:tblGrid>
              <a:tr h="570182">
                <a:tc>
                  <a:txBody>
                    <a:bodyPr anchor="t" rtlCol="false"/>
                    <a:lstStyle/>
                    <a:p>
                      <a:pPr algn="l">
                        <a:lnSpc>
                          <a:spcPts val="1679"/>
                        </a:lnSpc>
                        <a:defRPr/>
                      </a:pPr>
                      <a:endParaRPr lang="en-US" sz="1100"/>
                    </a:p>
                  </a:txBody>
                  <a:tcPr marL="91425" marR="91425" marT="91425" marB="91425" anchor="t">
                    <a:lnL cmpd="sng" algn="ctr" cap="flat" w="19050">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19050">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r h="553109">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19050">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19050">
                      <a:solidFill>
                        <a:srgbClr val="F2F2F2"/>
                      </a:solidFill>
                      <a:prstDash val="solid"/>
                      <a:round/>
                      <a:headEnd type="none" w="med" len="med"/>
                      <a:tailEnd type="none" w="med" len="med"/>
                    </a:lnL>
                    <a:lnR cmpd="sng" algn="ctr" cap="flat" w="19050">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19050">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r h="553109">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19050">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19050">
                      <a:solidFill>
                        <a:srgbClr val="F2F2F2"/>
                      </a:solidFill>
                      <a:prstDash val="solid"/>
                      <a:round/>
                      <a:headEnd type="none" w="med" len="med"/>
                      <a:tailEnd type="none" w="med" len="med"/>
                    </a:lnL>
                    <a:lnR cmpd="sng" algn="ctr" cap="flat" w="19050">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19050">
                      <a:solidFill>
                        <a:srgbClr val="F2F2F2"/>
                      </a:solidFill>
                      <a:prstDash val="solid"/>
                      <a:round/>
                      <a:headEnd type="none" w="med" len="med"/>
                      <a:tailEnd type="none" w="med" len="med"/>
                    </a:lnL>
                    <a:lnR cmpd="sng" algn="ctr" cap="flat" w="9525">
                      <a:solidFill>
                        <a:srgbClr val="F2F2F2"/>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bl>
          </a:graphicData>
        </a:graphic>
      </p:graphicFrame>
      <p:sp>
        <p:nvSpPr>
          <p:cNvPr name="Freeform 7" id="7"/>
          <p:cNvSpPr/>
          <p:nvPr/>
        </p:nvSpPr>
        <p:spPr>
          <a:xfrm flipH="false" flipV="false" rot="0">
            <a:off x="6711820" y="6280061"/>
            <a:ext cx="4745536" cy="2112369"/>
          </a:xfrm>
          <a:custGeom>
            <a:avLst/>
            <a:gdLst/>
            <a:ahLst/>
            <a:cxnLst/>
            <a:rect r="r" b="b" t="t" l="l"/>
            <a:pathLst>
              <a:path h="2112369" w="4745536">
                <a:moveTo>
                  <a:pt x="0" y="0"/>
                </a:moveTo>
                <a:lnTo>
                  <a:pt x="4745536" y="0"/>
                </a:lnTo>
                <a:lnTo>
                  <a:pt x="4745536" y="2112369"/>
                </a:lnTo>
                <a:lnTo>
                  <a:pt x="0" y="21123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Table 8" id="8"/>
          <p:cNvGraphicFramePr>
            <a:graphicFrameLocks noGrp="true"/>
          </p:cNvGraphicFramePr>
          <p:nvPr/>
        </p:nvGraphicFramePr>
        <p:xfrm>
          <a:off x="1422926" y="4307668"/>
          <a:ext cx="4673600" cy="1752600"/>
        </p:xfrm>
        <a:graphic>
          <a:graphicData uri="http://schemas.openxmlformats.org/drawingml/2006/table">
            <a:tbl>
              <a:tblPr/>
              <a:tblGrid>
                <a:gridCol w="1168400"/>
                <a:gridCol w="1168400"/>
                <a:gridCol w="1168400"/>
                <a:gridCol w="1168400"/>
              </a:tblGrid>
              <a:tr h="584200">
                <a:tc>
                  <a:txBody>
                    <a:bodyPr anchor="t" rtlCol="false"/>
                    <a:lstStyle/>
                    <a:p>
                      <a:pPr algn="l">
                        <a:lnSpc>
                          <a:spcPts val="1679"/>
                        </a:lnSpc>
                        <a:defRPr/>
                      </a:pPr>
                      <a:endParaRPr lang="en-US" sz="1100"/>
                    </a:p>
                  </a:txBody>
                  <a:tcPr marL="91425" marR="91425" marT="91425" marB="91425" anchor="t">
                    <a:lnL cmpd="sng" algn="ctr" cap="flat" w="9525">
                      <a:solidFill>
                        <a:srgbClr val="F2F2F2"/>
                      </a:solidFill>
                      <a:prstDash val="solid"/>
                      <a:round/>
                      <a:headEnd type="none" w="med" len="med"/>
                      <a:tailEnd type="none" w="med" len="med"/>
                    </a:lnL>
                    <a:lnR cmpd="sng" algn="ctr" cap="flat" w="9525">
                      <a:solidFill>
                        <a:srgbClr val="5F8195"/>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869FB1"/>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5F8195"/>
                      </a:solidFill>
                      <a:prstDash val="solid"/>
                      <a:round/>
                      <a:headEnd type="none" w="med" len="med"/>
                      <a:tailEnd type="none" w="med" len="med"/>
                    </a:lnL>
                    <a:lnR cmpd="sng" algn="ctr" cap="flat" w="9525">
                      <a:solidFill>
                        <a:srgbClr val="5F8195"/>
                      </a:solidFill>
                      <a:prstDash val="dash"/>
                      <a:round/>
                      <a:headEnd type="none" w="med" len="med"/>
                      <a:tailEnd type="none" w="med" len="med"/>
                    </a:lnR>
                    <a:lnT cmpd="sng" algn="ctr" cap="flat" w="9525">
                      <a:solidFill>
                        <a:srgbClr val="5F8195"/>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5F8195"/>
                      </a:solidFill>
                      <a:prstDash val="dash"/>
                      <a:round/>
                      <a:headEnd type="none" w="med" len="med"/>
                      <a:tailEnd type="none" w="med" len="med"/>
                    </a:lnL>
                    <a:lnR cmpd="sng" algn="ctr" cap="flat" w="9525">
                      <a:solidFill>
                        <a:srgbClr val="5F8195"/>
                      </a:solidFill>
                      <a:prstDash val="dash"/>
                      <a:round/>
                      <a:headEnd type="none" w="med" len="med"/>
                      <a:tailEnd type="none" w="med" len="med"/>
                    </a:lnR>
                    <a:lnT cmpd="sng" algn="ctr" cap="flat" w="9525">
                      <a:solidFill>
                        <a:srgbClr val="5F8195"/>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5F8195"/>
                      </a:solidFill>
                      <a:prstDash val="dash"/>
                      <a:round/>
                      <a:headEnd type="none" w="med" len="med"/>
                      <a:tailEnd type="none" w="med" len="med"/>
                    </a:lnL>
                    <a:lnR cmpd="sng" algn="ctr" cap="flat" w="9525">
                      <a:solidFill>
                        <a:srgbClr val="5F8195"/>
                      </a:solidFill>
                      <a:prstDash val="solid"/>
                      <a:round/>
                      <a:headEnd type="none" w="med" len="med"/>
                      <a:tailEnd type="none" w="med" len="med"/>
                    </a:lnR>
                    <a:lnT cmpd="sng" algn="ctr" cap="flat" w="9525">
                      <a:solidFill>
                        <a:srgbClr val="5F8195"/>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r>
              <a:tr h="584200">
                <a:tc>
                  <a:txBody>
                    <a:bodyPr anchor="t" rtlCol="false"/>
                    <a:lstStyle/>
                    <a:p>
                      <a:pPr algn="l">
                        <a:lnSpc>
                          <a:spcPts val="1679"/>
                        </a:lnSpc>
                        <a:defRPr/>
                      </a:pPr>
                      <a:endParaRPr lang="en-US" sz="1100"/>
                    </a:p>
                  </a:txBody>
                  <a:tcPr marL="91425" marR="91425" marT="91425" marB="91425" anchor="t">
                    <a:lnL cmpd="sng" algn="ctr" cap="flat" w="9525">
                      <a:solidFill>
                        <a:srgbClr val="869FB1"/>
                      </a:solidFill>
                      <a:prstDash val="solid"/>
                      <a:round/>
                      <a:headEnd type="none" w="med" len="med"/>
                      <a:tailEnd type="none" w="med" len="med"/>
                    </a:lnL>
                    <a:lnR cmpd="sng" algn="ctr" cap="flat" w="9525">
                      <a:solidFill>
                        <a:srgbClr val="869FB1"/>
                      </a:solidFill>
                      <a:prstDash val="solid"/>
                      <a:round/>
                      <a:headEnd type="none" w="med" len="med"/>
                      <a:tailEnd type="none" w="med" len="med"/>
                    </a:lnR>
                    <a:lnT cmpd="sng" algn="ctr" cap="flat" w="9525">
                      <a:solidFill>
                        <a:srgbClr val="869FB1"/>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869FB1"/>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A5B7C5"/>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A5B7C5"/>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A5B7C5"/>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A5B7C5"/>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A5B7C5"/>
                      </a:solidFill>
                      <a:prstDash val="solid"/>
                      <a:round/>
                      <a:headEnd type="none" w="med" len="med"/>
                      <a:tailEnd type="none" w="med" len="med"/>
                    </a:lnT>
                    <a:lnB cmpd="sng" algn="ctr" cap="flat" w="9525">
                      <a:solidFill>
                        <a:srgbClr val="F2F2F2"/>
                      </a:solidFill>
                      <a:prstDash val="solid"/>
                      <a:round/>
                      <a:headEnd type="none" w="med" len="med"/>
                      <a:tailEnd type="none" w="med" len="med"/>
                    </a:lnB>
                  </a:tcPr>
                </a:tc>
              </a:tr>
              <a:tr h="584200">
                <a:tc>
                  <a:txBody>
                    <a:bodyPr anchor="t" rtlCol="false"/>
                    <a:lstStyle/>
                    <a:p>
                      <a:pPr algn="l">
                        <a:lnSpc>
                          <a:spcPts val="1679"/>
                        </a:lnSpc>
                        <a:defRPr/>
                      </a:pPr>
                      <a:endParaRPr lang="en-US" sz="1100"/>
                    </a:p>
                  </a:txBody>
                  <a:tcPr marL="91425" marR="91425" marT="91425" marB="91425" anchor="t">
                    <a:lnL cmpd="sng" algn="ctr" cap="flat" w="9525">
                      <a:solidFill>
                        <a:srgbClr val="869FB1"/>
                      </a:solidFill>
                      <a:prstDash val="solid"/>
                      <a:round/>
                      <a:headEnd type="none" w="med" len="med"/>
                      <a:tailEnd type="none" w="med" len="med"/>
                    </a:lnL>
                    <a:lnR cmpd="sng" algn="ctr" cap="flat" w="9525">
                      <a:solidFill>
                        <a:srgbClr val="869FB1"/>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869FB1"/>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869FB1"/>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A5B7C5"/>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c>
                  <a:txBody>
                    <a:bodyPr anchor="t" rtlCol="false"/>
                    <a:lstStyle/>
                    <a:p>
                      <a:pPr algn="l">
                        <a:lnSpc>
                          <a:spcPts val="1679"/>
                        </a:lnSpc>
                        <a:defRPr/>
                      </a:pPr>
                      <a:endParaRPr lang="en-US" sz="1100"/>
                    </a:p>
                  </a:txBody>
                  <a:tcPr marL="91425" marR="91425" marT="91425" marB="91425" anchor="t">
                    <a:lnL cmpd="sng" algn="ctr" cap="flat" w="9525">
                      <a:solidFill>
                        <a:srgbClr val="A5B7C5"/>
                      </a:solidFill>
                      <a:prstDash val="solid"/>
                      <a:round/>
                      <a:headEnd type="none" w="med" len="med"/>
                      <a:tailEnd type="none" w="med" len="med"/>
                    </a:lnL>
                    <a:lnR cmpd="sng" algn="ctr" cap="flat" w="9525">
                      <a:solidFill>
                        <a:srgbClr val="A5B7C5"/>
                      </a:solidFill>
                      <a:prstDash val="solid"/>
                      <a:round/>
                      <a:headEnd type="none" w="med" len="med"/>
                      <a:tailEnd type="none" w="med" len="med"/>
                    </a:lnR>
                    <a:lnT cmpd="sng" algn="ctr" cap="flat" w="9525">
                      <a:solidFill>
                        <a:srgbClr val="F2F2F2"/>
                      </a:solidFill>
                      <a:prstDash val="solid"/>
                      <a:round/>
                      <a:headEnd type="none" w="med" len="med"/>
                      <a:tailEnd type="none" w="med" len="med"/>
                    </a:lnT>
                    <a:lnB cmpd="sng" algn="ctr" cap="flat" w="9525">
                      <a:solidFill>
                        <a:srgbClr val="A5B7C5"/>
                      </a:solidFill>
                      <a:prstDash val="solid"/>
                      <a:round/>
                      <a:headEnd type="none" w="med" len="med"/>
                      <a:tailEnd type="none" w="med" len="med"/>
                    </a:lnB>
                  </a:tcPr>
                </a:tc>
              </a:tr>
            </a:tbl>
          </a:graphicData>
        </a:graphic>
      </p:graphicFrame>
      <p:sp>
        <p:nvSpPr>
          <p:cNvPr name="Freeform 9" id="9"/>
          <p:cNvSpPr/>
          <p:nvPr/>
        </p:nvSpPr>
        <p:spPr>
          <a:xfrm flipH="false" flipV="false" rot="0">
            <a:off x="8315620" y="5110077"/>
            <a:ext cx="2617480" cy="132350"/>
          </a:xfrm>
          <a:custGeom>
            <a:avLst/>
            <a:gdLst/>
            <a:ahLst/>
            <a:cxnLst/>
            <a:rect r="r" b="b" t="t" l="l"/>
            <a:pathLst>
              <a:path h="132350" w="2617480">
                <a:moveTo>
                  <a:pt x="0" y="0"/>
                </a:moveTo>
                <a:lnTo>
                  <a:pt x="2617480" y="0"/>
                </a:lnTo>
                <a:lnTo>
                  <a:pt x="2617480" y="132350"/>
                </a:lnTo>
                <a:lnTo>
                  <a:pt x="0" y="1323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408576" y="5674395"/>
            <a:ext cx="1838011" cy="132350"/>
          </a:xfrm>
          <a:custGeom>
            <a:avLst/>
            <a:gdLst/>
            <a:ahLst/>
            <a:cxnLst/>
            <a:rect r="r" b="b" t="t" l="l"/>
            <a:pathLst>
              <a:path h="132350" w="1838011">
                <a:moveTo>
                  <a:pt x="0" y="0"/>
                </a:moveTo>
                <a:lnTo>
                  <a:pt x="1838011" y="0"/>
                </a:lnTo>
                <a:lnTo>
                  <a:pt x="1838011" y="132350"/>
                </a:lnTo>
                <a:lnTo>
                  <a:pt x="0" y="13235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11" id="11"/>
          <p:cNvSpPr/>
          <p:nvPr/>
        </p:nvSpPr>
        <p:spPr>
          <a:xfrm rot="24720">
            <a:off x="12423353" y="7620648"/>
            <a:ext cx="4369860" cy="0"/>
          </a:xfrm>
          <a:prstGeom prst="line">
            <a:avLst/>
          </a:prstGeom>
          <a:ln cap="rnd" w="9525">
            <a:solidFill>
              <a:srgbClr val="B3C3CE"/>
            </a:solidFill>
            <a:prstDash val="solid"/>
            <a:headEnd type="none" len="sm" w="sm"/>
            <a:tailEnd type="none" len="sm" w="sm"/>
          </a:ln>
        </p:spPr>
      </p:sp>
      <p:sp>
        <p:nvSpPr>
          <p:cNvPr name="AutoShape 12" id="12"/>
          <p:cNvSpPr/>
          <p:nvPr/>
        </p:nvSpPr>
        <p:spPr>
          <a:xfrm rot="24720">
            <a:off x="12423353" y="6974357"/>
            <a:ext cx="4369860" cy="0"/>
          </a:xfrm>
          <a:prstGeom prst="line">
            <a:avLst/>
          </a:prstGeom>
          <a:ln cap="rnd" w="9525">
            <a:solidFill>
              <a:srgbClr val="B3C3CE"/>
            </a:solidFill>
            <a:prstDash val="solid"/>
            <a:headEnd type="none" len="sm" w="sm"/>
            <a:tailEnd type="none" len="sm" w="sm"/>
          </a:ln>
        </p:spPr>
      </p:sp>
      <p:sp>
        <p:nvSpPr>
          <p:cNvPr name="AutoShape 13" id="13"/>
          <p:cNvSpPr/>
          <p:nvPr/>
        </p:nvSpPr>
        <p:spPr>
          <a:xfrm rot="24720">
            <a:off x="12423353" y="8266957"/>
            <a:ext cx="4369860" cy="0"/>
          </a:xfrm>
          <a:prstGeom prst="line">
            <a:avLst/>
          </a:prstGeom>
          <a:ln cap="rnd" w="9525">
            <a:solidFill>
              <a:srgbClr val="B3C3CE"/>
            </a:solidFill>
            <a:prstDash val="solid"/>
            <a:headEnd type="none" len="sm" w="sm"/>
            <a:tailEnd type="none" len="sm" w="sm"/>
          </a:ln>
        </p:spPr>
      </p:sp>
      <p:sp>
        <p:nvSpPr>
          <p:cNvPr name="TextBox 14" id="14"/>
          <p:cNvSpPr txBox="true"/>
          <p:nvPr/>
        </p:nvSpPr>
        <p:spPr>
          <a:xfrm rot="0">
            <a:off x="12438621" y="6417116"/>
            <a:ext cx="952252" cy="181137"/>
          </a:xfrm>
          <a:prstGeom prst="rect">
            <a:avLst/>
          </a:prstGeom>
        </p:spPr>
        <p:txBody>
          <a:bodyPr anchor="t" rtlCol="false" tIns="0" lIns="0" bIns="0" rIns="0">
            <a:spAutoFit/>
          </a:bodyPr>
          <a:lstStyle/>
          <a:p>
            <a:pPr algn="ctr">
              <a:lnSpc>
                <a:spcPts val="960"/>
              </a:lnSpc>
            </a:pPr>
            <a:r>
              <a:rPr lang="en-US" sz="800">
                <a:solidFill>
                  <a:srgbClr val="E3E9ED"/>
                </a:solidFill>
                <a:latin typeface="Arial"/>
                <a:ea typeface="Arial"/>
                <a:cs typeface="Arial"/>
                <a:sym typeface="Arial"/>
              </a:rPr>
              <a:t>JANUARY</a:t>
            </a:r>
          </a:p>
        </p:txBody>
      </p:sp>
      <p:sp>
        <p:nvSpPr>
          <p:cNvPr name="TextBox 15" id="15"/>
          <p:cNvSpPr txBox="true"/>
          <p:nvPr/>
        </p:nvSpPr>
        <p:spPr>
          <a:xfrm rot="0">
            <a:off x="13538121" y="6417116"/>
            <a:ext cx="979694" cy="181137"/>
          </a:xfrm>
          <a:prstGeom prst="rect">
            <a:avLst/>
          </a:prstGeom>
        </p:spPr>
        <p:txBody>
          <a:bodyPr anchor="t" rtlCol="false" tIns="0" lIns="0" bIns="0" rIns="0">
            <a:spAutoFit/>
          </a:bodyPr>
          <a:lstStyle/>
          <a:p>
            <a:pPr algn="ctr">
              <a:lnSpc>
                <a:spcPts val="960"/>
              </a:lnSpc>
            </a:pPr>
            <a:r>
              <a:rPr lang="en-US" sz="800">
                <a:solidFill>
                  <a:srgbClr val="E3E9ED"/>
                </a:solidFill>
                <a:latin typeface="Arial"/>
                <a:ea typeface="Arial"/>
                <a:cs typeface="Arial"/>
                <a:sym typeface="Arial"/>
              </a:rPr>
              <a:t>FEBRUARY</a:t>
            </a:r>
          </a:p>
        </p:txBody>
      </p:sp>
      <p:sp>
        <p:nvSpPr>
          <p:cNvPr name="TextBox 16" id="16"/>
          <p:cNvSpPr txBox="true"/>
          <p:nvPr/>
        </p:nvSpPr>
        <p:spPr>
          <a:xfrm rot="0">
            <a:off x="14712848" y="6417116"/>
            <a:ext cx="952252" cy="181137"/>
          </a:xfrm>
          <a:prstGeom prst="rect">
            <a:avLst/>
          </a:prstGeom>
        </p:spPr>
        <p:txBody>
          <a:bodyPr anchor="t" rtlCol="false" tIns="0" lIns="0" bIns="0" rIns="0">
            <a:spAutoFit/>
          </a:bodyPr>
          <a:lstStyle/>
          <a:p>
            <a:pPr algn="ctr">
              <a:lnSpc>
                <a:spcPts val="960"/>
              </a:lnSpc>
            </a:pPr>
            <a:r>
              <a:rPr lang="en-US" sz="800">
                <a:solidFill>
                  <a:srgbClr val="E3E9ED"/>
                </a:solidFill>
                <a:latin typeface="Arial"/>
                <a:ea typeface="Arial"/>
                <a:cs typeface="Arial"/>
                <a:sym typeface="Arial"/>
              </a:rPr>
              <a:t>MARCH</a:t>
            </a:r>
          </a:p>
        </p:txBody>
      </p:sp>
      <p:sp>
        <p:nvSpPr>
          <p:cNvPr name="TextBox 17" id="17"/>
          <p:cNvSpPr txBox="true"/>
          <p:nvPr/>
        </p:nvSpPr>
        <p:spPr>
          <a:xfrm rot="0">
            <a:off x="15836322" y="6417116"/>
            <a:ext cx="952252" cy="181137"/>
          </a:xfrm>
          <a:prstGeom prst="rect">
            <a:avLst/>
          </a:prstGeom>
        </p:spPr>
        <p:txBody>
          <a:bodyPr anchor="t" rtlCol="false" tIns="0" lIns="0" bIns="0" rIns="0">
            <a:spAutoFit/>
          </a:bodyPr>
          <a:lstStyle/>
          <a:p>
            <a:pPr algn="ctr">
              <a:lnSpc>
                <a:spcPts val="960"/>
              </a:lnSpc>
            </a:pPr>
            <a:r>
              <a:rPr lang="en-US" sz="800">
                <a:solidFill>
                  <a:srgbClr val="E3E9ED"/>
                </a:solidFill>
                <a:latin typeface="Arial"/>
                <a:ea typeface="Arial"/>
                <a:cs typeface="Arial"/>
                <a:sym typeface="Arial"/>
              </a:rPr>
              <a:t>APRIL</a:t>
            </a:r>
          </a:p>
        </p:txBody>
      </p:sp>
      <p:grpSp>
        <p:nvGrpSpPr>
          <p:cNvPr name="Group 18" id="18"/>
          <p:cNvGrpSpPr/>
          <p:nvPr/>
        </p:nvGrpSpPr>
        <p:grpSpPr>
          <a:xfrm rot="0">
            <a:off x="12424972" y="6910626"/>
            <a:ext cx="979694" cy="140599"/>
            <a:chOff x="0" y="0"/>
            <a:chExt cx="1306258" cy="187465"/>
          </a:xfrm>
        </p:grpSpPr>
        <p:sp>
          <p:nvSpPr>
            <p:cNvPr name="Freeform 19" id="19"/>
            <p:cNvSpPr/>
            <p:nvPr/>
          </p:nvSpPr>
          <p:spPr>
            <a:xfrm flipH="false" flipV="false" rot="0">
              <a:off x="0" y="0"/>
              <a:ext cx="1306195" cy="187452"/>
            </a:xfrm>
            <a:custGeom>
              <a:avLst/>
              <a:gdLst/>
              <a:ahLst/>
              <a:cxnLst/>
              <a:rect r="r" b="b" t="t" l="l"/>
              <a:pathLst>
                <a:path h="187452" w="1306195">
                  <a:moveTo>
                    <a:pt x="0" y="0"/>
                  </a:moveTo>
                  <a:lnTo>
                    <a:pt x="1306195" y="0"/>
                  </a:lnTo>
                  <a:lnTo>
                    <a:pt x="1306195" y="187452"/>
                  </a:lnTo>
                  <a:lnTo>
                    <a:pt x="0" y="187452"/>
                  </a:lnTo>
                  <a:close/>
                </a:path>
              </a:pathLst>
            </a:custGeom>
            <a:solidFill>
              <a:srgbClr val="869FB2"/>
            </a:solidFill>
          </p:spPr>
        </p:sp>
      </p:grpSp>
      <p:grpSp>
        <p:nvGrpSpPr>
          <p:cNvPr name="Group 20" id="20"/>
          <p:cNvGrpSpPr/>
          <p:nvPr/>
        </p:nvGrpSpPr>
        <p:grpSpPr>
          <a:xfrm rot="0">
            <a:off x="12437964" y="7554068"/>
            <a:ext cx="949204" cy="140599"/>
            <a:chOff x="0" y="0"/>
            <a:chExt cx="1265606" cy="187465"/>
          </a:xfrm>
        </p:grpSpPr>
        <p:sp>
          <p:nvSpPr>
            <p:cNvPr name="Freeform 21" id="21"/>
            <p:cNvSpPr/>
            <p:nvPr/>
          </p:nvSpPr>
          <p:spPr>
            <a:xfrm flipH="false" flipV="false" rot="0">
              <a:off x="0" y="0"/>
              <a:ext cx="1265555" cy="187452"/>
            </a:xfrm>
            <a:custGeom>
              <a:avLst/>
              <a:gdLst/>
              <a:ahLst/>
              <a:cxnLst/>
              <a:rect r="r" b="b" t="t" l="l"/>
              <a:pathLst>
                <a:path h="187452" w="1265555">
                  <a:moveTo>
                    <a:pt x="0" y="0"/>
                  </a:moveTo>
                  <a:lnTo>
                    <a:pt x="1265555" y="0"/>
                  </a:lnTo>
                  <a:lnTo>
                    <a:pt x="1265555" y="187452"/>
                  </a:lnTo>
                  <a:lnTo>
                    <a:pt x="0" y="187452"/>
                  </a:lnTo>
                  <a:close/>
                </a:path>
              </a:pathLst>
            </a:custGeom>
            <a:solidFill>
              <a:srgbClr val="EEEEEE"/>
            </a:solidFill>
          </p:spPr>
        </p:sp>
      </p:grpSp>
      <p:grpSp>
        <p:nvGrpSpPr>
          <p:cNvPr name="Group 22" id="22"/>
          <p:cNvGrpSpPr/>
          <p:nvPr/>
        </p:nvGrpSpPr>
        <p:grpSpPr>
          <a:xfrm rot="0">
            <a:off x="14619151" y="8195634"/>
            <a:ext cx="1102662" cy="140599"/>
            <a:chOff x="0" y="0"/>
            <a:chExt cx="1470216" cy="187465"/>
          </a:xfrm>
        </p:grpSpPr>
        <p:sp>
          <p:nvSpPr>
            <p:cNvPr name="Freeform 23" id="23"/>
            <p:cNvSpPr/>
            <p:nvPr/>
          </p:nvSpPr>
          <p:spPr>
            <a:xfrm flipH="false" flipV="false" rot="0">
              <a:off x="0" y="0"/>
              <a:ext cx="1470279" cy="187452"/>
            </a:xfrm>
            <a:custGeom>
              <a:avLst/>
              <a:gdLst/>
              <a:ahLst/>
              <a:cxnLst/>
              <a:rect r="r" b="b" t="t" l="l"/>
              <a:pathLst>
                <a:path h="187452" w="1470279">
                  <a:moveTo>
                    <a:pt x="0" y="0"/>
                  </a:moveTo>
                  <a:lnTo>
                    <a:pt x="1470279" y="0"/>
                  </a:lnTo>
                  <a:lnTo>
                    <a:pt x="1470279" y="187452"/>
                  </a:lnTo>
                  <a:lnTo>
                    <a:pt x="0" y="187452"/>
                  </a:lnTo>
                  <a:close/>
                </a:path>
              </a:pathLst>
            </a:custGeom>
            <a:solidFill>
              <a:srgbClr val="E3E9ED"/>
            </a:solidFill>
          </p:spPr>
        </p:sp>
      </p:grpSp>
      <p:grpSp>
        <p:nvGrpSpPr>
          <p:cNvPr name="Group 24" id="24"/>
          <p:cNvGrpSpPr/>
          <p:nvPr/>
        </p:nvGrpSpPr>
        <p:grpSpPr>
          <a:xfrm rot="0">
            <a:off x="12424972" y="7554077"/>
            <a:ext cx="979694" cy="140599"/>
            <a:chOff x="0" y="0"/>
            <a:chExt cx="1306258" cy="187465"/>
          </a:xfrm>
        </p:grpSpPr>
        <p:sp>
          <p:nvSpPr>
            <p:cNvPr name="Freeform 25" id="25"/>
            <p:cNvSpPr/>
            <p:nvPr/>
          </p:nvSpPr>
          <p:spPr>
            <a:xfrm flipH="false" flipV="false" rot="0">
              <a:off x="0" y="0"/>
              <a:ext cx="1306195" cy="187452"/>
            </a:xfrm>
            <a:custGeom>
              <a:avLst/>
              <a:gdLst/>
              <a:ahLst/>
              <a:cxnLst/>
              <a:rect r="r" b="b" t="t" l="l"/>
              <a:pathLst>
                <a:path h="187452" w="1306195">
                  <a:moveTo>
                    <a:pt x="0" y="0"/>
                  </a:moveTo>
                  <a:lnTo>
                    <a:pt x="1306195" y="0"/>
                  </a:lnTo>
                  <a:lnTo>
                    <a:pt x="1306195" y="187452"/>
                  </a:lnTo>
                  <a:lnTo>
                    <a:pt x="0" y="187452"/>
                  </a:lnTo>
                  <a:close/>
                </a:path>
              </a:pathLst>
            </a:custGeom>
            <a:solidFill>
              <a:srgbClr val="E3E9ED"/>
            </a:solidFill>
          </p:spPr>
        </p:sp>
      </p:grpSp>
      <p:grpSp>
        <p:nvGrpSpPr>
          <p:cNvPr name="Group 26" id="26"/>
          <p:cNvGrpSpPr/>
          <p:nvPr/>
        </p:nvGrpSpPr>
        <p:grpSpPr>
          <a:xfrm rot="0">
            <a:off x="13462683" y="8197520"/>
            <a:ext cx="1102662" cy="140599"/>
            <a:chOff x="0" y="0"/>
            <a:chExt cx="1470216" cy="187465"/>
          </a:xfrm>
        </p:grpSpPr>
        <p:sp>
          <p:nvSpPr>
            <p:cNvPr name="Freeform 27" id="27"/>
            <p:cNvSpPr/>
            <p:nvPr/>
          </p:nvSpPr>
          <p:spPr>
            <a:xfrm flipH="false" flipV="false" rot="0">
              <a:off x="0" y="0"/>
              <a:ext cx="1470279" cy="187452"/>
            </a:xfrm>
            <a:custGeom>
              <a:avLst/>
              <a:gdLst/>
              <a:ahLst/>
              <a:cxnLst/>
              <a:rect r="r" b="b" t="t" l="l"/>
              <a:pathLst>
                <a:path h="187452" w="1470279">
                  <a:moveTo>
                    <a:pt x="0" y="0"/>
                  </a:moveTo>
                  <a:lnTo>
                    <a:pt x="1470279" y="0"/>
                  </a:lnTo>
                  <a:lnTo>
                    <a:pt x="1470279" y="187452"/>
                  </a:lnTo>
                  <a:lnTo>
                    <a:pt x="0" y="187452"/>
                  </a:lnTo>
                  <a:close/>
                </a:path>
              </a:pathLst>
            </a:custGeom>
            <a:solidFill>
              <a:srgbClr val="E3E9ED"/>
            </a:solidFill>
          </p:spPr>
        </p:sp>
      </p:grpSp>
      <p:grpSp>
        <p:nvGrpSpPr>
          <p:cNvPr name="Group 28" id="28"/>
          <p:cNvGrpSpPr/>
          <p:nvPr/>
        </p:nvGrpSpPr>
        <p:grpSpPr>
          <a:xfrm rot="0">
            <a:off x="13456177" y="6912721"/>
            <a:ext cx="1102662" cy="140599"/>
            <a:chOff x="0" y="0"/>
            <a:chExt cx="1470216" cy="187465"/>
          </a:xfrm>
        </p:grpSpPr>
        <p:sp>
          <p:nvSpPr>
            <p:cNvPr name="Freeform 29" id="29"/>
            <p:cNvSpPr/>
            <p:nvPr/>
          </p:nvSpPr>
          <p:spPr>
            <a:xfrm flipH="false" flipV="false" rot="0">
              <a:off x="0" y="0"/>
              <a:ext cx="1470279" cy="187452"/>
            </a:xfrm>
            <a:custGeom>
              <a:avLst/>
              <a:gdLst/>
              <a:ahLst/>
              <a:cxnLst/>
              <a:rect r="r" b="b" t="t" l="l"/>
              <a:pathLst>
                <a:path h="187452" w="1470279">
                  <a:moveTo>
                    <a:pt x="0" y="0"/>
                  </a:moveTo>
                  <a:lnTo>
                    <a:pt x="1470279" y="0"/>
                  </a:lnTo>
                  <a:lnTo>
                    <a:pt x="1470279" y="187452"/>
                  </a:lnTo>
                  <a:lnTo>
                    <a:pt x="0" y="187452"/>
                  </a:lnTo>
                  <a:close/>
                </a:path>
              </a:pathLst>
            </a:custGeom>
            <a:solidFill>
              <a:srgbClr val="869FB2"/>
            </a:solidFill>
          </p:spPr>
        </p:sp>
      </p:grpSp>
      <p:sp>
        <p:nvSpPr>
          <p:cNvPr name="TextBox 30" id="30"/>
          <p:cNvSpPr txBox="true"/>
          <p:nvPr/>
        </p:nvSpPr>
        <p:spPr>
          <a:xfrm rot="0">
            <a:off x="11748926" y="6840169"/>
            <a:ext cx="689038" cy="178165"/>
          </a:xfrm>
          <a:prstGeom prst="rect">
            <a:avLst/>
          </a:prstGeom>
        </p:spPr>
        <p:txBody>
          <a:bodyPr anchor="t" rtlCol="false" tIns="0" lIns="0" bIns="0" rIns="0">
            <a:spAutoFit/>
          </a:bodyPr>
          <a:lstStyle/>
          <a:p>
            <a:pPr algn="l">
              <a:lnSpc>
                <a:spcPts val="960"/>
              </a:lnSpc>
            </a:pPr>
            <a:r>
              <a:rPr lang="en-US" sz="800">
                <a:solidFill>
                  <a:srgbClr val="E3E9ED"/>
                </a:solidFill>
                <a:latin typeface="Arial"/>
                <a:ea typeface="Arial"/>
                <a:cs typeface="Arial"/>
                <a:sym typeface="Arial"/>
              </a:rPr>
              <a:t>PHASE 1</a:t>
            </a:r>
          </a:p>
        </p:txBody>
      </p:sp>
      <p:sp>
        <p:nvSpPr>
          <p:cNvPr name="TextBox 31" id="31"/>
          <p:cNvSpPr txBox="true"/>
          <p:nvPr/>
        </p:nvSpPr>
        <p:spPr>
          <a:xfrm rot="0">
            <a:off x="11742839" y="7465447"/>
            <a:ext cx="695134" cy="146723"/>
          </a:xfrm>
          <a:prstGeom prst="rect">
            <a:avLst/>
          </a:prstGeom>
        </p:spPr>
        <p:txBody>
          <a:bodyPr anchor="t" rtlCol="false" tIns="0" lIns="0" bIns="0" rIns="0">
            <a:spAutoFit/>
          </a:bodyPr>
          <a:lstStyle/>
          <a:p>
            <a:pPr algn="l">
              <a:lnSpc>
                <a:spcPts val="1104"/>
              </a:lnSpc>
            </a:pPr>
            <a:r>
              <a:rPr lang="en-US" sz="800">
                <a:solidFill>
                  <a:srgbClr val="E3E9ED"/>
                </a:solidFill>
                <a:latin typeface="Arial"/>
                <a:ea typeface="Arial"/>
                <a:cs typeface="Arial"/>
                <a:sym typeface="Arial"/>
              </a:rPr>
              <a:t>Task 1</a:t>
            </a:r>
          </a:p>
        </p:txBody>
      </p:sp>
      <p:sp>
        <p:nvSpPr>
          <p:cNvPr name="TextBox 32" id="32"/>
          <p:cNvSpPr txBox="true"/>
          <p:nvPr/>
        </p:nvSpPr>
        <p:spPr>
          <a:xfrm rot="0">
            <a:off x="11748935" y="8096269"/>
            <a:ext cx="689038" cy="146723"/>
          </a:xfrm>
          <a:prstGeom prst="rect">
            <a:avLst/>
          </a:prstGeom>
        </p:spPr>
        <p:txBody>
          <a:bodyPr anchor="t" rtlCol="false" tIns="0" lIns="0" bIns="0" rIns="0">
            <a:spAutoFit/>
          </a:bodyPr>
          <a:lstStyle/>
          <a:p>
            <a:pPr algn="l">
              <a:lnSpc>
                <a:spcPts val="1104"/>
              </a:lnSpc>
            </a:pPr>
            <a:r>
              <a:rPr lang="en-US" sz="800">
                <a:solidFill>
                  <a:srgbClr val="E3E9ED"/>
                </a:solidFill>
                <a:latin typeface="Arial"/>
                <a:ea typeface="Arial"/>
                <a:cs typeface="Arial"/>
                <a:sym typeface="Arial"/>
              </a:rPr>
              <a:t>Task 2</a:t>
            </a:r>
          </a:p>
        </p:txBody>
      </p:sp>
      <p:grpSp>
        <p:nvGrpSpPr>
          <p:cNvPr name="Group 33" id="33"/>
          <p:cNvGrpSpPr/>
          <p:nvPr/>
        </p:nvGrpSpPr>
        <p:grpSpPr>
          <a:xfrm rot="0">
            <a:off x="14610969" y="6912721"/>
            <a:ext cx="1102662" cy="140599"/>
            <a:chOff x="0" y="0"/>
            <a:chExt cx="1470216" cy="187465"/>
          </a:xfrm>
        </p:grpSpPr>
        <p:sp>
          <p:nvSpPr>
            <p:cNvPr name="Freeform 34" id="34"/>
            <p:cNvSpPr/>
            <p:nvPr/>
          </p:nvSpPr>
          <p:spPr>
            <a:xfrm flipH="false" flipV="false" rot="0">
              <a:off x="0" y="0"/>
              <a:ext cx="1470279" cy="187452"/>
            </a:xfrm>
            <a:custGeom>
              <a:avLst/>
              <a:gdLst/>
              <a:ahLst/>
              <a:cxnLst/>
              <a:rect r="r" b="b" t="t" l="l"/>
              <a:pathLst>
                <a:path h="187452" w="1470279">
                  <a:moveTo>
                    <a:pt x="0" y="0"/>
                  </a:moveTo>
                  <a:lnTo>
                    <a:pt x="1470279" y="0"/>
                  </a:lnTo>
                  <a:lnTo>
                    <a:pt x="1470279" y="187452"/>
                  </a:lnTo>
                  <a:lnTo>
                    <a:pt x="0" y="187452"/>
                  </a:lnTo>
                  <a:close/>
                </a:path>
              </a:pathLst>
            </a:custGeom>
            <a:solidFill>
              <a:srgbClr val="869FB2"/>
            </a:solidFill>
          </p:spPr>
        </p:sp>
      </p:grpSp>
      <p:grpSp>
        <p:nvGrpSpPr>
          <p:cNvPr name="Group 35" id="35"/>
          <p:cNvGrpSpPr/>
          <p:nvPr/>
        </p:nvGrpSpPr>
        <p:grpSpPr>
          <a:xfrm rot="0">
            <a:off x="6703038" y="3055487"/>
            <a:ext cx="686857" cy="868004"/>
            <a:chOff x="0" y="0"/>
            <a:chExt cx="915810" cy="1157338"/>
          </a:xfrm>
        </p:grpSpPr>
        <p:sp>
          <p:nvSpPr>
            <p:cNvPr name="Freeform 36" id="36"/>
            <p:cNvSpPr/>
            <p:nvPr/>
          </p:nvSpPr>
          <p:spPr>
            <a:xfrm flipH="false" flipV="false" rot="0">
              <a:off x="0" y="0"/>
              <a:ext cx="915797" cy="1157351"/>
            </a:xfrm>
            <a:custGeom>
              <a:avLst/>
              <a:gdLst/>
              <a:ahLst/>
              <a:cxnLst/>
              <a:rect r="r" b="b" t="t" l="l"/>
              <a:pathLst>
                <a:path h="1157351" w="915797">
                  <a:moveTo>
                    <a:pt x="152654" y="0"/>
                  </a:moveTo>
                  <a:lnTo>
                    <a:pt x="915797" y="0"/>
                  </a:lnTo>
                  <a:lnTo>
                    <a:pt x="915797" y="1004697"/>
                  </a:lnTo>
                  <a:cubicBezTo>
                    <a:pt x="915797" y="1089025"/>
                    <a:pt x="847471" y="1157351"/>
                    <a:pt x="763143" y="1157351"/>
                  </a:cubicBezTo>
                  <a:lnTo>
                    <a:pt x="0" y="1157351"/>
                  </a:lnTo>
                  <a:lnTo>
                    <a:pt x="0" y="152654"/>
                  </a:lnTo>
                  <a:cubicBezTo>
                    <a:pt x="0" y="68326"/>
                    <a:pt x="68326" y="0"/>
                    <a:pt x="152654" y="0"/>
                  </a:cubicBezTo>
                  <a:close/>
                </a:path>
              </a:pathLst>
            </a:custGeom>
            <a:blipFill>
              <a:blip r:embed="rId13">
                <a:alphaModFix amt="0"/>
              </a:blip>
              <a:stretch>
                <a:fillRect l="-112142" t="0" r="-112144" b="1"/>
              </a:stretch>
            </a:blipFill>
            <a:ln w="19050" cap="sq">
              <a:solidFill>
                <a:srgbClr val="ABBCC9"/>
              </a:solidFill>
              <a:prstDash val="solid"/>
              <a:miter/>
            </a:ln>
          </p:spPr>
        </p:sp>
      </p:grpSp>
      <p:grpSp>
        <p:nvGrpSpPr>
          <p:cNvPr name="Group 37" id="37"/>
          <p:cNvGrpSpPr/>
          <p:nvPr/>
        </p:nvGrpSpPr>
        <p:grpSpPr>
          <a:xfrm rot="0">
            <a:off x="6703038" y="2111216"/>
            <a:ext cx="686857" cy="868004"/>
            <a:chOff x="0" y="0"/>
            <a:chExt cx="915810" cy="1157338"/>
          </a:xfrm>
        </p:grpSpPr>
        <p:sp>
          <p:nvSpPr>
            <p:cNvPr name="Freeform 38" id="38"/>
            <p:cNvSpPr/>
            <p:nvPr/>
          </p:nvSpPr>
          <p:spPr>
            <a:xfrm flipH="false" flipV="false" rot="0">
              <a:off x="0" y="0"/>
              <a:ext cx="915797" cy="1157351"/>
            </a:xfrm>
            <a:custGeom>
              <a:avLst/>
              <a:gdLst/>
              <a:ahLst/>
              <a:cxnLst/>
              <a:rect r="r" b="b" t="t" l="l"/>
              <a:pathLst>
                <a:path h="1157351" w="915797">
                  <a:moveTo>
                    <a:pt x="152654" y="0"/>
                  </a:moveTo>
                  <a:lnTo>
                    <a:pt x="915797" y="0"/>
                  </a:lnTo>
                  <a:lnTo>
                    <a:pt x="915797" y="1004697"/>
                  </a:lnTo>
                  <a:cubicBezTo>
                    <a:pt x="915797" y="1089025"/>
                    <a:pt x="847471" y="1157351"/>
                    <a:pt x="763143" y="1157351"/>
                  </a:cubicBezTo>
                  <a:lnTo>
                    <a:pt x="0" y="1157351"/>
                  </a:lnTo>
                  <a:lnTo>
                    <a:pt x="0" y="152654"/>
                  </a:lnTo>
                  <a:cubicBezTo>
                    <a:pt x="0" y="68326"/>
                    <a:pt x="68326" y="0"/>
                    <a:pt x="152654" y="0"/>
                  </a:cubicBezTo>
                  <a:close/>
                </a:path>
              </a:pathLst>
            </a:custGeom>
            <a:blipFill>
              <a:blip r:embed="rId13">
                <a:alphaModFix amt="0"/>
              </a:blip>
              <a:stretch>
                <a:fillRect l="-112142" t="0" r="-112144" b="1"/>
              </a:stretch>
            </a:blipFill>
            <a:ln w="19050" cap="sq">
              <a:solidFill>
                <a:srgbClr val="869FB1"/>
              </a:solidFill>
              <a:prstDash val="solid"/>
              <a:miter/>
            </a:ln>
          </p:spPr>
        </p:sp>
      </p:grpSp>
      <p:sp>
        <p:nvSpPr>
          <p:cNvPr name="TextBox 39" id="39"/>
          <p:cNvSpPr txBox="true"/>
          <p:nvPr/>
        </p:nvSpPr>
        <p:spPr>
          <a:xfrm rot="0">
            <a:off x="7410021" y="1893780"/>
            <a:ext cx="669646"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JANUARY</a:t>
            </a:r>
          </a:p>
        </p:txBody>
      </p:sp>
      <p:sp>
        <p:nvSpPr>
          <p:cNvPr name="TextBox 40" id="40"/>
          <p:cNvSpPr txBox="true"/>
          <p:nvPr/>
        </p:nvSpPr>
        <p:spPr>
          <a:xfrm rot="0">
            <a:off x="8083953" y="1893761"/>
            <a:ext cx="725491"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FEBRUARY</a:t>
            </a:r>
          </a:p>
        </p:txBody>
      </p:sp>
      <p:sp>
        <p:nvSpPr>
          <p:cNvPr name="TextBox 41" id="41"/>
          <p:cNvSpPr txBox="true"/>
          <p:nvPr/>
        </p:nvSpPr>
        <p:spPr>
          <a:xfrm rot="0">
            <a:off x="8809415" y="1893761"/>
            <a:ext cx="628974"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MARCH</a:t>
            </a:r>
          </a:p>
        </p:txBody>
      </p:sp>
      <p:sp>
        <p:nvSpPr>
          <p:cNvPr name="TextBox 42" id="42"/>
          <p:cNvSpPr txBox="true"/>
          <p:nvPr/>
        </p:nvSpPr>
        <p:spPr>
          <a:xfrm rot="0">
            <a:off x="9493939" y="1893780"/>
            <a:ext cx="566080"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APRIL</a:t>
            </a:r>
          </a:p>
        </p:txBody>
      </p:sp>
      <p:sp>
        <p:nvSpPr>
          <p:cNvPr name="TextBox 43" id="43"/>
          <p:cNvSpPr txBox="true"/>
          <p:nvPr/>
        </p:nvSpPr>
        <p:spPr>
          <a:xfrm rot="0">
            <a:off x="10134381" y="1893780"/>
            <a:ext cx="566080"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MAY</a:t>
            </a:r>
          </a:p>
        </p:txBody>
      </p:sp>
      <p:sp>
        <p:nvSpPr>
          <p:cNvPr name="TextBox 44" id="44"/>
          <p:cNvSpPr txBox="true"/>
          <p:nvPr/>
        </p:nvSpPr>
        <p:spPr>
          <a:xfrm rot="0">
            <a:off x="10813990" y="1893780"/>
            <a:ext cx="566080" cy="159458"/>
          </a:xfrm>
          <a:prstGeom prst="rect">
            <a:avLst/>
          </a:prstGeom>
        </p:spPr>
        <p:txBody>
          <a:bodyPr anchor="t" rtlCol="false" tIns="0" lIns="0" bIns="0" rIns="0">
            <a:spAutoFit/>
          </a:bodyPr>
          <a:lstStyle/>
          <a:p>
            <a:pPr algn="ctr">
              <a:lnSpc>
                <a:spcPts val="960"/>
              </a:lnSpc>
            </a:pPr>
            <a:r>
              <a:rPr lang="en-US" sz="800">
                <a:solidFill>
                  <a:srgbClr val="FFFFFF"/>
                </a:solidFill>
                <a:latin typeface="Arial"/>
                <a:ea typeface="Arial"/>
                <a:cs typeface="Arial"/>
                <a:sym typeface="Arial"/>
              </a:rPr>
              <a:t>JUNE</a:t>
            </a:r>
          </a:p>
        </p:txBody>
      </p:sp>
      <p:sp>
        <p:nvSpPr>
          <p:cNvPr name="TextBox 45" id="45"/>
          <p:cNvSpPr txBox="true"/>
          <p:nvPr/>
        </p:nvSpPr>
        <p:spPr>
          <a:xfrm rot="0">
            <a:off x="6814985" y="2212619"/>
            <a:ext cx="492881" cy="181337"/>
          </a:xfrm>
          <a:prstGeom prst="rect">
            <a:avLst/>
          </a:prstGeom>
        </p:spPr>
        <p:txBody>
          <a:bodyPr anchor="t" rtlCol="false" tIns="0" lIns="0" bIns="0" rIns="0">
            <a:spAutoFit/>
          </a:bodyPr>
          <a:lstStyle/>
          <a:p>
            <a:pPr algn="r">
              <a:lnSpc>
                <a:spcPts val="960"/>
              </a:lnSpc>
            </a:pPr>
            <a:r>
              <a:rPr lang="en-US" sz="800">
                <a:solidFill>
                  <a:srgbClr val="FFFFFF"/>
                </a:solidFill>
                <a:latin typeface="Arial"/>
                <a:ea typeface="Arial"/>
                <a:cs typeface="Arial"/>
                <a:sym typeface="Arial"/>
              </a:rPr>
              <a:t>PHASE 1</a:t>
            </a:r>
          </a:p>
        </p:txBody>
      </p:sp>
      <p:sp>
        <p:nvSpPr>
          <p:cNvPr name="TextBox 46" id="46"/>
          <p:cNvSpPr txBox="true"/>
          <p:nvPr/>
        </p:nvSpPr>
        <p:spPr>
          <a:xfrm rot="0">
            <a:off x="6814995" y="3142917"/>
            <a:ext cx="492881" cy="181337"/>
          </a:xfrm>
          <a:prstGeom prst="rect">
            <a:avLst/>
          </a:prstGeom>
        </p:spPr>
        <p:txBody>
          <a:bodyPr anchor="t" rtlCol="false" tIns="0" lIns="0" bIns="0" rIns="0">
            <a:spAutoFit/>
          </a:bodyPr>
          <a:lstStyle/>
          <a:p>
            <a:pPr algn="r">
              <a:lnSpc>
                <a:spcPts val="960"/>
              </a:lnSpc>
            </a:pPr>
            <a:r>
              <a:rPr lang="en-US" sz="800">
                <a:solidFill>
                  <a:srgbClr val="FFFFFF"/>
                </a:solidFill>
                <a:latin typeface="Arial"/>
                <a:ea typeface="Arial"/>
                <a:cs typeface="Arial"/>
                <a:sym typeface="Arial"/>
              </a:rPr>
              <a:t>PHASE 2</a:t>
            </a:r>
          </a:p>
        </p:txBody>
      </p:sp>
      <p:sp>
        <p:nvSpPr>
          <p:cNvPr name="TextBox 47" id="47"/>
          <p:cNvSpPr txBox="true"/>
          <p:nvPr/>
        </p:nvSpPr>
        <p:spPr>
          <a:xfrm rot="0">
            <a:off x="6826377" y="2497988"/>
            <a:ext cx="463058" cy="200387"/>
          </a:xfrm>
          <a:prstGeom prst="rect">
            <a:avLst/>
          </a:prstGeom>
        </p:spPr>
        <p:txBody>
          <a:bodyPr anchor="t" rtlCol="false" tIns="0" lIns="0" bIns="0" rIns="0">
            <a:spAutoFit/>
          </a:bodyPr>
          <a:lstStyle/>
          <a:p>
            <a:pPr algn="r">
              <a:lnSpc>
                <a:spcPts val="1104"/>
              </a:lnSpc>
            </a:pPr>
            <a:r>
              <a:rPr lang="en-US" sz="800">
                <a:solidFill>
                  <a:srgbClr val="FFFFFF"/>
                </a:solidFill>
                <a:latin typeface="Arial"/>
                <a:ea typeface="Arial"/>
                <a:cs typeface="Arial"/>
                <a:sym typeface="Arial"/>
              </a:rPr>
              <a:t>Task 1</a:t>
            </a:r>
          </a:p>
        </p:txBody>
      </p:sp>
      <p:sp>
        <p:nvSpPr>
          <p:cNvPr name="TextBox 48" id="48"/>
          <p:cNvSpPr txBox="true"/>
          <p:nvPr/>
        </p:nvSpPr>
        <p:spPr>
          <a:xfrm rot="0">
            <a:off x="6826377" y="2812285"/>
            <a:ext cx="463058" cy="200387"/>
          </a:xfrm>
          <a:prstGeom prst="rect">
            <a:avLst/>
          </a:prstGeom>
        </p:spPr>
        <p:txBody>
          <a:bodyPr anchor="t" rtlCol="false" tIns="0" lIns="0" bIns="0" rIns="0">
            <a:spAutoFit/>
          </a:bodyPr>
          <a:lstStyle/>
          <a:p>
            <a:pPr algn="r">
              <a:lnSpc>
                <a:spcPts val="1104"/>
              </a:lnSpc>
            </a:pPr>
            <a:r>
              <a:rPr lang="en-US" sz="800">
                <a:solidFill>
                  <a:srgbClr val="FFFFFF"/>
                </a:solidFill>
                <a:latin typeface="Arial"/>
                <a:ea typeface="Arial"/>
                <a:cs typeface="Arial"/>
                <a:sym typeface="Arial"/>
              </a:rPr>
              <a:t>Task 2</a:t>
            </a:r>
          </a:p>
        </p:txBody>
      </p:sp>
      <p:sp>
        <p:nvSpPr>
          <p:cNvPr name="TextBox 49" id="49"/>
          <p:cNvSpPr txBox="true"/>
          <p:nvPr/>
        </p:nvSpPr>
        <p:spPr>
          <a:xfrm rot="0">
            <a:off x="6826377" y="3438154"/>
            <a:ext cx="463058" cy="200387"/>
          </a:xfrm>
          <a:prstGeom prst="rect">
            <a:avLst/>
          </a:prstGeom>
        </p:spPr>
        <p:txBody>
          <a:bodyPr anchor="t" rtlCol="false" tIns="0" lIns="0" bIns="0" rIns="0">
            <a:spAutoFit/>
          </a:bodyPr>
          <a:lstStyle/>
          <a:p>
            <a:pPr algn="r">
              <a:lnSpc>
                <a:spcPts val="1104"/>
              </a:lnSpc>
            </a:pPr>
            <a:r>
              <a:rPr lang="en-US" sz="800">
                <a:solidFill>
                  <a:srgbClr val="FFFFFF"/>
                </a:solidFill>
                <a:latin typeface="Arial"/>
                <a:ea typeface="Arial"/>
                <a:cs typeface="Arial"/>
                <a:sym typeface="Arial"/>
              </a:rPr>
              <a:t>Task 1</a:t>
            </a:r>
          </a:p>
        </p:txBody>
      </p:sp>
      <p:sp>
        <p:nvSpPr>
          <p:cNvPr name="TextBox 50" id="50"/>
          <p:cNvSpPr txBox="true"/>
          <p:nvPr/>
        </p:nvSpPr>
        <p:spPr>
          <a:xfrm rot="0">
            <a:off x="6826396" y="3752431"/>
            <a:ext cx="463058" cy="150228"/>
          </a:xfrm>
          <a:prstGeom prst="rect">
            <a:avLst/>
          </a:prstGeom>
        </p:spPr>
        <p:txBody>
          <a:bodyPr anchor="t" rtlCol="false" tIns="0" lIns="0" bIns="0" rIns="0">
            <a:spAutoFit/>
          </a:bodyPr>
          <a:lstStyle/>
          <a:p>
            <a:pPr algn="r">
              <a:lnSpc>
                <a:spcPts val="1104"/>
              </a:lnSpc>
            </a:pPr>
            <a:r>
              <a:rPr lang="en-US" sz="800">
                <a:solidFill>
                  <a:srgbClr val="FFFFFF"/>
                </a:solidFill>
                <a:latin typeface="Arial"/>
                <a:ea typeface="Arial"/>
                <a:cs typeface="Arial"/>
                <a:sym typeface="Arial"/>
              </a:rPr>
              <a:t>Task 2</a:t>
            </a:r>
          </a:p>
        </p:txBody>
      </p:sp>
      <p:sp>
        <p:nvSpPr>
          <p:cNvPr name="Freeform 51" id="51"/>
          <p:cNvSpPr/>
          <p:nvPr/>
        </p:nvSpPr>
        <p:spPr>
          <a:xfrm flipH="false" flipV="false" rot="0">
            <a:off x="7535894" y="2233070"/>
            <a:ext cx="3902545" cy="1607801"/>
          </a:xfrm>
          <a:custGeom>
            <a:avLst/>
            <a:gdLst/>
            <a:ahLst/>
            <a:cxnLst/>
            <a:rect r="r" b="b" t="t" l="l"/>
            <a:pathLst>
              <a:path h="1607801" w="3902545">
                <a:moveTo>
                  <a:pt x="0" y="0"/>
                </a:moveTo>
                <a:lnTo>
                  <a:pt x="3902545" y="0"/>
                </a:lnTo>
                <a:lnTo>
                  <a:pt x="3902545" y="1607801"/>
                </a:lnTo>
                <a:lnTo>
                  <a:pt x="0" y="16078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9591104" y="1939595"/>
            <a:ext cx="1495425" cy="1440009"/>
          </a:xfrm>
          <a:custGeom>
            <a:avLst/>
            <a:gdLst/>
            <a:ahLst/>
            <a:cxnLst/>
            <a:rect r="r" b="b" t="t" l="l"/>
            <a:pathLst>
              <a:path h="1440009" w="1495425">
                <a:moveTo>
                  <a:pt x="0" y="0"/>
                </a:moveTo>
                <a:lnTo>
                  <a:pt x="1495424" y="0"/>
                </a:lnTo>
                <a:lnTo>
                  <a:pt x="1495424" y="1440008"/>
                </a:lnTo>
                <a:lnTo>
                  <a:pt x="0" y="1440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17415" y="3690061"/>
            <a:ext cx="1540954" cy="1477213"/>
          </a:xfrm>
          <a:custGeom>
            <a:avLst/>
            <a:gdLst/>
            <a:ahLst/>
            <a:cxnLst/>
            <a:rect r="r" b="b" t="t" l="l"/>
            <a:pathLst>
              <a:path h="1477213" w="1540954">
                <a:moveTo>
                  <a:pt x="0" y="0"/>
                </a:moveTo>
                <a:lnTo>
                  <a:pt x="1540955" y="0"/>
                </a:lnTo>
                <a:lnTo>
                  <a:pt x="1540955" y="1477213"/>
                </a:lnTo>
                <a:lnTo>
                  <a:pt x="0" y="14772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6624561" y="4148547"/>
            <a:ext cx="446780" cy="446780"/>
            <a:chOff x="0" y="0"/>
            <a:chExt cx="595706" cy="595706"/>
          </a:xfrm>
        </p:grpSpPr>
        <p:sp>
          <p:nvSpPr>
            <p:cNvPr name="Freeform 5" id="5"/>
            <p:cNvSpPr/>
            <p:nvPr/>
          </p:nvSpPr>
          <p:spPr>
            <a:xfrm flipH="false" flipV="false" rot="0">
              <a:off x="0" y="0"/>
              <a:ext cx="595757" cy="595757"/>
            </a:xfrm>
            <a:custGeom>
              <a:avLst/>
              <a:gdLst/>
              <a:ahLst/>
              <a:cxnLst/>
              <a:rect r="r" b="b" t="t" l="l"/>
              <a:pathLst>
                <a:path h="595757" w="595757">
                  <a:moveTo>
                    <a:pt x="0" y="297815"/>
                  </a:moveTo>
                  <a:cubicBezTo>
                    <a:pt x="0" y="133350"/>
                    <a:pt x="133350" y="0"/>
                    <a:pt x="297815" y="0"/>
                  </a:cubicBezTo>
                  <a:cubicBezTo>
                    <a:pt x="462280" y="0"/>
                    <a:pt x="595757" y="133350"/>
                    <a:pt x="595757" y="297815"/>
                  </a:cubicBezTo>
                  <a:cubicBezTo>
                    <a:pt x="595757" y="462280"/>
                    <a:pt x="462407" y="595757"/>
                    <a:pt x="297815" y="595757"/>
                  </a:cubicBezTo>
                  <a:cubicBezTo>
                    <a:pt x="133223" y="595757"/>
                    <a:pt x="0" y="462407"/>
                    <a:pt x="0" y="297815"/>
                  </a:cubicBezTo>
                  <a:close/>
                </a:path>
              </a:pathLst>
            </a:custGeom>
            <a:blipFill>
              <a:blip r:embed="rId7">
                <a:alphaModFix amt="0"/>
              </a:blip>
              <a:stretch>
                <a:fillRect l="-78296" t="0" r="-78288" b="8"/>
              </a:stretch>
            </a:blipFill>
            <a:ln w="19050" cap="sq">
              <a:solidFill>
                <a:srgbClr val="435D74"/>
              </a:solidFill>
              <a:prstDash val="solid"/>
              <a:miter/>
            </a:ln>
          </p:spPr>
        </p:sp>
      </p:grpSp>
      <p:sp>
        <p:nvSpPr>
          <p:cNvPr name="AutoShape 6" id="6"/>
          <p:cNvSpPr/>
          <p:nvPr/>
        </p:nvSpPr>
        <p:spPr>
          <a:xfrm rot="311220">
            <a:off x="6438357" y="4367174"/>
            <a:ext cx="205168" cy="0"/>
          </a:xfrm>
          <a:prstGeom prst="line">
            <a:avLst/>
          </a:prstGeom>
          <a:ln cap="rnd" w="9525">
            <a:solidFill>
              <a:srgbClr val="435D74"/>
            </a:solidFill>
            <a:prstDash val="solid"/>
            <a:headEnd type="none" len="sm" w="sm"/>
            <a:tailEnd type="none" len="sm" w="sm"/>
          </a:ln>
        </p:spPr>
      </p:sp>
      <p:grpSp>
        <p:nvGrpSpPr>
          <p:cNvPr name="Group 7" id="7"/>
          <p:cNvGrpSpPr/>
          <p:nvPr/>
        </p:nvGrpSpPr>
        <p:grpSpPr>
          <a:xfrm rot="0">
            <a:off x="6730279" y="4493571"/>
            <a:ext cx="446780" cy="446780"/>
            <a:chOff x="0" y="0"/>
            <a:chExt cx="595706" cy="595706"/>
          </a:xfrm>
        </p:grpSpPr>
        <p:sp>
          <p:nvSpPr>
            <p:cNvPr name="Freeform 8" id="8"/>
            <p:cNvSpPr/>
            <p:nvPr/>
          </p:nvSpPr>
          <p:spPr>
            <a:xfrm flipH="false" flipV="false" rot="0">
              <a:off x="0" y="0"/>
              <a:ext cx="595757" cy="595757"/>
            </a:xfrm>
            <a:custGeom>
              <a:avLst/>
              <a:gdLst/>
              <a:ahLst/>
              <a:cxnLst/>
              <a:rect r="r" b="b" t="t" l="l"/>
              <a:pathLst>
                <a:path h="595757" w="595757">
                  <a:moveTo>
                    <a:pt x="0" y="297815"/>
                  </a:moveTo>
                  <a:cubicBezTo>
                    <a:pt x="0" y="133350"/>
                    <a:pt x="133350" y="0"/>
                    <a:pt x="297815" y="0"/>
                  </a:cubicBezTo>
                  <a:cubicBezTo>
                    <a:pt x="462280" y="0"/>
                    <a:pt x="595757" y="133350"/>
                    <a:pt x="595757" y="297815"/>
                  </a:cubicBezTo>
                  <a:cubicBezTo>
                    <a:pt x="595757" y="462280"/>
                    <a:pt x="462407" y="595757"/>
                    <a:pt x="297815" y="595757"/>
                  </a:cubicBezTo>
                  <a:cubicBezTo>
                    <a:pt x="133223" y="595757"/>
                    <a:pt x="0" y="462407"/>
                    <a:pt x="0" y="297815"/>
                  </a:cubicBezTo>
                  <a:close/>
                </a:path>
              </a:pathLst>
            </a:custGeom>
            <a:blipFill>
              <a:blip r:embed="rId7">
                <a:alphaModFix amt="0"/>
              </a:blip>
              <a:stretch>
                <a:fillRect l="-78296" t="0" r="-78288" b="8"/>
              </a:stretch>
            </a:blipFill>
            <a:ln w="19050" cap="sq">
              <a:solidFill>
                <a:srgbClr val="5F7D95"/>
              </a:solidFill>
              <a:prstDash val="solid"/>
              <a:miter/>
            </a:ln>
          </p:spPr>
        </p:sp>
      </p:grpSp>
      <p:sp>
        <p:nvSpPr>
          <p:cNvPr name="AutoShape 9" id="9"/>
          <p:cNvSpPr/>
          <p:nvPr/>
        </p:nvSpPr>
        <p:spPr>
          <a:xfrm rot="5134800">
            <a:off x="6833197" y="5036887"/>
            <a:ext cx="240687" cy="0"/>
          </a:xfrm>
          <a:prstGeom prst="line">
            <a:avLst/>
          </a:prstGeom>
          <a:ln cap="rnd" w="9525">
            <a:solidFill>
              <a:srgbClr val="5F7D95"/>
            </a:solidFill>
            <a:prstDash val="solid"/>
            <a:headEnd type="none" len="sm" w="sm"/>
            <a:tailEnd type="none" len="sm" w="sm"/>
          </a:ln>
        </p:spPr>
      </p:sp>
      <p:grpSp>
        <p:nvGrpSpPr>
          <p:cNvPr name="Group 10" id="10"/>
          <p:cNvGrpSpPr/>
          <p:nvPr/>
        </p:nvGrpSpPr>
        <p:grpSpPr>
          <a:xfrm rot="0">
            <a:off x="7093115" y="4493571"/>
            <a:ext cx="446780" cy="446780"/>
            <a:chOff x="0" y="0"/>
            <a:chExt cx="595706" cy="595706"/>
          </a:xfrm>
        </p:grpSpPr>
        <p:sp>
          <p:nvSpPr>
            <p:cNvPr name="Freeform 11" id="11"/>
            <p:cNvSpPr/>
            <p:nvPr/>
          </p:nvSpPr>
          <p:spPr>
            <a:xfrm flipH="false" flipV="false" rot="0">
              <a:off x="0" y="0"/>
              <a:ext cx="595757" cy="595757"/>
            </a:xfrm>
            <a:custGeom>
              <a:avLst/>
              <a:gdLst/>
              <a:ahLst/>
              <a:cxnLst/>
              <a:rect r="r" b="b" t="t" l="l"/>
              <a:pathLst>
                <a:path h="595757" w="595757">
                  <a:moveTo>
                    <a:pt x="0" y="297815"/>
                  </a:moveTo>
                  <a:cubicBezTo>
                    <a:pt x="0" y="133350"/>
                    <a:pt x="133350" y="0"/>
                    <a:pt x="297815" y="0"/>
                  </a:cubicBezTo>
                  <a:cubicBezTo>
                    <a:pt x="462280" y="0"/>
                    <a:pt x="595757" y="133350"/>
                    <a:pt x="595757" y="297815"/>
                  </a:cubicBezTo>
                  <a:cubicBezTo>
                    <a:pt x="595757" y="462280"/>
                    <a:pt x="462407" y="595757"/>
                    <a:pt x="297815" y="595757"/>
                  </a:cubicBezTo>
                  <a:cubicBezTo>
                    <a:pt x="133223" y="595757"/>
                    <a:pt x="0" y="462407"/>
                    <a:pt x="0" y="297815"/>
                  </a:cubicBezTo>
                  <a:close/>
                </a:path>
              </a:pathLst>
            </a:custGeom>
            <a:blipFill>
              <a:blip r:embed="rId7">
                <a:alphaModFix amt="0"/>
              </a:blip>
              <a:stretch>
                <a:fillRect l="-78296" t="0" r="-78288" b="8"/>
              </a:stretch>
            </a:blipFill>
            <a:ln w="19050" cap="sq">
              <a:solidFill>
                <a:srgbClr val="869FB2"/>
              </a:solidFill>
              <a:prstDash val="solid"/>
              <a:miter/>
            </a:ln>
          </p:spPr>
        </p:sp>
      </p:grpSp>
      <p:sp>
        <p:nvSpPr>
          <p:cNvPr name="AutoShape 12" id="12"/>
          <p:cNvSpPr/>
          <p:nvPr/>
        </p:nvSpPr>
        <p:spPr>
          <a:xfrm rot="5134800">
            <a:off x="7196033" y="5036887"/>
            <a:ext cx="240687" cy="0"/>
          </a:xfrm>
          <a:prstGeom prst="line">
            <a:avLst/>
          </a:prstGeom>
          <a:ln cap="rnd" w="9525">
            <a:solidFill>
              <a:srgbClr val="869FB2"/>
            </a:solidFill>
            <a:prstDash val="solid"/>
            <a:headEnd type="none" len="sm" w="sm"/>
            <a:tailEnd type="none" len="sm" w="sm"/>
          </a:ln>
        </p:spPr>
      </p:sp>
      <p:grpSp>
        <p:nvGrpSpPr>
          <p:cNvPr name="Group 13" id="13"/>
          <p:cNvGrpSpPr/>
          <p:nvPr/>
        </p:nvGrpSpPr>
        <p:grpSpPr>
          <a:xfrm rot="0">
            <a:off x="7197147" y="4144318"/>
            <a:ext cx="446780" cy="446780"/>
            <a:chOff x="0" y="0"/>
            <a:chExt cx="595706" cy="595706"/>
          </a:xfrm>
        </p:grpSpPr>
        <p:sp>
          <p:nvSpPr>
            <p:cNvPr name="Freeform 14" id="14"/>
            <p:cNvSpPr/>
            <p:nvPr/>
          </p:nvSpPr>
          <p:spPr>
            <a:xfrm flipH="false" flipV="false" rot="0">
              <a:off x="0" y="0"/>
              <a:ext cx="595757" cy="595757"/>
            </a:xfrm>
            <a:custGeom>
              <a:avLst/>
              <a:gdLst/>
              <a:ahLst/>
              <a:cxnLst/>
              <a:rect r="r" b="b" t="t" l="l"/>
              <a:pathLst>
                <a:path h="595757" w="595757">
                  <a:moveTo>
                    <a:pt x="0" y="297815"/>
                  </a:moveTo>
                  <a:cubicBezTo>
                    <a:pt x="0" y="133350"/>
                    <a:pt x="133350" y="0"/>
                    <a:pt x="297815" y="0"/>
                  </a:cubicBezTo>
                  <a:cubicBezTo>
                    <a:pt x="462280" y="0"/>
                    <a:pt x="595757" y="133350"/>
                    <a:pt x="595757" y="297815"/>
                  </a:cubicBezTo>
                  <a:cubicBezTo>
                    <a:pt x="595757" y="462280"/>
                    <a:pt x="462407" y="595757"/>
                    <a:pt x="297815" y="595757"/>
                  </a:cubicBezTo>
                  <a:cubicBezTo>
                    <a:pt x="133223" y="595757"/>
                    <a:pt x="0" y="462407"/>
                    <a:pt x="0" y="297815"/>
                  </a:cubicBezTo>
                  <a:close/>
                </a:path>
              </a:pathLst>
            </a:custGeom>
            <a:blipFill>
              <a:blip r:embed="rId7">
                <a:alphaModFix amt="0"/>
              </a:blip>
              <a:stretch>
                <a:fillRect l="-78296" t="0" r="-78288" b="8"/>
              </a:stretch>
            </a:blipFill>
            <a:ln w="19050" cap="sq">
              <a:solidFill>
                <a:srgbClr val="A5B7C6"/>
              </a:solidFill>
              <a:prstDash val="solid"/>
              <a:miter/>
            </a:ln>
          </p:spPr>
        </p:sp>
      </p:grpSp>
      <p:sp>
        <p:nvSpPr>
          <p:cNvPr name="AutoShape 15" id="15"/>
          <p:cNvSpPr/>
          <p:nvPr/>
        </p:nvSpPr>
        <p:spPr>
          <a:xfrm rot="313020">
            <a:off x="7624886" y="4367041"/>
            <a:ext cx="204006" cy="0"/>
          </a:xfrm>
          <a:prstGeom prst="line">
            <a:avLst/>
          </a:prstGeom>
          <a:ln cap="rnd" w="9525">
            <a:solidFill>
              <a:srgbClr val="A5B7C6"/>
            </a:solidFill>
            <a:prstDash val="solid"/>
            <a:headEnd type="none" len="sm" w="sm"/>
            <a:tailEnd type="none" len="sm" w="sm"/>
          </a:ln>
        </p:spPr>
      </p:sp>
      <p:grpSp>
        <p:nvGrpSpPr>
          <p:cNvPr name="Group 16" id="16"/>
          <p:cNvGrpSpPr/>
          <p:nvPr/>
        </p:nvGrpSpPr>
        <p:grpSpPr>
          <a:xfrm rot="0">
            <a:off x="6904511" y="3921033"/>
            <a:ext cx="446780" cy="446780"/>
            <a:chOff x="0" y="0"/>
            <a:chExt cx="595706" cy="595706"/>
          </a:xfrm>
        </p:grpSpPr>
        <p:sp>
          <p:nvSpPr>
            <p:cNvPr name="Freeform 17" id="17"/>
            <p:cNvSpPr/>
            <p:nvPr/>
          </p:nvSpPr>
          <p:spPr>
            <a:xfrm flipH="false" flipV="false" rot="0">
              <a:off x="0" y="0"/>
              <a:ext cx="595757" cy="595757"/>
            </a:xfrm>
            <a:custGeom>
              <a:avLst/>
              <a:gdLst/>
              <a:ahLst/>
              <a:cxnLst/>
              <a:rect r="r" b="b" t="t" l="l"/>
              <a:pathLst>
                <a:path h="595757" w="595757">
                  <a:moveTo>
                    <a:pt x="0" y="297815"/>
                  </a:moveTo>
                  <a:cubicBezTo>
                    <a:pt x="0" y="133350"/>
                    <a:pt x="133350" y="0"/>
                    <a:pt x="297815" y="0"/>
                  </a:cubicBezTo>
                  <a:cubicBezTo>
                    <a:pt x="462280" y="0"/>
                    <a:pt x="595757" y="133350"/>
                    <a:pt x="595757" y="297815"/>
                  </a:cubicBezTo>
                  <a:cubicBezTo>
                    <a:pt x="595757" y="462280"/>
                    <a:pt x="462407" y="595757"/>
                    <a:pt x="297815" y="595757"/>
                  </a:cubicBezTo>
                  <a:cubicBezTo>
                    <a:pt x="133223" y="595757"/>
                    <a:pt x="0" y="462407"/>
                    <a:pt x="0" y="297815"/>
                  </a:cubicBezTo>
                  <a:close/>
                </a:path>
              </a:pathLst>
            </a:custGeom>
            <a:blipFill>
              <a:blip r:embed="rId7">
                <a:alphaModFix amt="0"/>
              </a:blip>
              <a:stretch>
                <a:fillRect l="-78296" t="0" r="-78288" b="8"/>
              </a:stretch>
            </a:blipFill>
            <a:ln w="19050" cap="sq">
              <a:solidFill>
                <a:srgbClr val="BAC8D3"/>
              </a:solidFill>
              <a:prstDash val="solid"/>
              <a:miter/>
            </a:ln>
          </p:spPr>
        </p:sp>
      </p:grpSp>
      <p:sp>
        <p:nvSpPr>
          <p:cNvPr name="AutoShape 18" id="18"/>
          <p:cNvSpPr/>
          <p:nvPr/>
        </p:nvSpPr>
        <p:spPr>
          <a:xfrm rot="5134800">
            <a:off x="7007419" y="3811133"/>
            <a:ext cx="240687" cy="0"/>
          </a:xfrm>
          <a:prstGeom prst="line">
            <a:avLst/>
          </a:prstGeom>
          <a:ln cap="rnd" w="9525">
            <a:solidFill>
              <a:srgbClr val="BAC8D3"/>
            </a:solidFill>
            <a:prstDash val="solid"/>
            <a:headEnd type="none" len="sm" w="sm"/>
            <a:tailEnd type="none" len="sm" w="sm"/>
          </a:ln>
        </p:spPr>
      </p:sp>
      <p:sp>
        <p:nvSpPr>
          <p:cNvPr name="Freeform 19" id="19"/>
          <p:cNvSpPr/>
          <p:nvPr/>
        </p:nvSpPr>
        <p:spPr>
          <a:xfrm flipH="false" flipV="false" rot="0">
            <a:off x="9788662" y="3708740"/>
            <a:ext cx="1439980" cy="1439980"/>
          </a:xfrm>
          <a:custGeom>
            <a:avLst/>
            <a:gdLst/>
            <a:ahLst/>
            <a:cxnLst/>
            <a:rect r="r" b="b" t="t" l="l"/>
            <a:pathLst>
              <a:path h="1439980" w="1439980">
                <a:moveTo>
                  <a:pt x="0" y="0"/>
                </a:moveTo>
                <a:lnTo>
                  <a:pt x="1439980" y="0"/>
                </a:lnTo>
                <a:lnTo>
                  <a:pt x="1439980" y="1439980"/>
                </a:lnTo>
                <a:lnTo>
                  <a:pt x="0" y="14399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1407540" y="3697757"/>
            <a:ext cx="1461668" cy="1462040"/>
          </a:xfrm>
          <a:custGeom>
            <a:avLst/>
            <a:gdLst/>
            <a:ahLst/>
            <a:cxnLst/>
            <a:rect r="r" b="b" t="t" l="l"/>
            <a:pathLst>
              <a:path h="1462040" w="1461668">
                <a:moveTo>
                  <a:pt x="0" y="0"/>
                </a:moveTo>
                <a:lnTo>
                  <a:pt x="1461668" y="0"/>
                </a:lnTo>
                <a:lnTo>
                  <a:pt x="1461668" y="1462040"/>
                </a:lnTo>
                <a:lnTo>
                  <a:pt x="0" y="14620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6297208" y="6988350"/>
            <a:ext cx="582082" cy="1367238"/>
          </a:xfrm>
          <a:custGeom>
            <a:avLst/>
            <a:gdLst/>
            <a:ahLst/>
            <a:cxnLst/>
            <a:rect r="r" b="b" t="t" l="l"/>
            <a:pathLst>
              <a:path h="1367238" w="582082">
                <a:moveTo>
                  <a:pt x="0" y="0"/>
                </a:moveTo>
                <a:lnTo>
                  <a:pt x="582083" y="0"/>
                </a:lnTo>
                <a:lnTo>
                  <a:pt x="582083" y="1367237"/>
                </a:lnTo>
                <a:lnTo>
                  <a:pt x="0" y="136723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10536098" y="6970709"/>
            <a:ext cx="952071" cy="1378858"/>
          </a:xfrm>
          <a:custGeom>
            <a:avLst/>
            <a:gdLst/>
            <a:ahLst/>
            <a:cxnLst/>
            <a:rect r="r" b="b" t="t" l="l"/>
            <a:pathLst>
              <a:path h="1378858" w="952071">
                <a:moveTo>
                  <a:pt x="0" y="0"/>
                </a:moveTo>
                <a:lnTo>
                  <a:pt x="952071" y="0"/>
                </a:lnTo>
                <a:lnTo>
                  <a:pt x="952071" y="1378858"/>
                </a:lnTo>
                <a:lnTo>
                  <a:pt x="0" y="13788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3" id="23"/>
          <p:cNvGrpSpPr/>
          <p:nvPr/>
        </p:nvGrpSpPr>
        <p:grpSpPr>
          <a:xfrm rot="0">
            <a:off x="16256718" y="6804403"/>
            <a:ext cx="410" cy="8"/>
            <a:chOff x="0" y="0"/>
            <a:chExt cx="546" cy="11"/>
          </a:xfrm>
        </p:grpSpPr>
        <p:sp>
          <p:nvSpPr>
            <p:cNvPr name="Freeform 24" id="24"/>
            <p:cNvSpPr/>
            <p:nvPr/>
          </p:nvSpPr>
          <p:spPr>
            <a:xfrm flipH="false" flipV="false" rot="0">
              <a:off x="0" y="0"/>
              <a:ext cx="508" cy="0"/>
            </a:xfrm>
            <a:custGeom>
              <a:avLst/>
              <a:gdLst/>
              <a:ahLst/>
              <a:cxnLst/>
              <a:rect r="r" b="b" t="t" l="l"/>
              <a:pathLst>
                <a:path h="0" w="508">
                  <a:moveTo>
                    <a:pt x="508" y="0"/>
                  </a:moveTo>
                  <a:lnTo>
                    <a:pt x="0" y="0"/>
                  </a:lnTo>
                  <a:close/>
                </a:path>
              </a:pathLst>
            </a:custGeom>
            <a:solidFill>
              <a:srgbClr val="FFFFFF"/>
            </a:solidFill>
          </p:spPr>
        </p:sp>
      </p:grpSp>
      <p:sp>
        <p:nvSpPr>
          <p:cNvPr name="Freeform 25" id="25"/>
          <p:cNvSpPr/>
          <p:nvPr/>
        </p:nvSpPr>
        <p:spPr>
          <a:xfrm flipH="false" flipV="false" rot="0">
            <a:off x="11774557" y="6989274"/>
            <a:ext cx="606828" cy="606742"/>
          </a:xfrm>
          <a:custGeom>
            <a:avLst/>
            <a:gdLst/>
            <a:ahLst/>
            <a:cxnLst/>
            <a:rect r="r" b="b" t="t" l="l"/>
            <a:pathLst>
              <a:path h="606742" w="606828">
                <a:moveTo>
                  <a:pt x="0" y="0"/>
                </a:moveTo>
                <a:lnTo>
                  <a:pt x="606829" y="0"/>
                </a:lnTo>
                <a:lnTo>
                  <a:pt x="606829" y="606742"/>
                </a:lnTo>
                <a:lnTo>
                  <a:pt x="0" y="60674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0">
            <a:off x="11774557" y="7746616"/>
            <a:ext cx="606828" cy="606828"/>
          </a:xfrm>
          <a:custGeom>
            <a:avLst/>
            <a:gdLst/>
            <a:ahLst/>
            <a:cxnLst/>
            <a:rect r="r" b="b" t="t" l="l"/>
            <a:pathLst>
              <a:path h="606828" w="606828">
                <a:moveTo>
                  <a:pt x="0" y="0"/>
                </a:moveTo>
                <a:lnTo>
                  <a:pt x="606829" y="0"/>
                </a:lnTo>
                <a:lnTo>
                  <a:pt x="606829" y="606828"/>
                </a:lnTo>
                <a:lnTo>
                  <a:pt x="0" y="60682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7" id="27"/>
          <p:cNvSpPr/>
          <p:nvPr/>
        </p:nvSpPr>
        <p:spPr>
          <a:xfrm flipH="false" flipV="false" rot="0">
            <a:off x="13851417" y="6987673"/>
            <a:ext cx="1238441" cy="1365352"/>
          </a:xfrm>
          <a:custGeom>
            <a:avLst/>
            <a:gdLst/>
            <a:ahLst/>
            <a:cxnLst/>
            <a:rect r="r" b="b" t="t" l="l"/>
            <a:pathLst>
              <a:path h="1365352" w="1238441">
                <a:moveTo>
                  <a:pt x="0" y="0"/>
                </a:moveTo>
                <a:lnTo>
                  <a:pt x="1238440" y="0"/>
                </a:lnTo>
                <a:lnTo>
                  <a:pt x="1238440" y="1365352"/>
                </a:lnTo>
                <a:lnTo>
                  <a:pt x="0" y="13653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8" id="28"/>
          <p:cNvSpPr/>
          <p:nvPr/>
        </p:nvSpPr>
        <p:spPr>
          <a:xfrm flipH="false" flipV="false" rot="0">
            <a:off x="12663935" y="6983149"/>
            <a:ext cx="904932" cy="1370324"/>
          </a:xfrm>
          <a:custGeom>
            <a:avLst/>
            <a:gdLst/>
            <a:ahLst/>
            <a:cxnLst/>
            <a:rect r="r" b="b" t="t" l="l"/>
            <a:pathLst>
              <a:path h="1370324" w="904932">
                <a:moveTo>
                  <a:pt x="0" y="0"/>
                </a:moveTo>
                <a:lnTo>
                  <a:pt x="904932" y="0"/>
                </a:lnTo>
                <a:lnTo>
                  <a:pt x="904932" y="1370324"/>
                </a:lnTo>
                <a:lnTo>
                  <a:pt x="0" y="137032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9" id="29"/>
          <p:cNvSpPr/>
          <p:nvPr/>
        </p:nvSpPr>
        <p:spPr>
          <a:xfrm flipH="false" flipV="false" rot="0">
            <a:off x="15632906" y="5412400"/>
            <a:ext cx="1248023" cy="1246146"/>
          </a:xfrm>
          <a:custGeom>
            <a:avLst/>
            <a:gdLst/>
            <a:ahLst/>
            <a:cxnLst/>
            <a:rect r="r" b="b" t="t" l="l"/>
            <a:pathLst>
              <a:path h="1246146" w="1248023">
                <a:moveTo>
                  <a:pt x="0" y="0"/>
                </a:moveTo>
                <a:lnTo>
                  <a:pt x="1248023" y="0"/>
                </a:lnTo>
                <a:lnTo>
                  <a:pt x="1248023" y="1246146"/>
                </a:lnTo>
                <a:lnTo>
                  <a:pt x="0" y="124614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30" id="30"/>
          <p:cNvSpPr/>
          <p:nvPr/>
        </p:nvSpPr>
        <p:spPr>
          <a:xfrm flipH="false" flipV="false" rot="0">
            <a:off x="4546502" y="5430993"/>
            <a:ext cx="2625471" cy="1228315"/>
          </a:xfrm>
          <a:custGeom>
            <a:avLst/>
            <a:gdLst/>
            <a:ahLst/>
            <a:cxnLst/>
            <a:rect r="r" b="b" t="t" l="l"/>
            <a:pathLst>
              <a:path h="1228315" w="2625471">
                <a:moveTo>
                  <a:pt x="0" y="0"/>
                </a:moveTo>
                <a:lnTo>
                  <a:pt x="2625471" y="0"/>
                </a:lnTo>
                <a:lnTo>
                  <a:pt x="2625471" y="1228315"/>
                </a:lnTo>
                <a:lnTo>
                  <a:pt x="0" y="122831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1" id="31"/>
          <p:cNvSpPr/>
          <p:nvPr/>
        </p:nvSpPr>
        <p:spPr>
          <a:xfrm flipH="false" flipV="false" rot="0">
            <a:off x="13198040" y="5411905"/>
            <a:ext cx="2224497" cy="1247308"/>
          </a:xfrm>
          <a:custGeom>
            <a:avLst/>
            <a:gdLst/>
            <a:ahLst/>
            <a:cxnLst/>
            <a:rect r="r" b="b" t="t" l="l"/>
            <a:pathLst>
              <a:path h="1247308" w="2224497">
                <a:moveTo>
                  <a:pt x="0" y="0"/>
                </a:moveTo>
                <a:lnTo>
                  <a:pt x="2224497" y="0"/>
                </a:lnTo>
                <a:lnTo>
                  <a:pt x="2224497" y="1247308"/>
                </a:lnTo>
                <a:lnTo>
                  <a:pt x="0" y="124730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32" id="32"/>
          <p:cNvSpPr/>
          <p:nvPr/>
        </p:nvSpPr>
        <p:spPr>
          <a:xfrm flipH="false" flipV="false" rot="0">
            <a:off x="10825991" y="5398322"/>
            <a:ext cx="2167547" cy="1273007"/>
          </a:xfrm>
          <a:custGeom>
            <a:avLst/>
            <a:gdLst/>
            <a:ahLst/>
            <a:cxnLst/>
            <a:rect r="r" b="b" t="t" l="l"/>
            <a:pathLst>
              <a:path h="1273007" w="2167547">
                <a:moveTo>
                  <a:pt x="0" y="0"/>
                </a:moveTo>
                <a:lnTo>
                  <a:pt x="2167547" y="0"/>
                </a:lnTo>
                <a:lnTo>
                  <a:pt x="2167547" y="1273007"/>
                </a:lnTo>
                <a:lnTo>
                  <a:pt x="0" y="127300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AutoShape 33" id="33"/>
          <p:cNvSpPr/>
          <p:nvPr/>
        </p:nvSpPr>
        <p:spPr>
          <a:xfrm rot="8345280">
            <a:off x="15103421" y="3916175"/>
            <a:ext cx="395040" cy="0"/>
          </a:xfrm>
          <a:prstGeom prst="line">
            <a:avLst/>
          </a:prstGeom>
          <a:ln cap="rnd" w="9525">
            <a:solidFill>
              <a:srgbClr val="667E92"/>
            </a:solidFill>
            <a:prstDash val="solid"/>
            <a:headEnd type="none" len="sm" w="sm"/>
            <a:tailEnd type="none" len="sm" w="sm"/>
          </a:ln>
        </p:spPr>
      </p:sp>
      <p:sp>
        <p:nvSpPr>
          <p:cNvPr name="AutoShape 34" id="34"/>
          <p:cNvSpPr/>
          <p:nvPr/>
        </p:nvSpPr>
        <p:spPr>
          <a:xfrm rot="2454720">
            <a:off x="16527018" y="3916175"/>
            <a:ext cx="395040" cy="0"/>
          </a:xfrm>
          <a:prstGeom prst="line">
            <a:avLst/>
          </a:prstGeom>
          <a:ln cap="rnd" w="9525">
            <a:solidFill>
              <a:srgbClr val="667E92"/>
            </a:solidFill>
            <a:prstDash val="solid"/>
            <a:headEnd type="none" len="sm" w="sm"/>
            <a:tailEnd type="none" len="sm" w="sm"/>
          </a:ln>
        </p:spPr>
      </p:sp>
      <p:sp>
        <p:nvSpPr>
          <p:cNvPr name="AutoShape 35" id="35"/>
          <p:cNvSpPr/>
          <p:nvPr/>
        </p:nvSpPr>
        <p:spPr>
          <a:xfrm rot="2454720">
            <a:off x="15103421" y="5004435"/>
            <a:ext cx="395040" cy="0"/>
          </a:xfrm>
          <a:prstGeom prst="line">
            <a:avLst/>
          </a:prstGeom>
          <a:ln cap="rnd" w="9525">
            <a:solidFill>
              <a:srgbClr val="667E92"/>
            </a:solidFill>
            <a:prstDash val="solid"/>
            <a:headEnd type="none" len="sm" w="sm"/>
            <a:tailEnd type="none" len="sm" w="sm"/>
          </a:ln>
        </p:spPr>
      </p:sp>
      <p:sp>
        <p:nvSpPr>
          <p:cNvPr name="AutoShape 36" id="36"/>
          <p:cNvSpPr/>
          <p:nvPr/>
        </p:nvSpPr>
        <p:spPr>
          <a:xfrm rot="8345280">
            <a:off x="16527018" y="5004435"/>
            <a:ext cx="395040" cy="0"/>
          </a:xfrm>
          <a:prstGeom prst="line">
            <a:avLst/>
          </a:prstGeom>
          <a:ln cap="rnd" w="9525">
            <a:solidFill>
              <a:srgbClr val="667E92"/>
            </a:solidFill>
            <a:prstDash val="solid"/>
            <a:headEnd type="none" len="sm" w="sm"/>
            <a:tailEnd type="none" len="sm" w="sm"/>
          </a:ln>
        </p:spPr>
      </p:sp>
      <p:sp>
        <p:nvSpPr>
          <p:cNvPr name="AutoShape 37" id="37"/>
          <p:cNvSpPr/>
          <p:nvPr/>
        </p:nvSpPr>
        <p:spPr>
          <a:xfrm rot="351120">
            <a:off x="15127014" y="4415057"/>
            <a:ext cx="200015" cy="0"/>
          </a:xfrm>
          <a:prstGeom prst="line">
            <a:avLst/>
          </a:prstGeom>
          <a:ln cap="rnd" w="9525">
            <a:solidFill>
              <a:srgbClr val="667E92"/>
            </a:solidFill>
            <a:prstDash val="solid"/>
            <a:headEnd type="none" len="sm" w="sm"/>
            <a:tailEnd type="none" len="sm" w="sm"/>
          </a:ln>
        </p:spPr>
      </p:sp>
      <p:sp>
        <p:nvSpPr>
          <p:cNvPr name="AutoShape 38" id="38"/>
          <p:cNvSpPr/>
          <p:nvPr/>
        </p:nvSpPr>
        <p:spPr>
          <a:xfrm rot="351120">
            <a:off x="16698392" y="4415057"/>
            <a:ext cx="200015" cy="0"/>
          </a:xfrm>
          <a:prstGeom prst="line">
            <a:avLst/>
          </a:prstGeom>
          <a:ln cap="rnd" w="9525">
            <a:solidFill>
              <a:srgbClr val="667E92"/>
            </a:solidFill>
            <a:prstDash val="solid"/>
            <a:headEnd type="none" len="sm" w="sm"/>
            <a:tailEnd type="none" len="sm" w="sm"/>
          </a:ln>
        </p:spPr>
      </p:sp>
      <p:sp>
        <p:nvSpPr>
          <p:cNvPr name="Freeform 39" id="39"/>
          <p:cNvSpPr/>
          <p:nvPr/>
        </p:nvSpPr>
        <p:spPr>
          <a:xfrm flipH="false" flipV="false" rot="0">
            <a:off x="15377951" y="3709073"/>
            <a:ext cx="1283837" cy="1335776"/>
          </a:xfrm>
          <a:custGeom>
            <a:avLst/>
            <a:gdLst/>
            <a:ahLst/>
            <a:cxnLst/>
            <a:rect r="r" b="b" t="t" l="l"/>
            <a:pathLst>
              <a:path h="1335776" w="1283837">
                <a:moveTo>
                  <a:pt x="0" y="0"/>
                </a:moveTo>
                <a:lnTo>
                  <a:pt x="1283836" y="0"/>
                </a:lnTo>
                <a:lnTo>
                  <a:pt x="1283836" y="1335777"/>
                </a:lnTo>
                <a:lnTo>
                  <a:pt x="0" y="133577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40" id="40"/>
          <p:cNvSpPr/>
          <p:nvPr/>
        </p:nvSpPr>
        <p:spPr>
          <a:xfrm flipH="false" flipV="false" rot="0">
            <a:off x="8026613" y="1941871"/>
            <a:ext cx="1425111" cy="1571806"/>
          </a:xfrm>
          <a:custGeom>
            <a:avLst/>
            <a:gdLst/>
            <a:ahLst/>
            <a:cxnLst/>
            <a:rect r="r" b="b" t="t" l="l"/>
            <a:pathLst>
              <a:path h="1571806" w="1425111">
                <a:moveTo>
                  <a:pt x="0" y="0"/>
                </a:moveTo>
                <a:lnTo>
                  <a:pt x="1425111" y="0"/>
                </a:lnTo>
                <a:lnTo>
                  <a:pt x="1425111" y="1571806"/>
                </a:lnTo>
                <a:lnTo>
                  <a:pt x="0" y="1571806"/>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41" id="41"/>
          <p:cNvSpPr/>
          <p:nvPr/>
        </p:nvSpPr>
        <p:spPr>
          <a:xfrm flipH="false" flipV="false" rot="0">
            <a:off x="8001543" y="3692309"/>
            <a:ext cx="1614611" cy="1472717"/>
          </a:xfrm>
          <a:custGeom>
            <a:avLst/>
            <a:gdLst/>
            <a:ahLst/>
            <a:cxnLst/>
            <a:rect r="r" b="b" t="t" l="l"/>
            <a:pathLst>
              <a:path h="1472717" w="1614611">
                <a:moveTo>
                  <a:pt x="0" y="0"/>
                </a:moveTo>
                <a:lnTo>
                  <a:pt x="1614611" y="0"/>
                </a:lnTo>
                <a:lnTo>
                  <a:pt x="1614611" y="1472718"/>
                </a:lnTo>
                <a:lnTo>
                  <a:pt x="0" y="1472718"/>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42" id="42"/>
          <p:cNvSpPr/>
          <p:nvPr/>
        </p:nvSpPr>
        <p:spPr>
          <a:xfrm flipH="false" flipV="false" rot="0">
            <a:off x="1409367" y="6988397"/>
            <a:ext cx="2835259" cy="1364704"/>
          </a:xfrm>
          <a:custGeom>
            <a:avLst/>
            <a:gdLst/>
            <a:ahLst/>
            <a:cxnLst/>
            <a:rect r="r" b="b" t="t" l="l"/>
            <a:pathLst>
              <a:path h="1364704" w="2835259">
                <a:moveTo>
                  <a:pt x="0" y="0"/>
                </a:moveTo>
                <a:lnTo>
                  <a:pt x="2835259" y="0"/>
                </a:lnTo>
                <a:lnTo>
                  <a:pt x="2835259" y="1364704"/>
                </a:lnTo>
                <a:lnTo>
                  <a:pt x="0" y="1364704"/>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43" id="43"/>
          <p:cNvSpPr/>
          <p:nvPr/>
        </p:nvSpPr>
        <p:spPr>
          <a:xfrm flipH="false" flipV="false" rot="0">
            <a:off x="6274118" y="1922012"/>
            <a:ext cx="1630699" cy="1517380"/>
          </a:xfrm>
          <a:custGeom>
            <a:avLst/>
            <a:gdLst/>
            <a:ahLst/>
            <a:cxnLst/>
            <a:rect r="r" b="b" t="t" l="l"/>
            <a:pathLst>
              <a:path h="1517380" w="1630699">
                <a:moveTo>
                  <a:pt x="0" y="0"/>
                </a:moveTo>
                <a:lnTo>
                  <a:pt x="1630699" y="0"/>
                </a:lnTo>
                <a:lnTo>
                  <a:pt x="1630699" y="1517380"/>
                </a:lnTo>
                <a:lnTo>
                  <a:pt x="0" y="1517380"/>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grpSp>
        <p:nvGrpSpPr>
          <p:cNvPr name="Group 44" id="44"/>
          <p:cNvGrpSpPr/>
          <p:nvPr/>
        </p:nvGrpSpPr>
        <p:grpSpPr>
          <a:xfrm rot="0">
            <a:off x="4673660" y="7211044"/>
            <a:ext cx="2374249" cy="1132789"/>
            <a:chOff x="0" y="0"/>
            <a:chExt cx="3165666" cy="1510386"/>
          </a:xfrm>
        </p:grpSpPr>
        <p:sp>
          <p:nvSpPr>
            <p:cNvPr name="Freeform 45" id="45"/>
            <p:cNvSpPr/>
            <p:nvPr/>
          </p:nvSpPr>
          <p:spPr>
            <a:xfrm flipH="false" flipV="false" rot="0">
              <a:off x="0" y="0"/>
              <a:ext cx="3165602" cy="1510284"/>
            </a:xfrm>
            <a:custGeom>
              <a:avLst/>
              <a:gdLst/>
              <a:ahLst/>
              <a:cxnLst/>
              <a:rect r="r" b="b" t="t" l="l"/>
              <a:pathLst>
                <a:path h="1510284" w="3165602">
                  <a:moveTo>
                    <a:pt x="1581658" y="0"/>
                  </a:moveTo>
                  <a:cubicBezTo>
                    <a:pt x="709803" y="0"/>
                    <a:pt x="0" y="677291"/>
                    <a:pt x="0" y="1510284"/>
                  </a:cubicBezTo>
                  <a:lnTo>
                    <a:pt x="79502" y="1510284"/>
                  </a:lnTo>
                  <a:cubicBezTo>
                    <a:pt x="79502" y="718947"/>
                    <a:pt x="752856" y="75946"/>
                    <a:pt x="1581658" y="75946"/>
                  </a:cubicBezTo>
                  <a:cubicBezTo>
                    <a:pt x="2410460" y="75946"/>
                    <a:pt x="3086100" y="718947"/>
                    <a:pt x="3086100" y="1510284"/>
                  </a:cubicBezTo>
                  <a:lnTo>
                    <a:pt x="3165602" y="1510284"/>
                  </a:lnTo>
                  <a:cubicBezTo>
                    <a:pt x="3165602" y="677291"/>
                    <a:pt x="2455799" y="0"/>
                    <a:pt x="1581658" y="0"/>
                  </a:cubicBezTo>
                  <a:close/>
                </a:path>
              </a:pathLst>
            </a:custGeom>
            <a:solidFill>
              <a:srgbClr val="5F7D95"/>
            </a:solidFill>
          </p:spPr>
        </p:sp>
      </p:grpSp>
      <p:grpSp>
        <p:nvGrpSpPr>
          <p:cNvPr name="Group 46" id="46"/>
          <p:cNvGrpSpPr/>
          <p:nvPr/>
        </p:nvGrpSpPr>
        <p:grpSpPr>
          <a:xfrm rot="0">
            <a:off x="5219624" y="7312409"/>
            <a:ext cx="129007" cy="129007"/>
            <a:chOff x="0" y="0"/>
            <a:chExt cx="172009" cy="172009"/>
          </a:xfrm>
        </p:grpSpPr>
        <p:sp>
          <p:nvSpPr>
            <p:cNvPr name="Freeform 47" id="47"/>
            <p:cNvSpPr/>
            <p:nvPr/>
          </p:nvSpPr>
          <p:spPr>
            <a:xfrm flipH="false" flipV="false" rot="0">
              <a:off x="0" y="0"/>
              <a:ext cx="171958" cy="171958"/>
            </a:xfrm>
            <a:custGeom>
              <a:avLst/>
              <a:gdLst/>
              <a:ahLst/>
              <a:cxnLst/>
              <a:rect r="r" b="b" t="t" l="l"/>
              <a:pathLst>
                <a:path h="171958" w="171958">
                  <a:moveTo>
                    <a:pt x="0" y="85979"/>
                  </a:moveTo>
                  <a:cubicBezTo>
                    <a:pt x="0" y="38481"/>
                    <a:pt x="38481" y="0"/>
                    <a:pt x="85979" y="0"/>
                  </a:cubicBezTo>
                  <a:cubicBezTo>
                    <a:pt x="133477" y="0"/>
                    <a:pt x="171958" y="38481"/>
                    <a:pt x="171958" y="85979"/>
                  </a:cubicBezTo>
                  <a:cubicBezTo>
                    <a:pt x="171958" y="133477"/>
                    <a:pt x="133477" y="171958"/>
                    <a:pt x="85979" y="171958"/>
                  </a:cubicBezTo>
                  <a:cubicBezTo>
                    <a:pt x="38481" y="171958"/>
                    <a:pt x="0" y="133477"/>
                    <a:pt x="0" y="85979"/>
                  </a:cubicBezTo>
                  <a:close/>
                </a:path>
              </a:pathLst>
            </a:custGeom>
            <a:solidFill>
              <a:srgbClr val="869FB2"/>
            </a:solidFill>
          </p:spPr>
        </p:sp>
      </p:grpSp>
      <p:sp>
        <p:nvSpPr>
          <p:cNvPr name="AutoShape 48" id="48"/>
          <p:cNvSpPr/>
          <p:nvPr/>
        </p:nvSpPr>
        <p:spPr>
          <a:xfrm rot="1352700">
            <a:off x="4860493" y="7235466"/>
            <a:ext cx="459457" cy="0"/>
          </a:xfrm>
          <a:prstGeom prst="line">
            <a:avLst/>
          </a:prstGeom>
          <a:ln cap="rnd" w="19050">
            <a:solidFill>
              <a:srgbClr val="869FB2"/>
            </a:solidFill>
            <a:prstDash val="solid"/>
            <a:headEnd type="none" len="sm" w="sm"/>
            <a:tailEnd type="none" len="sm" w="sm"/>
          </a:ln>
        </p:spPr>
      </p:sp>
      <p:grpSp>
        <p:nvGrpSpPr>
          <p:cNvPr name="Group 49" id="49"/>
          <p:cNvGrpSpPr/>
          <p:nvPr/>
        </p:nvGrpSpPr>
        <p:grpSpPr>
          <a:xfrm rot="0">
            <a:off x="6360795" y="7312409"/>
            <a:ext cx="129007" cy="129007"/>
            <a:chOff x="0" y="0"/>
            <a:chExt cx="172009" cy="172009"/>
          </a:xfrm>
        </p:grpSpPr>
        <p:sp>
          <p:nvSpPr>
            <p:cNvPr name="Freeform 50" id="50"/>
            <p:cNvSpPr/>
            <p:nvPr/>
          </p:nvSpPr>
          <p:spPr>
            <a:xfrm flipH="false" flipV="false" rot="0">
              <a:off x="0" y="0"/>
              <a:ext cx="171958" cy="171958"/>
            </a:xfrm>
            <a:custGeom>
              <a:avLst/>
              <a:gdLst/>
              <a:ahLst/>
              <a:cxnLst/>
              <a:rect r="r" b="b" t="t" l="l"/>
              <a:pathLst>
                <a:path h="171958" w="171958">
                  <a:moveTo>
                    <a:pt x="0" y="85979"/>
                  </a:moveTo>
                  <a:cubicBezTo>
                    <a:pt x="0" y="38481"/>
                    <a:pt x="38481" y="0"/>
                    <a:pt x="85979" y="0"/>
                  </a:cubicBezTo>
                  <a:cubicBezTo>
                    <a:pt x="133477" y="0"/>
                    <a:pt x="171958" y="38481"/>
                    <a:pt x="171958" y="85979"/>
                  </a:cubicBezTo>
                  <a:cubicBezTo>
                    <a:pt x="171958" y="133477"/>
                    <a:pt x="133477" y="171958"/>
                    <a:pt x="85979" y="171958"/>
                  </a:cubicBezTo>
                  <a:cubicBezTo>
                    <a:pt x="38481" y="171958"/>
                    <a:pt x="0" y="133477"/>
                    <a:pt x="0" y="85979"/>
                  </a:cubicBezTo>
                  <a:close/>
                </a:path>
              </a:pathLst>
            </a:custGeom>
            <a:solidFill>
              <a:srgbClr val="869FB2"/>
            </a:solidFill>
          </p:spPr>
        </p:sp>
      </p:grpSp>
      <p:sp>
        <p:nvSpPr>
          <p:cNvPr name="AutoShape 51" id="51"/>
          <p:cNvSpPr/>
          <p:nvPr/>
        </p:nvSpPr>
        <p:spPr>
          <a:xfrm rot="9359820">
            <a:off x="6386932" y="7235190"/>
            <a:ext cx="460077" cy="0"/>
          </a:xfrm>
          <a:prstGeom prst="line">
            <a:avLst/>
          </a:prstGeom>
          <a:ln cap="rnd" w="19050">
            <a:solidFill>
              <a:srgbClr val="869FB2"/>
            </a:solidFill>
            <a:prstDash val="solid"/>
            <a:headEnd type="none" len="sm" w="sm"/>
            <a:tailEnd type="none" len="sm" w="sm"/>
          </a:ln>
        </p:spPr>
      </p:sp>
      <p:grpSp>
        <p:nvGrpSpPr>
          <p:cNvPr name="Group 52" id="52"/>
          <p:cNvGrpSpPr/>
          <p:nvPr/>
        </p:nvGrpSpPr>
        <p:grpSpPr>
          <a:xfrm rot="0">
            <a:off x="5797039" y="7180336"/>
            <a:ext cx="129007" cy="129007"/>
            <a:chOff x="0" y="0"/>
            <a:chExt cx="172009" cy="172009"/>
          </a:xfrm>
        </p:grpSpPr>
        <p:sp>
          <p:nvSpPr>
            <p:cNvPr name="Freeform 53" id="53"/>
            <p:cNvSpPr/>
            <p:nvPr/>
          </p:nvSpPr>
          <p:spPr>
            <a:xfrm flipH="false" flipV="false" rot="0">
              <a:off x="0" y="0"/>
              <a:ext cx="171958" cy="171958"/>
            </a:xfrm>
            <a:custGeom>
              <a:avLst/>
              <a:gdLst/>
              <a:ahLst/>
              <a:cxnLst/>
              <a:rect r="r" b="b" t="t" l="l"/>
              <a:pathLst>
                <a:path h="171958" w="171958">
                  <a:moveTo>
                    <a:pt x="0" y="85979"/>
                  </a:moveTo>
                  <a:cubicBezTo>
                    <a:pt x="0" y="38481"/>
                    <a:pt x="38481" y="0"/>
                    <a:pt x="85979" y="0"/>
                  </a:cubicBezTo>
                  <a:cubicBezTo>
                    <a:pt x="133477" y="0"/>
                    <a:pt x="171958" y="38481"/>
                    <a:pt x="171958" y="85979"/>
                  </a:cubicBezTo>
                  <a:cubicBezTo>
                    <a:pt x="171958" y="133477"/>
                    <a:pt x="133477" y="171958"/>
                    <a:pt x="85979" y="171958"/>
                  </a:cubicBezTo>
                  <a:cubicBezTo>
                    <a:pt x="38481" y="171958"/>
                    <a:pt x="0" y="133477"/>
                    <a:pt x="0" y="85979"/>
                  </a:cubicBezTo>
                  <a:close/>
                </a:path>
              </a:pathLst>
            </a:custGeom>
            <a:solidFill>
              <a:srgbClr val="869FB2"/>
            </a:solidFill>
          </p:spPr>
        </p:sp>
      </p:grpSp>
      <p:sp>
        <p:nvSpPr>
          <p:cNvPr name="AutoShape 54" id="54"/>
          <p:cNvSpPr/>
          <p:nvPr/>
        </p:nvSpPr>
        <p:spPr>
          <a:xfrm rot="557280">
            <a:off x="5744623" y="7075627"/>
            <a:ext cx="234772" cy="0"/>
          </a:xfrm>
          <a:prstGeom prst="line">
            <a:avLst/>
          </a:prstGeom>
          <a:ln cap="rnd" w="19050">
            <a:solidFill>
              <a:srgbClr val="869FB2"/>
            </a:solidFill>
            <a:prstDash val="solid"/>
            <a:headEnd type="none" len="sm" w="sm"/>
            <a:tailEnd type="none" len="sm" w="sm"/>
          </a:ln>
        </p:spPr>
      </p:sp>
      <p:grpSp>
        <p:nvGrpSpPr>
          <p:cNvPr name="Group 55" id="55"/>
          <p:cNvGrpSpPr/>
          <p:nvPr/>
        </p:nvGrpSpPr>
        <p:grpSpPr>
          <a:xfrm rot="0">
            <a:off x="4840214" y="7657405"/>
            <a:ext cx="129007" cy="129007"/>
            <a:chOff x="0" y="0"/>
            <a:chExt cx="172009" cy="172009"/>
          </a:xfrm>
        </p:grpSpPr>
        <p:sp>
          <p:nvSpPr>
            <p:cNvPr name="Freeform 56" id="56"/>
            <p:cNvSpPr/>
            <p:nvPr/>
          </p:nvSpPr>
          <p:spPr>
            <a:xfrm flipH="false" flipV="false" rot="0">
              <a:off x="0" y="0"/>
              <a:ext cx="171958" cy="171958"/>
            </a:xfrm>
            <a:custGeom>
              <a:avLst/>
              <a:gdLst/>
              <a:ahLst/>
              <a:cxnLst/>
              <a:rect r="r" b="b" t="t" l="l"/>
              <a:pathLst>
                <a:path h="171958" w="171958">
                  <a:moveTo>
                    <a:pt x="0" y="85979"/>
                  </a:moveTo>
                  <a:cubicBezTo>
                    <a:pt x="0" y="38481"/>
                    <a:pt x="38481" y="0"/>
                    <a:pt x="85979" y="0"/>
                  </a:cubicBezTo>
                  <a:cubicBezTo>
                    <a:pt x="133477" y="0"/>
                    <a:pt x="171958" y="38481"/>
                    <a:pt x="171958" y="85979"/>
                  </a:cubicBezTo>
                  <a:cubicBezTo>
                    <a:pt x="171958" y="133477"/>
                    <a:pt x="133477" y="171958"/>
                    <a:pt x="85979" y="171958"/>
                  </a:cubicBezTo>
                  <a:cubicBezTo>
                    <a:pt x="38481" y="171958"/>
                    <a:pt x="0" y="133477"/>
                    <a:pt x="0" y="85979"/>
                  </a:cubicBezTo>
                  <a:close/>
                </a:path>
              </a:pathLst>
            </a:custGeom>
            <a:solidFill>
              <a:srgbClr val="869FB2"/>
            </a:solidFill>
          </p:spPr>
        </p:sp>
      </p:grpSp>
      <p:sp>
        <p:nvSpPr>
          <p:cNvPr name="AutoShape 57" id="57"/>
          <p:cNvSpPr/>
          <p:nvPr/>
        </p:nvSpPr>
        <p:spPr>
          <a:xfrm rot="10423380">
            <a:off x="4517631" y="7712850"/>
            <a:ext cx="346586" cy="0"/>
          </a:xfrm>
          <a:prstGeom prst="line">
            <a:avLst/>
          </a:prstGeom>
          <a:ln cap="rnd" w="19050">
            <a:solidFill>
              <a:srgbClr val="869FB2"/>
            </a:solidFill>
            <a:prstDash val="solid"/>
            <a:headEnd type="none" len="sm" w="sm"/>
            <a:tailEnd type="none" len="sm" w="sm"/>
          </a:ln>
        </p:spPr>
      </p:sp>
      <p:grpSp>
        <p:nvGrpSpPr>
          <p:cNvPr name="Group 58" id="58"/>
          <p:cNvGrpSpPr/>
          <p:nvPr/>
        </p:nvGrpSpPr>
        <p:grpSpPr>
          <a:xfrm rot="0">
            <a:off x="6756082" y="7657405"/>
            <a:ext cx="129007" cy="129007"/>
            <a:chOff x="0" y="0"/>
            <a:chExt cx="172009" cy="172009"/>
          </a:xfrm>
        </p:grpSpPr>
        <p:sp>
          <p:nvSpPr>
            <p:cNvPr name="Freeform 59" id="59"/>
            <p:cNvSpPr/>
            <p:nvPr/>
          </p:nvSpPr>
          <p:spPr>
            <a:xfrm flipH="false" flipV="false" rot="0">
              <a:off x="0" y="0"/>
              <a:ext cx="171958" cy="171958"/>
            </a:xfrm>
            <a:custGeom>
              <a:avLst/>
              <a:gdLst/>
              <a:ahLst/>
              <a:cxnLst/>
              <a:rect r="r" b="b" t="t" l="l"/>
              <a:pathLst>
                <a:path h="171958" w="171958">
                  <a:moveTo>
                    <a:pt x="0" y="85979"/>
                  </a:moveTo>
                  <a:cubicBezTo>
                    <a:pt x="0" y="38481"/>
                    <a:pt x="38481" y="0"/>
                    <a:pt x="85979" y="0"/>
                  </a:cubicBezTo>
                  <a:cubicBezTo>
                    <a:pt x="133477" y="0"/>
                    <a:pt x="171958" y="38481"/>
                    <a:pt x="171958" y="85979"/>
                  </a:cubicBezTo>
                  <a:cubicBezTo>
                    <a:pt x="171958" y="133477"/>
                    <a:pt x="133477" y="171958"/>
                    <a:pt x="85979" y="171958"/>
                  </a:cubicBezTo>
                  <a:cubicBezTo>
                    <a:pt x="38481" y="171958"/>
                    <a:pt x="0" y="133477"/>
                    <a:pt x="0" y="85979"/>
                  </a:cubicBezTo>
                  <a:close/>
                </a:path>
              </a:pathLst>
            </a:custGeom>
            <a:solidFill>
              <a:srgbClr val="869FB2"/>
            </a:solidFill>
          </p:spPr>
        </p:sp>
      </p:grpSp>
      <p:sp>
        <p:nvSpPr>
          <p:cNvPr name="AutoShape 60" id="60"/>
          <p:cNvSpPr/>
          <p:nvPr/>
        </p:nvSpPr>
        <p:spPr>
          <a:xfrm rot="380400">
            <a:off x="6863163" y="7712850"/>
            <a:ext cx="343138" cy="0"/>
          </a:xfrm>
          <a:prstGeom prst="line">
            <a:avLst/>
          </a:prstGeom>
          <a:ln cap="rnd" w="19050">
            <a:solidFill>
              <a:srgbClr val="869FB2"/>
            </a:solidFill>
            <a:prstDash val="solid"/>
            <a:headEnd type="none" len="sm" w="sm"/>
            <a:tailEnd type="none" len="sm" w="sm"/>
          </a:ln>
        </p:spPr>
      </p:sp>
      <p:sp>
        <p:nvSpPr>
          <p:cNvPr name="Freeform 61" id="61"/>
          <p:cNvSpPr/>
          <p:nvPr/>
        </p:nvSpPr>
        <p:spPr>
          <a:xfrm flipH="false" flipV="false" rot="0">
            <a:off x="4960182" y="7478249"/>
            <a:ext cx="1801082" cy="859460"/>
          </a:xfrm>
          <a:custGeom>
            <a:avLst/>
            <a:gdLst/>
            <a:ahLst/>
            <a:cxnLst/>
            <a:rect r="r" b="b" t="t" l="l"/>
            <a:pathLst>
              <a:path h="859460" w="1801082">
                <a:moveTo>
                  <a:pt x="0" y="0"/>
                </a:moveTo>
                <a:lnTo>
                  <a:pt x="1801082" y="0"/>
                </a:lnTo>
                <a:lnTo>
                  <a:pt x="1801082" y="859460"/>
                </a:lnTo>
                <a:lnTo>
                  <a:pt x="0" y="859460"/>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62" id="62"/>
          <p:cNvSpPr/>
          <p:nvPr/>
        </p:nvSpPr>
        <p:spPr>
          <a:xfrm flipH="false" flipV="false" rot="0">
            <a:off x="12784074" y="2087251"/>
            <a:ext cx="2265188" cy="1177785"/>
          </a:xfrm>
          <a:custGeom>
            <a:avLst/>
            <a:gdLst/>
            <a:ahLst/>
            <a:cxnLst/>
            <a:rect r="r" b="b" t="t" l="l"/>
            <a:pathLst>
              <a:path h="1177785" w="2265188">
                <a:moveTo>
                  <a:pt x="0" y="0"/>
                </a:moveTo>
                <a:lnTo>
                  <a:pt x="2265188" y="0"/>
                </a:lnTo>
                <a:lnTo>
                  <a:pt x="2265188" y="1177786"/>
                </a:lnTo>
                <a:lnTo>
                  <a:pt x="0" y="1177786"/>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63" id="63"/>
          <p:cNvSpPr/>
          <p:nvPr/>
        </p:nvSpPr>
        <p:spPr>
          <a:xfrm flipH="false" flipV="false" rot="0">
            <a:off x="7479878" y="6985911"/>
            <a:ext cx="2768917" cy="1366704"/>
          </a:xfrm>
          <a:custGeom>
            <a:avLst/>
            <a:gdLst/>
            <a:ahLst/>
            <a:cxnLst/>
            <a:rect r="r" b="b" t="t" l="l"/>
            <a:pathLst>
              <a:path h="1366704" w="2768917">
                <a:moveTo>
                  <a:pt x="0" y="0"/>
                </a:moveTo>
                <a:lnTo>
                  <a:pt x="2768917" y="0"/>
                </a:lnTo>
                <a:lnTo>
                  <a:pt x="2768917" y="1366704"/>
                </a:lnTo>
                <a:lnTo>
                  <a:pt x="0" y="1366704"/>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64" id="64"/>
          <p:cNvSpPr/>
          <p:nvPr/>
        </p:nvSpPr>
        <p:spPr>
          <a:xfrm flipH="false" flipV="false" rot="0">
            <a:off x="13048374" y="3698081"/>
            <a:ext cx="1900523" cy="1461183"/>
          </a:xfrm>
          <a:custGeom>
            <a:avLst/>
            <a:gdLst/>
            <a:ahLst/>
            <a:cxnLst/>
            <a:rect r="r" b="b" t="t" l="l"/>
            <a:pathLst>
              <a:path h="1461183" w="1900523">
                <a:moveTo>
                  <a:pt x="0" y="0"/>
                </a:moveTo>
                <a:lnTo>
                  <a:pt x="1900523" y="0"/>
                </a:lnTo>
                <a:lnTo>
                  <a:pt x="1900523" y="1461183"/>
                </a:lnTo>
                <a:lnTo>
                  <a:pt x="0" y="1461183"/>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65" id="65"/>
          <p:cNvSpPr/>
          <p:nvPr/>
        </p:nvSpPr>
        <p:spPr>
          <a:xfrm flipH="false" flipV="false" rot="0">
            <a:off x="4814630" y="3706406"/>
            <a:ext cx="1444952" cy="1444542"/>
          </a:xfrm>
          <a:custGeom>
            <a:avLst/>
            <a:gdLst/>
            <a:ahLst/>
            <a:cxnLst/>
            <a:rect r="r" b="b" t="t" l="l"/>
            <a:pathLst>
              <a:path h="1444542" w="1444952">
                <a:moveTo>
                  <a:pt x="0" y="0"/>
                </a:moveTo>
                <a:lnTo>
                  <a:pt x="1444952" y="0"/>
                </a:lnTo>
                <a:lnTo>
                  <a:pt x="1444952" y="1444543"/>
                </a:lnTo>
                <a:lnTo>
                  <a:pt x="0" y="1444543"/>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66" id="66"/>
          <p:cNvSpPr/>
          <p:nvPr/>
        </p:nvSpPr>
        <p:spPr>
          <a:xfrm flipH="false" flipV="false" rot="0">
            <a:off x="15188032" y="1940500"/>
            <a:ext cx="1694040" cy="1426569"/>
          </a:xfrm>
          <a:custGeom>
            <a:avLst/>
            <a:gdLst/>
            <a:ahLst/>
            <a:cxnLst/>
            <a:rect r="r" b="b" t="t" l="l"/>
            <a:pathLst>
              <a:path h="1426569" w="1694040">
                <a:moveTo>
                  <a:pt x="0" y="0"/>
                </a:moveTo>
                <a:lnTo>
                  <a:pt x="1694040" y="0"/>
                </a:lnTo>
                <a:lnTo>
                  <a:pt x="1694040" y="1426568"/>
                </a:lnTo>
                <a:lnTo>
                  <a:pt x="0" y="1426568"/>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67" id="67"/>
          <p:cNvSpPr/>
          <p:nvPr/>
        </p:nvSpPr>
        <p:spPr>
          <a:xfrm flipH="false" flipV="false" rot="0">
            <a:off x="7372074" y="5402494"/>
            <a:ext cx="3259055" cy="1266644"/>
          </a:xfrm>
          <a:custGeom>
            <a:avLst/>
            <a:gdLst/>
            <a:ahLst/>
            <a:cxnLst/>
            <a:rect r="r" b="b" t="t" l="l"/>
            <a:pathLst>
              <a:path h="1266644" w="3259055">
                <a:moveTo>
                  <a:pt x="0" y="0"/>
                </a:moveTo>
                <a:lnTo>
                  <a:pt x="3259055" y="0"/>
                </a:lnTo>
                <a:lnTo>
                  <a:pt x="3259055" y="1266644"/>
                </a:lnTo>
                <a:lnTo>
                  <a:pt x="0" y="1266644"/>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68" id="68"/>
          <p:cNvSpPr/>
          <p:nvPr/>
        </p:nvSpPr>
        <p:spPr>
          <a:xfrm flipH="false" flipV="false" rot="0">
            <a:off x="1398956" y="1940519"/>
            <a:ext cx="1769116" cy="1553061"/>
          </a:xfrm>
          <a:custGeom>
            <a:avLst/>
            <a:gdLst/>
            <a:ahLst/>
            <a:cxnLst/>
            <a:rect r="r" b="b" t="t" l="l"/>
            <a:pathLst>
              <a:path h="1553061" w="1769116">
                <a:moveTo>
                  <a:pt x="0" y="0"/>
                </a:moveTo>
                <a:lnTo>
                  <a:pt x="1769116" y="0"/>
                </a:lnTo>
                <a:lnTo>
                  <a:pt x="1769116" y="1553060"/>
                </a:lnTo>
                <a:lnTo>
                  <a:pt x="0" y="1553060"/>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69" id="69"/>
          <p:cNvSpPr/>
          <p:nvPr/>
        </p:nvSpPr>
        <p:spPr>
          <a:xfrm flipH="false" flipV="false" rot="0">
            <a:off x="4606928" y="1931889"/>
            <a:ext cx="1555375" cy="1640957"/>
          </a:xfrm>
          <a:custGeom>
            <a:avLst/>
            <a:gdLst/>
            <a:ahLst/>
            <a:cxnLst/>
            <a:rect r="r" b="b" t="t" l="l"/>
            <a:pathLst>
              <a:path h="1640957" w="1555375">
                <a:moveTo>
                  <a:pt x="0" y="0"/>
                </a:moveTo>
                <a:lnTo>
                  <a:pt x="1555376" y="0"/>
                </a:lnTo>
                <a:lnTo>
                  <a:pt x="1555376" y="1640958"/>
                </a:lnTo>
                <a:lnTo>
                  <a:pt x="0" y="1640958"/>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AutoShape 70" id="70"/>
          <p:cNvSpPr/>
          <p:nvPr/>
        </p:nvSpPr>
        <p:spPr>
          <a:xfrm rot="5298300">
            <a:off x="3452536" y="3385014"/>
            <a:ext cx="603237" cy="0"/>
          </a:xfrm>
          <a:prstGeom prst="line">
            <a:avLst/>
          </a:prstGeom>
          <a:ln cap="rnd" w="9525">
            <a:solidFill>
              <a:srgbClr val="213B55"/>
            </a:solidFill>
            <a:prstDash val="solid"/>
            <a:headEnd type="none" len="sm" w="sm"/>
            <a:tailEnd type="none" len="sm" w="sm"/>
          </a:ln>
        </p:spPr>
      </p:sp>
      <p:grpSp>
        <p:nvGrpSpPr>
          <p:cNvPr name="Group 71" id="71"/>
          <p:cNvGrpSpPr/>
          <p:nvPr/>
        </p:nvGrpSpPr>
        <p:grpSpPr>
          <a:xfrm rot="0">
            <a:off x="3299450" y="1932956"/>
            <a:ext cx="1184720" cy="1184720"/>
            <a:chOff x="0" y="0"/>
            <a:chExt cx="1579626" cy="1579626"/>
          </a:xfrm>
        </p:grpSpPr>
        <p:sp>
          <p:nvSpPr>
            <p:cNvPr name="Freeform 72" id="72"/>
            <p:cNvSpPr/>
            <p:nvPr/>
          </p:nvSpPr>
          <p:spPr>
            <a:xfrm flipH="false" flipV="false" rot="0">
              <a:off x="0" y="0"/>
              <a:ext cx="1579626" cy="1579626"/>
            </a:xfrm>
            <a:custGeom>
              <a:avLst/>
              <a:gdLst/>
              <a:ahLst/>
              <a:cxnLst/>
              <a:rect r="r" b="b" t="t" l="l"/>
              <a:pathLst>
                <a:path h="1579626" w="1579626">
                  <a:moveTo>
                    <a:pt x="0" y="789813"/>
                  </a:moveTo>
                  <a:cubicBezTo>
                    <a:pt x="0" y="353568"/>
                    <a:pt x="353568" y="0"/>
                    <a:pt x="789813" y="0"/>
                  </a:cubicBezTo>
                  <a:cubicBezTo>
                    <a:pt x="1226058" y="0"/>
                    <a:pt x="1579626" y="353568"/>
                    <a:pt x="1579626" y="789813"/>
                  </a:cubicBezTo>
                  <a:cubicBezTo>
                    <a:pt x="1579626" y="1226058"/>
                    <a:pt x="1226058" y="1579626"/>
                    <a:pt x="789813" y="1579626"/>
                  </a:cubicBezTo>
                  <a:cubicBezTo>
                    <a:pt x="353568" y="1579626"/>
                    <a:pt x="0" y="1226058"/>
                    <a:pt x="0" y="789813"/>
                  </a:cubicBezTo>
                  <a:close/>
                </a:path>
              </a:pathLst>
            </a:custGeom>
            <a:blipFill>
              <a:blip r:embed="rId7">
                <a:alphaModFix amt="0"/>
              </a:blip>
              <a:stretch>
                <a:fillRect l="-78303" t="0" r="-78303" b="0"/>
              </a:stretch>
            </a:blipFill>
            <a:ln w="19050" cap="sq">
              <a:solidFill>
                <a:srgbClr val="213B55"/>
              </a:solidFill>
              <a:prstDash val="solid"/>
              <a:miter/>
            </a:ln>
          </p:spPr>
        </p:sp>
      </p:grpSp>
      <p:sp>
        <p:nvSpPr>
          <p:cNvPr name="AutoShape 73" id="73"/>
          <p:cNvSpPr/>
          <p:nvPr/>
        </p:nvSpPr>
        <p:spPr>
          <a:xfrm rot="5298300">
            <a:off x="3542986" y="3299365"/>
            <a:ext cx="603237" cy="0"/>
          </a:xfrm>
          <a:prstGeom prst="line">
            <a:avLst/>
          </a:prstGeom>
          <a:ln cap="rnd" w="9525">
            <a:solidFill>
              <a:srgbClr val="667E92"/>
            </a:solidFill>
            <a:prstDash val="solid"/>
            <a:headEnd type="none" len="sm" w="sm"/>
            <a:tailEnd type="none" len="sm" w="sm"/>
          </a:ln>
        </p:spPr>
      </p:sp>
      <p:grpSp>
        <p:nvGrpSpPr>
          <p:cNvPr name="Group 74" id="74"/>
          <p:cNvGrpSpPr/>
          <p:nvPr/>
        </p:nvGrpSpPr>
        <p:grpSpPr>
          <a:xfrm rot="0">
            <a:off x="3395434" y="2028930"/>
            <a:ext cx="992495" cy="992495"/>
            <a:chOff x="0" y="0"/>
            <a:chExt cx="1323327" cy="1323327"/>
          </a:xfrm>
        </p:grpSpPr>
        <p:sp>
          <p:nvSpPr>
            <p:cNvPr name="Freeform 75" id="75"/>
            <p:cNvSpPr/>
            <p:nvPr/>
          </p:nvSpPr>
          <p:spPr>
            <a:xfrm flipH="false" flipV="false" rot="0">
              <a:off x="0" y="0"/>
              <a:ext cx="1323340" cy="1323340"/>
            </a:xfrm>
            <a:custGeom>
              <a:avLst/>
              <a:gdLst/>
              <a:ahLst/>
              <a:cxnLst/>
              <a:rect r="r" b="b" t="t" l="l"/>
              <a:pathLst>
                <a:path h="1323340" w="1323340">
                  <a:moveTo>
                    <a:pt x="0" y="661670"/>
                  </a:moveTo>
                  <a:cubicBezTo>
                    <a:pt x="0" y="296291"/>
                    <a:pt x="296291" y="0"/>
                    <a:pt x="661670" y="0"/>
                  </a:cubicBezTo>
                  <a:cubicBezTo>
                    <a:pt x="1027049" y="0"/>
                    <a:pt x="1323340" y="296291"/>
                    <a:pt x="1323340" y="661670"/>
                  </a:cubicBezTo>
                  <a:cubicBezTo>
                    <a:pt x="1323340" y="1027049"/>
                    <a:pt x="1027049" y="1323340"/>
                    <a:pt x="661670" y="1323340"/>
                  </a:cubicBezTo>
                  <a:cubicBezTo>
                    <a:pt x="296291" y="1323340"/>
                    <a:pt x="0" y="1027049"/>
                    <a:pt x="0" y="661670"/>
                  </a:cubicBezTo>
                  <a:close/>
                </a:path>
              </a:pathLst>
            </a:custGeom>
            <a:blipFill>
              <a:blip r:embed="rId7">
                <a:alphaModFix amt="0"/>
              </a:blip>
              <a:stretch>
                <a:fillRect l="-78302" t="0" r="-78301" b="0"/>
              </a:stretch>
            </a:blipFill>
            <a:ln w="19050" cap="sq">
              <a:solidFill>
                <a:srgbClr val="667E92"/>
              </a:solidFill>
              <a:prstDash val="solid"/>
              <a:miter/>
            </a:ln>
          </p:spPr>
        </p:sp>
      </p:grpSp>
      <p:sp>
        <p:nvSpPr>
          <p:cNvPr name="AutoShape 76" id="76"/>
          <p:cNvSpPr/>
          <p:nvPr/>
        </p:nvSpPr>
        <p:spPr>
          <a:xfrm rot="5298300">
            <a:off x="3633435" y="3206201"/>
            <a:ext cx="603237" cy="0"/>
          </a:xfrm>
          <a:prstGeom prst="line">
            <a:avLst/>
          </a:prstGeom>
          <a:ln cap="rnd" w="9525">
            <a:solidFill>
              <a:srgbClr val="445D73"/>
            </a:solidFill>
            <a:prstDash val="solid"/>
            <a:headEnd type="none" len="sm" w="sm"/>
            <a:tailEnd type="none" len="sm" w="sm"/>
          </a:ln>
        </p:spPr>
      </p:sp>
      <p:grpSp>
        <p:nvGrpSpPr>
          <p:cNvPr name="Group 77" id="77"/>
          <p:cNvGrpSpPr/>
          <p:nvPr/>
        </p:nvGrpSpPr>
        <p:grpSpPr>
          <a:xfrm rot="0">
            <a:off x="3492951" y="2127666"/>
            <a:ext cx="798014" cy="798014"/>
            <a:chOff x="0" y="0"/>
            <a:chExt cx="1064019" cy="1064019"/>
          </a:xfrm>
        </p:grpSpPr>
        <p:sp>
          <p:nvSpPr>
            <p:cNvPr name="Freeform 78" id="78"/>
            <p:cNvSpPr/>
            <p:nvPr/>
          </p:nvSpPr>
          <p:spPr>
            <a:xfrm flipH="false" flipV="false" rot="0">
              <a:off x="0" y="0"/>
              <a:ext cx="1064006" cy="1064006"/>
            </a:xfrm>
            <a:custGeom>
              <a:avLst/>
              <a:gdLst/>
              <a:ahLst/>
              <a:cxnLst/>
              <a:rect r="r" b="b" t="t" l="l"/>
              <a:pathLst>
                <a:path h="1064006" w="1064006">
                  <a:moveTo>
                    <a:pt x="0" y="532003"/>
                  </a:moveTo>
                  <a:cubicBezTo>
                    <a:pt x="0" y="238125"/>
                    <a:pt x="238125" y="0"/>
                    <a:pt x="532003" y="0"/>
                  </a:cubicBezTo>
                  <a:cubicBezTo>
                    <a:pt x="825881" y="0"/>
                    <a:pt x="1064006" y="238125"/>
                    <a:pt x="1064006" y="532003"/>
                  </a:cubicBezTo>
                  <a:cubicBezTo>
                    <a:pt x="1064006" y="825881"/>
                    <a:pt x="825881" y="1064006"/>
                    <a:pt x="532003" y="1064006"/>
                  </a:cubicBezTo>
                  <a:cubicBezTo>
                    <a:pt x="238125" y="1064006"/>
                    <a:pt x="0" y="825881"/>
                    <a:pt x="0" y="532003"/>
                  </a:cubicBezTo>
                  <a:close/>
                </a:path>
              </a:pathLst>
            </a:custGeom>
            <a:blipFill>
              <a:blip r:embed="rId7">
                <a:alphaModFix amt="0"/>
              </a:blip>
              <a:stretch>
                <a:fillRect l="-78304" t="0" r="-78305" b="-1"/>
              </a:stretch>
            </a:blipFill>
            <a:ln w="19050" cap="sq">
              <a:solidFill>
                <a:srgbClr val="445D73"/>
              </a:solidFill>
              <a:prstDash val="solid"/>
              <a:miter/>
            </a:ln>
          </p:spPr>
        </p:sp>
      </p:grpSp>
      <p:sp>
        <p:nvSpPr>
          <p:cNvPr name="AutoShape 79" id="79"/>
          <p:cNvSpPr/>
          <p:nvPr/>
        </p:nvSpPr>
        <p:spPr>
          <a:xfrm rot="5298300">
            <a:off x="3723884" y="3073260"/>
            <a:ext cx="603237" cy="0"/>
          </a:xfrm>
          <a:prstGeom prst="line">
            <a:avLst/>
          </a:prstGeom>
          <a:ln cap="rnd" w="9525">
            <a:solidFill>
              <a:srgbClr val="E3E9ED"/>
            </a:solidFill>
            <a:prstDash val="solid"/>
            <a:headEnd type="none" len="sm" w="sm"/>
            <a:tailEnd type="none" len="sm" w="sm"/>
          </a:ln>
        </p:spPr>
      </p:sp>
      <p:grpSp>
        <p:nvGrpSpPr>
          <p:cNvPr name="Group 80" id="80"/>
          <p:cNvGrpSpPr/>
          <p:nvPr/>
        </p:nvGrpSpPr>
        <p:grpSpPr>
          <a:xfrm rot="0">
            <a:off x="3594411" y="2227621"/>
            <a:ext cx="595103" cy="595103"/>
            <a:chOff x="0" y="0"/>
            <a:chExt cx="793471" cy="793471"/>
          </a:xfrm>
        </p:grpSpPr>
        <p:sp>
          <p:nvSpPr>
            <p:cNvPr name="Freeform 81" id="81"/>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blipFill>
              <a:blip r:embed="rId7">
                <a:alphaModFix amt="0"/>
              </a:blip>
              <a:stretch>
                <a:fillRect l="-78301" t="0" r="-78297" b="3"/>
              </a:stretch>
            </a:blipFill>
            <a:ln w="19050" cap="sq">
              <a:solidFill>
                <a:srgbClr val="E3E9ED"/>
              </a:solidFill>
              <a:prstDash val="solid"/>
              <a:miter/>
            </a:ln>
          </p:spPr>
        </p:sp>
      </p:grpSp>
      <p:grpSp>
        <p:nvGrpSpPr>
          <p:cNvPr name="Group 82" id="82"/>
          <p:cNvGrpSpPr/>
          <p:nvPr/>
        </p:nvGrpSpPr>
        <p:grpSpPr>
          <a:xfrm rot="0">
            <a:off x="3681298" y="2316013"/>
            <a:ext cx="421424" cy="421424"/>
            <a:chOff x="0" y="0"/>
            <a:chExt cx="561899" cy="561899"/>
          </a:xfrm>
        </p:grpSpPr>
        <p:sp>
          <p:nvSpPr>
            <p:cNvPr name="Freeform 83" id="83"/>
            <p:cNvSpPr/>
            <p:nvPr/>
          </p:nvSpPr>
          <p:spPr>
            <a:xfrm flipH="false" flipV="false" rot="0">
              <a:off x="0" y="0"/>
              <a:ext cx="561848" cy="561848"/>
            </a:xfrm>
            <a:custGeom>
              <a:avLst/>
              <a:gdLst/>
              <a:ahLst/>
              <a:cxnLst/>
              <a:rect r="r" b="b" t="t" l="l"/>
              <a:pathLst>
                <a:path h="561848" w="561848">
                  <a:moveTo>
                    <a:pt x="0" y="280924"/>
                  </a:moveTo>
                  <a:cubicBezTo>
                    <a:pt x="0" y="125730"/>
                    <a:pt x="125730" y="0"/>
                    <a:pt x="280924" y="0"/>
                  </a:cubicBezTo>
                  <a:cubicBezTo>
                    <a:pt x="436118" y="0"/>
                    <a:pt x="561848" y="125730"/>
                    <a:pt x="561848" y="280924"/>
                  </a:cubicBezTo>
                  <a:cubicBezTo>
                    <a:pt x="561848" y="436118"/>
                    <a:pt x="436118" y="561848"/>
                    <a:pt x="280924" y="561848"/>
                  </a:cubicBezTo>
                  <a:cubicBezTo>
                    <a:pt x="125730" y="561848"/>
                    <a:pt x="0" y="436118"/>
                    <a:pt x="0" y="280924"/>
                  </a:cubicBezTo>
                  <a:close/>
                </a:path>
              </a:pathLst>
            </a:custGeom>
            <a:blipFill>
              <a:blip r:embed="rId7">
                <a:alphaModFix amt="0"/>
              </a:blip>
              <a:stretch>
                <a:fillRect l="-78310" t="0" r="-78319" b="-9"/>
              </a:stretch>
            </a:blipFill>
            <a:ln w="19050" cap="sq">
              <a:solidFill>
                <a:srgbClr val="F2F2F2"/>
              </a:solidFill>
              <a:prstDash val="solid"/>
              <a:miter/>
            </a:ln>
          </p:spPr>
        </p:sp>
      </p:grpSp>
      <p:sp>
        <p:nvSpPr>
          <p:cNvPr name="Freeform 84" id="84"/>
          <p:cNvSpPr/>
          <p:nvPr/>
        </p:nvSpPr>
        <p:spPr>
          <a:xfrm flipH="false" flipV="false" rot="0">
            <a:off x="3145755" y="3712254"/>
            <a:ext cx="1482681" cy="1432836"/>
          </a:xfrm>
          <a:custGeom>
            <a:avLst/>
            <a:gdLst/>
            <a:ahLst/>
            <a:cxnLst/>
            <a:rect r="r" b="b" t="t" l="l"/>
            <a:pathLst>
              <a:path h="1432836" w="1482681">
                <a:moveTo>
                  <a:pt x="0" y="0"/>
                </a:moveTo>
                <a:lnTo>
                  <a:pt x="1482681" y="0"/>
                </a:lnTo>
                <a:lnTo>
                  <a:pt x="1482681" y="1432837"/>
                </a:lnTo>
                <a:lnTo>
                  <a:pt x="0" y="1432837"/>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85" id="85"/>
          <p:cNvSpPr/>
          <p:nvPr/>
        </p:nvSpPr>
        <p:spPr>
          <a:xfrm flipH="false" flipV="false" rot="0">
            <a:off x="15371807" y="6965947"/>
            <a:ext cx="644376" cy="1388583"/>
          </a:xfrm>
          <a:custGeom>
            <a:avLst/>
            <a:gdLst/>
            <a:ahLst/>
            <a:cxnLst/>
            <a:rect r="r" b="b" t="t" l="l"/>
            <a:pathLst>
              <a:path h="1388583" w="644376">
                <a:moveTo>
                  <a:pt x="0" y="0"/>
                </a:moveTo>
                <a:lnTo>
                  <a:pt x="644376" y="0"/>
                </a:lnTo>
                <a:lnTo>
                  <a:pt x="644376" y="1388583"/>
                </a:lnTo>
                <a:lnTo>
                  <a:pt x="0" y="1388583"/>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86" id="86"/>
          <p:cNvSpPr/>
          <p:nvPr/>
        </p:nvSpPr>
        <p:spPr>
          <a:xfrm flipH="false" flipV="false" rot="0">
            <a:off x="11213163" y="1929146"/>
            <a:ext cx="1443485" cy="1504188"/>
          </a:xfrm>
          <a:custGeom>
            <a:avLst/>
            <a:gdLst/>
            <a:ahLst/>
            <a:cxnLst/>
            <a:rect r="r" b="b" t="t" l="l"/>
            <a:pathLst>
              <a:path h="1504188" w="1443485">
                <a:moveTo>
                  <a:pt x="0" y="0"/>
                </a:moveTo>
                <a:lnTo>
                  <a:pt x="1443486" y="0"/>
                </a:lnTo>
                <a:lnTo>
                  <a:pt x="1443486" y="1504188"/>
                </a:lnTo>
                <a:lnTo>
                  <a:pt x="0" y="1504188"/>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87" id="87"/>
          <p:cNvSpPr/>
          <p:nvPr/>
        </p:nvSpPr>
        <p:spPr>
          <a:xfrm flipH="false" flipV="false" rot="0">
            <a:off x="1418539" y="5403761"/>
            <a:ext cx="2926604" cy="1263415"/>
          </a:xfrm>
          <a:custGeom>
            <a:avLst/>
            <a:gdLst/>
            <a:ahLst/>
            <a:cxnLst/>
            <a:rect r="r" b="b" t="t" l="l"/>
            <a:pathLst>
              <a:path h="1263415" w="2926604">
                <a:moveTo>
                  <a:pt x="0" y="0"/>
                </a:moveTo>
                <a:lnTo>
                  <a:pt x="2926604" y="0"/>
                </a:lnTo>
                <a:lnTo>
                  <a:pt x="2926604" y="1263415"/>
                </a:lnTo>
                <a:lnTo>
                  <a:pt x="0" y="1263415"/>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1407633" y="1922221"/>
            <a:ext cx="3291288" cy="3061811"/>
          </a:xfrm>
          <a:custGeom>
            <a:avLst/>
            <a:gdLst/>
            <a:ahLst/>
            <a:cxnLst/>
            <a:rect r="r" b="b" t="t" l="l"/>
            <a:pathLst>
              <a:path h="3061811" w="3291288">
                <a:moveTo>
                  <a:pt x="0" y="0"/>
                </a:moveTo>
                <a:lnTo>
                  <a:pt x="3291288" y="0"/>
                </a:lnTo>
                <a:lnTo>
                  <a:pt x="3291288" y="3061811"/>
                </a:lnTo>
                <a:lnTo>
                  <a:pt x="0" y="30618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206489" y="1960493"/>
            <a:ext cx="2738018" cy="2213791"/>
          </a:xfrm>
          <a:custGeom>
            <a:avLst/>
            <a:gdLst/>
            <a:ahLst/>
            <a:cxnLst/>
            <a:rect r="r" b="b" t="t" l="l"/>
            <a:pathLst>
              <a:path h="2213791" w="2738018">
                <a:moveTo>
                  <a:pt x="0" y="0"/>
                </a:moveTo>
                <a:lnTo>
                  <a:pt x="2738018" y="0"/>
                </a:lnTo>
                <a:lnTo>
                  <a:pt x="2738018" y="2213791"/>
                </a:lnTo>
                <a:lnTo>
                  <a:pt x="0" y="22137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180257" y="4884382"/>
            <a:ext cx="2785386" cy="326260"/>
          </a:xfrm>
          <a:custGeom>
            <a:avLst/>
            <a:gdLst/>
            <a:ahLst/>
            <a:cxnLst/>
            <a:rect r="r" b="b" t="t" l="l"/>
            <a:pathLst>
              <a:path h="326260" w="2785386">
                <a:moveTo>
                  <a:pt x="0" y="0"/>
                </a:moveTo>
                <a:lnTo>
                  <a:pt x="2785386" y="0"/>
                </a:lnTo>
                <a:lnTo>
                  <a:pt x="2785386" y="326260"/>
                </a:lnTo>
                <a:lnTo>
                  <a:pt x="0" y="3262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5171713" y="5437289"/>
            <a:ext cx="2794502" cy="332746"/>
          </a:xfrm>
          <a:custGeom>
            <a:avLst/>
            <a:gdLst/>
            <a:ahLst/>
            <a:cxnLst/>
            <a:rect r="r" b="b" t="t" l="l"/>
            <a:pathLst>
              <a:path h="332746" w="2794502">
                <a:moveTo>
                  <a:pt x="0" y="0"/>
                </a:moveTo>
                <a:lnTo>
                  <a:pt x="2794502" y="0"/>
                </a:lnTo>
                <a:lnTo>
                  <a:pt x="2794502" y="332746"/>
                </a:lnTo>
                <a:lnTo>
                  <a:pt x="0" y="3327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5172561" y="5987529"/>
            <a:ext cx="2837669" cy="333842"/>
          </a:xfrm>
          <a:custGeom>
            <a:avLst/>
            <a:gdLst/>
            <a:ahLst/>
            <a:cxnLst/>
            <a:rect r="r" b="b" t="t" l="l"/>
            <a:pathLst>
              <a:path h="333842" w="2837669">
                <a:moveTo>
                  <a:pt x="0" y="0"/>
                </a:moveTo>
                <a:lnTo>
                  <a:pt x="2837669" y="0"/>
                </a:lnTo>
                <a:lnTo>
                  <a:pt x="2837669" y="333842"/>
                </a:lnTo>
                <a:lnTo>
                  <a:pt x="0" y="3338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5165884" y="4398264"/>
            <a:ext cx="2786910" cy="265995"/>
          </a:xfrm>
          <a:custGeom>
            <a:avLst/>
            <a:gdLst/>
            <a:ahLst/>
            <a:cxnLst/>
            <a:rect r="r" b="b" t="t" l="l"/>
            <a:pathLst>
              <a:path h="265995" w="2786910">
                <a:moveTo>
                  <a:pt x="0" y="0"/>
                </a:moveTo>
                <a:lnTo>
                  <a:pt x="2786910" y="0"/>
                </a:lnTo>
                <a:lnTo>
                  <a:pt x="2786910" y="265995"/>
                </a:lnTo>
                <a:lnTo>
                  <a:pt x="0" y="26599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5201164" y="7133053"/>
            <a:ext cx="2744791" cy="402384"/>
          </a:xfrm>
          <a:custGeom>
            <a:avLst/>
            <a:gdLst/>
            <a:ahLst/>
            <a:cxnLst/>
            <a:rect r="r" b="b" t="t" l="l"/>
            <a:pathLst>
              <a:path h="402384" w="2744791">
                <a:moveTo>
                  <a:pt x="0" y="0"/>
                </a:moveTo>
                <a:lnTo>
                  <a:pt x="2744791" y="0"/>
                </a:lnTo>
                <a:lnTo>
                  <a:pt x="2744791" y="402384"/>
                </a:lnTo>
                <a:lnTo>
                  <a:pt x="0" y="402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5180286" y="6535417"/>
            <a:ext cx="2783862" cy="371694"/>
          </a:xfrm>
          <a:custGeom>
            <a:avLst/>
            <a:gdLst/>
            <a:ahLst/>
            <a:cxnLst/>
            <a:rect r="r" b="b" t="t" l="l"/>
            <a:pathLst>
              <a:path h="371694" w="2783862">
                <a:moveTo>
                  <a:pt x="0" y="0"/>
                </a:moveTo>
                <a:lnTo>
                  <a:pt x="2783862" y="0"/>
                </a:lnTo>
                <a:lnTo>
                  <a:pt x="2783862" y="371694"/>
                </a:lnTo>
                <a:lnTo>
                  <a:pt x="0" y="371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5276164" y="7760351"/>
            <a:ext cx="2618061" cy="601666"/>
          </a:xfrm>
          <a:custGeom>
            <a:avLst/>
            <a:gdLst/>
            <a:ahLst/>
            <a:cxnLst/>
            <a:rect r="r" b="b" t="t" l="l"/>
            <a:pathLst>
              <a:path h="601666" w="2618061">
                <a:moveTo>
                  <a:pt x="0" y="0"/>
                </a:moveTo>
                <a:lnTo>
                  <a:pt x="2618061" y="0"/>
                </a:lnTo>
                <a:lnTo>
                  <a:pt x="2618061" y="601666"/>
                </a:lnTo>
                <a:lnTo>
                  <a:pt x="0" y="60166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AutoShape 11" id="11"/>
          <p:cNvSpPr/>
          <p:nvPr/>
        </p:nvSpPr>
        <p:spPr>
          <a:xfrm rot="21060">
            <a:off x="10407520" y="5492153"/>
            <a:ext cx="3107912" cy="0"/>
          </a:xfrm>
          <a:prstGeom prst="line">
            <a:avLst/>
          </a:prstGeom>
          <a:ln cap="rnd" w="9525">
            <a:solidFill>
              <a:srgbClr val="E3E9ED"/>
            </a:solidFill>
            <a:prstDash val="solid"/>
            <a:headEnd type="none" len="sm" w="sm"/>
            <a:tailEnd type="none" len="sm" w="sm"/>
          </a:ln>
        </p:spPr>
      </p:sp>
      <p:sp>
        <p:nvSpPr>
          <p:cNvPr name="AutoShape 12" id="12"/>
          <p:cNvSpPr/>
          <p:nvPr/>
        </p:nvSpPr>
        <p:spPr>
          <a:xfrm rot="70740">
            <a:off x="10407806" y="5492153"/>
            <a:ext cx="925849" cy="0"/>
          </a:xfrm>
          <a:prstGeom prst="line">
            <a:avLst/>
          </a:prstGeom>
          <a:ln cap="rnd" w="9525">
            <a:solidFill>
              <a:srgbClr val="7994A9"/>
            </a:solidFill>
            <a:prstDash val="solid"/>
            <a:headEnd type="none" len="sm" w="sm"/>
            <a:tailEnd type="oval" len="lg" w="lg"/>
          </a:ln>
        </p:spPr>
      </p:sp>
      <p:sp>
        <p:nvSpPr>
          <p:cNvPr name="AutoShape 13" id="13"/>
          <p:cNvSpPr/>
          <p:nvPr/>
        </p:nvSpPr>
        <p:spPr>
          <a:xfrm rot="21060">
            <a:off x="10407520" y="5492153"/>
            <a:ext cx="3107912" cy="0"/>
          </a:xfrm>
          <a:prstGeom prst="line">
            <a:avLst/>
          </a:prstGeom>
          <a:ln cap="rnd" w="9525">
            <a:solidFill>
              <a:srgbClr val="E3E9ED"/>
            </a:solidFill>
            <a:prstDash val="solid"/>
            <a:headEnd type="none" len="sm" w="sm"/>
            <a:tailEnd type="none" len="sm" w="sm"/>
          </a:ln>
        </p:spPr>
      </p:sp>
      <p:sp>
        <p:nvSpPr>
          <p:cNvPr name="AutoShape 14" id="14"/>
          <p:cNvSpPr/>
          <p:nvPr/>
        </p:nvSpPr>
        <p:spPr>
          <a:xfrm rot="32460">
            <a:off x="10407853" y="5492153"/>
            <a:ext cx="2016538" cy="0"/>
          </a:xfrm>
          <a:prstGeom prst="line">
            <a:avLst/>
          </a:prstGeom>
          <a:ln cap="rnd" w="9525">
            <a:solidFill>
              <a:srgbClr val="7994A9"/>
            </a:solidFill>
            <a:prstDash val="solid"/>
            <a:headEnd type="none" len="sm" w="sm"/>
            <a:tailEnd type="oval" len="lg" w="lg"/>
          </a:ln>
        </p:spPr>
      </p:sp>
      <p:sp>
        <p:nvSpPr>
          <p:cNvPr name="Freeform 15" id="15"/>
          <p:cNvSpPr/>
          <p:nvPr/>
        </p:nvSpPr>
        <p:spPr>
          <a:xfrm flipH="false" flipV="false" rot="0">
            <a:off x="8605018" y="2163547"/>
            <a:ext cx="2703262" cy="1067552"/>
          </a:xfrm>
          <a:custGeom>
            <a:avLst/>
            <a:gdLst/>
            <a:ahLst/>
            <a:cxnLst/>
            <a:rect r="r" b="b" t="t" l="l"/>
            <a:pathLst>
              <a:path h="1067552" w="2703262">
                <a:moveTo>
                  <a:pt x="0" y="0"/>
                </a:moveTo>
                <a:lnTo>
                  <a:pt x="2703262" y="0"/>
                </a:lnTo>
                <a:lnTo>
                  <a:pt x="2703262" y="1067552"/>
                </a:lnTo>
                <a:lnTo>
                  <a:pt x="0" y="106755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AutoShape 16" id="16"/>
          <p:cNvSpPr/>
          <p:nvPr/>
        </p:nvSpPr>
        <p:spPr>
          <a:xfrm rot="5359560">
            <a:off x="7765285" y="2677116"/>
            <a:ext cx="1503302" cy="0"/>
          </a:xfrm>
          <a:prstGeom prst="line">
            <a:avLst/>
          </a:prstGeom>
          <a:ln cap="rnd" w="9525">
            <a:solidFill>
              <a:srgbClr val="E3E9ED"/>
            </a:solidFill>
            <a:prstDash val="solid"/>
            <a:headEnd type="none" len="sm" w="sm"/>
            <a:tailEnd type="none" len="sm" w="sm"/>
          </a:ln>
        </p:spPr>
      </p:sp>
      <p:sp>
        <p:nvSpPr>
          <p:cNvPr name="AutoShape 17" id="17"/>
          <p:cNvSpPr/>
          <p:nvPr/>
        </p:nvSpPr>
        <p:spPr>
          <a:xfrm rot="19620">
            <a:off x="8511321" y="3414512"/>
            <a:ext cx="2875902" cy="0"/>
          </a:xfrm>
          <a:prstGeom prst="line">
            <a:avLst/>
          </a:prstGeom>
          <a:ln cap="rnd" w="9525">
            <a:solidFill>
              <a:srgbClr val="E3E9ED"/>
            </a:solidFill>
            <a:prstDash val="solid"/>
            <a:headEnd type="none" len="sm" w="sm"/>
            <a:tailEnd type="none" len="sm" w="sm"/>
          </a:ln>
        </p:spPr>
      </p:sp>
      <p:sp>
        <p:nvSpPr>
          <p:cNvPr name="Freeform 18" id="18"/>
          <p:cNvSpPr/>
          <p:nvPr/>
        </p:nvSpPr>
        <p:spPr>
          <a:xfrm flipH="false" flipV="false" rot="0">
            <a:off x="8490699" y="4378681"/>
            <a:ext cx="2913898" cy="2117103"/>
          </a:xfrm>
          <a:custGeom>
            <a:avLst/>
            <a:gdLst/>
            <a:ahLst/>
            <a:cxnLst/>
            <a:rect r="r" b="b" t="t" l="l"/>
            <a:pathLst>
              <a:path h="2117103" w="2913898">
                <a:moveTo>
                  <a:pt x="0" y="0"/>
                </a:moveTo>
                <a:lnTo>
                  <a:pt x="2913898" y="0"/>
                </a:lnTo>
                <a:lnTo>
                  <a:pt x="2913898" y="2117102"/>
                </a:lnTo>
                <a:lnTo>
                  <a:pt x="0" y="211710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9" id="19"/>
          <p:cNvGrpSpPr/>
          <p:nvPr/>
        </p:nvGrpSpPr>
        <p:grpSpPr>
          <a:xfrm rot="-10800000">
            <a:off x="8525170" y="7959423"/>
            <a:ext cx="2708605" cy="389877"/>
            <a:chOff x="0" y="0"/>
            <a:chExt cx="3611474" cy="519836"/>
          </a:xfrm>
        </p:grpSpPr>
        <p:sp>
          <p:nvSpPr>
            <p:cNvPr name="Freeform 20" id="20"/>
            <p:cNvSpPr/>
            <p:nvPr/>
          </p:nvSpPr>
          <p:spPr>
            <a:xfrm flipH="false" flipV="false" rot="0">
              <a:off x="0" y="0"/>
              <a:ext cx="3611499" cy="519811"/>
            </a:xfrm>
            <a:custGeom>
              <a:avLst/>
              <a:gdLst/>
              <a:ahLst/>
              <a:cxnLst/>
              <a:rect r="r" b="b" t="t" l="l"/>
              <a:pathLst>
                <a:path h="519811" w="3611499">
                  <a:moveTo>
                    <a:pt x="0" y="0"/>
                  </a:moveTo>
                  <a:lnTo>
                    <a:pt x="3611499" y="0"/>
                  </a:lnTo>
                  <a:lnTo>
                    <a:pt x="3611499" y="519811"/>
                  </a:lnTo>
                  <a:lnTo>
                    <a:pt x="0" y="519811"/>
                  </a:lnTo>
                  <a:close/>
                </a:path>
              </a:pathLst>
            </a:custGeom>
            <a:blipFill>
              <a:blip r:embed="rId25">
                <a:alphaModFix amt="0"/>
              </a:blip>
              <a:stretch>
                <a:fillRect l="0" t="-85373" r="0" b="-85377"/>
              </a:stretch>
            </a:blipFill>
            <a:ln w="19050" cap="sq">
              <a:solidFill>
                <a:srgbClr val="435D74"/>
              </a:solidFill>
              <a:prstDash val="solid"/>
              <a:miter/>
            </a:ln>
          </p:spPr>
        </p:sp>
      </p:grpSp>
      <p:sp>
        <p:nvSpPr>
          <p:cNvPr name="AutoShape 21" id="21"/>
          <p:cNvSpPr/>
          <p:nvPr/>
        </p:nvSpPr>
        <p:spPr>
          <a:xfrm rot="193260">
            <a:off x="11223469" y="8149838"/>
            <a:ext cx="146771" cy="0"/>
          </a:xfrm>
          <a:prstGeom prst="line">
            <a:avLst/>
          </a:prstGeom>
          <a:ln cap="rnd" w="9525">
            <a:solidFill>
              <a:srgbClr val="435D74"/>
            </a:solidFill>
            <a:prstDash val="solid"/>
            <a:headEnd type="none" len="sm" w="sm"/>
            <a:tailEnd type="none" len="sm" w="sm"/>
          </a:ln>
        </p:spPr>
      </p:sp>
      <p:grpSp>
        <p:nvGrpSpPr>
          <p:cNvPr name="Group 22" id="22"/>
          <p:cNvGrpSpPr/>
          <p:nvPr/>
        </p:nvGrpSpPr>
        <p:grpSpPr>
          <a:xfrm rot="-10800000">
            <a:off x="8778792" y="7486326"/>
            <a:ext cx="2201389" cy="389877"/>
            <a:chOff x="0" y="0"/>
            <a:chExt cx="2935186" cy="519836"/>
          </a:xfrm>
        </p:grpSpPr>
        <p:sp>
          <p:nvSpPr>
            <p:cNvPr name="Freeform 23" id="23"/>
            <p:cNvSpPr/>
            <p:nvPr/>
          </p:nvSpPr>
          <p:spPr>
            <a:xfrm flipH="false" flipV="false" rot="0">
              <a:off x="0" y="0"/>
              <a:ext cx="2935224" cy="519811"/>
            </a:xfrm>
            <a:custGeom>
              <a:avLst/>
              <a:gdLst/>
              <a:ahLst/>
              <a:cxnLst/>
              <a:rect r="r" b="b" t="t" l="l"/>
              <a:pathLst>
                <a:path h="519811" w="2935224">
                  <a:moveTo>
                    <a:pt x="0" y="0"/>
                  </a:moveTo>
                  <a:lnTo>
                    <a:pt x="2935224" y="0"/>
                  </a:lnTo>
                  <a:lnTo>
                    <a:pt x="2935224" y="519811"/>
                  </a:lnTo>
                  <a:lnTo>
                    <a:pt x="0" y="519811"/>
                  </a:lnTo>
                  <a:close/>
                </a:path>
              </a:pathLst>
            </a:custGeom>
            <a:blipFill>
              <a:blip r:embed="rId25">
                <a:alphaModFix amt="0"/>
              </a:blip>
              <a:stretch>
                <a:fillRect l="0" t="-60022" r="1" b="-60027"/>
              </a:stretch>
            </a:blipFill>
            <a:ln w="19050" cap="sq">
              <a:solidFill>
                <a:srgbClr val="5F7D95"/>
              </a:solidFill>
              <a:prstDash val="solid"/>
              <a:miter/>
            </a:ln>
          </p:spPr>
        </p:sp>
      </p:grpSp>
      <p:sp>
        <p:nvSpPr>
          <p:cNvPr name="AutoShape 24" id="24"/>
          <p:cNvSpPr/>
          <p:nvPr/>
        </p:nvSpPr>
        <p:spPr>
          <a:xfrm rot="172020">
            <a:off x="8634003" y="7676502"/>
            <a:ext cx="155067" cy="0"/>
          </a:xfrm>
          <a:prstGeom prst="line">
            <a:avLst/>
          </a:prstGeom>
          <a:ln cap="rnd" w="9525">
            <a:solidFill>
              <a:srgbClr val="5F7D95"/>
            </a:solidFill>
            <a:prstDash val="solid"/>
            <a:headEnd type="none" len="sm" w="sm"/>
            <a:tailEnd type="none" len="sm" w="sm"/>
          </a:ln>
        </p:spPr>
      </p:sp>
      <p:grpSp>
        <p:nvGrpSpPr>
          <p:cNvPr name="Group 25" id="25"/>
          <p:cNvGrpSpPr/>
          <p:nvPr/>
        </p:nvGrpSpPr>
        <p:grpSpPr>
          <a:xfrm rot="-10800000">
            <a:off x="9088184" y="7025983"/>
            <a:ext cx="1582845" cy="389877"/>
            <a:chOff x="0" y="0"/>
            <a:chExt cx="2110461" cy="519836"/>
          </a:xfrm>
        </p:grpSpPr>
        <p:sp>
          <p:nvSpPr>
            <p:cNvPr name="Freeform 26" id="26"/>
            <p:cNvSpPr/>
            <p:nvPr/>
          </p:nvSpPr>
          <p:spPr>
            <a:xfrm flipH="false" flipV="false" rot="0">
              <a:off x="0" y="0"/>
              <a:ext cx="2110486" cy="519811"/>
            </a:xfrm>
            <a:custGeom>
              <a:avLst/>
              <a:gdLst/>
              <a:ahLst/>
              <a:cxnLst/>
              <a:rect r="r" b="b" t="t" l="l"/>
              <a:pathLst>
                <a:path h="519811" w="2110486">
                  <a:moveTo>
                    <a:pt x="0" y="0"/>
                  </a:moveTo>
                  <a:lnTo>
                    <a:pt x="2110486" y="0"/>
                  </a:lnTo>
                  <a:lnTo>
                    <a:pt x="2110486" y="519811"/>
                  </a:lnTo>
                  <a:lnTo>
                    <a:pt x="0" y="519811"/>
                  </a:lnTo>
                  <a:close/>
                </a:path>
              </a:pathLst>
            </a:custGeom>
            <a:blipFill>
              <a:blip r:embed="rId25">
                <a:alphaModFix amt="0"/>
              </a:blip>
              <a:stretch>
                <a:fillRect l="0" t="-29107" r="1" b="-29112"/>
              </a:stretch>
            </a:blipFill>
            <a:ln w="19050" cap="sq">
              <a:solidFill>
                <a:srgbClr val="869FB2"/>
              </a:solidFill>
              <a:prstDash val="solid"/>
              <a:miter/>
            </a:ln>
          </p:spPr>
        </p:sp>
      </p:grpSp>
      <p:sp>
        <p:nvSpPr>
          <p:cNvPr name="AutoShape 27" id="27"/>
          <p:cNvSpPr/>
          <p:nvPr/>
        </p:nvSpPr>
        <p:spPr>
          <a:xfrm rot="198420">
            <a:off x="10660732" y="7216407"/>
            <a:ext cx="142923" cy="0"/>
          </a:xfrm>
          <a:prstGeom prst="line">
            <a:avLst/>
          </a:prstGeom>
          <a:ln cap="rnd" w="9525">
            <a:solidFill>
              <a:srgbClr val="869FB2"/>
            </a:solidFill>
            <a:prstDash val="solid"/>
            <a:headEnd type="none" len="sm" w="sm"/>
            <a:tailEnd type="none" len="sm" w="sm"/>
          </a:ln>
        </p:spPr>
      </p:sp>
      <p:grpSp>
        <p:nvGrpSpPr>
          <p:cNvPr name="Group 28" id="28"/>
          <p:cNvGrpSpPr/>
          <p:nvPr/>
        </p:nvGrpSpPr>
        <p:grpSpPr>
          <a:xfrm rot="-10800000">
            <a:off x="9441047" y="6565640"/>
            <a:ext cx="877043" cy="389877"/>
            <a:chOff x="0" y="0"/>
            <a:chExt cx="1169391" cy="519836"/>
          </a:xfrm>
        </p:grpSpPr>
        <p:sp>
          <p:nvSpPr>
            <p:cNvPr name="Freeform 29" id="29"/>
            <p:cNvSpPr/>
            <p:nvPr/>
          </p:nvSpPr>
          <p:spPr>
            <a:xfrm flipH="false" flipV="false" rot="0">
              <a:off x="0" y="0"/>
              <a:ext cx="1169416" cy="519811"/>
            </a:xfrm>
            <a:custGeom>
              <a:avLst/>
              <a:gdLst/>
              <a:ahLst/>
              <a:cxnLst/>
              <a:rect r="r" b="b" t="t" l="l"/>
              <a:pathLst>
                <a:path h="519811" w="1169416">
                  <a:moveTo>
                    <a:pt x="0" y="0"/>
                  </a:moveTo>
                  <a:lnTo>
                    <a:pt x="1169416" y="0"/>
                  </a:lnTo>
                  <a:lnTo>
                    <a:pt x="1169416" y="519811"/>
                  </a:lnTo>
                  <a:lnTo>
                    <a:pt x="0" y="519811"/>
                  </a:lnTo>
                  <a:close/>
                </a:path>
              </a:pathLst>
            </a:custGeom>
            <a:blipFill>
              <a:blip r:embed="rId25">
                <a:alphaModFix amt="0"/>
              </a:blip>
              <a:stretch>
                <a:fillRect l="-7035" t="0" r="-7033" b="-4"/>
              </a:stretch>
            </a:blipFill>
            <a:ln w="19050" cap="sq">
              <a:solidFill>
                <a:srgbClr val="BAC8D3"/>
              </a:solidFill>
              <a:prstDash val="solid"/>
              <a:miter/>
            </a:ln>
          </p:spPr>
        </p:sp>
      </p:grpSp>
      <p:sp>
        <p:nvSpPr>
          <p:cNvPr name="AutoShape 30" id="30"/>
          <p:cNvSpPr/>
          <p:nvPr/>
        </p:nvSpPr>
        <p:spPr>
          <a:xfrm rot="10547100">
            <a:off x="9329242" y="6756425"/>
            <a:ext cx="122158" cy="0"/>
          </a:xfrm>
          <a:prstGeom prst="line">
            <a:avLst/>
          </a:prstGeom>
          <a:ln cap="rnd" w="9525">
            <a:solidFill>
              <a:srgbClr val="BAC8D3"/>
            </a:solidFill>
            <a:prstDash val="solid"/>
            <a:headEnd type="none" len="sm" w="sm"/>
            <a:tailEnd type="none" len="sm" w="sm"/>
          </a:ln>
        </p:spPr>
      </p:sp>
      <p:sp>
        <p:nvSpPr>
          <p:cNvPr name="Freeform 31" id="31"/>
          <p:cNvSpPr/>
          <p:nvPr/>
        </p:nvSpPr>
        <p:spPr>
          <a:xfrm flipH="false" flipV="false" rot="0">
            <a:off x="14722821" y="4368070"/>
            <a:ext cx="2159803" cy="2059476"/>
          </a:xfrm>
          <a:custGeom>
            <a:avLst/>
            <a:gdLst/>
            <a:ahLst/>
            <a:cxnLst/>
            <a:rect r="r" b="b" t="t" l="l"/>
            <a:pathLst>
              <a:path h="2059476" w="2159803">
                <a:moveTo>
                  <a:pt x="0" y="0"/>
                </a:moveTo>
                <a:lnTo>
                  <a:pt x="2159803" y="0"/>
                </a:lnTo>
                <a:lnTo>
                  <a:pt x="2159803" y="2059476"/>
                </a:lnTo>
                <a:lnTo>
                  <a:pt x="0" y="2059476"/>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2" id="32"/>
          <p:cNvSpPr/>
          <p:nvPr/>
        </p:nvSpPr>
        <p:spPr>
          <a:xfrm flipH="false" flipV="false" rot="0">
            <a:off x="1580902" y="5329418"/>
            <a:ext cx="238173" cy="2876369"/>
          </a:xfrm>
          <a:custGeom>
            <a:avLst/>
            <a:gdLst/>
            <a:ahLst/>
            <a:cxnLst/>
            <a:rect r="r" b="b" t="t" l="l"/>
            <a:pathLst>
              <a:path h="2876369" w="238173">
                <a:moveTo>
                  <a:pt x="0" y="0"/>
                </a:moveTo>
                <a:lnTo>
                  <a:pt x="238173" y="0"/>
                </a:lnTo>
                <a:lnTo>
                  <a:pt x="238173" y="2876370"/>
                </a:lnTo>
                <a:lnTo>
                  <a:pt x="0" y="2876370"/>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33" id="33"/>
          <p:cNvSpPr/>
          <p:nvPr/>
        </p:nvSpPr>
        <p:spPr>
          <a:xfrm flipH="false" flipV="false" rot="0">
            <a:off x="2067630" y="5329418"/>
            <a:ext cx="238173" cy="2876369"/>
          </a:xfrm>
          <a:custGeom>
            <a:avLst/>
            <a:gdLst/>
            <a:ahLst/>
            <a:cxnLst/>
            <a:rect r="r" b="b" t="t" l="l"/>
            <a:pathLst>
              <a:path h="2876369" w="238173">
                <a:moveTo>
                  <a:pt x="0" y="0"/>
                </a:moveTo>
                <a:lnTo>
                  <a:pt x="238172" y="0"/>
                </a:lnTo>
                <a:lnTo>
                  <a:pt x="238172" y="2876370"/>
                </a:lnTo>
                <a:lnTo>
                  <a:pt x="0" y="287637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4" id="34"/>
          <p:cNvSpPr/>
          <p:nvPr/>
        </p:nvSpPr>
        <p:spPr>
          <a:xfrm flipH="false" flipV="false" rot="0">
            <a:off x="2541327" y="5329418"/>
            <a:ext cx="238173" cy="2876369"/>
          </a:xfrm>
          <a:custGeom>
            <a:avLst/>
            <a:gdLst/>
            <a:ahLst/>
            <a:cxnLst/>
            <a:rect r="r" b="b" t="t" l="l"/>
            <a:pathLst>
              <a:path h="2876369" w="238173">
                <a:moveTo>
                  <a:pt x="0" y="0"/>
                </a:moveTo>
                <a:lnTo>
                  <a:pt x="238173" y="0"/>
                </a:lnTo>
                <a:lnTo>
                  <a:pt x="238173" y="2876370"/>
                </a:lnTo>
                <a:lnTo>
                  <a:pt x="0" y="287637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5" id="35"/>
          <p:cNvSpPr/>
          <p:nvPr/>
        </p:nvSpPr>
        <p:spPr>
          <a:xfrm flipH="false" flipV="false" rot="0">
            <a:off x="3514792" y="5329418"/>
            <a:ext cx="238173" cy="2876369"/>
          </a:xfrm>
          <a:custGeom>
            <a:avLst/>
            <a:gdLst/>
            <a:ahLst/>
            <a:cxnLst/>
            <a:rect r="r" b="b" t="t" l="l"/>
            <a:pathLst>
              <a:path h="2876369" w="238173">
                <a:moveTo>
                  <a:pt x="0" y="0"/>
                </a:moveTo>
                <a:lnTo>
                  <a:pt x="238172" y="0"/>
                </a:lnTo>
                <a:lnTo>
                  <a:pt x="238172" y="2876370"/>
                </a:lnTo>
                <a:lnTo>
                  <a:pt x="0" y="2876370"/>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36" id="36"/>
          <p:cNvSpPr/>
          <p:nvPr/>
        </p:nvSpPr>
        <p:spPr>
          <a:xfrm flipH="false" flipV="false" rot="0">
            <a:off x="4001529" y="5329418"/>
            <a:ext cx="238173" cy="2876369"/>
          </a:xfrm>
          <a:custGeom>
            <a:avLst/>
            <a:gdLst/>
            <a:ahLst/>
            <a:cxnLst/>
            <a:rect r="r" b="b" t="t" l="l"/>
            <a:pathLst>
              <a:path h="2876369" w="238173">
                <a:moveTo>
                  <a:pt x="0" y="0"/>
                </a:moveTo>
                <a:lnTo>
                  <a:pt x="238172" y="0"/>
                </a:lnTo>
                <a:lnTo>
                  <a:pt x="238172" y="2876370"/>
                </a:lnTo>
                <a:lnTo>
                  <a:pt x="0" y="2876370"/>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AutoShape 37" id="37"/>
          <p:cNvSpPr/>
          <p:nvPr/>
        </p:nvSpPr>
        <p:spPr>
          <a:xfrm rot="5355240">
            <a:off x="-148542" y="6780362"/>
            <a:ext cx="3159643" cy="0"/>
          </a:xfrm>
          <a:prstGeom prst="line">
            <a:avLst/>
          </a:prstGeom>
          <a:ln cap="rnd" w="19050">
            <a:solidFill>
              <a:srgbClr val="E3E7EA"/>
            </a:solidFill>
            <a:prstDash val="solid"/>
            <a:headEnd type="none" len="sm" w="sm"/>
            <a:tailEnd type="none" len="sm" w="sm"/>
          </a:ln>
        </p:spPr>
      </p:sp>
      <p:sp>
        <p:nvSpPr>
          <p:cNvPr name="AutoShape 38" id="38"/>
          <p:cNvSpPr/>
          <p:nvPr/>
        </p:nvSpPr>
        <p:spPr>
          <a:xfrm rot="37740">
            <a:off x="1392860" y="8341195"/>
            <a:ext cx="3432067" cy="0"/>
          </a:xfrm>
          <a:prstGeom prst="line">
            <a:avLst/>
          </a:prstGeom>
          <a:ln cap="rnd" w="19050">
            <a:solidFill>
              <a:srgbClr val="E3E7EA"/>
            </a:solidFill>
            <a:prstDash val="solid"/>
            <a:headEnd type="none" len="sm" w="sm"/>
            <a:tailEnd type="none" len="sm" w="sm"/>
          </a:ln>
        </p:spPr>
      </p:sp>
      <p:sp>
        <p:nvSpPr>
          <p:cNvPr name="Freeform 39" id="39"/>
          <p:cNvSpPr/>
          <p:nvPr/>
        </p:nvSpPr>
        <p:spPr>
          <a:xfrm flipH="false" flipV="false" rot="0">
            <a:off x="4488275" y="5329418"/>
            <a:ext cx="238173" cy="2876369"/>
          </a:xfrm>
          <a:custGeom>
            <a:avLst/>
            <a:gdLst/>
            <a:ahLst/>
            <a:cxnLst/>
            <a:rect r="r" b="b" t="t" l="l"/>
            <a:pathLst>
              <a:path h="2876369" w="238173">
                <a:moveTo>
                  <a:pt x="0" y="0"/>
                </a:moveTo>
                <a:lnTo>
                  <a:pt x="238173" y="0"/>
                </a:lnTo>
                <a:lnTo>
                  <a:pt x="238173" y="2876370"/>
                </a:lnTo>
                <a:lnTo>
                  <a:pt x="0" y="287637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40" id="40"/>
          <p:cNvSpPr/>
          <p:nvPr/>
        </p:nvSpPr>
        <p:spPr>
          <a:xfrm flipH="false" flipV="false" rot="0">
            <a:off x="3036075" y="5329418"/>
            <a:ext cx="222209" cy="2860377"/>
          </a:xfrm>
          <a:custGeom>
            <a:avLst/>
            <a:gdLst/>
            <a:ahLst/>
            <a:cxnLst/>
            <a:rect r="r" b="b" t="t" l="l"/>
            <a:pathLst>
              <a:path h="2860377" w="222209">
                <a:moveTo>
                  <a:pt x="0" y="0"/>
                </a:moveTo>
                <a:lnTo>
                  <a:pt x="222208" y="0"/>
                </a:lnTo>
                <a:lnTo>
                  <a:pt x="222208" y="2860377"/>
                </a:lnTo>
                <a:lnTo>
                  <a:pt x="0" y="2860377"/>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grpSp>
        <p:nvGrpSpPr>
          <p:cNvPr name="Group 41" id="41"/>
          <p:cNvGrpSpPr/>
          <p:nvPr/>
        </p:nvGrpSpPr>
        <p:grpSpPr>
          <a:xfrm rot="0">
            <a:off x="12032323" y="4380890"/>
            <a:ext cx="2159327" cy="444617"/>
            <a:chOff x="0" y="0"/>
            <a:chExt cx="2879103" cy="592823"/>
          </a:xfrm>
        </p:grpSpPr>
        <p:sp>
          <p:nvSpPr>
            <p:cNvPr name="Freeform 42" id="42"/>
            <p:cNvSpPr/>
            <p:nvPr/>
          </p:nvSpPr>
          <p:spPr>
            <a:xfrm flipH="false" flipV="false" rot="0">
              <a:off x="0" y="0"/>
              <a:ext cx="2879090" cy="592836"/>
            </a:xfrm>
            <a:custGeom>
              <a:avLst/>
              <a:gdLst/>
              <a:ahLst/>
              <a:cxnLst/>
              <a:rect r="r" b="b" t="t" l="l"/>
              <a:pathLst>
                <a:path h="592836" w="2879090">
                  <a:moveTo>
                    <a:pt x="0" y="0"/>
                  </a:moveTo>
                  <a:lnTo>
                    <a:pt x="359664" y="592836"/>
                  </a:lnTo>
                  <a:lnTo>
                    <a:pt x="2506091" y="592836"/>
                  </a:lnTo>
                  <a:lnTo>
                    <a:pt x="2879090" y="0"/>
                  </a:lnTo>
                  <a:close/>
                </a:path>
              </a:pathLst>
            </a:custGeom>
            <a:blipFill>
              <a:blip r:embed="rId25">
                <a:alphaModFix amt="0"/>
              </a:blip>
              <a:stretch>
                <a:fillRect l="0" t="-44629" r="0" b="-44627"/>
              </a:stretch>
            </a:blipFill>
            <a:ln w="19050" cap="sq">
              <a:solidFill>
                <a:srgbClr val="BAC8D3"/>
              </a:solidFill>
              <a:prstDash val="solid"/>
              <a:miter/>
            </a:ln>
          </p:spPr>
        </p:sp>
      </p:grpSp>
      <p:grpSp>
        <p:nvGrpSpPr>
          <p:cNvPr name="Group 43" id="43"/>
          <p:cNvGrpSpPr/>
          <p:nvPr/>
        </p:nvGrpSpPr>
        <p:grpSpPr>
          <a:xfrm rot="0">
            <a:off x="12232834" y="4818888"/>
            <a:ext cx="1686068" cy="444265"/>
            <a:chOff x="0" y="0"/>
            <a:chExt cx="2248090" cy="592353"/>
          </a:xfrm>
        </p:grpSpPr>
        <p:sp>
          <p:nvSpPr>
            <p:cNvPr name="Freeform 44" id="44"/>
            <p:cNvSpPr/>
            <p:nvPr/>
          </p:nvSpPr>
          <p:spPr>
            <a:xfrm flipH="false" flipV="false" rot="0">
              <a:off x="0" y="0"/>
              <a:ext cx="2248154" cy="592328"/>
            </a:xfrm>
            <a:custGeom>
              <a:avLst/>
              <a:gdLst/>
              <a:ahLst/>
              <a:cxnLst/>
              <a:rect r="r" b="b" t="t" l="l"/>
              <a:pathLst>
                <a:path h="592328" w="2248154">
                  <a:moveTo>
                    <a:pt x="0" y="0"/>
                  </a:moveTo>
                  <a:lnTo>
                    <a:pt x="359918" y="592328"/>
                  </a:lnTo>
                  <a:lnTo>
                    <a:pt x="1882521" y="592328"/>
                  </a:lnTo>
                  <a:lnTo>
                    <a:pt x="2248154" y="0"/>
                  </a:lnTo>
                  <a:close/>
                </a:path>
              </a:pathLst>
            </a:custGeom>
            <a:blipFill>
              <a:blip r:embed="rId25">
                <a:alphaModFix amt="0"/>
              </a:blip>
              <a:stretch>
                <a:fillRect l="0" t="-23950" r="2" b="-23954"/>
              </a:stretch>
            </a:blipFill>
            <a:ln w="19050" cap="sq">
              <a:solidFill>
                <a:srgbClr val="869FB2"/>
              </a:solidFill>
              <a:prstDash val="solid"/>
              <a:miter/>
            </a:ln>
          </p:spPr>
        </p:sp>
      </p:grpSp>
      <p:grpSp>
        <p:nvGrpSpPr>
          <p:cNvPr name="Group 45" id="45"/>
          <p:cNvGrpSpPr/>
          <p:nvPr/>
        </p:nvGrpSpPr>
        <p:grpSpPr>
          <a:xfrm rot="0">
            <a:off x="12437955" y="5256543"/>
            <a:ext cx="1211285" cy="444637"/>
            <a:chOff x="0" y="0"/>
            <a:chExt cx="1615046" cy="592849"/>
          </a:xfrm>
        </p:grpSpPr>
        <p:sp>
          <p:nvSpPr>
            <p:cNvPr name="Freeform 46" id="46"/>
            <p:cNvSpPr/>
            <p:nvPr/>
          </p:nvSpPr>
          <p:spPr>
            <a:xfrm flipH="false" flipV="false" rot="0">
              <a:off x="0" y="0"/>
              <a:ext cx="1615059" cy="592836"/>
            </a:xfrm>
            <a:custGeom>
              <a:avLst/>
              <a:gdLst/>
              <a:ahLst/>
              <a:cxnLst/>
              <a:rect r="r" b="b" t="t" l="l"/>
              <a:pathLst>
                <a:path h="592836" w="1615059">
                  <a:moveTo>
                    <a:pt x="0" y="0"/>
                  </a:moveTo>
                  <a:lnTo>
                    <a:pt x="354838" y="592836"/>
                  </a:lnTo>
                  <a:lnTo>
                    <a:pt x="1252474" y="592836"/>
                  </a:lnTo>
                  <a:lnTo>
                    <a:pt x="1615059" y="0"/>
                  </a:lnTo>
                  <a:close/>
                </a:path>
              </a:pathLst>
            </a:custGeom>
            <a:blipFill>
              <a:blip r:embed="rId25">
                <a:alphaModFix amt="0"/>
              </a:blip>
              <a:stretch>
                <a:fillRect l="0" t="-3081" r="0" b="-3083"/>
              </a:stretch>
            </a:blipFill>
            <a:ln w="19050" cap="sq">
              <a:solidFill>
                <a:srgbClr val="5F7D95"/>
              </a:solidFill>
              <a:prstDash val="solid"/>
              <a:miter/>
            </a:ln>
          </p:spPr>
        </p:sp>
      </p:grpSp>
      <p:grpSp>
        <p:nvGrpSpPr>
          <p:cNvPr name="Group 47" id="47"/>
          <p:cNvGrpSpPr/>
          <p:nvPr/>
        </p:nvGrpSpPr>
        <p:grpSpPr>
          <a:xfrm rot="0">
            <a:off x="12638094" y="5694559"/>
            <a:ext cx="741845" cy="444617"/>
            <a:chOff x="0" y="0"/>
            <a:chExt cx="989127" cy="592823"/>
          </a:xfrm>
        </p:grpSpPr>
        <p:sp>
          <p:nvSpPr>
            <p:cNvPr name="Freeform 48" id="48"/>
            <p:cNvSpPr/>
            <p:nvPr/>
          </p:nvSpPr>
          <p:spPr>
            <a:xfrm flipH="false" flipV="false" rot="0">
              <a:off x="0" y="0"/>
              <a:ext cx="989076" cy="592836"/>
            </a:xfrm>
            <a:custGeom>
              <a:avLst/>
              <a:gdLst/>
              <a:ahLst/>
              <a:cxnLst/>
              <a:rect r="r" b="b" t="t" l="l"/>
              <a:pathLst>
                <a:path h="592836" w="989076">
                  <a:moveTo>
                    <a:pt x="0" y="0"/>
                  </a:moveTo>
                  <a:lnTo>
                    <a:pt x="362331" y="592836"/>
                  </a:lnTo>
                  <a:lnTo>
                    <a:pt x="626364" y="592836"/>
                  </a:lnTo>
                  <a:lnTo>
                    <a:pt x="989076" y="0"/>
                  </a:lnTo>
                  <a:close/>
                </a:path>
              </a:pathLst>
            </a:custGeom>
            <a:blipFill>
              <a:blip r:embed="rId25">
                <a:alphaModFix amt="0"/>
              </a:blip>
              <a:stretch>
                <a:fillRect l="-26898" t="0" r="-26903" b="2"/>
              </a:stretch>
            </a:blipFill>
            <a:ln w="19050" cap="sq">
              <a:solidFill>
                <a:srgbClr val="435D74"/>
              </a:solidFill>
              <a:prstDash val="solid"/>
              <a:miter/>
            </a:ln>
          </p:spPr>
        </p:sp>
      </p:grpSp>
      <p:sp>
        <p:nvSpPr>
          <p:cNvPr name="AutoShape 49" id="49"/>
          <p:cNvSpPr/>
          <p:nvPr/>
        </p:nvSpPr>
        <p:spPr>
          <a:xfrm rot="35100">
            <a:off x="11827364" y="5191192"/>
            <a:ext cx="645766" cy="0"/>
          </a:xfrm>
          <a:prstGeom prst="line">
            <a:avLst/>
          </a:prstGeom>
          <a:ln cap="rnd" w="9525">
            <a:solidFill>
              <a:srgbClr val="869FB2"/>
            </a:solidFill>
            <a:prstDash val="solid"/>
            <a:headEnd type="oval" len="lg" w="lg"/>
            <a:tailEnd type="none" len="sm" w="sm"/>
          </a:ln>
        </p:spPr>
      </p:sp>
      <p:sp>
        <p:nvSpPr>
          <p:cNvPr name="AutoShape 50" id="50"/>
          <p:cNvSpPr/>
          <p:nvPr/>
        </p:nvSpPr>
        <p:spPr>
          <a:xfrm rot="57540">
            <a:off x="13933856" y="4763700"/>
            <a:ext cx="393954" cy="0"/>
          </a:xfrm>
          <a:prstGeom prst="line">
            <a:avLst/>
          </a:prstGeom>
          <a:ln cap="rnd" w="9525">
            <a:solidFill>
              <a:srgbClr val="BAC8D3"/>
            </a:solidFill>
            <a:prstDash val="solid"/>
            <a:headEnd type="oval" len="lg" w="lg"/>
            <a:tailEnd type="none" len="sm" w="sm"/>
          </a:ln>
        </p:spPr>
      </p:sp>
      <p:sp>
        <p:nvSpPr>
          <p:cNvPr name="AutoShape 51" id="51"/>
          <p:cNvSpPr/>
          <p:nvPr/>
        </p:nvSpPr>
        <p:spPr>
          <a:xfrm rot="25320">
            <a:off x="13434955" y="5579650"/>
            <a:ext cx="896131" cy="0"/>
          </a:xfrm>
          <a:prstGeom prst="line">
            <a:avLst/>
          </a:prstGeom>
          <a:ln cap="rnd" w="9525">
            <a:solidFill>
              <a:srgbClr val="5F7D95"/>
            </a:solidFill>
            <a:prstDash val="solid"/>
            <a:headEnd type="oval" len="lg" w="lg"/>
            <a:tailEnd type="none" len="sm" w="sm"/>
          </a:ln>
        </p:spPr>
      </p:sp>
      <p:sp>
        <p:nvSpPr>
          <p:cNvPr name="AutoShape 52" id="52"/>
          <p:cNvSpPr/>
          <p:nvPr/>
        </p:nvSpPr>
        <p:spPr>
          <a:xfrm rot="35100">
            <a:off x="12225976" y="6055347"/>
            <a:ext cx="645766" cy="0"/>
          </a:xfrm>
          <a:prstGeom prst="line">
            <a:avLst/>
          </a:prstGeom>
          <a:ln cap="rnd" w="9525">
            <a:solidFill>
              <a:srgbClr val="435D74"/>
            </a:solidFill>
            <a:prstDash val="solid"/>
            <a:headEnd type="oval" len="lg" w="lg"/>
            <a:tailEnd type="none" len="sm" w="sm"/>
          </a:ln>
        </p:spPr>
      </p:sp>
      <p:grpSp>
        <p:nvGrpSpPr>
          <p:cNvPr name="Group 53" id="53"/>
          <p:cNvGrpSpPr/>
          <p:nvPr/>
        </p:nvGrpSpPr>
        <p:grpSpPr>
          <a:xfrm rot="0">
            <a:off x="12809591" y="6137310"/>
            <a:ext cx="398888" cy="300809"/>
            <a:chOff x="0" y="0"/>
            <a:chExt cx="531851" cy="401079"/>
          </a:xfrm>
        </p:grpSpPr>
        <p:sp>
          <p:nvSpPr>
            <p:cNvPr name="Freeform 54" id="54"/>
            <p:cNvSpPr/>
            <p:nvPr/>
          </p:nvSpPr>
          <p:spPr>
            <a:xfrm flipH="false" flipV="false" rot="0">
              <a:off x="0" y="0"/>
              <a:ext cx="531876" cy="401066"/>
            </a:xfrm>
            <a:custGeom>
              <a:avLst/>
              <a:gdLst/>
              <a:ahLst/>
              <a:cxnLst/>
              <a:rect r="r" b="b" t="t" l="l"/>
              <a:pathLst>
                <a:path h="401066" w="531876">
                  <a:moveTo>
                    <a:pt x="0" y="200533"/>
                  </a:moveTo>
                  <a:lnTo>
                    <a:pt x="132969" y="200533"/>
                  </a:lnTo>
                  <a:lnTo>
                    <a:pt x="132969" y="0"/>
                  </a:lnTo>
                  <a:lnTo>
                    <a:pt x="398907" y="0"/>
                  </a:lnTo>
                  <a:lnTo>
                    <a:pt x="398907" y="200533"/>
                  </a:lnTo>
                  <a:lnTo>
                    <a:pt x="531876" y="200533"/>
                  </a:lnTo>
                  <a:lnTo>
                    <a:pt x="265938" y="401066"/>
                  </a:lnTo>
                  <a:close/>
                </a:path>
              </a:pathLst>
            </a:custGeom>
            <a:blipFill>
              <a:blip r:embed="rId25">
                <a:alphaModFix amt="0"/>
              </a:blip>
              <a:stretch>
                <a:fillRect l="-46753" t="0" r="-46749" b="-3"/>
              </a:stretch>
            </a:blipFill>
            <a:ln w="19050" cap="sq">
              <a:solidFill>
                <a:srgbClr val="435D74"/>
              </a:solidFill>
              <a:prstDash val="solid"/>
              <a:miter/>
            </a:ln>
          </p:spPr>
        </p:sp>
      </p:grpSp>
      <p:sp>
        <p:nvSpPr>
          <p:cNvPr name="Freeform 55" id="55"/>
          <p:cNvSpPr/>
          <p:nvPr/>
        </p:nvSpPr>
        <p:spPr>
          <a:xfrm flipH="false" flipV="false" rot="0">
            <a:off x="11534880" y="6650898"/>
            <a:ext cx="5349516" cy="1706737"/>
          </a:xfrm>
          <a:custGeom>
            <a:avLst/>
            <a:gdLst/>
            <a:ahLst/>
            <a:cxnLst/>
            <a:rect r="r" b="b" t="t" l="l"/>
            <a:pathLst>
              <a:path h="1706737" w="5349516">
                <a:moveTo>
                  <a:pt x="0" y="0"/>
                </a:moveTo>
                <a:lnTo>
                  <a:pt x="5349516" y="0"/>
                </a:lnTo>
                <a:lnTo>
                  <a:pt x="5349516" y="1706737"/>
                </a:lnTo>
                <a:lnTo>
                  <a:pt x="0" y="1706737"/>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56" id="56"/>
          <p:cNvSpPr/>
          <p:nvPr/>
        </p:nvSpPr>
        <p:spPr>
          <a:xfrm flipH="false" flipV="false" rot="0">
            <a:off x="13436289" y="2944349"/>
            <a:ext cx="447856" cy="424472"/>
          </a:xfrm>
          <a:custGeom>
            <a:avLst/>
            <a:gdLst/>
            <a:ahLst/>
            <a:cxnLst/>
            <a:rect r="r" b="b" t="t" l="l"/>
            <a:pathLst>
              <a:path h="424472" w="447856">
                <a:moveTo>
                  <a:pt x="0" y="0"/>
                </a:moveTo>
                <a:lnTo>
                  <a:pt x="447856" y="0"/>
                </a:lnTo>
                <a:lnTo>
                  <a:pt x="447856" y="424472"/>
                </a:lnTo>
                <a:lnTo>
                  <a:pt x="0" y="424472"/>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grpSp>
        <p:nvGrpSpPr>
          <p:cNvPr name="Group 57" id="57"/>
          <p:cNvGrpSpPr/>
          <p:nvPr/>
        </p:nvGrpSpPr>
        <p:grpSpPr>
          <a:xfrm rot="0">
            <a:off x="13780170" y="1949015"/>
            <a:ext cx="588940" cy="146342"/>
            <a:chOff x="0" y="0"/>
            <a:chExt cx="785254" cy="195123"/>
          </a:xfrm>
        </p:grpSpPr>
        <p:sp>
          <p:nvSpPr>
            <p:cNvPr name="Freeform 58" id="58"/>
            <p:cNvSpPr/>
            <p:nvPr/>
          </p:nvSpPr>
          <p:spPr>
            <a:xfrm flipH="false" flipV="false" rot="0">
              <a:off x="0" y="0"/>
              <a:ext cx="785241" cy="195072"/>
            </a:xfrm>
            <a:custGeom>
              <a:avLst/>
              <a:gdLst/>
              <a:ahLst/>
              <a:cxnLst/>
              <a:rect r="r" b="b" t="t" l="l"/>
              <a:pathLst>
                <a:path h="195072" w="785241">
                  <a:moveTo>
                    <a:pt x="0" y="0"/>
                  </a:moveTo>
                  <a:lnTo>
                    <a:pt x="0" y="195072"/>
                  </a:lnTo>
                  <a:lnTo>
                    <a:pt x="785241" y="195072"/>
                  </a:lnTo>
                  <a:lnTo>
                    <a:pt x="785241" y="0"/>
                  </a:lnTo>
                  <a:close/>
                </a:path>
              </a:pathLst>
            </a:custGeom>
            <a:blipFill>
              <a:blip r:embed="rId25">
                <a:alphaModFix amt="0"/>
              </a:blip>
              <a:stretch>
                <a:fillRect l="0" t="-28423" r="-1" b="-28449"/>
              </a:stretch>
            </a:blipFill>
            <a:ln w="19050" cap="sq">
              <a:solidFill>
                <a:srgbClr val="CFD9E0"/>
              </a:solidFill>
              <a:prstDash val="solid"/>
              <a:miter/>
            </a:ln>
          </p:spPr>
        </p:sp>
      </p:grpSp>
      <p:sp>
        <p:nvSpPr>
          <p:cNvPr name="AutoShape 59" id="59"/>
          <p:cNvSpPr/>
          <p:nvPr/>
        </p:nvSpPr>
        <p:spPr>
          <a:xfrm rot="5336160">
            <a:off x="13322522" y="2629948"/>
            <a:ext cx="1025423" cy="0"/>
          </a:xfrm>
          <a:prstGeom prst="line">
            <a:avLst/>
          </a:prstGeom>
          <a:ln cap="rnd" w="9525">
            <a:solidFill>
              <a:srgbClr val="CFD9E0"/>
            </a:solidFill>
            <a:prstDash val="solid"/>
            <a:headEnd type="none" len="sm" w="sm"/>
            <a:tailEnd type="oval" len="lg" w="lg"/>
          </a:ln>
        </p:spPr>
      </p:sp>
      <p:sp>
        <p:nvSpPr>
          <p:cNvPr name="Freeform 60" id="60"/>
          <p:cNvSpPr/>
          <p:nvPr/>
        </p:nvSpPr>
        <p:spPr>
          <a:xfrm flipH="false" flipV="false" rot="0">
            <a:off x="12989833" y="2741943"/>
            <a:ext cx="446951" cy="829294"/>
          </a:xfrm>
          <a:custGeom>
            <a:avLst/>
            <a:gdLst/>
            <a:ahLst/>
            <a:cxnLst/>
            <a:rect r="r" b="b" t="t" l="l"/>
            <a:pathLst>
              <a:path h="829294" w="446951">
                <a:moveTo>
                  <a:pt x="0" y="0"/>
                </a:moveTo>
                <a:lnTo>
                  <a:pt x="446951" y="0"/>
                </a:lnTo>
                <a:lnTo>
                  <a:pt x="446951" y="829294"/>
                </a:lnTo>
                <a:lnTo>
                  <a:pt x="0" y="829294"/>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grpSp>
        <p:nvGrpSpPr>
          <p:cNvPr name="Group 61" id="61"/>
          <p:cNvGrpSpPr/>
          <p:nvPr/>
        </p:nvGrpSpPr>
        <p:grpSpPr>
          <a:xfrm rot="0">
            <a:off x="13103562" y="1949015"/>
            <a:ext cx="588940" cy="146342"/>
            <a:chOff x="0" y="0"/>
            <a:chExt cx="785254" cy="195123"/>
          </a:xfrm>
        </p:grpSpPr>
        <p:sp>
          <p:nvSpPr>
            <p:cNvPr name="Freeform 62" id="62"/>
            <p:cNvSpPr/>
            <p:nvPr/>
          </p:nvSpPr>
          <p:spPr>
            <a:xfrm flipH="false" flipV="false" rot="0">
              <a:off x="0" y="0"/>
              <a:ext cx="785241" cy="195072"/>
            </a:xfrm>
            <a:custGeom>
              <a:avLst/>
              <a:gdLst/>
              <a:ahLst/>
              <a:cxnLst/>
              <a:rect r="r" b="b" t="t" l="l"/>
              <a:pathLst>
                <a:path h="195072" w="785241">
                  <a:moveTo>
                    <a:pt x="0" y="0"/>
                  </a:moveTo>
                  <a:lnTo>
                    <a:pt x="0" y="195072"/>
                  </a:lnTo>
                  <a:lnTo>
                    <a:pt x="785241" y="195072"/>
                  </a:lnTo>
                  <a:lnTo>
                    <a:pt x="785241" y="0"/>
                  </a:lnTo>
                  <a:close/>
                </a:path>
              </a:pathLst>
            </a:custGeom>
            <a:blipFill>
              <a:blip r:embed="rId25">
                <a:alphaModFix amt="0"/>
              </a:blip>
              <a:stretch>
                <a:fillRect l="0" t="-28423" r="-1" b="-28449"/>
              </a:stretch>
            </a:blipFill>
            <a:ln w="19050" cap="sq">
              <a:solidFill>
                <a:srgbClr val="A5B7C6"/>
              </a:solidFill>
              <a:prstDash val="solid"/>
              <a:miter/>
            </a:ln>
          </p:spPr>
        </p:sp>
      </p:grpSp>
      <p:sp>
        <p:nvSpPr>
          <p:cNvPr name="AutoShape 63" id="63"/>
          <p:cNvSpPr/>
          <p:nvPr/>
        </p:nvSpPr>
        <p:spPr>
          <a:xfrm rot="5313120">
            <a:off x="12937484" y="2493702"/>
            <a:ext cx="753694" cy="0"/>
          </a:xfrm>
          <a:prstGeom prst="line">
            <a:avLst/>
          </a:prstGeom>
          <a:ln cap="rnd" w="9525">
            <a:solidFill>
              <a:srgbClr val="A5B7C6"/>
            </a:solidFill>
            <a:prstDash val="solid"/>
            <a:headEnd type="none" len="sm" w="sm"/>
            <a:tailEnd type="oval" len="lg" w="lg"/>
          </a:ln>
        </p:spPr>
      </p:sp>
      <p:sp>
        <p:nvSpPr>
          <p:cNvPr name="Freeform 64" id="64"/>
          <p:cNvSpPr/>
          <p:nvPr/>
        </p:nvSpPr>
        <p:spPr>
          <a:xfrm flipH="false" flipV="false" rot="0">
            <a:off x="12530890" y="2541518"/>
            <a:ext cx="516074" cy="1230116"/>
          </a:xfrm>
          <a:custGeom>
            <a:avLst/>
            <a:gdLst/>
            <a:ahLst/>
            <a:cxnLst/>
            <a:rect r="r" b="b" t="t" l="l"/>
            <a:pathLst>
              <a:path h="1230116" w="516074">
                <a:moveTo>
                  <a:pt x="0" y="0"/>
                </a:moveTo>
                <a:lnTo>
                  <a:pt x="516074" y="0"/>
                </a:lnTo>
                <a:lnTo>
                  <a:pt x="516074" y="1230115"/>
                </a:lnTo>
                <a:lnTo>
                  <a:pt x="0" y="1230115"/>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grpSp>
        <p:nvGrpSpPr>
          <p:cNvPr name="Group 65" id="65"/>
          <p:cNvGrpSpPr/>
          <p:nvPr/>
        </p:nvGrpSpPr>
        <p:grpSpPr>
          <a:xfrm rot="0">
            <a:off x="12426963" y="1949015"/>
            <a:ext cx="588940" cy="146342"/>
            <a:chOff x="0" y="0"/>
            <a:chExt cx="785254" cy="195123"/>
          </a:xfrm>
        </p:grpSpPr>
        <p:sp>
          <p:nvSpPr>
            <p:cNvPr name="Freeform 66" id="66"/>
            <p:cNvSpPr/>
            <p:nvPr/>
          </p:nvSpPr>
          <p:spPr>
            <a:xfrm flipH="false" flipV="false" rot="0">
              <a:off x="0" y="0"/>
              <a:ext cx="785241" cy="195072"/>
            </a:xfrm>
            <a:custGeom>
              <a:avLst/>
              <a:gdLst/>
              <a:ahLst/>
              <a:cxnLst/>
              <a:rect r="r" b="b" t="t" l="l"/>
              <a:pathLst>
                <a:path h="195072" w="785241">
                  <a:moveTo>
                    <a:pt x="0" y="0"/>
                  </a:moveTo>
                  <a:lnTo>
                    <a:pt x="0" y="195072"/>
                  </a:lnTo>
                  <a:lnTo>
                    <a:pt x="785241" y="195072"/>
                  </a:lnTo>
                  <a:lnTo>
                    <a:pt x="785241" y="0"/>
                  </a:lnTo>
                  <a:close/>
                </a:path>
              </a:pathLst>
            </a:custGeom>
            <a:blipFill>
              <a:blip r:embed="rId25">
                <a:alphaModFix amt="0"/>
              </a:blip>
              <a:stretch>
                <a:fillRect l="0" t="-28423" r="-1" b="-28449"/>
              </a:stretch>
            </a:blipFill>
            <a:ln w="19050" cap="sq">
              <a:solidFill>
                <a:srgbClr val="869FB2"/>
              </a:solidFill>
              <a:prstDash val="solid"/>
              <a:miter/>
            </a:ln>
          </p:spPr>
        </p:sp>
      </p:grpSp>
      <p:sp>
        <p:nvSpPr>
          <p:cNvPr name="AutoShape 67" id="67"/>
          <p:cNvSpPr/>
          <p:nvPr/>
        </p:nvSpPr>
        <p:spPr>
          <a:xfrm rot="5269440">
            <a:off x="12570276" y="2367601"/>
            <a:ext cx="501815" cy="0"/>
          </a:xfrm>
          <a:prstGeom prst="line">
            <a:avLst/>
          </a:prstGeom>
          <a:ln cap="rnd" w="9525">
            <a:solidFill>
              <a:srgbClr val="869FB2"/>
            </a:solidFill>
            <a:prstDash val="solid"/>
            <a:headEnd type="none" len="sm" w="sm"/>
            <a:tailEnd type="oval" len="lg" w="lg"/>
          </a:ln>
        </p:spPr>
      </p:sp>
      <p:sp>
        <p:nvSpPr>
          <p:cNvPr name="Freeform 68" id="68"/>
          <p:cNvSpPr/>
          <p:nvPr/>
        </p:nvSpPr>
        <p:spPr>
          <a:xfrm flipH="false" flipV="false" rot="0">
            <a:off x="12042162" y="2298459"/>
            <a:ext cx="615944" cy="1716281"/>
          </a:xfrm>
          <a:custGeom>
            <a:avLst/>
            <a:gdLst/>
            <a:ahLst/>
            <a:cxnLst/>
            <a:rect r="r" b="b" t="t" l="l"/>
            <a:pathLst>
              <a:path h="1716281" w="615944">
                <a:moveTo>
                  <a:pt x="0" y="0"/>
                </a:moveTo>
                <a:lnTo>
                  <a:pt x="615944" y="0"/>
                </a:lnTo>
                <a:lnTo>
                  <a:pt x="615944" y="1716281"/>
                </a:lnTo>
                <a:lnTo>
                  <a:pt x="0" y="1716281"/>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grpSp>
        <p:nvGrpSpPr>
          <p:cNvPr name="Group 69" id="69"/>
          <p:cNvGrpSpPr/>
          <p:nvPr/>
        </p:nvGrpSpPr>
        <p:grpSpPr>
          <a:xfrm rot="0">
            <a:off x="11750364" y="1949015"/>
            <a:ext cx="588940" cy="146342"/>
            <a:chOff x="0" y="0"/>
            <a:chExt cx="785254" cy="195123"/>
          </a:xfrm>
        </p:grpSpPr>
        <p:sp>
          <p:nvSpPr>
            <p:cNvPr name="Freeform 70" id="70"/>
            <p:cNvSpPr/>
            <p:nvPr/>
          </p:nvSpPr>
          <p:spPr>
            <a:xfrm flipH="false" flipV="false" rot="0">
              <a:off x="0" y="0"/>
              <a:ext cx="785241" cy="195072"/>
            </a:xfrm>
            <a:custGeom>
              <a:avLst/>
              <a:gdLst/>
              <a:ahLst/>
              <a:cxnLst/>
              <a:rect r="r" b="b" t="t" l="l"/>
              <a:pathLst>
                <a:path h="195072" w="785241">
                  <a:moveTo>
                    <a:pt x="0" y="0"/>
                  </a:moveTo>
                  <a:lnTo>
                    <a:pt x="0" y="195072"/>
                  </a:lnTo>
                  <a:lnTo>
                    <a:pt x="785241" y="195072"/>
                  </a:lnTo>
                  <a:lnTo>
                    <a:pt x="785241" y="0"/>
                  </a:lnTo>
                  <a:close/>
                </a:path>
              </a:pathLst>
            </a:custGeom>
            <a:blipFill>
              <a:blip r:embed="rId25">
                <a:alphaModFix amt="0"/>
              </a:blip>
              <a:stretch>
                <a:fillRect l="0" t="-28423" r="-1" b="-28449"/>
              </a:stretch>
            </a:blipFill>
            <a:ln w="19050" cap="sq">
              <a:solidFill>
                <a:srgbClr val="657E93"/>
              </a:solidFill>
              <a:prstDash val="solid"/>
              <a:miter/>
            </a:ln>
          </p:spPr>
        </p:sp>
      </p:grpSp>
      <p:sp>
        <p:nvSpPr>
          <p:cNvPr name="AutoShape 71" id="71"/>
          <p:cNvSpPr/>
          <p:nvPr/>
        </p:nvSpPr>
        <p:spPr>
          <a:xfrm rot="5089680">
            <a:off x="12166930" y="2222697"/>
            <a:ext cx="211312" cy="0"/>
          </a:xfrm>
          <a:prstGeom prst="line">
            <a:avLst/>
          </a:prstGeom>
          <a:ln cap="rnd" w="9525">
            <a:solidFill>
              <a:srgbClr val="657E93"/>
            </a:solidFill>
            <a:prstDash val="solid"/>
            <a:headEnd type="none" len="sm" w="sm"/>
            <a:tailEnd type="oval" len="lg" w="lg"/>
          </a:ln>
        </p:spPr>
      </p:sp>
      <p:sp>
        <p:nvSpPr>
          <p:cNvPr name="Freeform 72" id="72"/>
          <p:cNvSpPr/>
          <p:nvPr/>
        </p:nvSpPr>
        <p:spPr>
          <a:xfrm flipH="false" flipV="false" rot="0">
            <a:off x="16584378" y="3557435"/>
            <a:ext cx="299628" cy="513655"/>
          </a:xfrm>
          <a:custGeom>
            <a:avLst/>
            <a:gdLst/>
            <a:ahLst/>
            <a:cxnLst/>
            <a:rect r="r" b="b" t="t" l="l"/>
            <a:pathLst>
              <a:path h="513655" w="299628">
                <a:moveTo>
                  <a:pt x="0" y="0"/>
                </a:moveTo>
                <a:lnTo>
                  <a:pt x="299627" y="0"/>
                </a:lnTo>
                <a:lnTo>
                  <a:pt x="299627" y="513655"/>
                </a:lnTo>
                <a:lnTo>
                  <a:pt x="0" y="513655"/>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grpSp>
        <p:nvGrpSpPr>
          <p:cNvPr name="Group 73" id="73"/>
          <p:cNvGrpSpPr/>
          <p:nvPr/>
        </p:nvGrpSpPr>
        <p:grpSpPr>
          <a:xfrm rot="0">
            <a:off x="14426127" y="3745773"/>
            <a:ext cx="1033253" cy="165906"/>
            <a:chOff x="0" y="0"/>
            <a:chExt cx="1377671" cy="221209"/>
          </a:xfrm>
        </p:grpSpPr>
        <p:sp>
          <p:nvSpPr>
            <p:cNvPr name="Freeform 74" id="74"/>
            <p:cNvSpPr/>
            <p:nvPr/>
          </p:nvSpPr>
          <p:spPr>
            <a:xfrm flipH="false" flipV="false" rot="0">
              <a:off x="0" y="0"/>
              <a:ext cx="1377696" cy="221234"/>
            </a:xfrm>
            <a:custGeom>
              <a:avLst/>
              <a:gdLst/>
              <a:ahLst/>
              <a:cxnLst/>
              <a:rect r="r" b="b" t="t" l="l"/>
              <a:pathLst>
                <a:path h="221234" w="1377696">
                  <a:moveTo>
                    <a:pt x="1377696" y="0"/>
                  </a:moveTo>
                  <a:lnTo>
                    <a:pt x="1377696" y="221234"/>
                  </a:lnTo>
                  <a:lnTo>
                    <a:pt x="0" y="221234"/>
                  </a:lnTo>
                  <a:lnTo>
                    <a:pt x="0" y="0"/>
                  </a:lnTo>
                  <a:close/>
                </a:path>
              </a:pathLst>
            </a:custGeom>
            <a:blipFill>
              <a:blip r:embed="rId25">
                <a:alphaModFix amt="0"/>
              </a:blip>
              <a:stretch>
                <a:fillRect l="0" t="-71343" r="1" b="-71331"/>
              </a:stretch>
            </a:blipFill>
            <a:ln w="19050" cap="sq">
              <a:solidFill>
                <a:srgbClr val="CFD9E0"/>
              </a:solidFill>
              <a:prstDash val="solid"/>
              <a:miter/>
            </a:ln>
          </p:spPr>
        </p:sp>
      </p:grpSp>
      <p:sp>
        <p:nvSpPr>
          <p:cNvPr name="AutoShape 75" id="75"/>
          <p:cNvSpPr/>
          <p:nvPr/>
        </p:nvSpPr>
        <p:spPr>
          <a:xfrm rot="51960">
            <a:off x="15488755" y="3823954"/>
            <a:ext cx="1259996" cy="0"/>
          </a:xfrm>
          <a:prstGeom prst="line">
            <a:avLst/>
          </a:prstGeom>
          <a:ln cap="rnd" w="9525">
            <a:solidFill>
              <a:srgbClr val="CFD9E0"/>
            </a:solidFill>
            <a:prstDash val="solid"/>
            <a:headEnd type="none" len="sm" w="sm"/>
            <a:tailEnd type="oval" len="lg" w="lg"/>
          </a:ln>
        </p:spPr>
      </p:sp>
      <p:sp>
        <p:nvSpPr>
          <p:cNvPr name="Freeform 76" id="76"/>
          <p:cNvSpPr/>
          <p:nvPr/>
        </p:nvSpPr>
        <p:spPr>
          <a:xfrm flipH="false" flipV="false" rot="0">
            <a:off x="16304381" y="3042390"/>
            <a:ext cx="579606" cy="512588"/>
          </a:xfrm>
          <a:custGeom>
            <a:avLst/>
            <a:gdLst/>
            <a:ahLst/>
            <a:cxnLst/>
            <a:rect r="r" b="b" t="t" l="l"/>
            <a:pathLst>
              <a:path h="512588" w="579606">
                <a:moveTo>
                  <a:pt x="0" y="0"/>
                </a:moveTo>
                <a:lnTo>
                  <a:pt x="579605" y="0"/>
                </a:lnTo>
                <a:lnTo>
                  <a:pt x="579605" y="512588"/>
                </a:lnTo>
                <a:lnTo>
                  <a:pt x="0" y="512588"/>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grpSp>
        <p:nvGrpSpPr>
          <p:cNvPr name="Group 77" id="77"/>
          <p:cNvGrpSpPr/>
          <p:nvPr/>
        </p:nvGrpSpPr>
        <p:grpSpPr>
          <a:xfrm rot="0">
            <a:off x="14426127" y="3303708"/>
            <a:ext cx="1033253" cy="165887"/>
            <a:chOff x="0" y="0"/>
            <a:chExt cx="1377671" cy="221183"/>
          </a:xfrm>
        </p:grpSpPr>
        <p:sp>
          <p:nvSpPr>
            <p:cNvPr name="Freeform 78" id="78"/>
            <p:cNvSpPr/>
            <p:nvPr/>
          </p:nvSpPr>
          <p:spPr>
            <a:xfrm flipH="false" flipV="false" rot="0">
              <a:off x="0" y="0"/>
              <a:ext cx="1377696" cy="221107"/>
            </a:xfrm>
            <a:custGeom>
              <a:avLst/>
              <a:gdLst/>
              <a:ahLst/>
              <a:cxnLst/>
              <a:rect r="r" b="b" t="t" l="l"/>
              <a:pathLst>
                <a:path h="221107" w="1377696">
                  <a:moveTo>
                    <a:pt x="1377696" y="0"/>
                  </a:moveTo>
                  <a:lnTo>
                    <a:pt x="1377696" y="221107"/>
                  </a:lnTo>
                  <a:lnTo>
                    <a:pt x="0" y="221107"/>
                  </a:lnTo>
                  <a:lnTo>
                    <a:pt x="0" y="0"/>
                  </a:lnTo>
                  <a:close/>
                </a:path>
              </a:pathLst>
            </a:custGeom>
            <a:blipFill>
              <a:blip r:embed="rId25">
                <a:alphaModFix amt="0"/>
              </a:blip>
              <a:stretch>
                <a:fillRect l="0" t="-71389" r="1" b="-71424"/>
              </a:stretch>
            </a:blipFill>
            <a:ln w="19050" cap="sq">
              <a:solidFill>
                <a:srgbClr val="A5B7C6"/>
              </a:solidFill>
              <a:prstDash val="solid"/>
              <a:miter/>
            </a:ln>
          </p:spPr>
        </p:sp>
      </p:grpSp>
      <p:sp>
        <p:nvSpPr>
          <p:cNvPr name="AutoShape 79" id="79"/>
          <p:cNvSpPr/>
          <p:nvPr/>
        </p:nvSpPr>
        <p:spPr>
          <a:xfrm rot="67740">
            <a:off x="15488641" y="3381899"/>
            <a:ext cx="967235" cy="0"/>
          </a:xfrm>
          <a:prstGeom prst="line">
            <a:avLst/>
          </a:prstGeom>
          <a:ln cap="rnd" w="9525">
            <a:solidFill>
              <a:srgbClr val="A5B7C6"/>
            </a:solidFill>
            <a:prstDash val="solid"/>
            <a:headEnd type="none" len="sm" w="sm"/>
            <a:tailEnd type="oval" len="lg" w="lg"/>
          </a:ln>
        </p:spPr>
      </p:sp>
      <p:sp>
        <p:nvSpPr>
          <p:cNvPr name="Freeform 80" id="80"/>
          <p:cNvSpPr/>
          <p:nvPr/>
        </p:nvSpPr>
        <p:spPr>
          <a:xfrm flipH="false" flipV="false" rot="0">
            <a:off x="16027213" y="2513028"/>
            <a:ext cx="856774" cy="592388"/>
          </a:xfrm>
          <a:custGeom>
            <a:avLst/>
            <a:gdLst/>
            <a:ahLst/>
            <a:cxnLst/>
            <a:rect r="r" b="b" t="t" l="l"/>
            <a:pathLst>
              <a:path h="592388" w="856774">
                <a:moveTo>
                  <a:pt x="0" y="0"/>
                </a:moveTo>
                <a:lnTo>
                  <a:pt x="856773" y="0"/>
                </a:lnTo>
                <a:lnTo>
                  <a:pt x="856773" y="592389"/>
                </a:lnTo>
                <a:lnTo>
                  <a:pt x="0" y="592389"/>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grpSp>
        <p:nvGrpSpPr>
          <p:cNvPr name="Group 81" id="81"/>
          <p:cNvGrpSpPr/>
          <p:nvPr/>
        </p:nvGrpSpPr>
        <p:grpSpPr>
          <a:xfrm rot="0">
            <a:off x="14426127" y="2781948"/>
            <a:ext cx="1033253" cy="165906"/>
            <a:chOff x="0" y="0"/>
            <a:chExt cx="1377671" cy="221209"/>
          </a:xfrm>
        </p:grpSpPr>
        <p:sp>
          <p:nvSpPr>
            <p:cNvPr name="Freeform 82" id="82"/>
            <p:cNvSpPr/>
            <p:nvPr/>
          </p:nvSpPr>
          <p:spPr>
            <a:xfrm flipH="false" flipV="false" rot="0">
              <a:off x="0" y="0"/>
              <a:ext cx="1377696" cy="221234"/>
            </a:xfrm>
            <a:custGeom>
              <a:avLst/>
              <a:gdLst/>
              <a:ahLst/>
              <a:cxnLst/>
              <a:rect r="r" b="b" t="t" l="l"/>
              <a:pathLst>
                <a:path h="221234" w="1377696">
                  <a:moveTo>
                    <a:pt x="1377696" y="0"/>
                  </a:moveTo>
                  <a:lnTo>
                    <a:pt x="1377696" y="221234"/>
                  </a:lnTo>
                  <a:lnTo>
                    <a:pt x="0" y="221234"/>
                  </a:lnTo>
                  <a:lnTo>
                    <a:pt x="0" y="0"/>
                  </a:lnTo>
                  <a:close/>
                </a:path>
              </a:pathLst>
            </a:custGeom>
            <a:blipFill>
              <a:blip r:embed="rId25">
                <a:alphaModFix amt="0"/>
              </a:blip>
              <a:stretch>
                <a:fillRect l="0" t="-71343" r="1" b="-71331"/>
              </a:stretch>
            </a:blipFill>
            <a:ln w="19050" cap="sq">
              <a:solidFill>
                <a:srgbClr val="869FB2"/>
              </a:solidFill>
              <a:prstDash val="solid"/>
              <a:miter/>
            </a:ln>
          </p:spPr>
        </p:sp>
      </p:grpSp>
      <p:sp>
        <p:nvSpPr>
          <p:cNvPr name="AutoShape 83" id="83"/>
          <p:cNvSpPr/>
          <p:nvPr/>
        </p:nvSpPr>
        <p:spPr>
          <a:xfrm rot="98880">
            <a:off x="15488393" y="2860148"/>
            <a:ext cx="662521" cy="0"/>
          </a:xfrm>
          <a:prstGeom prst="line">
            <a:avLst/>
          </a:prstGeom>
          <a:ln cap="rnd" w="9525">
            <a:solidFill>
              <a:srgbClr val="869FB2"/>
            </a:solidFill>
            <a:prstDash val="solid"/>
            <a:headEnd type="none" len="sm" w="sm"/>
            <a:tailEnd type="oval" len="lg" w="lg"/>
          </a:ln>
        </p:spPr>
      </p:sp>
      <p:sp>
        <p:nvSpPr>
          <p:cNvPr name="Freeform 84" id="84"/>
          <p:cNvSpPr/>
          <p:nvPr/>
        </p:nvSpPr>
        <p:spPr>
          <a:xfrm flipH="false" flipV="false" rot="0">
            <a:off x="15690999" y="1949301"/>
            <a:ext cx="1192987" cy="707555"/>
          </a:xfrm>
          <a:custGeom>
            <a:avLst/>
            <a:gdLst/>
            <a:ahLst/>
            <a:cxnLst/>
            <a:rect r="r" b="b" t="t" l="l"/>
            <a:pathLst>
              <a:path h="707555" w="1192987">
                <a:moveTo>
                  <a:pt x="0" y="0"/>
                </a:moveTo>
                <a:lnTo>
                  <a:pt x="1192987" y="0"/>
                </a:lnTo>
                <a:lnTo>
                  <a:pt x="1192987" y="707555"/>
                </a:lnTo>
                <a:lnTo>
                  <a:pt x="0" y="707555"/>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grpSp>
        <p:nvGrpSpPr>
          <p:cNvPr name="Group 85" id="85"/>
          <p:cNvGrpSpPr/>
          <p:nvPr/>
        </p:nvGrpSpPr>
        <p:grpSpPr>
          <a:xfrm rot="0">
            <a:off x="14426127" y="2300040"/>
            <a:ext cx="1033253" cy="165887"/>
            <a:chOff x="0" y="0"/>
            <a:chExt cx="1377671" cy="221183"/>
          </a:xfrm>
        </p:grpSpPr>
        <p:sp>
          <p:nvSpPr>
            <p:cNvPr name="Freeform 86" id="86"/>
            <p:cNvSpPr/>
            <p:nvPr/>
          </p:nvSpPr>
          <p:spPr>
            <a:xfrm flipH="false" flipV="false" rot="0">
              <a:off x="0" y="0"/>
              <a:ext cx="1377696" cy="221107"/>
            </a:xfrm>
            <a:custGeom>
              <a:avLst/>
              <a:gdLst/>
              <a:ahLst/>
              <a:cxnLst/>
              <a:rect r="r" b="b" t="t" l="l"/>
              <a:pathLst>
                <a:path h="221107" w="1377696">
                  <a:moveTo>
                    <a:pt x="1377696" y="0"/>
                  </a:moveTo>
                  <a:lnTo>
                    <a:pt x="1377696" y="221107"/>
                  </a:lnTo>
                  <a:lnTo>
                    <a:pt x="0" y="221107"/>
                  </a:lnTo>
                  <a:lnTo>
                    <a:pt x="0" y="0"/>
                  </a:lnTo>
                  <a:close/>
                </a:path>
              </a:pathLst>
            </a:custGeom>
            <a:blipFill>
              <a:blip r:embed="rId25">
                <a:alphaModFix amt="0"/>
              </a:blip>
              <a:stretch>
                <a:fillRect l="0" t="-71389" r="1" b="-71424"/>
              </a:stretch>
            </a:blipFill>
            <a:ln w="19050" cap="sq">
              <a:solidFill>
                <a:srgbClr val="869FB1"/>
              </a:solidFill>
              <a:prstDash val="solid"/>
              <a:miter/>
            </a:ln>
          </p:spPr>
        </p:sp>
      </p:grpSp>
      <p:sp>
        <p:nvSpPr>
          <p:cNvPr name="AutoShape 87" id="87"/>
          <p:cNvSpPr/>
          <p:nvPr/>
        </p:nvSpPr>
        <p:spPr>
          <a:xfrm rot="188100">
            <a:off x="15488469" y="2378250"/>
            <a:ext cx="348367" cy="0"/>
          </a:xfrm>
          <a:prstGeom prst="line">
            <a:avLst/>
          </a:prstGeom>
          <a:ln cap="rnd" w="9525">
            <a:solidFill>
              <a:srgbClr val="869FB1"/>
            </a:solidFill>
            <a:prstDash val="solid"/>
            <a:headEnd type="none" len="sm" w="sm"/>
            <a:tailEnd type="oval" len="lg" w="lg"/>
          </a:ln>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972" y="2448373"/>
            <a:ext cx="15238352" cy="1358998"/>
          </a:xfrm>
          <a:prstGeom prst="rect">
            <a:avLst/>
          </a:prstGeom>
        </p:spPr>
        <p:txBody>
          <a:bodyPr anchor="t" rtlCol="false" tIns="0" lIns="0" bIns="0" rIns="0">
            <a:spAutoFit/>
          </a:bodyPr>
          <a:lstStyle/>
          <a:p>
            <a:pPr algn="ctr">
              <a:lnSpc>
                <a:spcPts val="2640"/>
              </a:lnSpc>
            </a:pPr>
            <a:r>
              <a:rPr lang="en-US" sz="2200">
                <a:solidFill>
                  <a:srgbClr val="FFFFFF"/>
                </a:solidFill>
                <a:latin typeface="Arial"/>
                <a:ea typeface="Arial"/>
                <a:cs typeface="Arial"/>
                <a:sym typeface="Arial"/>
              </a:rPr>
              <a:t>You can </a:t>
            </a:r>
            <a:r>
              <a:rPr lang="en-US" b="true" sz="2200">
                <a:solidFill>
                  <a:srgbClr val="869FB2"/>
                </a:solidFill>
                <a:latin typeface="Arial Bold"/>
                <a:ea typeface="Arial Bold"/>
                <a:cs typeface="Arial Bold"/>
                <a:sym typeface="Arial Bold"/>
              </a:rPr>
              <a:t>resize </a:t>
            </a:r>
            <a:r>
              <a:rPr lang="en-US" sz="2200">
                <a:solidFill>
                  <a:srgbClr val="FFFFFF"/>
                </a:solidFill>
                <a:latin typeface="Arial"/>
                <a:ea typeface="Arial"/>
                <a:cs typeface="Arial"/>
                <a:sym typeface="Arial"/>
              </a:rPr>
              <a:t>these icons without losing quality.</a:t>
            </a:r>
          </a:p>
          <a:p>
            <a:pPr algn="ctr">
              <a:lnSpc>
                <a:spcPts val="2640"/>
              </a:lnSpc>
            </a:pPr>
            <a:r>
              <a:rPr lang="en-US" sz="2200">
                <a:solidFill>
                  <a:srgbClr val="FFFFFF"/>
                </a:solidFill>
                <a:latin typeface="Arial"/>
                <a:ea typeface="Arial"/>
                <a:cs typeface="Arial"/>
                <a:sym typeface="Arial"/>
              </a:rPr>
              <a:t>You can </a:t>
            </a:r>
            <a:r>
              <a:rPr lang="en-US" b="true" sz="2200">
                <a:solidFill>
                  <a:srgbClr val="869FB2"/>
                </a:solidFill>
                <a:latin typeface="Arial Bold"/>
                <a:ea typeface="Arial Bold"/>
                <a:cs typeface="Arial Bold"/>
                <a:sym typeface="Arial Bold"/>
              </a:rPr>
              <a:t>change the stroke and fill color</a:t>
            </a:r>
            <a:r>
              <a:rPr lang="en-US" sz="2200">
                <a:solidFill>
                  <a:srgbClr val="FFFFFF"/>
                </a:solidFill>
                <a:latin typeface="Arial"/>
                <a:ea typeface="Arial"/>
                <a:cs typeface="Arial"/>
                <a:sym typeface="Arial"/>
              </a:rPr>
              <a:t>; just select the icon and click on the </a:t>
            </a:r>
            <a:r>
              <a:rPr lang="en-US" b="true" sz="2200">
                <a:solidFill>
                  <a:srgbClr val="869FB2"/>
                </a:solidFill>
                <a:latin typeface="Arial Bold"/>
                <a:ea typeface="Arial Bold"/>
                <a:cs typeface="Arial Bold"/>
                <a:sym typeface="Arial Bold"/>
              </a:rPr>
              <a:t>paint bucket/pen</a:t>
            </a:r>
            <a:r>
              <a:rPr lang="en-US" sz="2200">
                <a:solidFill>
                  <a:srgbClr val="FFFFFF"/>
                </a:solidFill>
                <a:latin typeface="Arial"/>
                <a:ea typeface="Arial"/>
                <a:cs typeface="Arial"/>
                <a:sym typeface="Arial"/>
              </a:rPr>
              <a:t>.</a:t>
            </a:r>
          </a:p>
          <a:p>
            <a:pPr algn="ctr">
              <a:lnSpc>
                <a:spcPts val="2640"/>
              </a:lnSpc>
            </a:pPr>
            <a:r>
              <a:rPr lang="en-US" sz="2200">
                <a:solidFill>
                  <a:srgbClr val="FFFFFF"/>
                </a:solidFill>
                <a:latin typeface="Arial"/>
                <a:ea typeface="Arial"/>
                <a:cs typeface="Arial"/>
                <a:sym typeface="Arial"/>
              </a:rPr>
              <a:t>In Google Slides, you can also use </a:t>
            </a:r>
            <a:r>
              <a:rPr lang="en-US" b="true" sz="2200" u="sng">
                <a:solidFill>
                  <a:srgbClr val="869FB2"/>
                </a:solidFill>
                <a:latin typeface="Arial Bold"/>
                <a:ea typeface="Arial Bold"/>
                <a:cs typeface="Arial Bold"/>
                <a:sym typeface="Arial Bold"/>
                <a:hlinkClick r:id="rId3" tooltip="https://workspace.google.com/marketplace/app/icons_for_slides_docs/381578326502"/>
              </a:rPr>
              <a:t>Flaticon’s extension</a:t>
            </a:r>
            <a:r>
              <a:rPr lang="en-US" sz="2200">
                <a:solidFill>
                  <a:srgbClr val="FFFFFF"/>
                </a:solidFill>
                <a:latin typeface="Arial"/>
                <a:ea typeface="Arial"/>
                <a:cs typeface="Arial"/>
                <a:sym typeface="Arial"/>
              </a:rPr>
              <a:t>, allowing you to customize and add even more icons.</a:t>
            </a:r>
          </a:p>
        </p:txBody>
      </p:sp>
      <p:sp>
        <p:nvSpPr>
          <p:cNvPr name="Freeform 3" id="3"/>
          <p:cNvSpPr/>
          <p:nvPr/>
        </p:nvSpPr>
        <p:spPr>
          <a:xfrm flipH="false" flipV="false" rot="0">
            <a:off x="1660684" y="4615463"/>
            <a:ext cx="680333" cy="597960"/>
          </a:xfrm>
          <a:custGeom>
            <a:avLst/>
            <a:gdLst/>
            <a:ahLst/>
            <a:cxnLst/>
            <a:rect r="r" b="b" t="t" l="l"/>
            <a:pathLst>
              <a:path h="597960" w="680333">
                <a:moveTo>
                  <a:pt x="0" y="0"/>
                </a:moveTo>
                <a:lnTo>
                  <a:pt x="680332" y="0"/>
                </a:lnTo>
                <a:lnTo>
                  <a:pt x="680332" y="597960"/>
                </a:lnTo>
                <a:lnTo>
                  <a:pt x="0" y="5979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37555" y="4574238"/>
            <a:ext cx="597989" cy="680409"/>
          </a:xfrm>
          <a:custGeom>
            <a:avLst/>
            <a:gdLst/>
            <a:ahLst/>
            <a:cxnLst/>
            <a:rect r="r" b="b" t="t" l="l"/>
            <a:pathLst>
              <a:path h="680409" w="597989">
                <a:moveTo>
                  <a:pt x="0" y="0"/>
                </a:moveTo>
                <a:lnTo>
                  <a:pt x="597989" y="0"/>
                </a:lnTo>
                <a:lnTo>
                  <a:pt x="597989" y="680409"/>
                </a:lnTo>
                <a:lnTo>
                  <a:pt x="0" y="6804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23730" y="4735039"/>
            <a:ext cx="682981" cy="358807"/>
          </a:xfrm>
          <a:custGeom>
            <a:avLst/>
            <a:gdLst/>
            <a:ahLst/>
            <a:cxnLst/>
            <a:rect r="r" b="b" t="t" l="l"/>
            <a:pathLst>
              <a:path h="358807" w="682981">
                <a:moveTo>
                  <a:pt x="0" y="0"/>
                </a:moveTo>
                <a:lnTo>
                  <a:pt x="682980" y="0"/>
                </a:lnTo>
                <a:lnTo>
                  <a:pt x="682980" y="358807"/>
                </a:lnTo>
                <a:lnTo>
                  <a:pt x="0" y="3588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22090" y="4574276"/>
            <a:ext cx="597989" cy="680333"/>
          </a:xfrm>
          <a:custGeom>
            <a:avLst/>
            <a:gdLst/>
            <a:ahLst/>
            <a:cxnLst/>
            <a:rect r="r" b="b" t="t" l="l"/>
            <a:pathLst>
              <a:path h="680333" w="597989">
                <a:moveTo>
                  <a:pt x="0" y="0"/>
                </a:moveTo>
                <a:lnTo>
                  <a:pt x="597989" y="0"/>
                </a:lnTo>
                <a:lnTo>
                  <a:pt x="597989" y="680333"/>
                </a:lnTo>
                <a:lnTo>
                  <a:pt x="0" y="6803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054375" y="4574915"/>
            <a:ext cx="602323" cy="679066"/>
          </a:xfrm>
          <a:custGeom>
            <a:avLst/>
            <a:gdLst/>
            <a:ahLst/>
            <a:cxnLst/>
            <a:rect r="r" b="b" t="t" l="l"/>
            <a:pathLst>
              <a:path h="679066" w="602323">
                <a:moveTo>
                  <a:pt x="0" y="0"/>
                </a:moveTo>
                <a:lnTo>
                  <a:pt x="602322" y="0"/>
                </a:lnTo>
                <a:lnTo>
                  <a:pt x="602322" y="679065"/>
                </a:lnTo>
                <a:lnTo>
                  <a:pt x="0" y="6790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828214" y="4574276"/>
            <a:ext cx="704907" cy="680333"/>
          </a:xfrm>
          <a:custGeom>
            <a:avLst/>
            <a:gdLst/>
            <a:ahLst/>
            <a:cxnLst/>
            <a:rect r="r" b="b" t="t" l="l"/>
            <a:pathLst>
              <a:path h="680333" w="704907">
                <a:moveTo>
                  <a:pt x="0" y="0"/>
                </a:moveTo>
                <a:lnTo>
                  <a:pt x="704907" y="0"/>
                </a:lnTo>
                <a:lnTo>
                  <a:pt x="704907" y="680333"/>
                </a:lnTo>
                <a:lnTo>
                  <a:pt x="0" y="6803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6663166" y="4574267"/>
            <a:ext cx="704907" cy="680228"/>
          </a:xfrm>
          <a:custGeom>
            <a:avLst/>
            <a:gdLst/>
            <a:ahLst/>
            <a:cxnLst/>
            <a:rect r="r" b="b" t="t" l="l"/>
            <a:pathLst>
              <a:path h="680228" w="704907">
                <a:moveTo>
                  <a:pt x="0" y="0"/>
                </a:moveTo>
                <a:lnTo>
                  <a:pt x="704907" y="0"/>
                </a:lnTo>
                <a:lnTo>
                  <a:pt x="704907" y="680228"/>
                </a:lnTo>
                <a:lnTo>
                  <a:pt x="0" y="68022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7521769" y="4574334"/>
            <a:ext cx="680371" cy="680228"/>
          </a:xfrm>
          <a:custGeom>
            <a:avLst/>
            <a:gdLst/>
            <a:ahLst/>
            <a:cxnLst/>
            <a:rect r="r" b="b" t="t" l="l"/>
            <a:pathLst>
              <a:path h="680228" w="680371">
                <a:moveTo>
                  <a:pt x="0" y="0"/>
                </a:moveTo>
                <a:lnTo>
                  <a:pt x="680370" y="0"/>
                </a:lnTo>
                <a:lnTo>
                  <a:pt x="680370" y="680228"/>
                </a:lnTo>
                <a:lnTo>
                  <a:pt x="0" y="68022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8349672" y="4574276"/>
            <a:ext cx="680333" cy="680333"/>
          </a:xfrm>
          <a:custGeom>
            <a:avLst/>
            <a:gdLst/>
            <a:ahLst/>
            <a:cxnLst/>
            <a:rect r="r" b="b" t="t" l="l"/>
            <a:pathLst>
              <a:path h="680333" w="680333">
                <a:moveTo>
                  <a:pt x="0" y="0"/>
                </a:moveTo>
                <a:lnTo>
                  <a:pt x="680333" y="0"/>
                </a:lnTo>
                <a:lnTo>
                  <a:pt x="680333" y="680333"/>
                </a:lnTo>
                <a:lnTo>
                  <a:pt x="0" y="68033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9183043" y="4574276"/>
            <a:ext cx="680333" cy="680333"/>
          </a:xfrm>
          <a:custGeom>
            <a:avLst/>
            <a:gdLst/>
            <a:ahLst/>
            <a:cxnLst/>
            <a:rect r="r" b="b" t="t" l="l"/>
            <a:pathLst>
              <a:path h="680333" w="680333">
                <a:moveTo>
                  <a:pt x="0" y="0"/>
                </a:moveTo>
                <a:lnTo>
                  <a:pt x="680333" y="0"/>
                </a:lnTo>
                <a:lnTo>
                  <a:pt x="680333" y="680333"/>
                </a:lnTo>
                <a:lnTo>
                  <a:pt x="0" y="68033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1657283" y="5454720"/>
            <a:ext cx="687134" cy="597884"/>
          </a:xfrm>
          <a:custGeom>
            <a:avLst/>
            <a:gdLst/>
            <a:ahLst/>
            <a:cxnLst/>
            <a:rect r="r" b="b" t="t" l="l"/>
            <a:pathLst>
              <a:path h="597884" w="687134">
                <a:moveTo>
                  <a:pt x="0" y="0"/>
                </a:moveTo>
                <a:lnTo>
                  <a:pt x="687134" y="0"/>
                </a:lnTo>
                <a:lnTo>
                  <a:pt x="687134" y="597884"/>
                </a:lnTo>
                <a:lnTo>
                  <a:pt x="0" y="59788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2533221" y="5413258"/>
            <a:ext cx="605952" cy="680409"/>
          </a:xfrm>
          <a:custGeom>
            <a:avLst/>
            <a:gdLst/>
            <a:ahLst/>
            <a:cxnLst/>
            <a:rect r="r" b="b" t="t" l="l"/>
            <a:pathLst>
              <a:path h="680409" w="605952">
                <a:moveTo>
                  <a:pt x="0" y="0"/>
                </a:moveTo>
                <a:lnTo>
                  <a:pt x="605952" y="0"/>
                </a:lnTo>
                <a:lnTo>
                  <a:pt x="605952" y="680408"/>
                </a:lnTo>
                <a:lnTo>
                  <a:pt x="0" y="68040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3323234" y="5413258"/>
            <a:ext cx="683009" cy="680409"/>
          </a:xfrm>
          <a:custGeom>
            <a:avLst/>
            <a:gdLst/>
            <a:ahLst/>
            <a:cxnLst/>
            <a:rect r="r" b="b" t="t" l="l"/>
            <a:pathLst>
              <a:path h="680409" w="683009">
                <a:moveTo>
                  <a:pt x="0" y="0"/>
                </a:moveTo>
                <a:lnTo>
                  <a:pt x="683010" y="0"/>
                </a:lnTo>
                <a:lnTo>
                  <a:pt x="683010" y="680408"/>
                </a:lnTo>
                <a:lnTo>
                  <a:pt x="0" y="68040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4180923" y="5413496"/>
            <a:ext cx="680333" cy="680333"/>
          </a:xfrm>
          <a:custGeom>
            <a:avLst/>
            <a:gdLst/>
            <a:ahLst/>
            <a:cxnLst/>
            <a:rect r="r" b="b" t="t" l="l"/>
            <a:pathLst>
              <a:path h="680333" w="680333">
                <a:moveTo>
                  <a:pt x="0" y="0"/>
                </a:moveTo>
                <a:lnTo>
                  <a:pt x="680332" y="0"/>
                </a:lnTo>
                <a:lnTo>
                  <a:pt x="680332" y="680332"/>
                </a:lnTo>
                <a:lnTo>
                  <a:pt x="0" y="680332"/>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5003930" y="5413496"/>
            <a:ext cx="703221" cy="680333"/>
          </a:xfrm>
          <a:custGeom>
            <a:avLst/>
            <a:gdLst/>
            <a:ahLst/>
            <a:cxnLst/>
            <a:rect r="r" b="b" t="t" l="l"/>
            <a:pathLst>
              <a:path h="680333" w="703221">
                <a:moveTo>
                  <a:pt x="0" y="0"/>
                </a:moveTo>
                <a:lnTo>
                  <a:pt x="703221" y="0"/>
                </a:lnTo>
                <a:lnTo>
                  <a:pt x="703221" y="680332"/>
                </a:lnTo>
                <a:lnTo>
                  <a:pt x="0" y="680332"/>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5840482" y="5434765"/>
            <a:ext cx="680371" cy="637804"/>
          </a:xfrm>
          <a:custGeom>
            <a:avLst/>
            <a:gdLst/>
            <a:ahLst/>
            <a:cxnLst/>
            <a:rect r="r" b="b" t="t" l="l"/>
            <a:pathLst>
              <a:path h="637804" w="680371">
                <a:moveTo>
                  <a:pt x="0" y="0"/>
                </a:moveTo>
                <a:lnTo>
                  <a:pt x="680371" y="0"/>
                </a:lnTo>
                <a:lnTo>
                  <a:pt x="680371" y="637803"/>
                </a:lnTo>
                <a:lnTo>
                  <a:pt x="0" y="637803"/>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6671853" y="5454596"/>
            <a:ext cx="689600" cy="598132"/>
          </a:xfrm>
          <a:custGeom>
            <a:avLst/>
            <a:gdLst/>
            <a:ahLst/>
            <a:cxnLst/>
            <a:rect r="r" b="b" t="t" l="l"/>
            <a:pathLst>
              <a:path h="598132" w="689600">
                <a:moveTo>
                  <a:pt x="0" y="0"/>
                </a:moveTo>
                <a:lnTo>
                  <a:pt x="689600" y="0"/>
                </a:lnTo>
                <a:lnTo>
                  <a:pt x="689600" y="598132"/>
                </a:lnTo>
                <a:lnTo>
                  <a:pt x="0" y="598132"/>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7506319" y="5413515"/>
            <a:ext cx="711279" cy="680304"/>
          </a:xfrm>
          <a:custGeom>
            <a:avLst/>
            <a:gdLst/>
            <a:ahLst/>
            <a:cxnLst/>
            <a:rect r="r" b="b" t="t" l="l"/>
            <a:pathLst>
              <a:path h="680304" w="711279">
                <a:moveTo>
                  <a:pt x="0" y="0"/>
                </a:moveTo>
                <a:lnTo>
                  <a:pt x="711280" y="0"/>
                </a:lnTo>
                <a:lnTo>
                  <a:pt x="711280" y="680304"/>
                </a:lnTo>
                <a:lnTo>
                  <a:pt x="0" y="680304"/>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8346834" y="5462549"/>
            <a:ext cx="683400" cy="581797"/>
          </a:xfrm>
          <a:custGeom>
            <a:avLst/>
            <a:gdLst/>
            <a:ahLst/>
            <a:cxnLst/>
            <a:rect r="r" b="b" t="t" l="l"/>
            <a:pathLst>
              <a:path h="581797" w="683400">
                <a:moveTo>
                  <a:pt x="0" y="0"/>
                </a:moveTo>
                <a:lnTo>
                  <a:pt x="683399" y="0"/>
                </a:lnTo>
                <a:lnTo>
                  <a:pt x="683399" y="581797"/>
                </a:lnTo>
                <a:lnTo>
                  <a:pt x="0" y="581797"/>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9224210" y="5413496"/>
            <a:ext cx="597989" cy="680333"/>
          </a:xfrm>
          <a:custGeom>
            <a:avLst/>
            <a:gdLst/>
            <a:ahLst/>
            <a:cxnLst/>
            <a:rect r="r" b="b" t="t" l="l"/>
            <a:pathLst>
              <a:path h="680333" w="597989">
                <a:moveTo>
                  <a:pt x="0" y="0"/>
                </a:moveTo>
                <a:lnTo>
                  <a:pt x="597989" y="0"/>
                </a:lnTo>
                <a:lnTo>
                  <a:pt x="597989" y="680332"/>
                </a:lnTo>
                <a:lnTo>
                  <a:pt x="0" y="680332"/>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1660627" y="6251600"/>
            <a:ext cx="680437" cy="680371"/>
          </a:xfrm>
          <a:custGeom>
            <a:avLst/>
            <a:gdLst/>
            <a:ahLst/>
            <a:cxnLst/>
            <a:rect r="r" b="b" t="t" l="l"/>
            <a:pathLst>
              <a:path h="680371" w="680437">
                <a:moveTo>
                  <a:pt x="0" y="0"/>
                </a:moveTo>
                <a:lnTo>
                  <a:pt x="680437" y="0"/>
                </a:lnTo>
                <a:lnTo>
                  <a:pt x="680437" y="680371"/>
                </a:lnTo>
                <a:lnTo>
                  <a:pt x="0" y="680371"/>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2496036" y="6372149"/>
            <a:ext cx="680333" cy="438512"/>
          </a:xfrm>
          <a:custGeom>
            <a:avLst/>
            <a:gdLst/>
            <a:ahLst/>
            <a:cxnLst/>
            <a:rect r="r" b="b" t="t" l="l"/>
            <a:pathLst>
              <a:path h="438512" w="680333">
                <a:moveTo>
                  <a:pt x="0" y="0"/>
                </a:moveTo>
                <a:lnTo>
                  <a:pt x="680332" y="0"/>
                </a:lnTo>
                <a:lnTo>
                  <a:pt x="680332" y="438512"/>
                </a:lnTo>
                <a:lnTo>
                  <a:pt x="0" y="438512"/>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3311128" y="6251296"/>
            <a:ext cx="707231" cy="680266"/>
          </a:xfrm>
          <a:custGeom>
            <a:avLst/>
            <a:gdLst/>
            <a:ahLst/>
            <a:cxnLst/>
            <a:rect r="r" b="b" t="t" l="l"/>
            <a:pathLst>
              <a:path h="680266" w="707231">
                <a:moveTo>
                  <a:pt x="0" y="0"/>
                </a:moveTo>
                <a:lnTo>
                  <a:pt x="707231" y="0"/>
                </a:lnTo>
                <a:lnTo>
                  <a:pt x="707231" y="680266"/>
                </a:lnTo>
                <a:lnTo>
                  <a:pt x="0" y="680266"/>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4168264" y="6292929"/>
            <a:ext cx="705650" cy="597713"/>
          </a:xfrm>
          <a:custGeom>
            <a:avLst/>
            <a:gdLst/>
            <a:ahLst/>
            <a:cxnLst/>
            <a:rect r="r" b="b" t="t" l="l"/>
            <a:pathLst>
              <a:path h="597713" w="705650">
                <a:moveTo>
                  <a:pt x="0" y="0"/>
                </a:moveTo>
                <a:lnTo>
                  <a:pt x="705650" y="0"/>
                </a:lnTo>
                <a:lnTo>
                  <a:pt x="705650" y="597713"/>
                </a:lnTo>
                <a:lnTo>
                  <a:pt x="0" y="597713"/>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5015313" y="6251610"/>
            <a:ext cx="680437" cy="680333"/>
          </a:xfrm>
          <a:custGeom>
            <a:avLst/>
            <a:gdLst/>
            <a:ahLst/>
            <a:cxnLst/>
            <a:rect r="r" b="b" t="t" l="l"/>
            <a:pathLst>
              <a:path h="680333" w="680437">
                <a:moveTo>
                  <a:pt x="0" y="0"/>
                </a:moveTo>
                <a:lnTo>
                  <a:pt x="680437" y="0"/>
                </a:lnTo>
                <a:lnTo>
                  <a:pt x="680437" y="680333"/>
                </a:lnTo>
                <a:lnTo>
                  <a:pt x="0" y="680333"/>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5837139" y="6251562"/>
            <a:ext cx="687057" cy="680437"/>
          </a:xfrm>
          <a:custGeom>
            <a:avLst/>
            <a:gdLst/>
            <a:ahLst/>
            <a:cxnLst/>
            <a:rect r="r" b="b" t="t" l="l"/>
            <a:pathLst>
              <a:path h="680437" w="687057">
                <a:moveTo>
                  <a:pt x="0" y="0"/>
                </a:moveTo>
                <a:lnTo>
                  <a:pt x="687057" y="0"/>
                </a:lnTo>
                <a:lnTo>
                  <a:pt x="687057" y="680438"/>
                </a:lnTo>
                <a:lnTo>
                  <a:pt x="0" y="680438"/>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6675377" y="6251258"/>
            <a:ext cx="680476" cy="680333"/>
          </a:xfrm>
          <a:custGeom>
            <a:avLst/>
            <a:gdLst/>
            <a:ahLst/>
            <a:cxnLst/>
            <a:rect r="r" b="b" t="t" l="l"/>
            <a:pathLst>
              <a:path h="680333" w="680476">
                <a:moveTo>
                  <a:pt x="0" y="0"/>
                </a:moveTo>
                <a:lnTo>
                  <a:pt x="680476" y="0"/>
                </a:lnTo>
                <a:lnTo>
                  <a:pt x="680476" y="680332"/>
                </a:lnTo>
                <a:lnTo>
                  <a:pt x="0" y="680332"/>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7517254" y="6251238"/>
            <a:ext cx="687057" cy="680371"/>
          </a:xfrm>
          <a:custGeom>
            <a:avLst/>
            <a:gdLst/>
            <a:ahLst/>
            <a:cxnLst/>
            <a:rect r="r" b="b" t="t" l="l"/>
            <a:pathLst>
              <a:path h="680371" w="687057">
                <a:moveTo>
                  <a:pt x="0" y="0"/>
                </a:moveTo>
                <a:lnTo>
                  <a:pt x="687057" y="0"/>
                </a:lnTo>
                <a:lnTo>
                  <a:pt x="687057" y="680371"/>
                </a:lnTo>
                <a:lnTo>
                  <a:pt x="0" y="680371"/>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8349615" y="6251610"/>
            <a:ext cx="680437" cy="680333"/>
          </a:xfrm>
          <a:custGeom>
            <a:avLst/>
            <a:gdLst/>
            <a:ahLst/>
            <a:cxnLst/>
            <a:rect r="r" b="b" t="t" l="l"/>
            <a:pathLst>
              <a:path h="680333" w="680437">
                <a:moveTo>
                  <a:pt x="0" y="0"/>
                </a:moveTo>
                <a:lnTo>
                  <a:pt x="680437" y="0"/>
                </a:lnTo>
                <a:lnTo>
                  <a:pt x="680437" y="680333"/>
                </a:lnTo>
                <a:lnTo>
                  <a:pt x="0" y="680333"/>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2" id="32"/>
          <p:cNvSpPr/>
          <p:nvPr/>
        </p:nvSpPr>
        <p:spPr>
          <a:xfrm flipH="false" flipV="false" rot="0">
            <a:off x="9178585" y="6251581"/>
            <a:ext cx="689248" cy="680409"/>
          </a:xfrm>
          <a:custGeom>
            <a:avLst/>
            <a:gdLst/>
            <a:ahLst/>
            <a:cxnLst/>
            <a:rect r="r" b="b" t="t" l="l"/>
            <a:pathLst>
              <a:path h="680409" w="689248">
                <a:moveTo>
                  <a:pt x="0" y="0"/>
                </a:moveTo>
                <a:lnTo>
                  <a:pt x="689248" y="0"/>
                </a:lnTo>
                <a:lnTo>
                  <a:pt x="689248" y="680409"/>
                </a:lnTo>
                <a:lnTo>
                  <a:pt x="0" y="680409"/>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3" id="33"/>
          <p:cNvSpPr/>
          <p:nvPr/>
        </p:nvSpPr>
        <p:spPr>
          <a:xfrm flipH="false" flipV="false" rot="0">
            <a:off x="1699851" y="7090543"/>
            <a:ext cx="601580" cy="677447"/>
          </a:xfrm>
          <a:custGeom>
            <a:avLst/>
            <a:gdLst/>
            <a:ahLst/>
            <a:cxnLst/>
            <a:rect r="r" b="b" t="t" l="l"/>
            <a:pathLst>
              <a:path h="677447" w="601580">
                <a:moveTo>
                  <a:pt x="0" y="0"/>
                </a:moveTo>
                <a:lnTo>
                  <a:pt x="601579" y="0"/>
                </a:lnTo>
                <a:lnTo>
                  <a:pt x="601579" y="677447"/>
                </a:lnTo>
                <a:lnTo>
                  <a:pt x="0" y="677447"/>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4" id="34"/>
          <p:cNvSpPr/>
          <p:nvPr/>
        </p:nvSpPr>
        <p:spPr>
          <a:xfrm flipH="false" flipV="false" rot="0">
            <a:off x="2496379" y="7089591"/>
            <a:ext cx="680333" cy="680371"/>
          </a:xfrm>
          <a:custGeom>
            <a:avLst/>
            <a:gdLst/>
            <a:ahLst/>
            <a:cxnLst/>
            <a:rect r="r" b="b" t="t" l="l"/>
            <a:pathLst>
              <a:path h="680371" w="680333">
                <a:moveTo>
                  <a:pt x="0" y="0"/>
                </a:moveTo>
                <a:lnTo>
                  <a:pt x="680332" y="0"/>
                </a:lnTo>
                <a:lnTo>
                  <a:pt x="680332" y="680371"/>
                </a:lnTo>
                <a:lnTo>
                  <a:pt x="0" y="680371"/>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5" id="35"/>
          <p:cNvSpPr/>
          <p:nvPr/>
        </p:nvSpPr>
        <p:spPr>
          <a:xfrm flipH="false" flipV="false" rot="0">
            <a:off x="3325054" y="7130796"/>
            <a:ext cx="680333" cy="597960"/>
          </a:xfrm>
          <a:custGeom>
            <a:avLst/>
            <a:gdLst/>
            <a:ahLst/>
            <a:cxnLst/>
            <a:rect r="r" b="b" t="t" l="l"/>
            <a:pathLst>
              <a:path h="597960" w="680333">
                <a:moveTo>
                  <a:pt x="0" y="0"/>
                </a:moveTo>
                <a:lnTo>
                  <a:pt x="680332" y="0"/>
                </a:lnTo>
                <a:lnTo>
                  <a:pt x="680332" y="597960"/>
                </a:lnTo>
                <a:lnTo>
                  <a:pt x="0" y="597960"/>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Freeform 36" id="36"/>
          <p:cNvSpPr/>
          <p:nvPr/>
        </p:nvSpPr>
        <p:spPr>
          <a:xfrm flipH="false" flipV="false" rot="0">
            <a:off x="4180923" y="7177440"/>
            <a:ext cx="680333" cy="504663"/>
          </a:xfrm>
          <a:custGeom>
            <a:avLst/>
            <a:gdLst/>
            <a:ahLst/>
            <a:cxnLst/>
            <a:rect r="r" b="b" t="t" l="l"/>
            <a:pathLst>
              <a:path h="504663" w="680333">
                <a:moveTo>
                  <a:pt x="0" y="0"/>
                </a:moveTo>
                <a:lnTo>
                  <a:pt x="680332" y="0"/>
                </a:lnTo>
                <a:lnTo>
                  <a:pt x="680332" y="504663"/>
                </a:lnTo>
                <a:lnTo>
                  <a:pt x="0" y="504663"/>
                </a:lnTo>
                <a:lnTo>
                  <a:pt x="0" y="0"/>
                </a:lnTo>
                <a:close/>
              </a:path>
            </a:pathLst>
          </a:custGeom>
          <a:blipFill>
            <a:blip r:embed="rId70">
              <a:extLst>
                <a:ext uri="{96DAC541-7B7A-43D3-8B79-37D633B846F1}">
                  <asvg:svgBlip xmlns:asvg="http://schemas.microsoft.com/office/drawing/2016/SVG/main" r:embed="rId71"/>
                </a:ext>
              </a:extLst>
            </a:blip>
            <a:stretch>
              <a:fillRect l="0" t="0" r="0" b="0"/>
            </a:stretch>
          </a:blipFill>
        </p:spPr>
      </p:sp>
      <p:sp>
        <p:nvSpPr>
          <p:cNvPr name="Freeform 37" id="37"/>
          <p:cNvSpPr/>
          <p:nvPr/>
        </p:nvSpPr>
        <p:spPr>
          <a:xfrm flipH="false" flipV="false" rot="0">
            <a:off x="5031953" y="7109536"/>
            <a:ext cx="647176" cy="640480"/>
          </a:xfrm>
          <a:custGeom>
            <a:avLst/>
            <a:gdLst/>
            <a:ahLst/>
            <a:cxnLst/>
            <a:rect r="r" b="b" t="t" l="l"/>
            <a:pathLst>
              <a:path h="640480" w="647176">
                <a:moveTo>
                  <a:pt x="0" y="0"/>
                </a:moveTo>
                <a:lnTo>
                  <a:pt x="647176" y="0"/>
                </a:lnTo>
                <a:lnTo>
                  <a:pt x="647176" y="640480"/>
                </a:lnTo>
                <a:lnTo>
                  <a:pt x="0" y="640480"/>
                </a:lnTo>
                <a:lnTo>
                  <a:pt x="0" y="0"/>
                </a:lnTo>
                <a:close/>
              </a:path>
            </a:pathLst>
          </a:custGeom>
          <a:blipFill>
            <a:blip r:embed="rId72">
              <a:extLst>
                <a:ext uri="{96DAC541-7B7A-43D3-8B79-37D633B846F1}">
                  <asvg:svgBlip xmlns:asvg="http://schemas.microsoft.com/office/drawing/2016/SVG/main" r:embed="rId73"/>
                </a:ext>
              </a:extLst>
            </a:blip>
            <a:stretch>
              <a:fillRect l="0" t="0" r="0" b="0"/>
            </a:stretch>
          </a:blipFill>
        </p:spPr>
      </p:sp>
      <p:sp>
        <p:nvSpPr>
          <p:cNvPr name="Freeform 38" id="38"/>
          <p:cNvSpPr/>
          <p:nvPr/>
        </p:nvSpPr>
        <p:spPr>
          <a:xfrm flipH="false" flipV="false" rot="0">
            <a:off x="5849341" y="7112584"/>
            <a:ext cx="660864" cy="633374"/>
          </a:xfrm>
          <a:custGeom>
            <a:avLst/>
            <a:gdLst/>
            <a:ahLst/>
            <a:cxnLst/>
            <a:rect r="r" b="b" t="t" l="l"/>
            <a:pathLst>
              <a:path h="633374" w="660864">
                <a:moveTo>
                  <a:pt x="0" y="0"/>
                </a:moveTo>
                <a:lnTo>
                  <a:pt x="660863" y="0"/>
                </a:lnTo>
                <a:lnTo>
                  <a:pt x="660863" y="633375"/>
                </a:lnTo>
                <a:lnTo>
                  <a:pt x="0" y="633375"/>
                </a:lnTo>
                <a:lnTo>
                  <a:pt x="0" y="0"/>
                </a:lnTo>
                <a:close/>
              </a:path>
            </a:pathLst>
          </a:custGeom>
          <a:blipFill>
            <a:blip r:embed="rId74">
              <a:extLst>
                <a:ext uri="{96DAC541-7B7A-43D3-8B79-37D633B846F1}">
                  <asvg:svgBlip xmlns:asvg="http://schemas.microsoft.com/office/drawing/2016/SVG/main" r:embed="rId75"/>
                </a:ext>
              </a:extLst>
            </a:blip>
            <a:stretch>
              <a:fillRect l="0" t="0" r="0" b="0"/>
            </a:stretch>
          </a:blipFill>
        </p:spPr>
      </p:sp>
      <p:sp>
        <p:nvSpPr>
          <p:cNvPr name="Freeform 39" id="39"/>
          <p:cNvSpPr/>
          <p:nvPr/>
        </p:nvSpPr>
        <p:spPr>
          <a:xfrm flipH="false" flipV="false" rot="0">
            <a:off x="6715344" y="7089086"/>
            <a:ext cx="600523" cy="680371"/>
          </a:xfrm>
          <a:custGeom>
            <a:avLst/>
            <a:gdLst/>
            <a:ahLst/>
            <a:cxnLst/>
            <a:rect r="r" b="b" t="t" l="l"/>
            <a:pathLst>
              <a:path h="680371" w="600523">
                <a:moveTo>
                  <a:pt x="0" y="0"/>
                </a:moveTo>
                <a:lnTo>
                  <a:pt x="600523" y="0"/>
                </a:lnTo>
                <a:lnTo>
                  <a:pt x="600523" y="680371"/>
                </a:lnTo>
                <a:lnTo>
                  <a:pt x="0" y="680371"/>
                </a:lnTo>
                <a:lnTo>
                  <a:pt x="0" y="0"/>
                </a:lnTo>
                <a:close/>
              </a:path>
            </a:pathLst>
          </a:custGeom>
          <a:blipFill>
            <a:blip r:embed="rId76">
              <a:extLst>
                <a:ext uri="{96DAC541-7B7A-43D3-8B79-37D633B846F1}">
                  <asvg:svgBlip xmlns:asvg="http://schemas.microsoft.com/office/drawing/2016/SVG/main" r:embed="rId77"/>
                </a:ext>
              </a:extLst>
            </a:blip>
            <a:stretch>
              <a:fillRect l="0" t="0" r="0" b="0"/>
            </a:stretch>
          </a:blipFill>
        </p:spPr>
      </p:sp>
      <p:sp>
        <p:nvSpPr>
          <p:cNvPr name="Freeform 40" id="40"/>
          <p:cNvSpPr/>
          <p:nvPr/>
        </p:nvSpPr>
        <p:spPr>
          <a:xfrm flipH="false" flipV="false" rot="0">
            <a:off x="7521350" y="7089610"/>
            <a:ext cx="681218" cy="680333"/>
          </a:xfrm>
          <a:custGeom>
            <a:avLst/>
            <a:gdLst/>
            <a:ahLst/>
            <a:cxnLst/>
            <a:rect r="r" b="b" t="t" l="l"/>
            <a:pathLst>
              <a:path h="680333" w="681218">
                <a:moveTo>
                  <a:pt x="0" y="0"/>
                </a:moveTo>
                <a:lnTo>
                  <a:pt x="681218" y="0"/>
                </a:lnTo>
                <a:lnTo>
                  <a:pt x="681218" y="680333"/>
                </a:lnTo>
                <a:lnTo>
                  <a:pt x="0" y="680333"/>
                </a:lnTo>
                <a:lnTo>
                  <a:pt x="0" y="0"/>
                </a:lnTo>
                <a:close/>
              </a:path>
            </a:pathLst>
          </a:custGeom>
          <a:blipFill>
            <a:blip r:embed="rId78">
              <a:extLst>
                <a:ext uri="{96DAC541-7B7A-43D3-8B79-37D633B846F1}">
                  <asvg:svgBlip xmlns:asvg="http://schemas.microsoft.com/office/drawing/2016/SVG/main" r:embed="rId79"/>
                </a:ext>
              </a:extLst>
            </a:blip>
            <a:stretch>
              <a:fillRect l="0" t="0" r="0" b="0"/>
            </a:stretch>
          </a:blipFill>
        </p:spPr>
      </p:sp>
      <p:sp>
        <p:nvSpPr>
          <p:cNvPr name="Freeform 41" id="41"/>
          <p:cNvSpPr/>
          <p:nvPr/>
        </p:nvSpPr>
        <p:spPr>
          <a:xfrm flipH="false" flipV="false" rot="0">
            <a:off x="8468020" y="7089277"/>
            <a:ext cx="440979" cy="679980"/>
          </a:xfrm>
          <a:custGeom>
            <a:avLst/>
            <a:gdLst/>
            <a:ahLst/>
            <a:cxnLst/>
            <a:rect r="r" b="b" t="t" l="l"/>
            <a:pathLst>
              <a:path h="679980" w="440979">
                <a:moveTo>
                  <a:pt x="0" y="0"/>
                </a:moveTo>
                <a:lnTo>
                  <a:pt x="440979" y="0"/>
                </a:lnTo>
                <a:lnTo>
                  <a:pt x="440979" y="679980"/>
                </a:lnTo>
                <a:lnTo>
                  <a:pt x="0" y="679980"/>
                </a:lnTo>
                <a:lnTo>
                  <a:pt x="0" y="0"/>
                </a:lnTo>
                <a:close/>
              </a:path>
            </a:pathLst>
          </a:custGeom>
          <a:blipFill>
            <a:blip r:embed="rId80">
              <a:extLst>
                <a:ext uri="{96DAC541-7B7A-43D3-8B79-37D633B846F1}">
                  <asvg:svgBlip xmlns:asvg="http://schemas.microsoft.com/office/drawing/2016/SVG/main" r:embed="rId81"/>
                </a:ext>
              </a:extLst>
            </a:blip>
            <a:stretch>
              <a:fillRect l="0" t="0" r="0" b="0"/>
            </a:stretch>
          </a:blipFill>
        </p:spPr>
      </p:sp>
      <p:sp>
        <p:nvSpPr>
          <p:cNvPr name="Freeform 42" id="42"/>
          <p:cNvSpPr/>
          <p:nvPr/>
        </p:nvSpPr>
        <p:spPr>
          <a:xfrm flipH="false" flipV="false" rot="0">
            <a:off x="9171546" y="7095944"/>
            <a:ext cx="703326" cy="667664"/>
          </a:xfrm>
          <a:custGeom>
            <a:avLst/>
            <a:gdLst/>
            <a:ahLst/>
            <a:cxnLst/>
            <a:rect r="r" b="b" t="t" l="l"/>
            <a:pathLst>
              <a:path h="667664" w="703326">
                <a:moveTo>
                  <a:pt x="0" y="0"/>
                </a:moveTo>
                <a:lnTo>
                  <a:pt x="703326" y="0"/>
                </a:lnTo>
                <a:lnTo>
                  <a:pt x="703326" y="667664"/>
                </a:lnTo>
                <a:lnTo>
                  <a:pt x="0" y="667664"/>
                </a:lnTo>
                <a:lnTo>
                  <a:pt x="0" y="0"/>
                </a:lnTo>
                <a:close/>
              </a:path>
            </a:pathLst>
          </a:custGeom>
          <a:blipFill>
            <a:blip r:embed="rId82">
              <a:extLst>
                <a:ext uri="{96DAC541-7B7A-43D3-8B79-37D633B846F1}">
                  <asvg:svgBlip xmlns:asvg="http://schemas.microsoft.com/office/drawing/2016/SVG/main" r:embed="rId83"/>
                </a:ext>
              </a:extLst>
            </a:blip>
            <a:stretch>
              <a:fillRect l="0" t="0" r="0" b="0"/>
            </a:stretch>
          </a:blipFill>
        </p:spPr>
      </p:sp>
      <p:sp>
        <p:nvSpPr>
          <p:cNvPr name="Freeform 43" id="43"/>
          <p:cNvSpPr/>
          <p:nvPr/>
        </p:nvSpPr>
        <p:spPr>
          <a:xfrm flipH="false" flipV="false" rot="0">
            <a:off x="10086670" y="4729086"/>
            <a:ext cx="671008" cy="371904"/>
          </a:xfrm>
          <a:custGeom>
            <a:avLst/>
            <a:gdLst/>
            <a:ahLst/>
            <a:cxnLst/>
            <a:rect r="r" b="b" t="t" l="l"/>
            <a:pathLst>
              <a:path h="371904" w="671008">
                <a:moveTo>
                  <a:pt x="0" y="0"/>
                </a:moveTo>
                <a:lnTo>
                  <a:pt x="671008" y="0"/>
                </a:lnTo>
                <a:lnTo>
                  <a:pt x="671008" y="371904"/>
                </a:lnTo>
                <a:lnTo>
                  <a:pt x="0" y="371904"/>
                </a:lnTo>
                <a:lnTo>
                  <a:pt x="0" y="0"/>
                </a:lnTo>
                <a:close/>
              </a:path>
            </a:pathLst>
          </a:custGeom>
          <a:blipFill>
            <a:blip r:embed="rId84">
              <a:extLst>
                <a:ext uri="{96DAC541-7B7A-43D3-8B79-37D633B846F1}">
                  <asvg:svgBlip xmlns:asvg="http://schemas.microsoft.com/office/drawing/2016/SVG/main" r:embed="rId85"/>
                </a:ext>
              </a:extLst>
            </a:blip>
            <a:stretch>
              <a:fillRect l="0" t="0" r="0" b="0"/>
            </a:stretch>
          </a:blipFill>
        </p:spPr>
      </p:sp>
      <p:sp>
        <p:nvSpPr>
          <p:cNvPr name="Freeform 44" id="44"/>
          <p:cNvSpPr/>
          <p:nvPr/>
        </p:nvSpPr>
        <p:spPr>
          <a:xfrm flipH="false" flipV="false" rot="0">
            <a:off x="10948149" y="4574848"/>
            <a:ext cx="680333" cy="680371"/>
          </a:xfrm>
          <a:custGeom>
            <a:avLst/>
            <a:gdLst/>
            <a:ahLst/>
            <a:cxnLst/>
            <a:rect r="r" b="b" t="t" l="l"/>
            <a:pathLst>
              <a:path h="680371" w="680333">
                <a:moveTo>
                  <a:pt x="0" y="0"/>
                </a:moveTo>
                <a:lnTo>
                  <a:pt x="680333" y="0"/>
                </a:lnTo>
                <a:lnTo>
                  <a:pt x="680333" y="680371"/>
                </a:lnTo>
                <a:lnTo>
                  <a:pt x="0" y="680371"/>
                </a:lnTo>
                <a:lnTo>
                  <a:pt x="0" y="0"/>
                </a:lnTo>
                <a:close/>
              </a:path>
            </a:pathLst>
          </a:custGeom>
          <a:blipFill>
            <a:blip r:embed="rId86">
              <a:extLst>
                <a:ext uri="{96DAC541-7B7A-43D3-8B79-37D633B846F1}">
                  <asvg:svgBlip xmlns:asvg="http://schemas.microsoft.com/office/drawing/2016/SVG/main" r:embed="rId87"/>
                </a:ext>
              </a:extLst>
            </a:blip>
            <a:stretch>
              <a:fillRect l="0" t="0" r="0" b="0"/>
            </a:stretch>
          </a:blipFill>
        </p:spPr>
      </p:sp>
      <p:sp>
        <p:nvSpPr>
          <p:cNvPr name="Freeform 45" id="45"/>
          <p:cNvSpPr/>
          <p:nvPr/>
        </p:nvSpPr>
        <p:spPr>
          <a:xfrm flipH="false" flipV="false" rot="0">
            <a:off x="11748049" y="4574848"/>
            <a:ext cx="707126" cy="680371"/>
          </a:xfrm>
          <a:custGeom>
            <a:avLst/>
            <a:gdLst/>
            <a:ahLst/>
            <a:cxnLst/>
            <a:rect r="r" b="b" t="t" l="l"/>
            <a:pathLst>
              <a:path h="680371" w="707126">
                <a:moveTo>
                  <a:pt x="0" y="0"/>
                </a:moveTo>
                <a:lnTo>
                  <a:pt x="707127" y="0"/>
                </a:lnTo>
                <a:lnTo>
                  <a:pt x="707127" y="680371"/>
                </a:lnTo>
                <a:lnTo>
                  <a:pt x="0" y="680371"/>
                </a:lnTo>
                <a:lnTo>
                  <a:pt x="0" y="0"/>
                </a:lnTo>
                <a:close/>
              </a:path>
            </a:pathLst>
          </a:custGeom>
          <a:blipFill>
            <a:blip r:embed="rId88">
              <a:extLst>
                <a:ext uri="{96DAC541-7B7A-43D3-8B79-37D633B846F1}">
                  <asvg:svgBlip xmlns:asvg="http://schemas.microsoft.com/office/drawing/2016/SVG/main" r:embed="rId89"/>
                </a:ext>
              </a:extLst>
            </a:blip>
            <a:stretch>
              <a:fillRect l="0" t="0" r="0" b="0"/>
            </a:stretch>
          </a:blipFill>
        </p:spPr>
      </p:sp>
      <p:sp>
        <p:nvSpPr>
          <p:cNvPr name="Freeform 46" id="46"/>
          <p:cNvSpPr/>
          <p:nvPr/>
        </p:nvSpPr>
        <p:spPr>
          <a:xfrm flipH="false" flipV="false" rot="0">
            <a:off x="12595622" y="4606900"/>
            <a:ext cx="669074" cy="616268"/>
          </a:xfrm>
          <a:custGeom>
            <a:avLst/>
            <a:gdLst/>
            <a:ahLst/>
            <a:cxnLst/>
            <a:rect r="r" b="b" t="t" l="l"/>
            <a:pathLst>
              <a:path h="616268" w="669074">
                <a:moveTo>
                  <a:pt x="0" y="0"/>
                </a:moveTo>
                <a:lnTo>
                  <a:pt x="669074" y="0"/>
                </a:lnTo>
                <a:lnTo>
                  <a:pt x="669074" y="616267"/>
                </a:lnTo>
                <a:lnTo>
                  <a:pt x="0" y="616267"/>
                </a:lnTo>
                <a:lnTo>
                  <a:pt x="0" y="0"/>
                </a:lnTo>
                <a:close/>
              </a:path>
            </a:pathLst>
          </a:custGeom>
          <a:blipFill>
            <a:blip r:embed="rId90">
              <a:extLst>
                <a:ext uri="{96DAC541-7B7A-43D3-8B79-37D633B846F1}">
                  <asvg:svgBlip xmlns:asvg="http://schemas.microsoft.com/office/drawing/2016/SVG/main" r:embed="rId91"/>
                </a:ext>
              </a:extLst>
            </a:blip>
            <a:stretch>
              <a:fillRect l="0" t="0" r="0" b="0"/>
            </a:stretch>
          </a:blipFill>
        </p:spPr>
      </p:sp>
      <p:sp>
        <p:nvSpPr>
          <p:cNvPr name="Freeform 47" id="47"/>
          <p:cNvSpPr/>
          <p:nvPr/>
        </p:nvSpPr>
        <p:spPr>
          <a:xfrm flipH="false" flipV="false" rot="0">
            <a:off x="13526900" y="4574848"/>
            <a:ext cx="478365" cy="680371"/>
          </a:xfrm>
          <a:custGeom>
            <a:avLst/>
            <a:gdLst/>
            <a:ahLst/>
            <a:cxnLst/>
            <a:rect r="r" b="b" t="t" l="l"/>
            <a:pathLst>
              <a:path h="680371" w="478365">
                <a:moveTo>
                  <a:pt x="0" y="0"/>
                </a:moveTo>
                <a:lnTo>
                  <a:pt x="478365" y="0"/>
                </a:lnTo>
                <a:lnTo>
                  <a:pt x="478365" y="680371"/>
                </a:lnTo>
                <a:lnTo>
                  <a:pt x="0" y="680371"/>
                </a:lnTo>
                <a:lnTo>
                  <a:pt x="0" y="0"/>
                </a:lnTo>
                <a:close/>
              </a:path>
            </a:pathLst>
          </a:custGeom>
          <a:blipFill>
            <a:blip r:embed="rId92">
              <a:extLst>
                <a:ext uri="{96DAC541-7B7A-43D3-8B79-37D633B846F1}">
                  <asvg:svgBlip xmlns:asvg="http://schemas.microsoft.com/office/drawing/2016/SVG/main" r:embed="rId93"/>
                </a:ext>
              </a:extLst>
            </a:blip>
            <a:stretch>
              <a:fillRect l="0" t="0" r="0" b="0"/>
            </a:stretch>
          </a:blipFill>
        </p:spPr>
      </p:sp>
      <p:sp>
        <p:nvSpPr>
          <p:cNvPr name="Freeform 48" id="48"/>
          <p:cNvSpPr/>
          <p:nvPr/>
        </p:nvSpPr>
        <p:spPr>
          <a:xfrm flipH="false" flipV="false" rot="0">
            <a:off x="14313398" y="4574200"/>
            <a:ext cx="558108" cy="680371"/>
          </a:xfrm>
          <a:custGeom>
            <a:avLst/>
            <a:gdLst/>
            <a:ahLst/>
            <a:cxnLst/>
            <a:rect r="r" b="b" t="t" l="l"/>
            <a:pathLst>
              <a:path h="680371" w="558108">
                <a:moveTo>
                  <a:pt x="0" y="0"/>
                </a:moveTo>
                <a:lnTo>
                  <a:pt x="558108" y="0"/>
                </a:lnTo>
                <a:lnTo>
                  <a:pt x="558108" y="680371"/>
                </a:lnTo>
                <a:lnTo>
                  <a:pt x="0" y="680371"/>
                </a:lnTo>
                <a:lnTo>
                  <a:pt x="0" y="0"/>
                </a:lnTo>
                <a:close/>
              </a:path>
            </a:pathLst>
          </a:custGeom>
          <a:blipFill>
            <a:blip r:embed="rId94">
              <a:extLst>
                <a:ext uri="{96DAC541-7B7A-43D3-8B79-37D633B846F1}">
                  <asvg:svgBlip xmlns:asvg="http://schemas.microsoft.com/office/drawing/2016/SVG/main" r:embed="rId95"/>
                </a:ext>
              </a:extLst>
            </a:blip>
            <a:stretch>
              <a:fillRect l="0" t="0" r="0" b="0"/>
            </a:stretch>
          </a:blipFill>
        </p:spPr>
      </p:sp>
      <p:sp>
        <p:nvSpPr>
          <p:cNvPr name="Freeform 49" id="49"/>
          <p:cNvSpPr/>
          <p:nvPr/>
        </p:nvSpPr>
        <p:spPr>
          <a:xfrm flipH="false" flipV="false" rot="0">
            <a:off x="15099468" y="4595460"/>
            <a:ext cx="680371" cy="637842"/>
          </a:xfrm>
          <a:custGeom>
            <a:avLst/>
            <a:gdLst/>
            <a:ahLst/>
            <a:cxnLst/>
            <a:rect r="r" b="b" t="t" l="l"/>
            <a:pathLst>
              <a:path h="637842" w="680371">
                <a:moveTo>
                  <a:pt x="0" y="0"/>
                </a:moveTo>
                <a:lnTo>
                  <a:pt x="680371" y="0"/>
                </a:lnTo>
                <a:lnTo>
                  <a:pt x="680371" y="637842"/>
                </a:lnTo>
                <a:lnTo>
                  <a:pt x="0" y="637842"/>
                </a:lnTo>
                <a:lnTo>
                  <a:pt x="0" y="0"/>
                </a:lnTo>
                <a:close/>
              </a:path>
            </a:pathLst>
          </a:custGeom>
          <a:blipFill>
            <a:blip r:embed="rId96">
              <a:extLst>
                <a:ext uri="{96DAC541-7B7A-43D3-8B79-37D633B846F1}">
                  <asvg:svgBlip xmlns:asvg="http://schemas.microsoft.com/office/drawing/2016/SVG/main" r:embed="rId97"/>
                </a:ext>
              </a:extLst>
            </a:blip>
            <a:stretch>
              <a:fillRect l="0" t="0" r="0" b="0"/>
            </a:stretch>
          </a:blipFill>
        </p:spPr>
      </p:sp>
      <p:sp>
        <p:nvSpPr>
          <p:cNvPr name="Freeform 50" id="50"/>
          <p:cNvSpPr/>
          <p:nvPr/>
        </p:nvSpPr>
        <p:spPr>
          <a:xfrm flipH="false" flipV="false" rot="0">
            <a:off x="15949174" y="4595460"/>
            <a:ext cx="680371" cy="637842"/>
          </a:xfrm>
          <a:custGeom>
            <a:avLst/>
            <a:gdLst/>
            <a:ahLst/>
            <a:cxnLst/>
            <a:rect r="r" b="b" t="t" l="l"/>
            <a:pathLst>
              <a:path h="637842" w="680371">
                <a:moveTo>
                  <a:pt x="0" y="0"/>
                </a:moveTo>
                <a:lnTo>
                  <a:pt x="680371" y="0"/>
                </a:lnTo>
                <a:lnTo>
                  <a:pt x="680371" y="637842"/>
                </a:lnTo>
                <a:lnTo>
                  <a:pt x="0" y="637842"/>
                </a:lnTo>
                <a:lnTo>
                  <a:pt x="0" y="0"/>
                </a:lnTo>
                <a:close/>
              </a:path>
            </a:pathLst>
          </a:custGeom>
          <a:blipFill>
            <a:blip r:embed="rId98">
              <a:extLst>
                <a:ext uri="{96DAC541-7B7A-43D3-8B79-37D633B846F1}">
                  <asvg:svgBlip xmlns:asvg="http://schemas.microsoft.com/office/drawing/2016/SVG/main" r:embed="rId99"/>
                </a:ext>
              </a:extLst>
            </a:blip>
            <a:stretch>
              <a:fillRect l="0" t="0" r="0" b="0"/>
            </a:stretch>
          </a:blipFill>
        </p:spPr>
      </p:sp>
      <p:sp>
        <p:nvSpPr>
          <p:cNvPr name="Freeform 51" id="51"/>
          <p:cNvSpPr/>
          <p:nvPr/>
        </p:nvSpPr>
        <p:spPr>
          <a:xfrm flipH="false" flipV="false" rot="0">
            <a:off x="10761307" y="7922724"/>
            <a:ext cx="678961" cy="678542"/>
          </a:xfrm>
          <a:custGeom>
            <a:avLst/>
            <a:gdLst/>
            <a:ahLst/>
            <a:cxnLst/>
            <a:rect r="r" b="b" t="t" l="l"/>
            <a:pathLst>
              <a:path h="678542" w="678961">
                <a:moveTo>
                  <a:pt x="0" y="0"/>
                </a:moveTo>
                <a:lnTo>
                  <a:pt x="678961" y="0"/>
                </a:lnTo>
                <a:lnTo>
                  <a:pt x="678961" y="678542"/>
                </a:lnTo>
                <a:lnTo>
                  <a:pt x="0" y="678542"/>
                </a:lnTo>
                <a:lnTo>
                  <a:pt x="0" y="0"/>
                </a:lnTo>
                <a:close/>
              </a:path>
            </a:pathLst>
          </a:custGeom>
          <a:blipFill>
            <a:blip r:embed="rId100">
              <a:extLst>
                <a:ext uri="{96DAC541-7B7A-43D3-8B79-37D633B846F1}">
                  <asvg:svgBlip xmlns:asvg="http://schemas.microsoft.com/office/drawing/2016/SVG/main" r:embed="rId101"/>
                </a:ext>
              </a:extLst>
            </a:blip>
            <a:stretch>
              <a:fillRect l="0" t="0" r="0" b="0"/>
            </a:stretch>
          </a:blipFill>
        </p:spPr>
      </p:sp>
      <p:sp>
        <p:nvSpPr>
          <p:cNvPr name="Freeform 52" id="52"/>
          <p:cNvSpPr/>
          <p:nvPr/>
        </p:nvSpPr>
        <p:spPr>
          <a:xfrm flipH="false" flipV="false" rot="0">
            <a:off x="7399877" y="7936297"/>
            <a:ext cx="651253" cy="651386"/>
          </a:xfrm>
          <a:custGeom>
            <a:avLst/>
            <a:gdLst/>
            <a:ahLst/>
            <a:cxnLst/>
            <a:rect r="r" b="b" t="t" l="l"/>
            <a:pathLst>
              <a:path h="651386" w="651253">
                <a:moveTo>
                  <a:pt x="0" y="0"/>
                </a:moveTo>
                <a:lnTo>
                  <a:pt x="651253" y="0"/>
                </a:lnTo>
                <a:lnTo>
                  <a:pt x="651253" y="651386"/>
                </a:lnTo>
                <a:lnTo>
                  <a:pt x="0" y="651386"/>
                </a:lnTo>
                <a:lnTo>
                  <a:pt x="0" y="0"/>
                </a:lnTo>
                <a:close/>
              </a:path>
            </a:pathLst>
          </a:custGeom>
          <a:blipFill>
            <a:blip r:embed="rId102">
              <a:extLst>
                <a:ext uri="{96DAC541-7B7A-43D3-8B79-37D633B846F1}">
                  <asvg:svgBlip xmlns:asvg="http://schemas.microsoft.com/office/drawing/2016/SVG/main" r:embed="rId103"/>
                </a:ext>
              </a:extLst>
            </a:blip>
            <a:stretch>
              <a:fillRect l="0" t="0" r="0" b="0"/>
            </a:stretch>
          </a:blipFill>
        </p:spPr>
      </p:sp>
      <p:sp>
        <p:nvSpPr>
          <p:cNvPr name="Freeform 53" id="53"/>
          <p:cNvSpPr/>
          <p:nvPr/>
        </p:nvSpPr>
        <p:spPr>
          <a:xfrm flipH="false" flipV="false" rot="0">
            <a:off x="10075993" y="5432279"/>
            <a:ext cx="691953" cy="642347"/>
          </a:xfrm>
          <a:custGeom>
            <a:avLst/>
            <a:gdLst/>
            <a:ahLst/>
            <a:cxnLst/>
            <a:rect r="r" b="b" t="t" l="l"/>
            <a:pathLst>
              <a:path h="642347" w="691953">
                <a:moveTo>
                  <a:pt x="0" y="0"/>
                </a:moveTo>
                <a:lnTo>
                  <a:pt x="691953" y="0"/>
                </a:lnTo>
                <a:lnTo>
                  <a:pt x="691953" y="642347"/>
                </a:lnTo>
                <a:lnTo>
                  <a:pt x="0" y="642347"/>
                </a:lnTo>
                <a:lnTo>
                  <a:pt x="0" y="0"/>
                </a:lnTo>
                <a:close/>
              </a:path>
            </a:pathLst>
          </a:custGeom>
          <a:blipFill>
            <a:blip r:embed="rId104">
              <a:extLst>
                <a:ext uri="{96DAC541-7B7A-43D3-8B79-37D633B846F1}">
                  <asvg:svgBlip xmlns:asvg="http://schemas.microsoft.com/office/drawing/2016/SVG/main" r:embed="rId105"/>
                </a:ext>
              </a:extLst>
            </a:blip>
            <a:stretch>
              <a:fillRect l="0" t="0" r="0" b="0"/>
            </a:stretch>
          </a:blipFill>
        </p:spPr>
      </p:sp>
      <p:sp>
        <p:nvSpPr>
          <p:cNvPr name="Freeform 54" id="54"/>
          <p:cNvSpPr/>
          <p:nvPr/>
        </p:nvSpPr>
        <p:spPr>
          <a:xfrm flipH="false" flipV="false" rot="0">
            <a:off x="10946235" y="5414077"/>
            <a:ext cx="684171" cy="680371"/>
          </a:xfrm>
          <a:custGeom>
            <a:avLst/>
            <a:gdLst/>
            <a:ahLst/>
            <a:cxnLst/>
            <a:rect r="r" b="b" t="t" l="l"/>
            <a:pathLst>
              <a:path h="680371" w="684171">
                <a:moveTo>
                  <a:pt x="0" y="0"/>
                </a:moveTo>
                <a:lnTo>
                  <a:pt x="684171" y="0"/>
                </a:lnTo>
                <a:lnTo>
                  <a:pt x="684171" y="680370"/>
                </a:lnTo>
                <a:lnTo>
                  <a:pt x="0" y="680370"/>
                </a:lnTo>
                <a:lnTo>
                  <a:pt x="0" y="0"/>
                </a:lnTo>
                <a:close/>
              </a:path>
            </a:pathLst>
          </a:custGeom>
          <a:blipFill>
            <a:blip r:embed="rId106">
              <a:extLst>
                <a:ext uri="{96DAC541-7B7A-43D3-8B79-37D633B846F1}">
                  <asvg:svgBlip xmlns:asvg="http://schemas.microsoft.com/office/drawing/2016/SVG/main" r:embed="rId107"/>
                </a:ext>
              </a:extLst>
            </a:blip>
            <a:stretch>
              <a:fillRect l="0" t="0" r="0" b="0"/>
            </a:stretch>
          </a:blipFill>
        </p:spPr>
      </p:sp>
      <p:sp>
        <p:nvSpPr>
          <p:cNvPr name="Freeform 55" id="55"/>
          <p:cNvSpPr/>
          <p:nvPr/>
        </p:nvSpPr>
        <p:spPr>
          <a:xfrm flipH="false" flipV="false" rot="0">
            <a:off x="11760956" y="5479504"/>
            <a:ext cx="680333" cy="547897"/>
          </a:xfrm>
          <a:custGeom>
            <a:avLst/>
            <a:gdLst/>
            <a:ahLst/>
            <a:cxnLst/>
            <a:rect r="r" b="b" t="t" l="l"/>
            <a:pathLst>
              <a:path h="547897" w="680333">
                <a:moveTo>
                  <a:pt x="0" y="0"/>
                </a:moveTo>
                <a:lnTo>
                  <a:pt x="680332" y="0"/>
                </a:lnTo>
                <a:lnTo>
                  <a:pt x="680332" y="547897"/>
                </a:lnTo>
                <a:lnTo>
                  <a:pt x="0" y="547897"/>
                </a:lnTo>
                <a:lnTo>
                  <a:pt x="0" y="0"/>
                </a:lnTo>
                <a:close/>
              </a:path>
            </a:pathLst>
          </a:custGeom>
          <a:blipFill>
            <a:blip r:embed="rId108">
              <a:extLst>
                <a:ext uri="{96DAC541-7B7A-43D3-8B79-37D633B846F1}">
                  <asvg:svgBlip xmlns:asvg="http://schemas.microsoft.com/office/drawing/2016/SVG/main" r:embed="rId109"/>
                </a:ext>
              </a:extLst>
            </a:blip>
            <a:stretch>
              <a:fillRect l="0" t="0" r="0" b="0"/>
            </a:stretch>
          </a:blipFill>
        </p:spPr>
      </p:sp>
      <p:sp>
        <p:nvSpPr>
          <p:cNvPr name="Freeform 56" id="56"/>
          <p:cNvSpPr/>
          <p:nvPr/>
        </p:nvSpPr>
        <p:spPr>
          <a:xfrm flipH="false" flipV="false" rot="0">
            <a:off x="12589326" y="5548579"/>
            <a:ext cx="680437" cy="409718"/>
          </a:xfrm>
          <a:custGeom>
            <a:avLst/>
            <a:gdLst/>
            <a:ahLst/>
            <a:cxnLst/>
            <a:rect r="r" b="b" t="t" l="l"/>
            <a:pathLst>
              <a:path h="409718" w="680437">
                <a:moveTo>
                  <a:pt x="0" y="0"/>
                </a:moveTo>
                <a:lnTo>
                  <a:pt x="680437" y="0"/>
                </a:lnTo>
                <a:lnTo>
                  <a:pt x="680437" y="409718"/>
                </a:lnTo>
                <a:lnTo>
                  <a:pt x="0" y="409718"/>
                </a:lnTo>
                <a:lnTo>
                  <a:pt x="0" y="0"/>
                </a:lnTo>
                <a:close/>
              </a:path>
            </a:pathLst>
          </a:custGeom>
          <a:blipFill>
            <a:blip r:embed="rId110">
              <a:extLst>
                <a:ext uri="{96DAC541-7B7A-43D3-8B79-37D633B846F1}">
                  <asvg:svgBlip xmlns:asvg="http://schemas.microsoft.com/office/drawing/2016/SVG/main" r:embed="rId111"/>
                </a:ext>
              </a:extLst>
            </a:blip>
            <a:stretch>
              <a:fillRect l="0" t="0" r="0" b="0"/>
            </a:stretch>
          </a:blipFill>
        </p:spPr>
      </p:sp>
      <p:sp>
        <p:nvSpPr>
          <p:cNvPr name="Freeform 57" id="57"/>
          <p:cNvSpPr/>
          <p:nvPr/>
        </p:nvSpPr>
        <p:spPr>
          <a:xfrm flipH="false" flipV="false" rot="0">
            <a:off x="13424954" y="5414058"/>
            <a:ext cx="682276" cy="680409"/>
          </a:xfrm>
          <a:custGeom>
            <a:avLst/>
            <a:gdLst/>
            <a:ahLst/>
            <a:cxnLst/>
            <a:rect r="r" b="b" t="t" l="l"/>
            <a:pathLst>
              <a:path h="680409" w="682276">
                <a:moveTo>
                  <a:pt x="0" y="0"/>
                </a:moveTo>
                <a:lnTo>
                  <a:pt x="682276" y="0"/>
                </a:lnTo>
                <a:lnTo>
                  <a:pt x="682276" y="680408"/>
                </a:lnTo>
                <a:lnTo>
                  <a:pt x="0" y="680408"/>
                </a:lnTo>
                <a:lnTo>
                  <a:pt x="0" y="0"/>
                </a:lnTo>
                <a:close/>
              </a:path>
            </a:pathLst>
          </a:custGeom>
          <a:blipFill>
            <a:blip r:embed="rId112">
              <a:extLst>
                <a:ext uri="{96DAC541-7B7A-43D3-8B79-37D633B846F1}">
                  <asvg:svgBlip xmlns:asvg="http://schemas.microsoft.com/office/drawing/2016/SVG/main" r:embed="rId113"/>
                </a:ext>
              </a:extLst>
            </a:blip>
            <a:stretch>
              <a:fillRect l="0" t="0" r="0" b="0"/>
            </a:stretch>
          </a:blipFill>
        </p:spPr>
      </p:sp>
      <p:sp>
        <p:nvSpPr>
          <p:cNvPr name="Freeform 58" id="58"/>
          <p:cNvSpPr/>
          <p:nvPr/>
        </p:nvSpPr>
        <p:spPr>
          <a:xfrm flipH="false" flipV="false" rot="0">
            <a:off x="14423136" y="5413334"/>
            <a:ext cx="340433" cy="681847"/>
          </a:xfrm>
          <a:custGeom>
            <a:avLst/>
            <a:gdLst/>
            <a:ahLst/>
            <a:cxnLst/>
            <a:rect r="r" b="b" t="t" l="l"/>
            <a:pathLst>
              <a:path h="681847" w="340433">
                <a:moveTo>
                  <a:pt x="0" y="0"/>
                </a:moveTo>
                <a:lnTo>
                  <a:pt x="340433" y="0"/>
                </a:lnTo>
                <a:lnTo>
                  <a:pt x="340433" y="681847"/>
                </a:lnTo>
                <a:lnTo>
                  <a:pt x="0" y="681847"/>
                </a:lnTo>
                <a:lnTo>
                  <a:pt x="0" y="0"/>
                </a:lnTo>
                <a:close/>
              </a:path>
            </a:pathLst>
          </a:custGeom>
          <a:blipFill>
            <a:blip r:embed="rId114">
              <a:extLst>
                <a:ext uri="{96DAC541-7B7A-43D3-8B79-37D633B846F1}">
                  <asvg:svgBlip xmlns:asvg="http://schemas.microsoft.com/office/drawing/2016/SVG/main" r:embed="rId115"/>
                </a:ext>
              </a:extLst>
            </a:blip>
            <a:stretch>
              <a:fillRect l="0" t="0" r="0" b="0"/>
            </a:stretch>
          </a:blipFill>
        </p:spPr>
      </p:sp>
      <p:sp>
        <p:nvSpPr>
          <p:cNvPr name="Freeform 59" id="59"/>
          <p:cNvSpPr/>
          <p:nvPr/>
        </p:nvSpPr>
        <p:spPr>
          <a:xfrm flipH="false" flipV="false" rot="0">
            <a:off x="15101678" y="5415353"/>
            <a:ext cx="678018" cy="677799"/>
          </a:xfrm>
          <a:custGeom>
            <a:avLst/>
            <a:gdLst/>
            <a:ahLst/>
            <a:cxnLst/>
            <a:rect r="r" b="b" t="t" l="l"/>
            <a:pathLst>
              <a:path h="677799" w="678018">
                <a:moveTo>
                  <a:pt x="0" y="0"/>
                </a:moveTo>
                <a:lnTo>
                  <a:pt x="678018" y="0"/>
                </a:lnTo>
                <a:lnTo>
                  <a:pt x="678018" y="677799"/>
                </a:lnTo>
                <a:lnTo>
                  <a:pt x="0" y="677799"/>
                </a:lnTo>
                <a:lnTo>
                  <a:pt x="0" y="0"/>
                </a:lnTo>
                <a:close/>
              </a:path>
            </a:pathLst>
          </a:custGeom>
          <a:blipFill>
            <a:blip r:embed="rId116">
              <a:extLst>
                <a:ext uri="{96DAC541-7B7A-43D3-8B79-37D633B846F1}">
                  <asvg:svgBlip xmlns:asvg="http://schemas.microsoft.com/office/drawing/2016/SVG/main" r:embed="rId117"/>
                </a:ext>
              </a:extLst>
            </a:blip>
            <a:stretch>
              <a:fillRect l="0" t="0" r="0" b="0"/>
            </a:stretch>
          </a:blipFill>
        </p:spPr>
      </p:sp>
      <p:sp>
        <p:nvSpPr>
          <p:cNvPr name="Freeform 60" id="60"/>
          <p:cNvSpPr/>
          <p:nvPr/>
        </p:nvSpPr>
        <p:spPr>
          <a:xfrm flipH="false" flipV="false" rot="0">
            <a:off x="15949174" y="5452910"/>
            <a:ext cx="680371" cy="601094"/>
          </a:xfrm>
          <a:custGeom>
            <a:avLst/>
            <a:gdLst/>
            <a:ahLst/>
            <a:cxnLst/>
            <a:rect r="r" b="b" t="t" l="l"/>
            <a:pathLst>
              <a:path h="601094" w="680371">
                <a:moveTo>
                  <a:pt x="0" y="0"/>
                </a:moveTo>
                <a:lnTo>
                  <a:pt x="680371" y="0"/>
                </a:lnTo>
                <a:lnTo>
                  <a:pt x="680371" y="601094"/>
                </a:lnTo>
                <a:lnTo>
                  <a:pt x="0" y="601094"/>
                </a:lnTo>
                <a:lnTo>
                  <a:pt x="0" y="0"/>
                </a:lnTo>
                <a:close/>
              </a:path>
            </a:pathLst>
          </a:custGeom>
          <a:blipFill>
            <a:blip r:embed="rId118">
              <a:extLst>
                <a:ext uri="{96DAC541-7B7A-43D3-8B79-37D633B846F1}">
                  <asvg:svgBlip xmlns:asvg="http://schemas.microsoft.com/office/drawing/2016/SVG/main" r:embed="rId119"/>
                </a:ext>
              </a:extLst>
            </a:blip>
            <a:stretch>
              <a:fillRect l="0" t="0" r="0" b="0"/>
            </a:stretch>
          </a:blipFill>
        </p:spPr>
      </p:sp>
      <p:sp>
        <p:nvSpPr>
          <p:cNvPr name="Freeform 61" id="61"/>
          <p:cNvSpPr/>
          <p:nvPr/>
        </p:nvSpPr>
        <p:spPr>
          <a:xfrm flipH="false" flipV="false" rot="0">
            <a:off x="11648989" y="7981340"/>
            <a:ext cx="684066" cy="561308"/>
          </a:xfrm>
          <a:custGeom>
            <a:avLst/>
            <a:gdLst/>
            <a:ahLst/>
            <a:cxnLst/>
            <a:rect r="r" b="b" t="t" l="l"/>
            <a:pathLst>
              <a:path h="561308" w="684066">
                <a:moveTo>
                  <a:pt x="0" y="0"/>
                </a:moveTo>
                <a:lnTo>
                  <a:pt x="684067" y="0"/>
                </a:lnTo>
                <a:lnTo>
                  <a:pt x="684067" y="561309"/>
                </a:lnTo>
                <a:lnTo>
                  <a:pt x="0" y="561309"/>
                </a:lnTo>
                <a:lnTo>
                  <a:pt x="0" y="0"/>
                </a:lnTo>
                <a:close/>
              </a:path>
            </a:pathLst>
          </a:custGeom>
          <a:blipFill>
            <a:blip r:embed="rId120">
              <a:extLst>
                <a:ext uri="{96DAC541-7B7A-43D3-8B79-37D633B846F1}">
                  <asvg:svgBlip xmlns:asvg="http://schemas.microsoft.com/office/drawing/2016/SVG/main" r:embed="rId121"/>
                </a:ext>
              </a:extLst>
            </a:blip>
            <a:stretch>
              <a:fillRect l="0" t="0" r="0" b="0"/>
            </a:stretch>
          </a:blipFill>
        </p:spPr>
      </p:sp>
      <p:sp>
        <p:nvSpPr>
          <p:cNvPr name="Freeform 62" id="62"/>
          <p:cNvSpPr/>
          <p:nvPr/>
        </p:nvSpPr>
        <p:spPr>
          <a:xfrm flipH="false" flipV="false" rot="0">
            <a:off x="8259870" y="7993542"/>
            <a:ext cx="653072" cy="536905"/>
          </a:xfrm>
          <a:custGeom>
            <a:avLst/>
            <a:gdLst/>
            <a:ahLst/>
            <a:cxnLst/>
            <a:rect r="r" b="b" t="t" l="l"/>
            <a:pathLst>
              <a:path h="536905" w="653072">
                <a:moveTo>
                  <a:pt x="0" y="0"/>
                </a:moveTo>
                <a:lnTo>
                  <a:pt x="653073" y="0"/>
                </a:lnTo>
                <a:lnTo>
                  <a:pt x="653073" y="536905"/>
                </a:lnTo>
                <a:lnTo>
                  <a:pt x="0" y="536905"/>
                </a:lnTo>
                <a:lnTo>
                  <a:pt x="0" y="0"/>
                </a:lnTo>
                <a:close/>
              </a:path>
            </a:pathLst>
          </a:custGeom>
          <a:blipFill>
            <a:blip r:embed="rId122">
              <a:extLst>
                <a:ext uri="{96DAC541-7B7A-43D3-8B79-37D633B846F1}">
                  <asvg:svgBlip xmlns:asvg="http://schemas.microsoft.com/office/drawing/2016/SVG/main" r:embed="rId123"/>
                </a:ext>
              </a:extLst>
            </a:blip>
            <a:stretch>
              <a:fillRect l="0" t="0" r="0" b="0"/>
            </a:stretch>
          </a:blipFill>
        </p:spPr>
      </p:sp>
      <p:sp>
        <p:nvSpPr>
          <p:cNvPr name="Freeform 63" id="63"/>
          <p:cNvSpPr/>
          <p:nvPr/>
        </p:nvSpPr>
        <p:spPr>
          <a:xfrm flipH="false" flipV="false" rot="0">
            <a:off x="10123199" y="6252200"/>
            <a:ext cx="597960" cy="680333"/>
          </a:xfrm>
          <a:custGeom>
            <a:avLst/>
            <a:gdLst/>
            <a:ahLst/>
            <a:cxnLst/>
            <a:rect r="r" b="b" t="t" l="l"/>
            <a:pathLst>
              <a:path h="680333" w="597960">
                <a:moveTo>
                  <a:pt x="0" y="0"/>
                </a:moveTo>
                <a:lnTo>
                  <a:pt x="597960" y="0"/>
                </a:lnTo>
                <a:lnTo>
                  <a:pt x="597960" y="680333"/>
                </a:lnTo>
                <a:lnTo>
                  <a:pt x="0" y="680333"/>
                </a:lnTo>
                <a:lnTo>
                  <a:pt x="0" y="0"/>
                </a:lnTo>
                <a:close/>
              </a:path>
            </a:pathLst>
          </a:custGeom>
          <a:blipFill>
            <a:blip r:embed="rId124">
              <a:extLst>
                <a:ext uri="{96DAC541-7B7A-43D3-8B79-37D633B846F1}">
                  <asvg:svgBlip xmlns:asvg="http://schemas.microsoft.com/office/drawing/2016/SVG/main" r:embed="rId125"/>
                </a:ext>
              </a:extLst>
            </a:blip>
            <a:stretch>
              <a:fillRect l="0" t="0" r="0" b="0"/>
            </a:stretch>
          </a:blipFill>
        </p:spPr>
      </p:sp>
      <p:sp>
        <p:nvSpPr>
          <p:cNvPr name="Freeform 64" id="64"/>
          <p:cNvSpPr/>
          <p:nvPr/>
        </p:nvSpPr>
        <p:spPr>
          <a:xfrm flipH="false" flipV="false" rot="0">
            <a:off x="10939672" y="6250010"/>
            <a:ext cx="696601" cy="682838"/>
          </a:xfrm>
          <a:custGeom>
            <a:avLst/>
            <a:gdLst/>
            <a:ahLst/>
            <a:cxnLst/>
            <a:rect r="r" b="b" t="t" l="l"/>
            <a:pathLst>
              <a:path h="682838" w="696601">
                <a:moveTo>
                  <a:pt x="0" y="0"/>
                </a:moveTo>
                <a:lnTo>
                  <a:pt x="696601" y="0"/>
                </a:lnTo>
                <a:lnTo>
                  <a:pt x="696601" y="682837"/>
                </a:lnTo>
                <a:lnTo>
                  <a:pt x="0" y="682837"/>
                </a:lnTo>
                <a:lnTo>
                  <a:pt x="0" y="0"/>
                </a:lnTo>
                <a:close/>
              </a:path>
            </a:pathLst>
          </a:custGeom>
          <a:blipFill>
            <a:blip r:embed="rId126">
              <a:extLst>
                <a:ext uri="{96DAC541-7B7A-43D3-8B79-37D633B846F1}">
                  <asvg:svgBlip xmlns:asvg="http://schemas.microsoft.com/office/drawing/2016/SVG/main" r:embed="rId127"/>
                </a:ext>
              </a:extLst>
            </a:blip>
            <a:stretch>
              <a:fillRect l="0" t="0" r="0" b="0"/>
            </a:stretch>
          </a:blipFill>
        </p:spPr>
      </p:sp>
      <p:sp>
        <p:nvSpPr>
          <p:cNvPr name="Freeform 65" id="65"/>
          <p:cNvSpPr/>
          <p:nvPr/>
        </p:nvSpPr>
        <p:spPr>
          <a:xfrm flipH="false" flipV="false" rot="0">
            <a:off x="11788654" y="6252200"/>
            <a:ext cx="625907" cy="680333"/>
          </a:xfrm>
          <a:custGeom>
            <a:avLst/>
            <a:gdLst/>
            <a:ahLst/>
            <a:cxnLst/>
            <a:rect r="r" b="b" t="t" l="l"/>
            <a:pathLst>
              <a:path h="680333" w="625907">
                <a:moveTo>
                  <a:pt x="0" y="0"/>
                </a:moveTo>
                <a:lnTo>
                  <a:pt x="625907" y="0"/>
                </a:lnTo>
                <a:lnTo>
                  <a:pt x="625907" y="680333"/>
                </a:lnTo>
                <a:lnTo>
                  <a:pt x="0" y="680333"/>
                </a:lnTo>
                <a:lnTo>
                  <a:pt x="0" y="0"/>
                </a:lnTo>
                <a:close/>
              </a:path>
            </a:pathLst>
          </a:custGeom>
          <a:blipFill>
            <a:blip r:embed="rId128">
              <a:extLst>
                <a:ext uri="{96DAC541-7B7A-43D3-8B79-37D633B846F1}">
                  <asvg:svgBlip xmlns:asvg="http://schemas.microsoft.com/office/drawing/2016/SVG/main" r:embed="rId129"/>
                </a:ext>
              </a:extLst>
            </a:blip>
            <a:stretch>
              <a:fillRect l="0" t="0" r="0" b="0"/>
            </a:stretch>
          </a:blipFill>
        </p:spPr>
      </p:sp>
      <p:sp>
        <p:nvSpPr>
          <p:cNvPr name="Freeform 66" id="66"/>
          <p:cNvSpPr/>
          <p:nvPr/>
        </p:nvSpPr>
        <p:spPr>
          <a:xfrm flipH="false" flipV="false" rot="0">
            <a:off x="12635903" y="6252200"/>
            <a:ext cx="588521" cy="680333"/>
          </a:xfrm>
          <a:custGeom>
            <a:avLst/>
            <a:gdLst/>
            <a:ahLst/>
            <a:cxnLst/>
            <a:rect r="r" b="b" t="t" l="l"/>
            <a:pathLst>
              <a:path h="680333" w="588521">
                <a:moveTo>
                  <a:pt x="0" y="0"/>
                </a:moveTo>
                <a:lnTo>
                  <a:pt x="588521" y="0"/>
                </a:lnTo>
                <a:lnTo>
                  <a:pt x="588521" y="680333"/>
                </a:lnTo>
                <a:lnTo>
                  <a:pt x="0" y="680333"/>
                </a:lnTo>
                <a:lnTo>
                  <a:pt x="0" y="0"/>
                </a:lnTo>
                <a:close/>
              </a:path>
            </a:pathLst>
          </a:custGeom>
          <a:blipFill>
            <a:blip r:embed="rId130">
              <a:extLst>
                <a:ext uri="{96DAC541-7B7A-43D3-8B79-37D633B846F1}">
                  <asvg:svgBlip xmlns:asvg="http://schemas.microsoft.com/office/drawing/2016/SVG/main" r:embed="rId131"/>
                </a:ext>
              </a:extLst>
            </a:blip>
            <a:stretch>
              <a:fillRect l="0" t="0" r="0" b="0"/>
            </a:stretch>
          </a:blipFill>
        </p:spPr>
      </p:sp>
      <p:sp>
        <p:nvSpPr>
          <p:cNvPr name="Freeform 67" id="67"/>
          <p:cNvSpPr/>
          <p:nvPr/>
        </p:nvSpPr>
        <p:spPr>
          <a:xfrm flipH="false" flipV="false" rot="0">
            <a:off x="13425164" y="6332334"/>
            <a:ext cx="680333" cy="518150"/>
          </a:xfrm>
          <a:custGeom>
            <a:avLst/>
            <a:gdLst/>
            <a:ahLst/>
            <a:cxnLst/>
            <a:rect r="r" b="b" t="t" l="l"/>
            <a:pathLst>
              <a:path h="518150" w="680333">
                <a:moveTo>
                  <a:pt x="0" y="0"/>
                </a:moveTo>
                <a:lnTo>
                  <a:pt x="680332" y="0"/>
                </a:lnTo>
                <a:lnTo>
                  <a:pt x="680332" y="518151"/>
                </a:lnTo>
                <a:lnTo>
                  <a:pt x="0" y="518151"/>
                </a:lnTo>
                <a:lnTo>
                  <a:pt x="0" y="0"/>
                </a:lnTo>
                <a:close/>
              </a:path>
            </a:pathLst>
          </a:custGeom>
          <a:blipFill>
            <a:blip r:embed="rId132">
              <a:extLst>
                <a:ext uri="{96DAC541-7B7A-43D3-8B79-37D633B846F1}">
                  <asvg:svgBlip xmlns:asvg="http://schemas.microsoft.com/office/drawing/2016/SVG/main" r:embed="rId133"/>
                </a:ext>
              </a:extLst>
            </a:blip>
            <a:stretch>
              <a:fillRect l="0" t="0" r="0" b="0"/>
            </a:stretch>
          </a:blipFill>
        </p:spPr>
      </p:sp>
      <p:sp>
        <p:nvSpPr>
          <p:cNvPr name="Freeform 68" id="68"/>
          <p:cNvSpPr/>
          <p:nvPr/>
        </p:nvSpPr>
        <p:spPr>
          <a:xfrm flipH="false" flipV="false" rot="0">
            <a:off x="14278585" y="6251238"/>
            <a:ext cx="627736" cy="680371"/>
          </a:xfrm>
          <a:custGeom>
            <a:avLst/>
            <a:gdLst/>
            <a:ahLst/>
            <a:cxnLst/>
            <a:rect r="r" b="b" t="t" l="l"/>
            <a:pathLst>
              <a:path h="680371" w="627736">
                <a:moveTo>
                  <a:pt x="0" y="0"/>
                </a:moveTo>
                <a:lnTo>
                  <a:pt x="627735" y="0"/>
                </a:lnTo>
                <a:lnTo>
                  <a:pt x="627735" y="680371"/>
                </a:lnTo>
                <a:lnTo>
                  <a:pt x="0" y="680371"/>
                </a:lnTo>
                <a:lnTo>
                  <a:pt x="0" y="0"/>
                </a:lnTo>
                <a:close/>
              </a:path>
            </a:pathLst>
          </a:custGeom>
          <a:blipFill>
            <a:blip r:embed="rId134">
              <a:extLst>
                <a:ext uri="{96DAC541-7B7A-43D3-8B79-37D633B846F1}">
                  <asvg:svgBlip xmlns:asvg="http://schemas.microsoft.com/office/drawing/2016/SVG/main" r:embed="rId135"/>
                </a:ext>
              </a:extLst>
            </a:blip>
            <a:stretch>
              <a:fillRect l="0" t="0" r="0" b="0"/>
            </a:stretch>
          </a:blipFill>
        </p:spPr>
      </p:sp>
      <p:sp>
        <p:nvSpPr>
          <p:cNvPr name="Freeform 69" id="69"/>
          <p:cNvSpPr/>
          <p:nvPr/>
        </p:nvSpPr>
        <p:spPr>
          <a:xfrm flipH="false" flipV="false" rot="0">
            <a:off x="15109650" y="6254753"/>
            <a:ext cx="662064" cy="675227"/>
          </a:xfrm>
          <a:custGeom>
            <a:avLst/>
            <a:gdLst/>
            <a:ahLst/>
            <a:cxnLst/>
            <a:rect r="r" b="b" t="t" l="l"/>
            <a:pathLst>
              <a:path h="675227" w="662064">
                <a:moveTo>
                  <a:pt x="0" y="0"/>
                </a:moveTo>
                <a:lnTo>
                  <a:pt x="662064" y="0"/>
                </a:lnTo>
                <a:lnTo>
                  <a:pt x="662064" y="675227"/>
                </a:lnTo>
                <a:lnTo>
                  <a:pt x="0" y="675227"/>
                </a:lnTo>
                <a:lnTo>
                  <a:pt x="0" y="0"/>
                </a:lnTo>
                <a:close/>
              </a:path>
            </a:pathLst>
          </a:custGeom>
          <a:blipFill>
            <a:blip r:embed="rId136">
              <a:extLst>
                <a:ext uri="{96DAC541-7B7A-43D3-8B79-37D633B846F1}">
                  <asvg:svgBlip xmlns:asvg="http://schemas.microsoft.com/office/drawing/2016/SVG/main" r:embed="rId137"/>
                </a:ext>
              </a:extLst>
            </a:blip>
            <a:stretch>
              <a:fillRect l="0" t="0" r="0" b="0"/>
            </a:stretch>
          </a:blipFill>
        </p:spPr>
      </p:sp>
      <p:sp>
        <p:nvSpPr>
          <p:cNvPr name="Freeform 70" id="70"/>
          <p:cNvSpPr/>
          <p:nvPr/>
        </p:nvSpPr>
        <p:spPr>
          <a:xfrm flipH="false" flipV="false" rot="0">
            <a:off x="15950346" y="6252200"/>
            <a:ext cx="680371" cy="680333"/>
          </a:xfrm>
          <a:custGeom>
            <a:avLst/>
            <a:gdLst/>
            <a:ahLst/>
            <a:cxnLst/>
            <a:rect r="r" b="b" t="t" l="l"/>
            <a:pathLst>
              <a:path h="680333" w="680371">
                <a:moveTo>
                  <a:pt x="0" y="0"/>
                </a:moveTo>
                <a:lnTo>
                  <a:pt x="680371" y="0"/>
                </a:lnTo>
                <a:lnTo>
                  <a:pt x="680371" y="680333"/>
                </a:lnTo>
                <a:lnTo>
                  <a:pt x="0" y="680333"/>
                </a:lnTo>
                <a:lnTo>
                  <a:pt x="0" y="0"/>
                </a:lnTo>
                <a:close/>
              </a:path>
            </a:pathLst>
          </a:custGeom>
          <a:blipFill>
            <a:blip r:embed="rId138">
              <a:extLst>
                <a:ext uri="{96DAC541-7B7A-43D3-8B79-37D633B846F1}">
                  <asvg:svgBlip xmlns:asvg="http://schemas.microsoft.com/office/drawing/2016/SVG/main" r:embed="rId139"/>
                </a:ext>
              </a:extLst>
            </a:blip>
            <a:stretch>
              <a:fillRect l="0" t="0" r="0" b="0"/>
            </a:stretch>
          </a:blipFill>
        </p:spPr>
      </p:sp>
      <p:sp>
        <p:nvSpPr>
          <p:cNvPr name="Freeform 71" id="71"/>
          <p:cNvSpPr/>
          <p:nvPr/>
        </p:nvSpPr>
        <p:spPr>
          <a:xfrm flipH="false" flipV="false" rot="0">
            <a:off x="12541777" y="7921828"/>
            <a:ext cx="680333" cy="680333"/>
          </a:xfrm>
          <a:custGeom>
            <a:avLst/>
            <a:gdLst/>
            <a:ahLst/>
            <a:cxnLst/>
            <a:rect r="r" b="b" t="t" l="l"/>
            <a:pathLst>
              <a:path h="680333" w="680333">
                <a:moveTo>
                  <a:pt x="0" y="0"/>
                </a:moveTo>
                <a:lnTo>
                  <a:pt x="680333" y="0"/>
                </a:lnTo>
                <a:lnTo>
                  <a:pt x="680333" y="680333"/>
                </a:lnTo>
                <a:lnTo>
                  <a:pt x="0" y="680333"/>
                </a:lnTo>
                <a:lnTo>
                  <a:pt x="0" y="0"/>
                </a:lnTo>
                <a:close/>
              </a:path>
            </a:pathLst>
          </a:custGeom>
          <a:blipFill>
            <a:blip r:embed="rId140">
              <a:extLst>
                <a:ext uri="{96DAC541-7B7A-43D3-8B79-37D633B846F1}">
                  <asvg:svgBlip xmlns:asvg="http://schemas.microsoft.com/office/drawing/2016/SVG/main" r:embed="rId141"/>
                </a:ext>
              </a:extLst>
            </a:blip>
            <a:stretch>
              <a:fillRect l="0" t="0" r="0" b="0"/>
            </a:stretch>
          </a:blipFill>
        </p:spPr>
      </p:sp>
      <p:sp>
        <p:nvSpPr>
          <p:cNvPr name="Freeform 72" id="72"/>
          <p:cNvSpPr/>
          <p:nvPr/>
        </p:nvSpPr>
        <p:spPr>
          <a:xfrm flipH="false" flipV="false" rot="0">
            <a:off x="9121692" y="7946546"/>
            <a:ext cx="561842" cy="630898"/>
          </a:xfrm>
          <a:custGeom>
            <a:avLst/>
            <a:gdLst/>
            <a:ahLst/>
            <a:cxnLst/>
            <a:rect r="r" b="b" t="t" l="l"/>
            <a:pathLst>
              <a:path h="630898" w="561842">
                <a:moveTo>
                  <a:pt x="0" y="0"/>
                </a:moveTo>
                <a:lnTo>
                  <a:pt x="561842" y="0"/>
                </a:lnTo>
                <a:lnTo>
                  <a:pt x="561842" y="630897"/>
                </a:lnTo>
                <a:lnTo>
                  <a:pt x="0" y="630897"/>
                </a:lnTo>
                <a:lnTo>
                  <a:pt x="0" y="0"/>
                </a:lnTo>
                <a:close/>
              </a:path>
            </a:pathLst>
          </a:custGeom>
          <a:blipFill>
            <a:blip r:embed="rId142">
              <a:extLst>
                <a:ext uri="{96DAC541-7B7A-43D3-8B79-37D633B846F1}">
                  <asvg:svgBlip xmlns:asvg="http://schemas.microsoft.com/office/drawing/2016/SVG/main" r:embed="rId143"/>
                </a:ext>
              </a:extLst>
            </a:blip>
            <a:stretch>
              <a:fillRect l="0" t="0" r="0" b="0"/>
            </a:stretch>
          </a:blipFill>
        </p:spPr>
      </p:sp>
      <p:sp>
        <p:nvSpPr>
          <p:cNvPr name="Freeform 73" id="73"/>
          <p:cNvSpPr/>
          <p:nvPr/>
        </p:nvSpPr>
        <p:spPr>
          <a:xfrm flipH="false" flipV="false" rot="0">
            <a:off x="10079555" y="7090181"/>
            <a:ext cx="685229" cy="680371"/>
          </a:xfrm>
          <a:custGeom>
            <a:avLst/>
            <a:gdLst/>
            <a:ahLst/>
            <a:cxnLst/>
            <a:rect r="r" b="b" t="t" l="l"/>
            <a:pathLst>
              <a:path h="680371" w="685229">
                <a:moveTo>
                  <a:pt x="0" y="0"/>
                </a:moveTo>
                <a:lnTo>
                  <a:pt x="685229" y="0"/>
                </a:lnTo>
                <a:lnTo>
                  <a:pt x="685229" y="680371"/>
                </a:lnTo>
                <a:lnTo>
                  <a:pt x="0" y="680371"/>
                </a:lnTo>
                <a:lnTo>
                  <a:pt x="0" y="0"/>
                </a:lnTo>
                <a:close/>
              </a:path>
            </a:pathLst>
          </a:custGeom>
          <a:blipFill>
            <a:blip r:embed="rId144">
              <a:extLst>
                <a:ext uri="{96DAC541-7B7A-43D3-8B79-37D633B846F1}">
                  <asvg:svgBlip xmlns:asvg="http://schemas.microsoft.com/office/drawing/2016/SVG/main" r:embed="rId145"/>
                </a:ext>
              </a:extLst>
            </a:blip>
            <a:stretch>
              <a:fillRect l="0" t="0" r="0" b="0"/>
            </a:stretch>
          </a:blipFill>
        </p:spPr>
      </p:sp>
      <p:sp>
        <p:nvSpPr>
          <p:cNvPr name="Freeform 74" id="74"/>
          <p:cNvSpPr/>
          <p:nvPr/>
        </p:nvSpPr>
        <p:spPr>
          <a:xfrm flipH="false" flipV="false" rot="0">
            <a:off x="10948149" y="7120738"/>
            <a:ext cx="680333" cy="619258"/>
          </a:xfrm>
          <a:custGeom>
            <a:avLst/>
            <a:gdLst/>
            <a:ahLst/>
            <a:cxnLst/>
            <a:rect r="r" b="b" t="t" l="l"/>
            <a:pathLst>
              <a:path h="619258" w="680333">
                <a:moveTo>
                  <a:pt x="0" y="0"/>
                </a:moveTo>
                <a:lnTo>
                  <a:pt x="680333" y="0"/>
                </a:lnTo>
                <a:lnTo>
                  <a:pt x="680333" y="619258"/>
                </a:lnTo>
                <a:lnTo>
                  <a:pt x="0" y="619258"/>
                </a:lnTo>
                <a:lnTo>
                  <a:pt x="0" y="0"/>
                </a:lnTo>
                <a:close/>
              </a:path>
            </a:pathLst>
          </a:custGeom>
          <a:blipFill>
            <a:blip r:embed="rId146">
              <a:extLst>
                <a:ext uri="{96DAC541-7B7A-43D3-8B79-37D633B846F1}">
                  <asvg:svgBlip xmlns:asvg="http://schemas.microsoft.com/office/drawing/2016/SVG/main" r:embed="rId147"/>
                </a:ext>
              </a:extLst>
            </a:blip>
            <a:stretch>
              <a:fillRect l="0" t="0" r="0" b="0"/>
            </a:stretch>
          </a:blipFill>
        </p:spPr>
      </p:sp>
      <p:sp>
        <p:nvSpPr>
          <p:cNvPr name="Freeform 75" id="75"/>
          <p:cNvSpPr/>
          <p:nvPr/>
        </p:nvSpPr>
        <p:spPr>
          <a:xfrm flipH="false" flipV="false" rot="0">
            <a:off x="11756707" y="7090210"/>
            <a:ext cx="689810" cy="680304"/>
          </a:xfrm>
          <a:custGeom>
            <a:avLst/>
            <a:gdLst/>
            <a:ahLst/>
            <a:cxnLst/>
            <a:rect r="r" b="b" t="t" l="l"/>
            <a:pathLst>
              <a:path h="680304" w="689810">
                <a:moveTo>
                  <a:pt x="0" y="0"/>
                </a:moveTo>
                <a:lnTo>
                  <a:pt x="689811" y="0"/>
                </a:lnTo>
                <a:lnTo>
                  <a:pt x="689811" y="680304"/>
                </a:lnTo>
                <a:lnTo>
                  <a:pt x="0" y="680304"/>
                </a:lnTo>
                <a:lnTo>
                  <a:pt x="0" y="0"/>
                </a:lnTo>
                <a:close/>
              </a:path>
            </a:pathLst>
          </a:custGeom>
          <a:blipFill>
            <a:blip r:embed="rId148">
              <a:extLst>
                <a:ext uri="{96DAC541-7B7A-43D3-8B79-37D633B846F1}">
                  <asvg:svgBlip xmlns:asvg="http://schemas.microsoft.com/office/drawing/2016/SVG/main" r:embed="rId149"/>
                </a:ext>
              </a:extLst>
            </a:blip>
            <a:stretch>
              <a:fillRect l="0" t="0" r="0" b="0"/>
            </a:stretch>
          </a:blipFill>
        </p:spPr>
      </p:sp>
      <p:sp>
        <p:nvSpPr>
          <p:cNvPr name="Freeform 76" id="76"/>
          <p:cNvSpPr/>
          <p:nvPr/>
        </p:nvSpPr>
        <p:spPr>
          <a:xfrm flipH="false" flipV="false" rot="0">
            <a:off x="12630483" y="7089134"/>
            <a:ext cx="598094" cy="680266"/>
          </a:xfrm>
          <a:custGeom>
            <a:avLst/>
            <a:gdLst/>
            <a:ahLst/>
            <a:cxnLst/>
            <a:rect r="r" b="b" t="t" l="l"/>
            <a:pathLst>
              <a:path h="680266" w="598094">
                <a:moveTo>
                  <a:pt x="0" y="0"/>
                </a:moveTo>
                <a:lnTo>
                  <a:pt x="598094" y="0"/>
                </a:lnTo>
                <a:lnTo>
                  <a:pt x="598094" y="680266"/>
                </a:lnTo>
                <a:lnTo>
                  <a:pt x="0" y="680266"/>
                </a:lnTo>
                <a:lnTo>
                  <a:pt x="0" y="0"/>
                </a:lnTo>
                <a:close/>
              </a:path>
            </a:pathLst>
          </a:custGeom>
          <a:blipFill>
            <a:blip r:embed="rId150">
              <a:extLst>
                <a:ext uri="{96DAC541-7B7A-43D3-8B79-37D633B846F1}">
                  <asvg:svgBlip xmlns:asvg="http://schemas.microsoft.com/office/drawing/2016/SVG/main" r:embed="rId151"/>
                </a:ext>
              </a:extLst>
            </a:blip>
            <a:stretch>
              <a:fillRect l="0" t="0" r="0" b="0"/>
            </a:stretch>
          </a:blipFill>
        </p:spPr>
      </p:sp>
      <p:sp>
        <p:nvSpPr>
          <p:cNvPr name="Freeform 77" id="77"/>
          <p:cNvSpPr/>
          <p:nvPr/>
        </p:nvSpPr>
        <p:spPr>
          <a:xfrm flipH="false" flipV="false" rot="0">
            <a:off x="13489848" y="7090210"/>
            <a:ext cx="552469" cy="680304"/>
          </a:xfrm>
          <a:custGeom>
            <a:avLst/>
            <a:gdLst/>
            <a:ahLst/>
            <a:cxnLst/>
            <a:rect r="r" b="b" t="t" l="l"/>
            <a:pathLst>
              <a:path h="680304" w="552469">
                <a:moveTo>
                  <a:pt x="0" y="0"/>
                </a:moveTo>
                <a:lnTo>
                  <a:pt x="552469" y="0"/>
                </a:lnTo>
                <a:lnTo>
                  <a:pt x="552469" y="680304"/>
                </a:lnTo>
                <a:lnTo>
                  <a:pt x="0" y="680304"/>
                </a:lnTo>
                <a:lnTo>
                  <a:pt x="0" y="0"/>
                </a:lnTo>
                <a:close/>
              </a:path>
            </a:pathLst>
          </a:custGeom>
          <a:blipFill>
            <a:blip r:embed="rId152">
              <a:extLst>
                <a:ext uri="{96DAC541-7B7A-43D3-8B79-37D633B846F1}">
                  <asvg:svgBlip xmlns:asvg="http://schemas.microsoft.com/office/drawing/2016/SVG/main" r:embed="rId153"/>
                </a:ext>
              </a:extLst>
            </a:blip>
            <a:stretch>
              <a:fillRect l="0" t="0" r="0" b="0"/>
            </a:stretch>
          </a:blipFill>
        </p:spPr>
      </p:sp>
      <p:sp>
        <p:nvSpPr>
          <p:cNvPr name="Freeform 78" id="78"/>
          <p:cNvSpPr/>
          <p:nvPr/>
        </p:nvSpPr>
        <p:spPr>
          <a:xfrm flipH="false" flipV="false" rot="0">
            <a:off x="14339326" y="7090181"/>
            <a:ext cx="508044" cy="680371"/>
          </a:xfrm>
          <a:custGeom>
            <a:avLst/>
            <a:gdLst/>
            <a:ahLst/>
            <a:cxnLst/>
            <a:rect r="r" b="b" t="t" l="l"/>
            <a:pathLst>
              <a:path h="680371" w="508044">
                <a:moveTo>
                  <a:pt x="0" y="0"/>
                </a:moveTo>
                <a:lnTo>
                  <a:pt x="508044" y="0"/>
                </a:lnTo>
                <a:lnTo>
                  <a:pt x="508044" y="680371"/>
                </a:lnTo>
                <a:lnTo>
                  <a:pt x="0" y="680371"/>
                </a:lnTo>
                <a:lnTo>
                  <a:pt x="0" y="0"/>
                </a:lnTo>
                <a:close/>
              </a:path>
            </a:pathLst>
          </a:custGeom>
          <a:blipFill>
            <a:blip r:embed="rId154">
              <a:extLst>
                <a:ext uri="{96DAC541-7B7A-43D3-8B79-37D633B846F1}">
                  <asvg:svgBlip xmlns:asvg="http://schemas.microsoft.com/office/drawing/2016/SVG/main" r:embed="rId155"/>
                </a:ext>
              </a:extLst>
            </a:blip>
            <a:stretch>
              <a:fillRect l="0" t="0" r="0" b="0"/>
            </a:stretch>
          </a:blipFill>
        </p:spPr>
      </p:sp>
      <p:sp>
        <p:nvSpPr>
          <p:cNvPr name="Freeform 79" id="79"/>
          <p:cNvSpPr/>
          <p:nvPr/>
        </p:nvSpPr>
        <p:spPr>
          <a:xfrm flipH="false" flipV="false" rot="0">
            <a:off x="15260241" y="7089153"/>
            <a:ext cx="358778" cy="680228"/>
          </a:xfrm>
          <a:custGeom>
            <a:avLst/>
            <a:gdLst/>
            <a:ahLst/>
            <a:cxnLst/>
            <a:rect r="r" b="b" t="t" l="l"/>
            <a:pathLst>
              <a:path h="680228" w="358778">
                <a:moveTo>
                  <a:pt x="0" y="0"/>
                </a:moveTo>
                <a:lnTo>
                  <a:pt x="358778" y="0"/>
                </a:lnTo>
                <a:lnTo>
                  <a:pt x="358778" y="680228"/>
                </a:lnTo>
                <a:lnTo>
                  <a:pt x="0" y="680228"/>
                </a:lnTo>
                <a:lnTo>
                  <a:pt x="0" y="0"/>
                </a:lnTo>
                <a:close/>
              </a:path>
            </a:pathLst>
          </a:custGeom>
          <a:blipFill>
            <a:blip r:embed="rId156">
              <a:extLst>
                <a:ext uri="{96DAC541-7B7A-43D3-8B79-37D633B846F1}">
                  <asvg:svgBlip xmlns:asvg="http://schemas.microsoft.com/office/drawing/2016/SVG/main" r:embed="rId157"/>
                </a:ext>
              </a:extLst>
            </a:blip>
            <a:stretch>
              <a:fillRect l="0" t="0" r="0" b="0"/>
            </a:stretch>
          </a:blipFill>
        </p:spPr>
      </p:sp>
      <p:sp>
        <p:nvSpPr>
          <p:cNvPr name="Freeform 80" id="80"/>
          <p:cNvSpPr/>
          <p:nvPr/>
        </p:nvSpPr>
        <p:spPr>
          <a:xfrm flipH="false" flipV="false" rot="0">
            <a:off x="15950451" y="7090305"/>
            <a:ext cx="680161" cy="680123"/>
          </a:xfrm>
          <a:custGeom>
            <a:avLst/>
            <a:gdLst/>
            <a:ahLst/>
            <a:cxnLst/>
            <a:rect r="r" b="b" t="t" l="l"/>
            <a:pathLst>
              <a:path h="680123" w="680161">
                <a:moveTo>
                  <a:pt x="0" y="0"/>
                </a:moveTo>
                <a:lnTo>
                  <a:pt x="680161" y="0"/>
                </a:lnTo>
                <a:lnTo>
                  <a:pt x="680161" y="680123"/>
                </a:lnTo>
                <a:lnTo>
                  <a:pt x="0" y="680123"/>
                </a:lnTo>
                <a:lnTo>
                  <a:pt x="0" y="0"/>
                </a:lnTo>
                <a:close/>
              </a:path>
            </a:pathLst>
          </a:custGeom>
          <a:blipFill>
            <a:blip r:embed="rId158">
              <a:extLst>
                <a:ext uri="{96DAC541-7B7A-43D3-8B79-37D633B846F1}">
                  <asvg:svgBlip xmlns:asvg="http://schemas.microsoft.com/office/drawing/2016/SVG/main" r:embed="rId159"/>
                </a:ext>
              </a:extLst>
            </a:blip>
            <a:stretch>
              <a:fillRect l="0" t="0" r="0" b="0"/>
            </a:stretch>
          </a:blipFill>
        </p:spPr>
      </p:sp>
      <p:sp>
        <p:nvSpPr>
          <p:cNvPr name="Freeform 81" id="81"/>
          <p:cNvSpPr/>
          <p:nvPr/>
        </p:nvSpPr>
        <p:spPr>
          <a:xfrm flipH="false" flipV="false" rot="0">
            <a:off x="13430831" y="7921828"/>
            <a:ext cx="680333" cy="680333"/>
          </a:xfrm>
          <a:custGeom>
            <a:avLst/>
            <a:gdLst/>
            <a:ahLst/>
            <a:cxnLst/>
            <a:rect r="r" b="b" t="t" l="l"/>
            <a:pathLst>
              <a:path h="680333" w="680333">
                <a:moveTo>
                  <a:pt x="0" y="0"/>
                </a:moveTo>
                <a:lnTo>
                  <a:pt x="680333" y="0"/>
                </a:lnTo>
                <a:lnTo>
                  <a:pt x="680333" y="680333"/>
                </a:lnTo>
                <a:lnTo>
                  <a:pt x="0" y="680333"/>
                </a:lnTo>
                <a:lnTo>
                  <a:pt x="0" y="0"/>
                </a:lnTo>
                <a:close/>
              </a:path>
            </a:pathLst>
          </a:custGeom>
          <a:blipFill>
            <a:blip r:embed="rId160">
              <a:extLst>
                <a:ext uri="{96DAC541-7B7A-43D3-8B79-37D633B846F1}">
                  <asvg:svgBlip xmlns:asvg="http://schemas.microsoft.com/office/drawing/2016/SVG/main" r:embed="rId161"/>
                </a:ext>
              </a:extLst>
            </a:blip>
            <a:stretch>
              <a:fillRect l="0" t="0" r="0" b="0"/>
            </a:stretch>
          </a:blipFill>
        </p:spPr>
      </p:sp>
      <p:sp>
        <p:nvSpPr>
          <p:cNvPr name="Freeform 82" id="82"/>
          <p:cNvSpPr/>
          <p:nvPr/>
        </p:nvSpPr>
        <p:spPr>
          <a:xfrm flipH="false" flipV="false" rot="0">
            <a:off x="9892284" y="7959252"/>
            <a:ext cx="660016" cy="605485"/>
          </a:xfrm>
          <a:custGeom>
            <a:avLst/>
            <a:gdLst/>
            <a:ahLst/>
            <a:cxnLst/>
            <a:rect r="r" b="b" t="t" l="l"/>
            <a:pathLst>
              <a:path h="605485" w="660016">
                <a:moveTo>
                  <a:pt x="0" y="0"/>
                </a:moveTo>
                <a:lnTo>
                  <a:pt x="660016" y="0"/>
                </a:lnTo>
                <a:lnTo>
                  <a:pt x="660016" y="605485"/>
                </a:lnTo>
                <a:lnTo>
                  <a:pt x="0" y="605485"/>
                </a:lnTo>
                <a:lnTo>
                  <a:pt x="0" y="0"/>
                </a:lnTo>
                <a:close/>
              </a:path>
            </a:pathLst>
          </a:custGeom>
          <a:blipFill>
            <a:blip r:embed="rId162">
              <a:extLst>
                <a:ext uri="{96DAC541-7B7A-43D3-8B79-37D633B846F1}">
                  <asvg:svgBlip xmlns:asvg="http://schemas.microsoft.com/office/drawing/2016/SVG/main" r:embed="rId163"/>
                </a:ext>
              </a:extLst>
            </a:blip>
            <a:stretch>
              <a:fillRect l="0" t="0" r="0" b="0"/>
            </a:stretch>
          </a:blipFill>
        </p:spPr>
      </p:sp>
      <p:sp>
        <p:nvSpPr>
          <p:cNvPr name="Freeform 83" id="83"/>
          <p:cNvSpPr/>
          <p:nvPr/>
        </p:nvSpPr>
        <p:spPr>
          <a:xfrm flipH="false" flipV="false" rot="0">
            <a:off x="4098836" y="7953756"/>
            <a:ext cx="616468" cy="616468"/>
          </a:xfrm>
          <a:custGeom>
            <a:avLst/>
            <a:gdLst/>
            <a:ahLst/>
            <a:cxnLst/>
            <a:rect r="r" b="b" t="t" l="l"/>
            <a:pathLst>
              <a:path h="616468" w="616468">
                <a:moveTo>
                  <a:pt x="0" y="0"/>
                </a:moveTo>
                <a:lnTo>
                  <a:pt x="616468" y="0"/>
                </a:lnTo>
                <a:lnTo>
                  <a:pt x="616468" y="616468"/>
                </a:lnTo>
                <a:lnTo>
                  <a:pt x="0" y="616468"/>
                </a:lnTo>
                <a:lnTo>
                  <a:pt x="0" y="0"/>
                </a:lnTo>
                <a:close/>
              </a:path>
            </a:pathLst>
          </a:custGeom>
          <a:blipFill>
            <a:blip r:embed="rId164">
              <a:extLst>
                <a:ext uri="{96DAC541-7B7A-43D3-8B79-37D633B846F1}">
                  <asvg:svgBlip xmlns:asvg="http://schemas.microsoft.com/office/drawing/2016/SVG/main" r:embed="rId165"/>
                </a:ext>
              </a:extLst>
            </a:blip>
            <a:stretch>
              <a:fillRect l="0" t="0" r="0" b="0"/>
            </a:stretch>
          </a:blipFill>
        </p:spPr>
      </p:sp>
      <p:sp>
        <p:nvSpPr>
          <p:cNvPr name="Freeform 84" id="84"/>
          <p:cNvSpPr/>
          <p:nvPr/>
        </p:nvSpPr>
        <p:spPr>
          <a:xfrm flipH="false" flipV="false" rot="0">
            <a:off x="1706851" y="7968015"/>
            <a:ext cx="587969" cy="587969"/>
          </a:xfrm>
          <a:custGeom>
            <a:avLst/>
            <a:gdLst/>
            <a:ahLst/>
            <a:cxnLst/>
            <a:rect r="r" b="b" t="t" l="l"/>
            <a:pathLst>
              <a:path h="587969" w="587969">
                <a:moveTo>
                  <a:pt x="0" y="0"/>
                </a:moveTo>
                <a:lnTo>
                  <a:pt x="587969" y="0"/>
                </a:lnTo>
                <a:lnTo>
                  <a:pt x="587969" y="587969"/>
                </a:lnTo>
                <a:lnTo>
                  <a:pt x="0" y="587969"/>
                </a:lnTo>
                <a:lnTo>
                  <a:pt x="0" y="0"/>
                </a:lnTo>
                <a:close/>
              </a:path>
            </a:pathLst>
          </a:custGeom>
          <a:blipFill>
            <a:blip r:embed="rId166">
              <a:extLst>
                <a:ext uri="{96DAC541-7B7A-43D3-8B79-37D633B846F1}">
                  <asvg:svgBlip xmlns:asvg="http://schemas.microsoft.com/office/drawing/2016/SVG/main" r:embed="rId167"/>
                </a:ext>
              </a:extLst>
            </a:blip>
            <a:stretch>
              <a:fillRect l="0" t="0" r="0" b="0"/>
            </a:stretch>
          </a:blipFill>
        </p:spPr>
      </p:sp>
      <p:sp>
        <p:nvSpPr>
          <p:cNvPr name="Freeform 85" id="85"/>
          <p:cNvSpPr/>
          <p:nvPr/>
        </p:nvSpPr>
        <p:spPr>
          <a:xfrm flipH="false" flipV="false" rot="0">
            <a:off x="6574488" y="7953756"/>
            <a:ext cx="616468" cy="616468"/>
          </a:xfrm>
          <a:custGeom>
            <a:avLst/>
            <a:gdLst/>
            <a:ahLst/>
            <a:cxnLst/>
            <a:rect r="r" b="b" t="t" l="l"/>
            <a:pathLst>
              <a:path h="616468" w="616468">
                <a:moveTo>
                  <a:pt x="0" y="0"/>
                </a:moveTo>
                <a:lnTo>
                  <a:pt x="616468" y="0"/>
                </a:lnTo>
                <a:lnTo>
                  <a:pt x="616468" y="616468"/>
                </a:lnTo>
                <a:lnTo>
                  <a:pt x="0" y="616468"/>
                </a:lnTo>
                <a:lnTo>
                  <a:pt x="0" y="0"/>
                </a:lnTo>
                <a:close/>
              </a:path>
            </a:pathLst>
          </a:custGeom>
          <a:blipFill>
            <a:blip r:embed="rId168">
              <a:extLst>
                <a:ext uri="{96DAC541-7B7A-43D3-8B79-37D633B846F1}">
                  <asvg:svgBlip xmlns:asvg="http://schemas.microsoft.com/office/drawing/2016/SVG/main" r:embed="rId169"/>
                </a:ext>
              </a:extLst>
            </a:blip>
            <a:stretch>
              <a:fillRect l="0" t="0" r="0" b="0"/>
            </a:stretch>
          </a:blipFill>
        </p:spPr>
      </p:sp>
      <p:sp>
        <p:nvSpPr>
          <p:cNvPr name="Freeform 86" id="86"/>
          <p:cNvSpPr/>
          <p:nvPr/>
        </p:nvSpPr>
        <p:spPr>
          <a:xfrm flipH="false" flipV="false" rot="0">
            <a:off x="2542556" y="7967920"/>
            <a:ext cx="587997" cy="588150"/>
          </a:xfrm>
          <a:custGeom>
            <a:avLst/>
            <a:gdLst/>
            <a:ahLst/>
            <a:cxnLst/>
            <a:rect r="r" b="b" t="t" l="l"/>
            <a:pathLst>
              <a:path h="588150" w="587997">
                <a:moveTo>
                  <a:pt x="0" y="0"/>
                </a:moveTo>
                <a:lnTo>
                  <a:pt x="587997" y="0"/>
                </a:lnTo>
                <a:lnTo>
                  <a:pt x="587997" y="588149"/>
                </a:lnTo>
                <a:lnTo>
                  <a:pt x="0" y="588149"/>
                </a:lnTo>
                <a:lnTo>
                  <a:pt x="0" y="0"/>
                </a:lnTo>
                <a:close/>
              </a:path>
            </a:pathLst>
          </a:custGeom>
          <a:blipFill>
            <a:blip r:embed="rId170">
              <a:extLst>
                <a:ext uri="{96DAC541-7B7A-43D3-8B79-37D633B846F1}">
                  <asvg:svgBlip xmlns:asvg="http://schemas.microsoft.com/office/drawing/2016/SVG/main" r:embed="rId171"/>
                </a:ext>
              </a:extLst>
            </a:blip>
            <a:stretch>
              <a:fillRect l="0" t="0" r="0" b="0"/>
            </a:stretch>
          </a:blipFill>
        </p:spPr>
      </p:sp>
      <p:sp>
        <p:nvSpPr>
          <p:cNvPr name="Freeform 87" id="87"/>
          <p:cNvSpPr/>
          <p:nvPr/>
        </p:nvSpPr>
        <p:spPr>
          <a:xfrm flipH="false" flipV="false" rot="0">
            <a:off x="4924054" y="7953756"/>
            <a:ext cx="616468" cy="616468"/>
          </a:xfrm>
          <a:custGeom>
            <a:avLst/>
            <a:gdLst/>
            <a:ahLst/>
            <a:cxnLst/>
            <a:rect r="r" b="b" t="t" l="l"/>
            <a:pathLst>
              <a:path h="616468" w="616468">
                <a:moveTo>
                  <a:pt x="0" y="0"/>
                </a:moveTo>
                <a:lnTo>
                  <a:pt x="616467" y="0"/>
                </a:lnTo>
                <a:lnTo>
                  <a:pt x="616467" y="616468"/>
                </a:lnTo>
                <a:lnTo>
                  <a:pt x="0" y="616468"/>
                </a:lnTo>
                <a:lnTo>
                  <a:pt x="0" y="0"/>
                </a:lnTo>
                <a:close/>
              </a:path>
            </a:pathLst>
          </a:custGeom>
          <a:blipFill>
            <a:blip r:embed="rId172">
              <a:extLst>
                <a:ext uri="{96DAC541-7B7A-43D3-8B79-37D633B846F1}">
                  <asvg:svgBlip xmlns:asvg="http://schemas.microsoft.com/office/drawing/2016/SVG/main" r:embed="rId173"/>
                </a:ext>
              </a:extLst>
            </a:blip>
            <a:stretch>
              <a:fillRect l="0" t="0" r="0" b="0"/>
            </a:stretch>
          </a:blipFill>
        </p:spPr>
      </p:sp>
      <p:sp>
        <p:nvSpPr>
          <p:cNvPr name="Freeform 88" id="88"/>
          <p:cNvSpPr/>
          <p:nvPr/>
        </p:nvSpPr>
        <p:spPr>
          <a:xfrm flipH="false" flipV="false" rot="0">
            <a:off x="5749280" y="7953756"/>
            <a:ext cx="616468" cy="616468"/>
          </a:xfrm>
          <a:custGeom>
            <a:avLst/>
            <a:gdLst/>
            <a:ahLst/>
            <a:cxnLst/>
            <a:rect r="r" b="b" t="t" l="l"/>
            <a:pathLst>
              <a:path h="616468" w="616468">
                <a:moveTo>
                  <a:pt x="0" y="0"/>
                </a:moveTo>
                <a:lnTo>
                  <a:pt x="616468" y="0"/>
                </a:lnTo>
                <a:lnTo>
                  <a:pt x="616468" y="616468"/>
                </a:lnTo>
                <a:lnTo>
                  <a:pt x="0" y="616468"/>
                </a:lnTo>
                <a:lnTo>
                  <a:pt x="0" y="0"/>
                </a:lnTo>
                <a:close/>
              </a:path>
            </a:pathLst>
          </a:custGeom>
          <a:blipFill>
            <a:blip r:embed="rId174">
              <a:extLst>
                <a:ext uri="{96DAC541-7B7A-43D3-8B79-37D633B846F1}">
                  <asvg:svgBlip xmlns:asvg="http://schemas.microsoft.com/office/drawing/2016/SVG/main" r:embed="rId175"/>
                </a:ext>
              </a:extLst>
            </a:blip>
            <a:stretch>
              <a:fillRect l="0" t="0" r="0" b="0"/>
            </a:stretch>
          </a:blipFill>
        </p:spPr>
      </p:sp>
      <p:sp>
        <p:nvSpPr>
          <p:cNvPr name="Freeform 89" id="89"/>
          <p:cNvSpPr/>
          <p:nvPr/>
        </p:nvSpPr>
        <p:spPr>
          <a:xfrm flipH="false" flipV="false" rot="0">
            <a:off x="3302556" y="7967920"/>
            <a:ext cx="587997" cy="588150"/>
          </a:xfrm>
          <a:custGeom>
            <a:avLst/>
            <a:gdLst/>
            <a:ahLst/>
            <a:cxnLst/>
            <a:rect r="r" b="b" t="t" l="l"/>
            <a:pathLst>
              <a:path h="588150" w="587997">
                <a:moveTo>
                  <a:pt x="0" y="0"/>
                </a:moveTo>
                <a:lnTo>
                  <a:pt x="587997" y="0"/>
                </a:lnTo>
                <a:lnTo>
                  <a:pt x="587997" y="588149"/>
                </a:lnTo>
                <a:lnTo>
                  <a:pt x="0" y="588149"/>
                </a:lnTo>
                <a:lnTo>
                  <a:pt x="0" y="0"/>
                </a:lnTo>
                <a:close/>
              </a:path>
            </a:pathLst>
          </a:custGeom>
          <a:blipFill>
            <a:blip r:embed="rId176">
              <a:extLst>
                <a:ext uri="{96DAC541-7B7A-43D3-8B79-37D633B846F1}">
                  <asvg:svgBlip xmlns:asvg="http://schemas.microsoft.com/office/drawing/2016/SVG/main" r:embed="rId177"/>
                </a:ext>
              </a:extLst>
            </a:blip>
            <a:stretch>
              <a:fillRect l="0" t="0" r="0" b="0"/>
            </a:stretch>
          </a:blipFill>
        </p:spPr>
      </p:sp>
      <p:sp>
        <p:nvSpPr>
          <p:cNvPr name="TextBox 90" id="90"/>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...and our sets of editable icons</a:t>
            </a:r>
          </a:p>
        </p:txBody>
      </p:sp>
      <p:sp>
        <p:nvSpPr>
          <p:cNvPr name="Freeform 91" id="91"/>
          <p:cNvSpPr/>
          <p:nvPr/>
        </p:nvSpPr>
        <p:spPr>
          <a:xfrm flipH="false" flipV="false" rot="0">
            <a:off x="14310798" y="7911475"/>
            <a:ext cx="409051" cy="701040"/>
          </a:xfrm>
          <a:custGeom>
            <a:avLst/>
            <a:gdLst/>
            <a:ahLst/>
            <a:cxnLst/>
            <a:rect r="r" b="b" t="t" l="l"/>
            <a:pathLst>
              <a:path h="701040" w="409051">
                <a:moveTo>
                  <a:pt x="0" y="0"/>
                </a:moveTo>
                <a:lnTo>
                  <a:pt x="409051" y="0"/>
                </a:lnTo>
                <a:lnTo>
                  <a:pt x="409051" y="701040"/>
                </a:lnTo>
                <a:lnTo>
                  <a:pt x="0" y="701040"/>
                </a:lnTo>
                <a:lnTo>
                  <a:pt x="0" y="0"/>
                </a:lnTo>
                <a:close/>
              </a:path>
            </a:pathLst>
          </a:custGeom>
          <a:blipFill>
            <a:blip r:embed="rId178">
              <a:extLst>
                <a:ext uri="{96DAC541-7B7A-43D3-8B79-37D633B846F1}">
                  <asvg:svgBlip xmlns:asvg="http://schemas.microsoft.com/office/drawing/2016/SVG/main" r:embed="rId179"/>
                </a:ext>
              </a:extLst>
            </a:blip>
            <a:stretch>
              <a:fillRect l="0" t="0" r="0" b="0"/>
            </a:stretch>
          </a:blipFill>
        </p:spPr>
      </p:sp>
      <p:sp>
        <p:nvSpPr>
          <p:cNvPr name="Freeform 92" id="92"/>
          <p:cNvSpPr/>
          <p:nvPr/>
        </p:nvSpPr>
        <p:spPr>
          <a:xfrm flipH="false" flipV="false" rot="0">
            <a:off x="14979625" y="7973397"/>
            <a:ext cx="577101" cy="577196"/>
          </a:xfrm>
          <a:custGeom>
            <a:avLst/>
            <a:gdLst/>
            <a:ahLst/>
            <a:cxnLst/>
            <a:rect r="r" b="b" t="t" l="l"/>
            <a:pathLst>
              <a:path h="577196" w="577101">
                <a:moveTo>
                  <a:pt x="0" y="0"/>
                </a:moveTo>
                <a:lnTo>
                  <a:pt x="577100" y="0"/>
                </a:lnTo>
                <a:lnTo>
                  <a:pt x="577100" y="577195"/>
                </a:lnTo>
                <a:lnTo>
                  <a:pt x="0" y="577195"/>
                </a:lnTo>
                <a:lnTo>
                  <a:pt x="0" y="0"/>
                </a:lnTo>
                <a:close/>
              </a:path>
            </a:pathLst>
          </a:custGeom>
          <a:blipFill>
            <a:blip r:embed="rId180">
              <a:extLst>
                <a:ext uri="{96DAC541-7B7A-43D3-8B79-37D633B846F1}">
                  <asvg:svgBlip xmlns:asvg="http://schemas.microsoft.com/office/drawing/2016/SVG/main" r:embed="rId181"/>
                </a:ext>
              </a:extLst>
            </a:blip>
            <a:stretch>
              <a:fillRect l="0" t="0" r="0" b="0"/>
            </a:stretch>
          </a:blipFill>
        </p:spPr>
      </p:sp>
      <p:sp>
        <p:nvSpPr>
          <p:cNvPr name="Freeform 93" id="93"/>
          <p:cNvSpPr/>
          <p:nvPr/>
        </p:nvSpPr>
        <p:spPr>
          <a:xfrm flipH="false" flipV="false" rot="0">
            <a:off x="15816501" y="8044224"/>
            <a:ext cx="804005" cy="435521"/>
          </a:xfrm>
          <a:custGeom>
            <a:avLst/>
            <a:gdLst/>
            <a:ahLst/>
            <a:cxnLst/>
            <a:rect r="r" b="b" t="t" l="l"/>
            <a:pathLst>
              <a:path h="435521" w="804005">
                <a:moveTo>
                  <a:pt x="0" y="0"/>
                </a:moveTo>
                <a:lnTo>
                  <a:pt x="804005" y="0"/>
                </a:lnTo>
                <a:lnTo>
                  <a:pt x="804005" y="435522"/>
                </a:lnTo>
                <a:lnTo>
                  <a:pt x="0" y="435522"/>
                </a:lnTo>
                <a:lnTo>
                  <a:pt x="0" y="0"/>
                </a:lnTo>
                <a:close/>
              </a:path>
            </a:pathLst>
          </a:custGeom>
          <a:blipFill>
            <a:blip r:embed="rId182">
              <a:extLst>
                <a:ext uri="{96DAC541-7B7A-43D3-8B79-37D633B846F1}">
                  <asvg:svgBlip xmlns:asvg="http://schemas.microsoft.com/office/drawing/2016/SVG/main" r:embed="rId183"/>
                </a:ext>
              </a:extLst>
            </a:blip>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1688201" y="2626166"/>
            <a:ext cx="647338" cy="747122"/>
          </a:xfrm>
          <a:custGeom>
            <a:avLst/>
            <a:gdLst/>
            <a:ahLst/>
            <a:cxnLst/>
            <a:rect r="r" b="b" t="t" l="l"/>
            <a:pathLst>
              <a:path h="747122" w="647338">
                <a:moveTo>
                  <a:pt x="0" y="0"/>
                </a:moveTo>
                <a:lnTo>
                  <a:pt x="647339" y="0"/>
                </a:lnTo>
                <a:lnTo>
                  <a:pt x="647339" y="747122"/>
                </a:lnTo>
                <a:lnTo>
                  <a:pt x="0" y="7471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88211" y="3555378"/>
            <a:ext cx="766020" cy="677475"/>
          </a:xfrm>
          <a:custGeom>
            <a:avLst/>
            <a:gdLst/>
            <a:ahLst/>
            <a:cxnLst/>
            <a:rect r="r" b="b" t="t" l="l"/>
            <a:pathLst>
              <a:path h="677475" w="766020">
                <a:moveTo>
                  <a:pt x="0" y="0"/>
                </a:moveTo>
                <a:lnTo>
                  <a:pt x="766020" y="0"/>
                </a:lnTo>
                <a:lnTo>
                  <a:pt x="766020" y="677475"/>
                </a:lnTo>
                <a:lnTo>
                  <a:pt x="0" y="6774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704870" y="4414952"/>
            <a:ext cx="732692" cy="746827"/>
          </a:xfrm>
          <a:custGeom>
            <a:avLst/>
            <a:gdLst/>
            <a:ahLst/>
            <a:cxnLst/>
            <a:rect r="r" b="b" t="t" l="l"/>
            <a:pathLst>
              <a:path h="746827" w="732692">
                <a:moveTo>
                  <a:pt x="0" y="0"/>
                </a:moveTo>
                <a:lnTo>
                  <a:pt x="732692" y="0"/>
                </a:lnTo>
                <a:lnTo>
                  <a:pt x="732692" y="746826"/>
                </a:lnTo>
                <a:lnTo>
                  <a:pt x="0" y="7468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5975452" y="2681964"/>
            <a:ext cx="743760" cy="747532"/>
          </a:xfrm>
          <a:custGeom>
            <a:avLst/>
            <a:gdLst/>
            <a:ahLst/>
            <a:cxnLst/>
            <a:rect r="r" b="b" t="t" l="l"/>
            <a:pathLst>
              <a:path h="747532" w="743760">
                <a:moveTo>
                  <a:pt x="0" y="0"/>
                </a:moveTo>
                <a:lnTo>
                  <a:pt x="743759" y="0"/>
                </a:lnTo>
                <a:lnTo>
                  <a:pt x="743759" y="747531"/>
                </a:lnTo>
                <a:lnTo>
                  <a:pt x="0" y="74753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6010818" y="3575876"/>
            <a:ext cx="791747" cy="744179"/>
          </a:xfrm>
          <a:custGeom>
            <a:avLst/>
            <a:gdLst/>
            <a:ahLst/>
            <a:cxnLst/>
            <a:rect r="r" b="b" t="t" l="l"/>
            <a:pathLst>
              <a:path h="744179" w="791747">
                <a:moveTo>
                  <a:pt x="0" y="0"/>
                </a:moveTo>
                <a:lnTo>
                  <a:pt x="791746" y="0"/>
                </a:lnTo>
                <a:lnTo>
                  <a:pt x="791746" y="744178"/>
                </a:lnTo>
                <a:lnTo>
                  <a:pt x="0" y="74417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6032849" y="4440450"/>
            <a:ext cx="753008" cy="746884"/>
          </a:xfrm>
          <a:custGeom>
            <a:avLst/>
            <a:gdLst/>
            <a:ahLst/>
            <a:cxnLst/>
            <a:rect r="r" b="b" t="t" l="l"/>
            <a:pathLst>
              <a:path h="746884" w="753008">
                <a:moveTo>
                  <a:pt x="0" y="0"/>
                </a:moveTo>
                <a:lnTo>
                  <a:pt x="753009" y="0"/>
                </a:lnTo>
                <a:lnTo>
                  <a:pt x="753009" y="746884"/>
                </a:lnTo>
                <a:lnTo>
                  <a:pt x="0" y="74688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3614976" y="5313855"/>
            <a:ext cx="463715" cy="745646"/>
          </a:xfrm>
          <a:custGeom>
            <a:avLst/>
            <a:gdLst/>
            <a:ahLst/>
            <a:cxnLst/>
            <a:rect r="r" b="b" t="t" l="l"/>
            <a:pathLst>
              <a:path h="745646" w="463715">
                <a:moveTo>
                  <a:pt x="0" y="0"/>
                </a:moveTo>
                <a:lnTo>
                  <a:pt x="463715" y="0"/>
                </a:lnTo>
                <a:lnTo>
                  <a:pt x="463715" y="745645"/>
                </a:lnTo>
                <a:lnTo>
                  <a:pt x="0" y="7456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3518545" y="6173914"/>
            <a:ext cx="656577" cy="749827"/>
          </a:xfrm>
          <a:custGeom>
            <a:avLst/>
            <a:gdLst/>
            <a:ahLst/>
            <a:cxnLst/>
            <a:rect r="r" b="b" t="t" l="l"/>
            <a:pathLst>
              <a:path h="749827" w="656577">
                <a:moveTo>
                  <a:pt x="0" y="0"/>
                </a:moveTo>
                <a:lnTo>
                  <a:pt x="656577" y="0"/>
                </a:lnTo>
                <a:lnTo>
                  <a:pt x="656577" y="749828"/>
                </a:lnTo>
                <a:lnTo>
                  <a:pt x="0" y="7498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3470377" y="7161981"/>
            <a:ext cx="745646" cy="748122"/>
          </a:xfrm>
          <a:custGeom>
            <a:avLst/>
            <a:gdLst/>
            <a:ahLst/>
            <a:cxnLst/>
            <a:rect r="r" b="b" t="t" l="l"/>
            <a:pathLst>
              <a:path h="748122" w="745646">
                <a:moveTo>
                  <a:pt x="0" y="0"/>
                </a:moveTo>
                <a:lnTo>
                  <a:pt x="745645" y="0"/>
                </a:lnTo>
                <a:lnTo>
                  <a:pt x="745645" y="748122"/>
                </a:lnTo>
                <a:lnTo>
                  <a:pt x="0" y="7481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1" id="11"/>
          <p:cNvSpPr/>
          <p:nvPr/>
        </p:nvSpPr>
        <p:spPr>
          <a:xfrm flipH="false" flipV="false" rot="0">
            <a:off x="7906493" y="5314321"/>
            <a:ext cx="749360" cy="744703"/>
          </a:xfrm>
          <a:custGeom>
            <a:avLst/>
            <a:gdLst/>
            <a:ahLst/>
            <a:cxnLst/>
            <a:rect r="r" b="b" t="t" l="l"/>
            <a:pathLst>
              <a:path h="744703" w="749360">
                <a:moveTo>
                  <a:pt x="0" y="0"/>
                </a:moveTo>
                <a:lnTo>
                  <a:pt x="749360" y="0"/>
                </a:lnTo>
                <a:lnTo>
                  <a:pt x="749360" y="744703"/>
                </a:lnTo>
                <a:lnTo>
                  <a:pt x="0" y="74470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2" id="12"/>
          <p:cNvSpPr/>
          <p:nvPr/>
        </p:nvSpPr>
        <p:spPr>
          <a:xfrm flipH="false" flipV="false" rot="0">
            <a:off x="2459069" y="2625976"/>
            <a:ext cx="793861" cy="746293"/>
          </a:xfrm>
          <a:custGeom>
            <a:avLst/>
            <a:gdLst/>
            <a:ahLst/>
            <a:cxnLst/>
            <a:rect r="r" b="b" t="t" l="l"/>
            <a:pathLst>
              <a:path h="746293" w="793861">
                <a:moveTo>
                  <a:pt x="0" y="0"/>
                </a:moveTo>
                <a:lnTo>
                  <a:pt x="793861" y="0"/>
                </a:lnTo>
                <a:lnTo>
                  <a:pt x="793861" y="746293"/>
                </a:lnTo>
                <a:lnTo>
                  <a:pt x="0" y="74629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3" id="13"/>
          <p:cNvSpPr/>
          <p:nvPr/>
        </p:nvSpPr>
        <p:spPr>
          <a:xfrm flipH="false" flipV="false" rot="0">
            <a:off x="2584418" y="3531375"/>
            <a:ext cx="671408" cy="728520"/>
          </a:xfrm>
          <a:custGeom>
            <a:avLst/>
            <a:gdLst/>
            <a:ahLst/>
            <a:cxnLst/>
            <a:rect r="r" b="b" t="t" l="l"/>
            <a:pathLst>
              <a:path h="728520" w="671408">
                <a:moveTo>
                  <a:pt x="0" y="0"/>
                </a:moveTo>
                <a:lnTo>
                  <a:pt x="671408" y="0"/>
                </a:lnTo>
                <a:lnTo>
                  <a:pt x="671408" y="728519"/>
                </a:lnTo>
                <a:lnTo>
                  <a:pt x="0" y="72851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4" id="14"/>
          <p:cNvSpPr/>
          <p:nvPr/>
        </p:nvSpPr>
        <p:spPr>
          <a:xfrm flipH="false" flipV="false" rot="0">
            <a:off x="2539756" y="4425382"/>
            <a:ext cx="751180" cy="749360"/>
          </a:xfrm>
          <a:custGeom>
            <a:avLst/>
            <a:gdLst/>
            <a:ahLst/>
            <a:cxnLst/>
            <a:rect r="r" b="b" t="t" l="l"/>
            <a:pathLst>
              <a:path h="749360" w="751180">
                <a:moveTo>
                  <a:pt x="0" y="0"/>
                </a:moveTo>
                <a:lnTo>
                  <a:pt x="751179" y="0"/>
                </a:lnTo>
                <a:lnTo>
                  <a:pt x="751179" y="749360"/>
                </a:lnTo>
                <a:lnTo>
                  <a:pt x="0" y="74936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5" id="15"/>
          <p:cNvSpPr/>
          <p:nvPr/>
        </p:nvSpPr>
        <p:spPr>
          <a:xfrm flipH="false" flipV="false" rot="0">
            <a:off x="6879288" y="2677211"/>
            <a:ext cx="751180" cy="746065"/>
          </a:xfrm>
          <a:custGeom>
            <a:avLst/>
            <a:gdLst/>
            <a:ahLst/>
            <a:cxnLst/>
            <a:rect r="r" b="b" t="t" l="l"/>
            <a:pathLst>
              <a:path h="746065" w="751180">
                <a:moveTo>
                  <a:pt x="0" y="0"/>
                </a:moveTo>
                <a:lnTo>
                  <a:pt x="751180" y="0"/>
                </a:lnTo>
                <a:lnTo>
                  <a:pt x="751180" y="746064"/>
                </a:lnTo>
                <a:lnTo>
                  <a:pt x="0" y="74606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6" id="16"/>
          <p:cNvSpPr/>
          <p:nvPr/>
        </p:nvSpPr>
        <p:spPr>
          <a:xfrm flipH="false" flipV="false" rot="0">
            <a:off x="6919551" y="3640141"/>
            <a:ext cx="760486" cy="636203"/>
          </a:xfrm>
          <a:custGeom>
            <a:avLst/>
            <a:gdLst/>
            <a:ahLst/>
            <a:cxnLst/>
            <a:rect r="r" b="b" t="t" l="l"/>
            <a:pathLst>
              <a:path h="636203" w="760486">
                <a:moveTo>
                  <a:pt x="0" y="0"/>
                </a:moveTo>
                <a:lnTo>
                  <a:pt x="760485" y="0"/>
                </a:lnTo>
                <a:lnTo>
                  <a:pt x="760485" y="636203"/>
                </a:lnTo>
                <a:lnTo>
                  <a:pt x="0" y="63620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7" id="17"/>
          <p:cNvSpPr/>
          <p:nvPr/>
        </p:nvSpPr>
        <p:spPr>
          <a:xfrm flipH="false" flipV="false" rot="0">
            <a:off x="6938610" y="4440450"/>
            <a:ext cx="751237" cy="744884"/>
          </a:xfrm>
          <a:custGeom>
            <a:avLst/>
            <a:gdLst/>
            <a:ahLst/>
            <a:cxnLst/>
            <a:rect r="r" b="b" t="t" l="l"/>
            <a:pathLst>
              <a:path h="744884" w="751237">
                <a:moveTo>
                  <a:pt x="0" y="0"/>
                </a:moveTo>
                <a:lnTo>
                  <a:pt x="751237" y="0"/>
                </a:lnTo>
                <a:lnTo>
                  <a:pt x="751237" y="744884"/>
                </a:lnTo>
                <a:lnTo>
                  <a:pt x="0" y="744884"/>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18" id="18"/>
          <p:cNvSpPr/>
          <p:nvPr/>
        </p:nvSpPr>
        <p:spPr>
          <a:xfrm flipH="false" flipV="false" rot="0">
            <a:off x="4460929" y="5313855"/>
            <a:ext cx="537953" cy="741940"/>
          </a:xfrm>
          <a:custGeom>
            <a:avLst/>
            <a:gdLst/>
            <a:ahLst/>
            <a:cxnLst/>
            <a:rect r="r" b="b" t="t" l="l"/>
            <a:pathLst>
              <a:path h="741940" w="537953">
                <a:moveTo>
                  <a:pt x="0" y="0"/>
                </a:moveTo>
                <a:lnTo>
                  <a:pt x="537953" y="0"/>
                </a:lnTo>
                <a:lnTo>
                  <a:pt x="537953" y="741940"/>
                </a:lnTo>
                <a:lnTo>
                  <a:pt x="0" y="741940"/>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19" id="19"/>
          <p:cNvSpPr/>
          <p:nvPr/>
        </p:nvSpPr>
        <p:spPr>
          <a:xfrm flipH="false" flipV="false" rot="0">
            <a:off x="4336304" y="6181935"/>
            <a:ext cx="780850" cy="739169"/>
          </a:xfrm>
          <a:custGeom>
            <a:avLst/>
            <a:gdLst/>
            <a:ahLst/>
            <a:cxnLst/>
            <a:rect r="r" b="b" t="t" l="l"/>
            <a:pathLst>
              <a:path h="739169" w="780850">
                <a:moveTo>
                  <a:pt x="0" y="0"/>
                </a:moveTo>
                <a:lnTo>
                  <a:pt x="780850" y="0"/>
                </a:lnTo>
                <a:lnTo>
                  <a:pt x="780850" y="739168"/>
                </a:lnTo>
                <a:lnTo>
                  <a:pt x="0" y="739168"/>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0" id="20"/>
          <p:cNvSpPr/>
          <p:nvPr/>
        </p:nvSpPr>
        <p:spPr>
          <a:xfrm flipH="false" flipV="false" rot="0">
            <a:off x="4349715" y="7217940"/>
            <a:ext cx="749294" cy="636203"/>
          </a:xfrm>
          <a:custGeom>
            <a:avLst/>
            <a:gdLst/>
            <a:ahLst/>
            <a:cxnLst/>
            <a:rect r="r" b="b" t="t" l="l"/>
            <a:pathLst>
              <a:path h="636203" w="749294">
                <a:moveTo>
                  <a:pt x="0" y="0"/>
                </a:moveTo>
                <a:lnTo>
                  <a:pt x="749294" y="0"/>
                </a:lnTo>
                <a:lnTo>
                  <a:pt x="749294" y="636204"/>
                </a:lnTo>
                <a:lnTo>
                  <a:pt x="0" y="636204"/>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1" id="21"/>
          <p:cNvSpPr/>
          <p:nvPr/>
        </p:nvSpPr>
        <p:spPr>
          <a:xfrm flipH="false" flipV="false" rot="0">
            <a:off x="7990884" y="6152598"/>
            <a:ext cx="580577" cy="750713"/>
          </a:xfrm>
          <a:custGeom>
            <a:avLst/>
            <a:gdLst/>
            <a:ahLst/>
            <a:cxnLst/>
            <a:rect r="r" b="b" t="t" l="l"/>
            <a:pathLst>
              <a:path h="750713" w="580577">
                <a:moveTo>
                  <a:pt x="0" y="0"/>
                </a:moveTo>
                <a:lnTo>
                  <a:pt x="580578" y="0"/>
                </a:lnTo>
                <a:lnTo>
                  <a:pt x="580578" y="750712"/>
                </a:lnTo>
                <a:lnTo>
                  <a:pt x="0" y="750712"/>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2" id="22"/>
          <p:cNvSpPr/>
          <p:nvPr/>
        </p:nvSpPr>
        <p:spPr>
          <a:xfrm flipH="false" flipV="false" rot="0">
            <a:off x="3319634" y="2626328"/>
            <a:ext cx="760486" cy="743588"/>
          </a:xfrm>
          <a:custGeom>
            <a:avLst/>
            <a:gdLst/>
            <a:ahLst/>
            <a:cxnLst/>
            <a:rect r="r" b="b" t="t" l="l"/>
            <a:pathLst>
              <a:path h="743588" w="760486">
                <a:moveTo>
                  <a:pt x="0" y="0"/>
                </a:moveTo>
                <a:lnTo>
                  <a:pt x="760485" y="0"/>
                </a:lnTo>
                <a:lnTo>
                  <a:pt x="760485" y="743588"/>
                </a:lnTo>
                <a:lnTo>
                  <a:pt x="0" y="743588"/>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3" id="23"/>
          <p:cNvSpPr/>
          <p:nvPr/>
        </p:nvSpPr>
        <p:spPr>
          <a:xfrm flipH="false" flipV="false" rot="0">
            <a:off x="3438068" y="3521469"/>
            <a:ext cx="649214" cy="745646"/>
          </a:xfrm>
          <a:custGeom>
            <a:avLst/>
            <a:gdLst/>
            <a:ahLst/>
            <a:cxnLst/>
            <a:rect r="r" b="b" t="t" l="l"/>
            <a:pathLst>
              <a:path h="745646" w="649214">
                <a:moveTo>
                  <a:pt x="0" y="0"/>
                </a:moveTo>
                <a:lnTo>
                  <a:pt x="649214" y="0"/>
                </a:lnTo>
                <a:lnTo>
                  <a:pt x="649214" y="745645"/>
                </a:lnTo>
                <a:lnTo>
                  <a:pt x="0" y="745645"/>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4" id="24"/>
          <p:cNvSpPr/>
          <p:nvPr/>
        </p:nvSpPr>
        <p:spPr>
          <a:xfrm flipH="false" flipV="false" rot="0">
            <a:off x="3393015" y="4386358"/>
            <a:ext cx="740112" cy="745293"/>
          </a:xfrm>
          <a:custGeom>
            <a:avLst/>
            <a:gdLst/>
            <a:ahLst/>
            <a:cxnLst/>
            <a:rect r="r" b="b" t="t" l="l"/>
            <a:pathLst>
              <a:path h="745293" w="740112">
                <a:moveTo>
                  <a:pt x="0" y="0"/>
                </a:moveTo>
                <a:lnTo>
                  <a:pt x="740111" y="0"/>
                </a:lnTo>
                <a:lnTo>
                  <a:pt x="740111" y="745293"/>
                </a:lnTo>
                <a:lnTo>
                  <a:pt x="0" y="745293"/>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5" id="25"/>
          <p:cNvSpPr/>
          <p:nvPr/>
        </p:nvSpPr>
        <p:spPr>
          <a:xfrm flipH="false" flipV="false" rot="0">
            <a:off x="7834046" y="2694813"/>
            <a:ext cx="747532" cy="680714"/>
          </a:xfrm>
          <a:custGeom>
            <a:avLst/>
            <a:gdLst/>
            <a:ahLst/>
            <a:cxnLst/>
            <a:rect r="r" b="b" t="t" l="l"/>
            <a:pathLst>
              <a:path h="680714" w="747532">
                <a:moveTo>
                  <a:pt x="0" y="0"/>
                </a:moveTo>
                <a:lnTo>
                  <a:pt x="747531" y="0"/>
                </a:lnTo>
                <a:lnTo>
                  <a:pt x="747531" y="680714"/>
                </a:lnTo>
                <a:lnTo>
                  <a:pt x="0" y="680714"/>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6" id="26"/>
          <p:cNvSpPr/>
          <p:nvPr/>
        </p:nvSpPr>
        <p:spPr>
          <a:xfrm flipH="false" flipV="false" rot="0">
            <a:off x="7872832" y="3573389"/>
            <a:ext cx="758657" cy="747532"/>
          </a:xfrm>
          <a:custGeom>
            <a:avLst/>
            <a:gdLst/>
            <a:ahLst/>
            <a:cxnLst/>
            <a:rect r="r" b="b" t="t" l="l"/>
            <a:pathLst>
              <a:path h="747532" w="758657">
                <a:moveTo>
                  <a:pt x="0" y="0"/>
                </a:moveTo>
                <a:lnTo>
                  <a:pt x="758656" y="0"/>
                </a:lnTo>
                <a:lnTo>
                  <a:pt x="758656" y="747532"/>
                </a:lnTo>
                <a:lnTo>
                  <a:pt x="0" y="747532"/>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7" id="27"/>
          <p:cNvSpPr/>
          <p:nvPr/>
        </p:nvSpPr>
        <p:spPr>
          <a:xfrm flipH="false" flipV="false" rot="0">
            <a:off x="7813719" y="4438040"/>
            <a:ext cx="747532" cy="747474"/>
          </a:xfrm>
          <a:custGeom>
            <a:avLst/>
            <a:gdLst/>
            <a:ahLst/>
            <a:cxnLst/>
            <a:rect r="r" b="b" t="t" l="l"/>
            <a:pathLst>
              <a:path h="747474" w="747532">
                <a:moveTo>
                  <a:pt x="0" y="0"/>
                </a:moveTo>
                <a:lnTo>
                  <a:pt x="747532" y="0"/>
                </a:lnTo>
                <a:lnTo>
                  <a:pt x="747532" y="747475"/>
                </a:lnTo>
                <a:lnTo>
                  <a:pt x="0" y="747475"/>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28" id="28"/>
          <p:cNvSpPr/>
          <p:nvPr/>
        </p:nvSpPr>
        <p:spPr>
          <a:xfrm flipH="false" flipV="false" rot="0">
            <a:off x="5232702" y="5307787"/>
            <a:ext cx="749360" cy="751237"/>
          </a:xfrm>
          <a:custGeom>
            <a:avLst/>
            <a:gdLst/>
            <a:ahLst/>
            <a:cxnLst/>
            <a:rect r="r" b="b" t="t" l="l"/>
            <a:pathLst>
              <a:path h="751237" w="749360">
                <a:moveTo>
                  <a:pt x="0" y="0"/>
                </a:moveTo>
                <a:lnTo>
                  <a:pt x="749360" y="0"/>
                </a:lnTo>
                <a:lnTo>
                  <a:pt x="749360" y="751237"/>
                </a:lnTo>
                <a:lnTo>
                  <a:pt x="0" y="751237"/>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29" id="29"/>
          <p:cNvSpPr/>
          <p:nvPr/>
        </p:nvSpPr>
        <p:spPr>
          <a:xfrm flipH="false" flipV="false" rot="0">
            <a:off x="5246684" y="6178220"/>
            <a:ext cx="745646" cy="744112"/>
          </a:xfrm>
          <a:custGeom>
            <a:avLst/>
            <a:gdLst/>
            <a:ahLst/>
            <a:cxnLst/>
            <a:rect r="r" b="b" t="t" l="l"/>
            <a:pathLst>
              <a:path h="744112" w="745646">
                <a:moveTo>
                  <a:pt x="0" y="0"/>
                </a:moveTo>
                <a:lnTo>
                  <a:pt x="745646" y="0"/>
                </a:lnTo>
                <a:lnTo>
                  <a:pt x="745646" y="744112"/>
                </a:lnTo>
                <a:lnTo>
                  <a:pt x="0" y="744112"/>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0" id="30"/>
          <p:cNvSpPr/>
          <p:nvPr/>
        </p:nvSpPr>
        <p:spPr>
          <a:xfrm flipH="false" flipV="false" rot="0">
            <a:off x="5243894" y="7162305"/>
            <a:ext cx="751237" cy="747474"/>
          </a:xfrm>
          <a:custGeom>
            <a:avLst/>
            <a:gdLst/>
            <a:ahLst/>
            <a:cxnLst/>
            <a:rect r="r" b="b" t="t" l="l"/>
            <a:pathLst>
              <a:path h="747474" w="751237">
                <a:moveTo>
                  <a:pt x="0" y="0"/>
                </a:moveTo>
                <a:lnTo>
                  <a:pt x="751236" y="0"/>
                </a:lnTo>
                <a:lnTo>
                  <a:pt x="751236" y="747474"/>
                </a:lnTo>
                <a:lnTo>
                  <a:pt x="0" y="747474"/>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1" id="31"/>
          <p:cNvSpPr/>
          <p:nvPr/>
        </p:nvSpPr>
        <p:spPr>
          <a:xfrm flipH="false" flipV="false" rot="0">
            <a:off x="7880652" y="7159390"/>
            <a:ext cx="782736" cy="753304"/>
          </a:xfrm>
          <a:custGeom>
            <a:avLst/>
            <a:gdLst/>
            <a:ahLst/>
            <a:cxnLst/>
            <a:rect r="r" b="b" t="t" l="l"/>
            <a:pathLst>
              <a:path h="753304" w="782736">
                <a:moveTo>
                  <a:pt x="0" y="0"/>
                </a:moveTo>
                <a:lnTo>
                  <a:pt x="782736" y="0"/>
                </a:lnTo>
                <a:lnTo>
                  <a:pt x="782736" y="753304"/>
                </a:lnTo>
                <a:lnTo>
                  <a:pt x="0" y="753304"/>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2" id="32"/>
          <p:cNvSpPr/>
          <p:nvPr/>
        </p:nvSpPr>
        <p:spPr>
          <a:xfrm flipH="false" flipV="false" rot="0">
            <a:off x="4213498" y="2624814"/>
            <a:ext cx="751180" cy="745179"/>
          </a:xfrm>
          <a:custGeom>
            <a:avLst/>
            <a:gdLst/>
            <a:ahLst/>
            <a:cxnLst/>
            <a:rect r="r" b="b" t="t" l="l"/>
            <a:pathLst>
              <a:path h="745179" w="751180">
                <a:moveTo>
                  <a:pt x="0" y="0"/>
                </a:moveTo>
                <a:lnTo>
                  <a:pt x="751180" y="0"/>
                </a:lnTo>
                <a:lnTo>
                  <a:pt x="751180" y="745179"/>
                </a:lnTo>
                <a:lnTo>
                  <a:pt x="0" y="745179"/>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3" id="33"/>
          <p:cNvSpPr/>
          <p:nvPr/>
        </p:nvSpPr>
        <p:spPr>
          <a:xfrm flipH="false" flipV="false" rot="0">
            <a:off x="4263390" y="3521659"/>
            <a:ext cx="751180" cy="748122"/>
          </a:xfrm>
          <a:custGeom>
            <a:avLst/>
            <a:gdLst/>
            <a:ahLst/>
            <a:cxnLst/>
            <a:rect r="r" b="b" t="t" l="l"/>
            <a:pathLst>
              <a:path h="748122" w="751180">
                <a:moveTo>
                  <a:pt x="0" y="0"/>
                </a:moveTo>
                <a:lnTo>
                  <a:pt x="751180" y="0"/>
                </a:lnTo>
                <a:lnTo>
                  <a:pt x="751180" y="748122"/>
                </a:lnTo>
                <a:lnTo>
                  <a:pt x="0" y="748122"/>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4" id="34"/>
          <p:cNvSpPr/>
          <p:nvPr/>
        </p:nvSpPr>
        <p:spPr>
          <a:xfrm flipH="false" flipV="false" rot="0">
            <a:off x="4270058" y="4384529"/>
            <a:ext cx="756771" cy="750589"/>
          </a:xfrm>
          <a:custGeom>
            <a:avLst/>
            <a:gdLst/>
            <a:ahLst/>
            <a:cxnLst/>
            <a:rect r="r" b="b" t="t" l="l"/>
            <a:pathLst>
              <a:path h="750589" w="756771">
                <a:moveTo>
                  <a:pt x="0" y="0"/>
                </a:moveTo>
                <a:lnTo>
                  <a:pt x="756770" y="0"/>
                </a:lnTo>
                <a:lnTo>
                  <a:pt x="756770" y="750589"/>
                </a:lnTo>
                <a:lnTo>
                  <a:pt x="0" y="750589"/>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5" id="35"/>
          <p:cNvSpPr/>
          <p:nvPr/>
        </p:nvSpPr>
        <p:spPr>
          <a:xfrm flipH="false" flipV="false" rot="0">
            <a:off x="1753133" y="5343868"/>
            <a:ext cx="660283" cy="736349"/>
          </a:xfrm>
          <a:custGeom>
            <a:avLst/>
            <a:gdLst/>
            <a:ahLst/>
            <a:cxnLst/>
            <a:rect r="r" b="b" t="t" l="l"/>
            <a:pathLst>
              <a:path h="736349" w="660283">
                <a:moveTo>
                  <a:pt x="0" y="0"/>
                </a:moveTo>
                <a:lnTo>
                  <a:pt x="660283" y="0"/>
                </a:lnTo>
                <a:lnTo>
                  <a:pt x="660283" y="736349"/>
                </a:lnTo>
                <a:lnTo>
                  <a:pt x="0" y="736349"/>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6" id="36"/>
          <p:cNvSpPr/>
          <p:nvPr/>
        </p:nvSpPr>
        <p:spPr>
          <a:xfrm flipH="false" flipV="false" rot="0">
            <a:off x="1741065" y="6262306"/>
            <a:ext cx="684419" cy="745646"/>
          </a:xfrm>
          <a:custGeom>
            <a:avLst/>
            <a:gdLst/>
            <a:ahLst/>
            <a:cxnLst/>
            <a:rect r="r" b="b" t="t" l="l"/>
            <a:pathLst>
              <a:path h="745646" w="684419">
                <a:moveTo>
                  <a:pt x="0" y="0"/>
                </a:moveTo>
                <a:lnTo>
                  <a:pt x="684419" y="0"/>
                </a:lnTo>
                <a:lnTo>
                  <a:pt x="684419" y="745646"/>
                </a:lnTo>
                <a:lnTo>
                  <a:pt x="0" y="745646"/>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7" id="37"/>
          <p:cNvSpPr/>
          <p:nvPr/>
        </p:nvSpPr>
        <p:spPr>
          <a:xfrm flipH="false" flipV="false" rot="0">
            <a:off x="1704718" y="7163219"/>
            <a:ext cx="751180" cy="745646"/>
          </a:xfrm>
          <a:custGeom>
            <a:avLst/>
            <a:gdLst/>
            <a:ahLst/>
            <a:cxnLst/>
            <a:rect r="r" b="b" t="t" l="l"/>
            <a:pathLst>
              <a:path h="745646" w="751180">
                <a:moveTo>
                  <a:pt x="0" y="0"/>
                </a:moveTo>
                <a:lnTo>
                  <a:pt x="751179" y="0"/>
                </a:lnTo>
                <a:lnTo>
                  <a:pt x="751179" y="745646"/>
                </a:lnTo>
                <a:lnTo>
                  <a:pt x="0" y="745646"/>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38" id="38"/>
          <p:cNvSpPr/>
          <p:nvPr/>
        </p:nvSpPr>
        <p:spPr>
          <a:xfrm flipH="false" flipV="false" rot="0">
            <a:off x="6219911" y="5312131"/>
            <a:ext cx="545373" cy="747532"/>
          </a:xfrm>
          <a:custGeom>
            <a:avLst/>
            <a:gdLst/>
            <a:ahLst/>
            <a:cxnLst/>
            <a:rect r="r" b="b" t="t" l="l"/>
            <a:pathLst>
              <a:path h="747532" w="545373">
                <a:moveTo>
                  <a:pt x="0" y="0"/>
                </a:moveTo>
                <a:lnTo>
                  <a:pt x="545373" y="0"/>
                </a:lnTo>
                <a:lnTo>
                  <a:pt x="545373" y="747531"/>
                </a:lnTo>
                <a:lnTo>
                  <a:pt x="0" y="747531"/>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39" id="39"/>
          <p:cNvSpPr/>
          <p:nvPr/>
        </p:nvSpPr>
        <p:spPr>
          <a:xfrm flipH="false" flipV="false" rot="0">
            <a:off x="6115745" y="6175562"/>
            <a:ext cx="749360" cy="748179"/>
          </a:xfrm>
          <a:custGeom>
            <a:avLst/>
            <a:gdLst/>
            <a:ahLst/>
            <a:cxnLst/>
            <a:rect r="r" b="b" t="t" l="l"/>
            <a:pathLst>
              <a:path h="748179" w="749360">
                <a:moveTo>
                  <a:pt x="0" y="0"/>
                </a:moveTo>
                <a:lnTo>
                  <a:pt x="749361" y="0"/>
                </a:lnTo>
                <a:lnTo>
                  <a:pt x="749361" y="748180"/>
                </a:lnTo>
                <a:lnTo>
                  <a:pt x="0" y="748180"/>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0" id="40"/>
          <p:cNvSpPr/>
          <p:nvPr/>
        </p:nvSpPr>
        <p:spPr>
          <a:xfrm flipH="false" flipV="false" rot="0">
            <a:off x="6275899" y="7161362"/>
            <a:ext cx="439645" cy="749360"/>
          </a:xfrm>
          <a:custGeom>
            <a:avLst/>
            <a:gdLst/>
            <a:ahLst/>
            <a:cxnLst/>
            <a:rect r="r" b="b" t="t" l="l"/>
            <a:pathLst>
              <a:path h="749360" w="439645">
                <a:moveTo>
                  <a:pt x="0" y="0"/>
                </a:moveTo>
                <a:lnTo>
                  <a:pt x="439645" y="0"/>
                </a:lnTo>
                <a:lnTo>
                  <a:pt x="439645" y="749360"/>
                </a:lnTo>
                <a:lnTo>
                  <a:pt x="0" y="749360"/>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1" id="41"/>
          <p:cNvSpPr/>
          <p:nvPr/>
        </p:nvSpPr>
        <p:spPr>
          <a:xfrm flipH="false" flipV="false" rot="0">
            <a:off x="4347686" y="8107013"/>
            <a:ext cx="764191" cy="743826"/>
          </a:xfrm>
          <a:custGeom>
            <a:avLst/>
            <a:gdLst/>
            <a:ahLst/>
            <a:cxnLst/>
            <a:rect r="r" b="b" t="t" l="l"/>
            <a:pathLst>
              <a:path h="743826" w="764191">
                <a:moveTo>
                  <a:pt x="0" y="0"/>
                </a:moveTo>
                <a:lnTo>
                  <a:pt x="764191" y="0"/>
                </a:lnTo>
                <a:lnTo>
                  <a:pt x="764191" y="743827"/>
                </a:lnTo>
                <a:lnTo>
                  <a:pt x="0" y="743827"/>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2" id="42"/>
          <p:cNvSpPr/>
          <p:nvPr/>
        </p:nvSpPr>
        <p:spPr>
          <a:xfrm flipH="false" flipV="false" rot="0">
            <a:off x="5083188" y="2621109"/>
            <a:ext cx="756771" cy="747474"/>
          </a:xfrm>
          <a:custGeom>
            <a:avLst/>
            <a:gdLst/>
            <a:ahLst/>
            <a:cxnLst/>
            <a:rect r="r" b="b" t="t" l="l"/>
            <a:pathLst>
              <a:path h="747474" w="756771">
                <a:moveTo>
                  <a:pt x="0" y="0"/>
                </a:moveTo>
                <a:lnTo>
                  <a:pt x="756770" y="0"/>
                </a:lnTo>
                <a:lnTo>
                  <a:pt x="756770" y="747474"/>
                </a:lnTo>
                <a:lnTo>
                  <a:pt x="0" y="747474"/>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3" id="43"/>
          <p:cNvSpPr/>
          <p:nvPr/>
        </p:nvSpPr>
        <p:spPr>
          <a:xfrm flipH="false" flipV="false" rot="0">
            <a:off x="5148291" y="3679307"/>
            <a:ext cx="747474" cy="586111"/>
          </a:xfrm>
          <a:custGeom>
            <a:avLst/>
            <a:gdLst/>
            <a:ahLst/>
            <a:cxnLst/>
            <a:rect r="r" b="b" t="t" l="l"/>
            <a:pathLst>
              <a:path h="586111" w="747474">
                <a:moveTo>
                  <a:pt x="0" y="0"/>
                </a:moveTo>
                <a:lnTo>
                  <a:pt x="747474" y="0"/>
                </a:lnTo>
                <a:lnTo>
                  <a:pt x="747474" y="586112"/>
                </a:lnTo>
                <a:lnTo>
                  <a:pt x="0" y="586112"/>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4" id="44"/>
          <p:cNvSpPr/>
          <p:nvPr/>
        </p:nvSpPr>
        <p:spPr>
          <a:xfrm flipH="false" flipV="false" rot="0">
            <a:off x="5141938" y="4385929"/>
            <a:ext cx="751180" cy="747532"/>
          </a:xfrm>
          <a:custGeom>
            <a:avLst/>
            <a:gdLst/>
            <a:ahLst/>
            <a:cxnLst/>
            <a:rect r="r" b="b" t="t" l="l"/>
            <a:pathLst>
              <a:path h="747532" w="751180">
                <a:moveTo>
                  <a:pt x="0" y="0"/>
                </a:moveTo>
                <a:lnTo>
                  <a:pt x="751180" y="0"/>
                </a:lnTo>
                <a:lnTo>
                  <a:pt x="751180" y="747532"/>
                </a:lnTo>
                <a:lnTo>
                  <a:pt x="0" y="747532"/>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5" id="45"/>
          <p:cNvSpPr/>
          <p:nvPr/>
        </p:nvSpPr>
        <p:spPr>
          <a:xfrm flipH="false" flipV="false" rot="0">
            <a:off x="2626528" y="5371471"/>
            <a:ext cx="684419" cy="751237"/>
          </a:xfrm>
          <a:custGeom>
            <a:avLst/>
            <a:gdLst/>
            <a:ahLst/>
            <a:cxnLst/>
            <a:rect r="r" b="b" t="t" l="l"/>
            <a:pathLst>
              <a:path h="751237" w="684419">
                <a:moveTo>
                  <a:pt x="0" y="0"/>
                </a:moveTo>
                <a:lnTo>
                  <a:pt x="684419" y="0"/>
                </a:lnTo>
                <a:lnTo>
                  <a:pt x="684419" y="751237"/>
                </a:lnTo>
                <a:lnTo>
                  <a:pt x="0" y="751237"/>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6" id="46"/>
          <p:cNvSpPr/>
          <p:nvPr/>
        </p:nvSpPr>
        <p:spPr>
          <a:xfrm flipH="false" flipV="false" rot="0">
            <a:off x="2592867" y="7162771"/>
            <a:ext cx="743826" cy="746531"/>
          </a:xfrm>
          <a:custGeom>
            <a:avLst/>
            <a:gdLst/>
            <a:ahLst/>
            <a:cxnLst/>
            <a:rect r="r" b="b" t="t" l="l"/>
            <a:pathLst>
              <a:path h="746531" w="743826">
                <a:moveTo>
                  <a:pt x="0" y="0"/>
                </a:moveTo>
                <a:lnTo>
                  <a:pt x="743826" y="0"/>
                </a:lnTo>
                <a:lnTo>
                  <a:pt x="743826" y="746532"/>
                </a:lnTo>
                <a:lnTo>
                  <a:pt x="0" y="746532"/>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7" id="47"/>
          <p:cNvSpPr/>
          <p:nvPr/>
        </p:nvSpPr>
        <p:spPr>
          <a:xfrm flipH="false" flipV="false" rot="0">
            <a:off x="6980653" y="5315836"/>
            <a:ext cx="767896" cy="745236"/>
          </a:xfrm>
          <a:custGeom>
            <a:avLst/>
            <a:gdLst/>
            <a:ahLst/>
            <a:cxnLst/>
            <a:rect r="r" b="b" t="t" l="l"/>
            <a:pathLst>
              <a:path h="745236" w="767896">
                <a:moveTo>
                  <a:pt x="0" y="0"/>
                </a:moveTo>
                <a:lnTo>
                  <a:pt x="767896" y="0"/>
                </a:lnTo>
                <a:lnTo>
                  <a:pt x="767896" y="745236"/>
                </a:lnTo>
                <a:lnTo>
                  <a:pt x="0" y="745236"/>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48" id="48"/>
          <p:cNvSpPr/>
          <p:nvPr/>
        </p:nvSpPr>
        <p:spPr>
          <a:xfrm flipH="false" flipV="false" rot="0">
            <a:off x="2647407" y="6267917"/>
            <a:ext cx="649214" cy="749646"/>
          </a:xfrm>
          <a:custGeom>
            <a:avLst/>
            <a:gdLst/>
            <a:ahLst/>
            <a:cxnLst/>
            <a:rect r="r" b="b" t="t" l="l"/>
            <a:pathLst>
              <a:path h="749646" w="649214">
                <a:moveTo>
                  <a:pt x="0" y="0"/>
                </a:moveTo>
                <a:lnTo>
                  <a:pt x="649215" y="0"/>
                </a:lnTo>
                <a:lnTo>
                  <a:pt x="649215" y="749646"/>
                </a:lnTo>
                <a:lnTo>
                  <a:pt x="0" y="749646"/>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49" id="49"/>
          <p:cNvSpPr/>
          <p:nvPr/>
        </p:nvSpPr>
        <p:spPr>
          <a:xfrm flipH="false" flipV="false" rot="0">
            <a:off x="6995693" y="6330344"/>
            <a:ext cx="751237" cy="486032"/>
          </a:xfrm>
          <a:custGeom>
            <a:avLst/>
            <a:gdLst/>
            <a:ahLst/>
            <a:cxnLst/>
            <a:rect r="r" b="b" t="t" l="l"/>
            <a:pathLst>
              <a:path h="486032" w="751237">
                <a:moveTo>
                  <a:pt x="0" y="0"/>
                </a:moveTo>
                <a:lnTo>
                  <a:pt x="751237" y="0"/>
                </a:lnTo>
                <a:lnTo>
                  <a:pt x="751237" y="486032"/>
                </a:lnTo>
                <a:lnTo>
                  <a:pt x="0" y="486032"/>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0" id="50"/>
          <p:cNvSpPr/>
          <p:nvPr/>
        </p:nvSpPr>
        <p:spPr>
          <a:xfrm flipH="false" flipV="false" rot="0">
            <a:off x="6981901" y="7161362"/>
            <a:ext cx="771611" cy="749360"/>
          </a:xfrm>
          <a:custGeom>
            <a:avLst/>
            <a:gdLst/>
            <a:ahLst/>
            <a:cxnLst/>
            <a:rect r="r" b="b" t="t" l="l"/>
            <a:pathLst>
              <a:path h="749360" w="771611">
                <a:moveTo>
                  <a:pt x="0" y="0"/>
                </a:moveTo>
                <a:lnTo>
                  <a:pt x="771611" y="0"/>
                </a:lnTo>
                <a:lnTo>
                  <a:pt x="771611" y="749360"/>
                </a:lnTo>
                <a:lnTo>
                  <a:pt x="0" y="749360"/>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1" id="51"/>
          <p:cNvSpPr/>
          <p:nvPr/>
        </p:nvSpPr>
        <p:spPr>
          <a:xfrm flipH="false" flipV="false" rot="0">
            <a:off x="5338401" y="8105127"/>
            <a:ext cx="537953" cy="747532"/>
          </a:xfrm>
          <a:custGeom>
            <a:avLst/>
            <a:gdLst/>
            <a:ahLst/>
            <a:cxnLst/>
            <a:rect r="r" b="b" t="t" l="l"/>
            <a:pathLst>
              <a:path h="747532" w="537953">
                <a:moveTo>
                  <a:pt x="0" y="0"/>
                </a:moveTo>
                <a:lnTo>
                  <a:pt x="537953" y="0"/>
                </a:lnTo>
                <a:lnTo>
                  <a:pt x="537953" y="747532"/>
                </a:lnTo>
                <a:lnTo>
                  <a:pt x="0" y="747532"/>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TextBox 52" id="52"/>
          <p:cNvSpPr txBox="true"/>
          <p:nvPr/>
        </p:nvSpPr>
        <p:spPr>
          <a:xfrm rot="0">
            <a:off x="1790776" y="109441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Educational Icons</a:t>
            </a:r>
          </a:p>
        </p:txBody>
      </p:sp>
      <p:sp>
        <p:nvSpPr>
          <p:cNvPr name="TextBox 53" id="53"/>
          <p:cNvSpPr txBox="true"/>
          <p:nvPr/>
        </p:nvSpPr>
        <p:spPr>
          <a:xfrm rot="0">
            <a:off x="9808226" y="109441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Medical Icons</a:t>
            </a:r>
          </a:p>
        </p:txBody>
      </p:sp>
      <p:sp>
        <p:nvSpPr>
          <p:cNvPr name="Freeform 54" id="54"/>
          <p:cNvSpPr/>
          <p:nvPr/>
        </p:nvSpPr>
        <p:spPr>
          <a:xfrm flipH="false" flipV="false" rot="0">
            <a:off x="9713090" y="2710815"/>
            <a:ext cx="706364" cy="629174"/>
          </a:xfrm>
          <a:custGeom>
            <a:avLst/>
            <a:gdLst/>
            <a:ahLst/>
            <a:cxnLst/>
            <a:rect r="r" b="b" t="t" l="l"/>
            <a:pathLst>
              <a:path h="629174" w="706364">
                <a:moveTo>
                  <a:pt x="0" y="0"/>
                </a:moveTo>
                <a:lnTo>
                  <a:pt x="706365" y="0"/>
                </a:lnTo>
                <a:lnTo>
                  <a:pt x="706365" y="629174"/>
                </a:lnTo>
                <a:lnTo>
                  <a:pt x="0" y="629174"/>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5" id="55"/>
          <p:cNvSpPr/>
          <p:nvPr/>
        </p:nvSpPr>
        <p:spPr>
          <a:xfrm flipH="false" flipV="false" rot="0">
            <a:off x="9711185" y="3565036"/>
            <a:ext cx="708212" cy="710127"/>
          </a:xfrm>
          <a:custGeom>
            <a:avLst/>
            <a:gdLst/>
            <a:ahLst/>
            <a:cxnLst/>
            <a:rect r="r" b="b" t="t" l="l"/>
            <a:pathLst>
              <a:path h="710127" w="708212">
                <a:moveTo>
                  <a:pt x="0" y="0"/>
                </a:moveTo>
                <a:lnTo>
                  <a:pt x="708213" y="0"/>
                </a:lnTo>
                <a:lnTo>
                  <a:pt x="708213" y="710127"/>
                </a:lnTo>
                <a:lnTo>
                  <a:pt x="0" y="710127"/>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6" id="56"/>
          <p:cNvSpPr/>
          <p:nvPr/>
        </p:nvSpPr>
        <p:spPr>
          <a:xfrm flipH="false" flipV="false" rot="0">
            <a:off x="9739436" y="4451204"/>
            <a:ext cx="651720" cy="702650"/>
          </a:xfrm>
          <a:custGeom>
            <a:avLst/>
            <a:gdLst/>
            <a:ahLst/>
            <a:cxnLst/>
            <a:rect r="r" b="b" t="t" l="l"/>
            <a:pathLst>
              <a:path h="702650" w="651720">
                <a:moveTo>
                  <a:pt x="0" y="0"/>
                </a:moveTo>
                <a:lnTo>
                  <a:pt x="651720" y="0"/>
                </a:lnTo>
                <a:lnTo>
                  <a:pt x="651720" y="702650"/>
                </a:lnTo>
                <a:lnTo>
                  <a:pt x="0" y="702650"/>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7" id="57"/>
          <p:cNvSpPr/>
          <p:nvPr/>
        </p:nvSpPr>
        <p:spPr>
          <a:xfrm flipH="false" flipV="false" rot="0">
            <a:off x="14187821" y="2798474"/>
            <a:ext cx="708212" cy="453952"/>
          </a:xfrm>
          <a:custGeom>
            <a:avLst/>
            <a:gdLst/>
            <a:ahLst/>
            <a:cxnLst/>
            <a:rect r="r" b="b" t="t" l="l"/>
            <a:pathLst>
              <a:path h="453952" w="708212">
                <a:moveTo>
                  <a:pt x="0" y="0"/>
                </a:moveTo>
                <a:lnTo>
                  <a:pt x="708212" y="0"/>
                </a:lnTo>
                <a:lnTo>
                  <a:pt x="708212" y="453952"/>
                </a:lnTo>
                <a:lnTo>
                  <a:pt x="0" y="453952"/>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sp>
        <p:nvSpPr>
          <p:cNvPr name="Freeform 58" id="58"/>
          <p:cNvSpPr/>
          <p:nvPr/>
        </p:nvSpPr>
        <p:spPr>
          <a:xfrm flipH="false" flipV="false" rot="0">
            <a:off x="14188745" y="3566922"/>
            <a:ext cx="706364" cy="706364"/>
          </a:xfrm>
          <a:custGeom>
            <a:avLst/>
            <a:gdLst/>
            <a:ahLst/>
            <a:cxnLst/>
            <a:rect r="r" b="b" t="t" l="l"/>
            <a:pathLst>
              <a:path h="706364" w="706364">
                <a:moveTo>
                  <a:pt x="0" y="0"/>
                </a:moveTo>
                <a:lnTo>
                  <a:pt x="706364" y="0"/>
                </a:lnTo>
                <a:lnTo>
                  <a:pt x="706364" y="706364"/>
                </a:lnTo>
                <a:lnTo>
                  <a:pt x="0" y="706364"/>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59" id="59"/>
          <p:cNvSpPr/>
          <p:nvPr/>
        </p:nvSpPr>
        <p:spPr>
          <a:xfrm flipH="false" flipV="false" rot="0">
            <a:off x="14178401" y="4449108"/>
            <a:ext cx="727043" cy="706841"/>
          </a:xfrm>
          <a:custGeom>
            <a:avLst/>
            <a:gdLst/>
            <a:ahLst/>
            <a:cxnLst/>
            <a:rect r="r" b="b" t="t" l="l"/>
            <a:pathLst>
              <a:path h="706841" w="727043">
                <a:moveTo>
                  <a:pt x="0" y="0"/>
                </a:moveTo>
                <a:lnTo>
                  <a:pt x="727043" y="0"/>
                </a:lnTo>
                <a:lnTo>
                  <a:pt x="727043" y="706841"/>
                </a:lnTo>
                <a:lnTo>
                  <a:pt x="0" y="706841"/>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60" id="60"/>
          <p:cNvSpPr/>
          <p:nvPr/>
        </p:nvSpPr>
        <p:spPr>
          <a:xfrm flipH="false" flipV="false" rot="0">
            <a:off x="11488674" y="5332066"/>
            <a:ext cx="708269" cy="706422"/>
          </a:xfrm>
          <a:custGeom>
            <a:avLst/>
            <a:gdLst/>
            <a:ahLst/>
            <a:cxnLst/>
            <a:rect r="r" b="b" t="t" l="l"/>
            <a:pathLst>
              <a:path h="706422" w="708269">
                <a:moveTo>
                  <a:pt x="0" y="0"/>
                </a:moveTo>
                <a:lnTo>
                  <a:pt x="708269" y="0"/>
                </a:lnTo>
                <a:lnTo>
                  <a:pt x="708269" y="706422"/>
                </a:lnTo>
                <a:lnTo>
                  <a:pt x="0" y="706422"/>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1" id="61"/>
          <p:cNvSpPr/>
          <p:nvPr/>
        </p:nvSpPr>
        <p:spPr>
          <a:xfrm flipH="false" flipV="false" rot="0">
            <a:off x="11552701" y="6225826"/>
            <a:ext cx="580215" cy="708212"/>
          </a:xfrm>
          <a:custGeom>
            <a:avLst/>
            <a:gdLst/>
            <a:ahLst/>
            <a:cxnLst/>
            <a:rect r="r" b="b" t="t" l="l"/>
            <a:pathLst>
              <a:path h="708212" w="580215">
                <a:moveTo>
                  <a:pt x="0" y="0"/>
                </a:moveTo>
                <a:lnTo>
                  <a:pt x="580215" y="0"/>
                </a:lnTo>
                <a:lnTo>
                  <a:pt x="580215" y="708212"/>
                </a:lnTo>
                <a:lnTo>
                  <a:pt x="0" y="708212"/>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2" id="62"/>
          <p:cNvSpPr/>
          <p:nvPr/>
        </p:nvSpPr>
        <p:spPr>
          <a:xfrm flipH="false" flipV="false" rot="0">
            <a:off x="11553577" y="7108155"/>
            <a:ext cx="580158" cy="708269"/>
          </a:xfrm>
          <a:custGeom>
            <a:avLst/>
            <a:gdLst/>
            <a:ahLst/>
            <a:cxnLst/>
            <a:rect r="r" b="b" t="t" l="l"/>
            <a:pathLst>
              <a:path h="708269" w="580158">
                <a:moveTo>
                  <a:pt x="0" y="0"/>
                </a:moveTo>
                <a:lnTo>
                  <a:pt x="580159" y="0"/>
                </a:lnTo>
                <a:lnTo>
                  <a:pt x="580159" y="708270"/>
                </a:lnTo>
                <a:lnTo>
                  <a:pt x="0" y="708270"/>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3" id="63"/>
          <p:cNvSpPr/>
          <p:nvPr/>
        </p:nvSpPr>
        <p:spPr>
          <a:xfrm flipH="false" flipV="false" rot="0">
            <a:off x="15965186" y="5332066"/>
            <a:ext cx="721424" cy="706422"/>
          </a:xfrm>
          <a:custGeom>
            <a:avLst/>
            <a:gdLst/>
            <a:ahLst/>
            <a:cxnLst/>
            <a:rect r="r" b="b" t="t" l="l"/>
            <a:pathLst>
              <a:path h="706422" w="721424">
                <a:moveTo>
                  <a:pt x="0" y="0"/>
                </a:moveTo>
                <a:lnTo>
                  <a:pt x="721423" y="0"/>
                </a:lnTo>
                <a:lnTo>
                  <a:pt x="721423" y="706422"/>
                </a:lnTo>
                <a:lnTo>
                  <a:pt x="0" y="706422"/>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4" id="64"/>
          <p:cNvSpPr/>
          <p:nvPr/>
        </p:nvSpPr>
        <p:spPr>
          <a:xfrm flipH="false" flipV="false" rot="0">
            <a:off x="10632186" y="2671267"/>
            <a:ext cx="629174" cy="708269"/>
          </a:xfrm>
          <a:custGeom>
            <a:avLst/>
            <a:gdLst/>
            <a:ahLst/>
            <a:cxnLst/>
            <a:rect r="r" b="b" t="t" l="l"/>
            <a:pathLst>
              <a:path h="708269" w="629174">
                <a:moveTo>
                  <a:pt x="0" y="0"/>
                </a:moveTo>
                <a:lnTo>
                  <a:pt x="629174" y="0"/>
                </a:lnTo>
                <a:lnTo>
                  <a:pt x="629174" y="708270"/>
                </a:lnTo>
                <a:lnTo>
                  <a:pt x="0" y="708270"/>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sp>
        <p:nvSpPr>
          <p:cNvPr name="Freeform 65" id="65"/>
          <p:cNvSpPr/>
          <p:nvPr/>
        </p:nvSpPr>
        <p:spPr>
          <a:xfrm flipH="false" flipV="false" rot="0">
            <a:off x="10588866" y="3566150"/>
            <a:ext cx="715804" cy="707793"/>
          </a:xfrm>
          <a:custGeom>
            <a:avLst/>
            <a:gdLst/>
            <a:ahLst/>
            <a:cxnLst/>
            <a:rect r="r" b="b" t="t" l="l"/>
            <a:pathLst>
              <a:path h="707793" w="715804">
                <a:moveTo>
                  <a:pt x="0" y="0"/>
                </a:moveTo>
                <a:lnTo>
                  <a:pt x="715804" y="0"/>
                </a:lnTo>
                <a:lnTo>
                  <a:pt x="715804" y="707794"/>
                </a:lnTo>
                <a:lnTo>
                  <a:pt x="0" y="707794"/>
                </a:lnTo>
                <a:lnTo>
                  <a:pt x="0" y="0"/>
                </a:lnTo>
                <a:close/>
              </a:path>
            </a:pathLst>
          </a:custGeom>
          <a:blipFill>
            <a:blip r:embed="rId125">
              <a:extLst>
                <a:ext uri="{96DAC541-7B7A-43D3-8B79-37D633B846F1}">
                  <asvg:svgBlip xmlns:asvg="http://schemas.microsoft.com/office/drawing/2016/SVG/main" r:embed="rId126"/>
                </a:ext>
              </a:extLst>
            </a:blip>
            <a:stretch>
              <a:fillRect l="0" t="0" r="0" b="0"/>
            </a:stretch>
          </a:blipFill>
        </p:spPr>
      </p:sp>
      <p:sp>
        <p:nvSpPr>
          <p:cNvPr name="Freeform 66" id="66"/>
          <p:cNvSpPr/>
          <p:nvPr/>
        </p:nvSpPr>
        <p:spPr>
          <a:xfrm flipH="false" flipV="false" rot="0">
            <a:off x="10717882" y="4448394"/>
            <a:ext cx="455857" cy="708269"/>
          </a:xfrm>
          <a:custGeom>
            <a:avLst/>
            <a:gdLst/>
            <a:ahLst/>
            <a:cxnLst/>
            <a:rect r="r" b="b" t="t" l="l"/>
            <a:pathLst>
              <a:path h="708269" w="455857">
                <a:moveTo>
                  <a:pt x="0" y="0"/>
                </a:moveTo>
                <a:lnTo>
                  <a:pt x="455857" y="0"/>
                </a:lnTo>
                <a:lnTo>
                  <a:pt x="455857" y="708270"/>
                </a:lnTo>
                <a:lnTo>
                  <a:pt x="0" y="708270"/>
                </a:lnTo>
                <a:lnTo>
                  <a:pt x="0" y="0"/>
                </a:lnTo>
                <a:close/>
              </a:path>
            </a:pathLst>
          </a:custGeom>
          <a:blipFill>
            <a:blip r:embed="rId127">
              <a:extLst>
                <a:ext uri="{96DAC541-7B7A-43D3-8B79-37D633B846F1}">
                  <asvg:svgBlip xmlns:asvg="http://schemas.microsoft.com/office/drawing/2016/SVG/main" r:embed="rId128"/>
                </a:ext>
              </a:extLst>
            </a:blip>
            <a:stretch>
              <a:fillRect l="0" t="0" r="0" b="0"/>
            </a:stretch>
          </a:blipFill>
        </p:spPr>
      </p:sp>
      <p:sp>
        <p:nvSpPr>
          <p:cNvPr name="Freeform 67" id="67"/>
          <p:cNvSpPr/>
          <p:nvPr/>
        </p:nvSpPr>
        <p:spPr>
          <a:xfrm flipH="false" flipV="false" rot="0">
            <a:off x="15063607" y="2672267"/>
            <a:ext cx="708269" cy="706364"/>
          </a:xfrm>
          <a:custGeom>
            <a:avLst/>
            <a:gdLst/>
            <a:ahLst/>
            <a:cxnLst/>
            <a:rect r="r" b="b" t="t" l="l"/>
            <a:pathLst>
              <a:path h="706364" w="708269">
                <a:moveTo>
                  <a:pt x="0" y="0"/>
                </a:moveTo>
                <a:lnTo>
                  <a:pt x="708269" y="0"/>
                </a:lnTo>
                <a:lnTo>
                  <a:pt x="708269" y="706365"/>
                </a:lnTo>
                <a:lnTo>
                  <a:pt x="0" y="706365"/>
                </a:lnTo>
                <a:lnTo>
                  <a:pt x="0" y="0"/>
                </a:lnTo>
                <a:close/>
              </a:path>
            </a:pathLst>
          </a:custGeom>
          <a:blipFill>
            <a:blip r:embed="rId129">
              <a:extLst>
                <a:ext uri="{96DAC541-7B7A-43D3-8B79-37D633B846F1}">
                  <asvg:svgBlip xmlns:asvg="http://schemas.microsoft.com/office/drawing/2016/SVG/main" r:embed="rId130"/>
                </a:ext>
              </a:extLst>
            </a:blip>
            <a:stretch>
              <a:fillRect l="0" t="0" r="0" b="0"/>
            </a:stretch>
          </a:blipFill>
        </p:spPr>
      </p:sp>
      <p:sp>
        <p:nvSpPr>
          <p:cNvPr name="Freeform 68" id="68"/>
          <p:cNvSpPr/>
          <p:nvPr/>
        </p:nvSpPr>
        <p:spPr>
          <a:xfrm flipH="false" flipV="false" rot="0">
            <a:off x="15062654" y="3567846"/>
            <a:ext cx="710184" cy="704507"/>
          </a:xfrm>
          <a:custGeom>
            <a:avLst/>
            <a:gdLst/>
            <a:ahLst/>
            <a:cxnLst/>
            <a:rect r="r" b="b" t="t" l="l"/>
            <a:pathLst>
              <a:path h="704507" w="710184">
                <a:moveTo>
                  <a:pt x="0" y="0"/>
                </a:moveTo>
                <a:lnTo>
                  <a:pt x="710184" y="0"/>
                </a:lnTo>
                <a:lnTo>
                  <a:pt x="710184" y="704507"/>
                </a:lnTo>
                <a:lnTo>
                  <a:pt x="0" y="704507"/>
                </a:lnTo>
                <a:lnTo>
                  <a:pt x="0" y="0"/>
                </a:lnTo>
                <a:close/>
              </a:path>
            </a:pathLst>
          </a:custGeom>
          <a:blipFill>
            <a:blip r:embed="rId131">
              <a:extLst>
                <a:ext uri="{96DAC541-7B7A-43D3-8B79-37D633B846F1}">
                  <asvg:svgBlip xmlns:asvg="http://schemas.microsoft.com/office/drawing/2016/SVG/main" r:embed="rId132"/>
                </a:ext>
              </a:extLst>
            </a:blip>
            <a:stretch>
              <a:fillRect l="0" t="0" r="0" b="0"/>
            </a:stretch>
          </a:blipFill>
        </p:spPr>
      </p:sp>
      <p:sp>
        <p:nvSpPr>
          <p:cNvPr name="Freeform 69" id="69"/>
          <p:cNvSpPr/>
          <p:nvPr/>
        </p:nvSpPr>
        <p:spPr>
          <a:xfrm flipH="false" flipV="false" rot="0">
            <a:off x="15126710" y="4449347"/>
            <a:ext cx="582063" cy="706364"/>
          </a:xfrm>
          <a:custGeom>
            <a:avLst/>
            <a:gdLst/>
            <a:ahLst/>
            <a:cxnLst/>
            <a:rect r="r" b="b" t="t" l="l"/>
            <a:pathLst>
              <a:path h="706364" w="582063">
                <a:moveTo>
                  <a:pt x="0" y="0"/>
                </a:moveTo>
                <a:lnTo>
                  <a:pt x="582063" y="0"/>
                </a:lnTo>
                <a:lnTo>
                  <a:pt x="582063" y="706364"/>
                </a:lnTo>
                <a:lnTo>
                  <a:pt x="0" y="706364"/>
                </a:lnTo>
                <a:lnTo>
                  <a:pt x="0" y="0"/>
                </a:lnTo>
                <a:close/>
              </a:path>
            </a:pathLst>
          </a:custGeom>
          <a:blipFill>
            <a:blip r:embed="rId133">
              <a:extLst>
                <a:ext uri="{96DAC541-7B7A-43D3-8B79-37D633B846F1}">
                  <asvg:svgBlip xmlns:asvg="http://schemas.microsoft.com/office/drawing/2016/SVG/main" r:embed="rId134"/>
                </a:ext>
              </a:extLst>
            </a:blip>
            <a:stretch>
              <a:fillRect l="0" t="0" r="0" b="0"/>
            </a:stretch>
          </a:blipFill>
        </p:spPr>
      </p:sp>
      <p:sp>
        <p:nvSpPr>
          <p:cNvPr name="Freeform 70" id="70"/>
          <p:cNvSpPr/>
          <p:nvPr/>
        </p:nvSpPr>
        <p:spPr>
          <a:xfrm flipH="false" flipV="false" rot="0">
            <a:off x="12404836" y="5332095"/>
            <a:ext cx="674370" cy="706364"/>
          </a:xfrm>
          <a:custGeom>
            <a:avLst/>
            <a:gdLst/>
            <a:ahLst/>
            <a:cxnLst/>
            <a:rect r="r" b="b" t="t" l="l"/>
            <a:pathLst>
              <a:path h="706364" w="674370">
                <a:moveTo>
                  <a:pt x="0" y="0"/>
                </a:moveTo>
                <a:lnTo>
                  <a:pt x="674370" y="0"/>
                </a:lnTo>
                <a:lnTo>
                  <a:pt x="674370" y="706364"/>
                </a:lnTo>
                <a:lnTo>
                  <a:pt x="0" y="706364"/>
                </a:lnTo>
                <a:lnTo>
                  <a:pt x="0" y="0"/>
                </a:lnTo>
                <a:close/>
              </a:path>
            </a:pathLst>
          </a:custGeom>
          <a:blipFill>
            <a:blip r:embed="rId135">
              <a:extLst>
                <a:ext uri="{96DAC541-7B7A-43D3-8B79-37D633B846F1}">
                  <asvg:svgBlip xmlns:asvg="http://schemas.microsoft.com/office/drawing/2016/SVG/main" r:embed="rId136"/>
                </a:ext>
              </a:extLst>
            </a:blip>
            <a:stretch>
              <a:fillRect l="0" t="0" r="0" b="0"/>
            </a:stretch>
          </a:blipFill>
        </p:spPr>
      </p:sp>
      <p:sp>
        <p:nvSpPr>
          <p:cNvPr name="Freeform 71" id="71"/>
          <p:cNvSpPr/>
          <p:nvPr/>
        </p:nvSpPr>
        <p:spPr>
          <a:xfrm flipH="false" flipV="false" rot="0">
            <a:off x="12409561" y="6226750"/>
            <a:ext cx="664931" cy="706364"/>
          </a:xfrm>
          <a:custGeom>
            <a:avLst/>
            <a:gdLst/>
            <a:ahLst/>
            <a:cxnLst/>
            <a:rect r="r" b="b" t="t" l="l"/>
            <a:pathLst>
              <a:path h="706364" w="664931">
                <a:moveTo>
                  <a:pt x="0" y="0"/>
                </a:moveTo>
                <a:lnTo>
                  <a:pt x="664930" y="0"/>
                </a:lnTo>
                <a:lnTo>
                  <a:pt x="664930" y="706364"/>
                </a:lnTo>
                <a:lnTo>
                  <a:pt x="0" y="706364"/>
                </a:lnTo>
                <a:lnTo>
                  <a:pt x="0" y="0"/>
                </a:lnTo>
                <a:close/>
              </a:path>
            </a:pathLst>
          </a:custGeom>
          <a:blipFill>
            <a:blip r:embed="rId137">
              <a:extLst>
                <a:ext uri="{96DAC541-7B7A-43D3-8B79-37D633B846F1}">
                  <asvg:svgBlip xmlns:asvg="http://schemas.microsoft.com/office/drawing/2016/SVG/main" r:embed="rId138"/>
                </a:ext>
              </a:extLst>
            </a:blip>
            <a:stretch>
              <a:fillRect l="0" t="0" r="0" b="0"/>
            </a:stretch>
          </a:blipFill>
        </p:spPr>
      </p:sp>
      <p:sp>
        <p:nvSpPr>
          <p:cNvPr name="Freeform 72" id="72"/>
          <p:cNvSpPr/>
          <p:nvPr/>
        </p:nvSpPr>
        <p:spPr>
          <a:xfrm flipH="false" flipV="false" rot="0">
            <a:off x="12388844" y="7109174"/>
            <a:ext cx="706364" cy="706364"/>
          </a:xfrm>
          <a:custGeom>
            <a:avLst/>
            <a:gdLst/>
            <a:ahLst/>
            <a:cxnLst/>
            <a:rect r="r" b="b" t="t" l="l"/>
            <a:pathLst>
              <a:path h="706364" w="706364">
                <a:moveTo>
                  <a:pt x="0" y="0"/>
                </a:moveTo>
                <a:lnTo>
                  <a:pt x="706364" y="0"/>
                </a:lnTo>
                <a:lnTo>
                  <a:pt x="706364" y="706365"/>
                </a:lnTo>
                <a:lnTo>
                  <a:pt x="0" y="706365"/>
                </a:lnTo>
                <a:lnTo>
                  <a:pt x="0" y="0"/>
                </a:lnTo>
                <a:close/>
              </a:path>
            </a:pathLst>
          </a:custGeom>
          <a:blipFill>
            <a:blip r:embed="rId139">
              <a:extLst>
                <a:ext uri="{96DAC541-7B7A-43D3-8B79-37D633B846F1}">
                  <asvg:svgBlip xmlns:asvg="http://schemas.microsoft.com/office/drawing/2016/SVG/main" r:embed="rId140"/>
                </a:ext>
              </a:extLst>
            </a:blip>
            <a:stretch>
              <a:fillRect l="0" t="0" r="0" b="0"/>
            </a:stretch>
          </a:blipFill>
        </p:spPr>
      </p:sp>
      <p:sp>
        <p:nvSpPr>
          <p:cNvPr name="Freeform 73" id="73"/>
          <p:cNvSpPr/>
          <p:nvPr/>
        </p:nvSpPr>
        <p:spPr>
          <a:xfrm flipH="false" flipV="false" rot="0">
            <a:off x="15970834" y="6227940"/>
            <a:ext cx="710127" cy="703964"/>
          </a:xfrm>
          <a:custGeom>
            <a:avLst/>
            <a:gdLst/>
            <a:ahLst/>
            <a:cxnLst/>
            <a:rect r="r" b="b" t="t" l="l"/>
            <a:pathLst>
              <a:path h="703964" w="710127">
                <a:moveTo>
                  <a:pt x="0" y="0"/>
                </a:moveTo>
                <a:lnTo>
                  <a:pt x="710127" y="0"/>
                </a:lnTo>
                <a:lnTo>
                  <a:pt x="710127" y="703964"/>
                </a:lnTo>
                <a:lnTo>
                  <a:pt x="0" y="703964"/>
                </a:lnTo>
                <a:lnTo>
                  <a:pt x="0" y="0"/>
                </a:lnTo>
                <a:close/>
              </a:path>
            </a:pathLst>
          </a:custGeom>
          <a:blipFill>
            <a:blip r:embed="rId141">
              <a:extLst>
                <a:ext uri="{96DAC541-7B7A-43D3-8B79-37D633B846F1}">
                  <asvg:svgBlip xmlns:asvg="http://schemas.microsoft.com/office/drawing/2016/SVG/main" r:embed="rId142"/>
                </a:ext>
              </a:extLst>
            </a:blip>
            <a:stretch>
              <a:fillRect l="0" t="0" r="0" b="0"/>
            </a:stretch>
          </a:blipFill>
        </p:spPr>
      </p:sp>
      <p:sp>
        <p:nvSpPr>
          <p:cNvPr name="Freeform 74" id="74"/>
          <p:cNvSpPr/>
          <p:nvPr/>
        </p:nvSpPr>
        <p:spPr>
          <a:xfrm flipH="false" flipV="false" rot="0">
            <a:off x="11529536" y="2672239"/>
            <a:ext cx="623497" cy="706422"/>
          </a:xfrm>
          <a:custGeom>
            <a:avLst/>
            <a:gdLst/>
            <a:ahLst/>
            <a:cxnLst/>
            <a:rect r="r" b="b" t="t" l="l"/>
            <a:pathLst>
              <a:path h="706422" w="623497">
                <a:moveTo>
                  <a:pt x="0" y="0"/>
                </a:moveTo>
                <a:lnTo>
                  <a:pt x="623497" y="0"/>
                </a:lnTo>
                <a:lnTo>
                  <a:pt x="623497" y="706421"/>
                </a:lnTo>
                <a:lnTo>
                  <a:pt x="0" y="706421"/>
                </a:lnTo>
                <a:lnTo>
                  <a:pt x="0" y="0"/>
                </a:lnTo>
                <a:close/>
              </a:path>
            </a:pathLst>
          </a:custGeom>
          <a:blipFill>
            <a:blip r:embed="rId143">
              <a:extLst>
                <a:ext uri="{96DAC541-7B7A-43D3-8B79-37D633B846F1}">
                  <asvg:svgBlip xmlns:asvg="http://schemas.microsoft.com/office/drawing/2016/SVG/main" r:embed="rId144"/>
                </a:ext>
              </a:extLst>
            </a:blip>
            <a:stretch>
              <a:fillRect l="0" t="0" r="0" b="0"/>
            </a:stretch>
          </a:blipFill>
        </p:spPr>
      </p:sp>
      <p:sp>
        <p:nvSpPr>
          <p:cNvPr name="Freeform 75" id="75"/>
          <p:cNvSpPr/>
          <p:nvPr/>
        </p:nvSpPr>
        <p:spPr>
          <a:xfrm flipH="false" flipV="false" rot="0">
            <a:off x="11485264" y="3689328"/>
            <a:ext cx="712041" cy="461543"/>
          </a:xfrm>
          <a:custGeom>
            <a:avLst/>
            <a:gdLst/>
            <a:ahLst/>
            <a:cxnLst/>
            <a:rect r="r" b="b" t="t" l="l"/>
            <a:pathLst>
              <a:path h="461543" w="712041">
                <a:moveTo>
                  <a:pt x="0" y="0"/>
                </a:moveTo>
                <a:lnTo>
                  <a:pt x="712041" y="0"/>
                </a:lnTo>
                <a:lnTo>
                  <a:pt x="712041" y="461543"/>
                </a:lnTo>
                <a:lnTo>
                  <a:pt x="0" y="461543"/>
                </a:lnTo>
                <a:lnTo>
                  <a:pt x="0" y="0"/>
                </a:lnTo>
                <a:close/>
              </a:path>
            </a:pathLst>
          </a:custGeom>
          <a:blipFill>
            <a:blip r:embed="rId145">
              <a:extLst>
                <a:ext uri="{96DAC541-7B7A-43D3-8B79-37D633B846F1}">
                  <asvg:svgBlip xmlns:asvg="http://schemas.microsoft.com/office/drawing/2016/SVG/main" r:embed="rId146"/>
                </a:ext>
              </a:extLst>
            </a:blip>
            <a:stretch>
              <a:fillRect l="0" t="0" r="0" b="0"/>
            </a:stretch>
          </a:blipFill>
        </p:spPr>
      </p:sp>
      <p:sp>
        <p:nvSpPr>
          <p:cNvPr name="Freeform 76" id="76"/>
          <p:cNvSpPr/>
          <p:nvPr/>
        </p:nvSpPr>
        <p:spPr>
          <a:xfrm flipH="false" flipV="false" rot="0">
            <a:off x="11487140" y="4461986"/>
            <a:ext cx="710184" cy="680952"/>
          </a:xfrm>
          <a:custGeom>
            <a:avLst/>
            <a:gdLst/>
            <a:ahLst/>
            <a:cxnLst/>
            <a:rect r="r" b="b" t="t" l="l"/>
            <a:pathLst>
              <a:path h="680952" w="710184">
                <a:moveTo>
                  <a:pt x="0" y="0"/>
                </a:moveTo>
                <a:lnTo>
                  <a:pt x="710184" y="0"/>
                </a:lnTo>
                <a:lnTo>
                  <a:pt x="710184" y="680952"/>
                </a:lnTo>
                <a:lnTo>
                  <a:pt x="0" y="680952"/>
                </a:lnTo>
                <a:lnTo>
                  <a:pt x="0" y="0"/>
                </a:lnTo>
                <a:close/>
              </a:path>
            </a:pathLst>
          </a:custGeom>
          <a:blipFill>
            <a:blip r:embed="rId147">
              <a:extLst>
                <a:ext uri="{96DAC541-7B7A-43D3-8B79-37D633B846F1}">
                  <asvg:svgBlip xmlns:asvg="http://schemas.microsoft.com/office/drawing/2016/SVG/main" r:embed="rId148"/>
                </a:ext>
              </a:extLst>
            </a:blip>
            <a:stretch>
              <a:fillRect l="0" t="0" r="0" b="0"/>
            </a:stretch>
          </a:blipFill>
        </p:spPr>
      </p:sp>
      <p:sp>
        <p:nvSpPr>
          <p:cNvPr name="Freeform 77" id="77"/>
          <p:cNvSpPr/>
          <p:nvPr/>
        </p:nvSpPr>
        <p:spPr>
          <a:xfrm flipH="false" flipV="false" rot="0">
            <a:off x="15948831" y="2671267"/>
            <a:ext cx="708269" cy="708269"/>
          </a:xfrm>
          <a:custGeom>
            <a:avLst/>
            <a:gdLst/>
            <a:ahLst/>
            <a:cxnLst/>
            <a:rect r="r" b="b" t="t" l="l"/>
            <a:pathLst>
              <a:path h="708269" w="708269">
                <a:moveTo>
                  <a:pt x="0" y="0"/>
                </a:moveTo>
                <a:lnTo>
                  <a:pt x="708270" y="0"/>
                </a:lnTo>
                <a:lnTo>
                  <a:pt x="708270" y="708270"/>
                </a:lnTo>
                <a:lnTo>
                  <a:pt x="0" y="708270"/>
                </a:lnTo>
                <a:lnTo>
                  <a:pt x="0" y="0"/>
                </a:lnTo>
                <a:close/>
              </a:path>
            </a:pathLst>
          </a:custGeom>
          <a:blipFill>
            <a:blip r:embed="rId149">
              <a:extLst>
                <a:ext uri="{96DAC541-7B7A-43D3-8B79-37D633B846F1}">
                  <asvg:svgBlip xmlns:asvg="http://schemas.microsoft.com/office/drawing/2016/SVG/main" r:embed="rId150"/>
                </a:ext>
              </a:extLst>
            </a:blip>
            <a:stretch>
              <a:fillRect l="0" t="0" r="0" b="0"/>
            </a:stretch>
          </a:blipFill>
        </p:spPr>
      </p:sp>
      <p:sp>
        <p:nvSpPr>
          <p:cNvPr name="Freeform 78" id="78"/>
          <p:cNvSpPr/>
          <p:nvPr/>
        </p:nvSpPr>
        <p:spPr>
          <a:xfrm flipH="false" flipV="false" rot="0">
            <a:off x="15947946" y="3585753"/>
            <a:ext cx="708269" cy="668693"/>
          </a:xfrm>
          <a:custGeom>
            <a:avLst/>
            <a:gdLst/>
            <a:ahLst/>
            <a:cxnLst/>
            <a:rect r="r" b="b" t="t" l="l"/>
            <a:pathLst>
              <a:path h="668693" w="708269">
                <a:moveTo>
                  <a:pt x="0" y="0"/>
                </a:moveTo>
                <a:lnTo>
                  <a:pt x="708269" y="0"/>
                </a:lnTo>
                <a:lnTo>
                  <a:pt x="708269" y="668693"/>
                </a:lnTo>
                <a:lnTo>
                  <a:pt x="0" y="668693"/>
                </a:lnTo>
                <a:lnTo>
                  <a:pt x="0" y="0"/>
                </a:lnTo>
                <a:close/>
              </a:path>
            </a:pathLst>
          </a:custGeom>
          <a:blipFill>
            <a:blip r:embed="rId151">
              <a:extLst>
                <a:ext uri="{96DAC541-7B7A-43D3-8B79-37D633B846F1}">
                  <asvg:svgBlip xmlns:asvg="http://schemas.microsoft.com/office/drawing/2016/SVG/main" r:embed="rId152"/>
                </a:ext>
              </a:extLst>
            </a:blip>
            <a:stretch>
              <a:fillRect l="0" t="0" r="0" b="0"/>
            </a:stretch>
          </a:blipFill>
        </p:spPr>
      </p:sp>
      <p:sp>
        <p:nvSpPr>
          <p:cNvPr name="Freeform 79" id="79"/>
          <p:cNvSpPr/>
          <p:nvPr/>
        </p:nvSpPr>
        <p:spPr>
          <a:xfrm flipH="false" flipV="false" rot="0">
            <a:off x="15944145" y="4448566"/>
            <a:ext cx="717661" cy="707793"/>
          </a:xfrm>
          <a:custGeom>
            <a:avLst/>
            <a:gdLst/>
            <a:ahLst/>
            <a:cxnLst/>
            <a:rect r="r" b="b" t="t" l="l"/>
            <a:pathLst>
              <a:path h="707793" w="717661">
                <a:moveTo>
                  <a:pt x="0" y="0"/>
                </a:moveTo>
                <a:lnTo>
                  <a:pt x="717661" y="0"/>
                </a:lnTo>
                <a:lnTo>
                  <a:pt x="717661" y="707793"/>
                </a:lnTo>
                <a:lnTo>
                  <a:pt x="0" y="707793"/>
                </a:lnTo>
                <a:lnTo>
                  <a:pt x="0" y="0"/>
                </a:lnTo>
                <a:close/>
              </a:path>
            </a:pathLst>
          </a:custGeom>
          <a:blipFill>
            <a:blip r:embed="rId153">
              <a:extLst>
                <a:ext uri="{96DAC541-7B7A-43D3-8B79-37D633B846F1}">
                  <asvg:svgBlip xmlns:asvg="http://schemas.microsoft.com/office/drawing/2016/SVG/main" r:embed="rId154"/>
                </a:ext>
              </a:extLst>
            </a:blip>
            <a:stretch>
              <a:fillRect l="0" t="0" r="0" b="0"/>
            </a:stretch>
          </a:blipFill>
        </p:spPr>
      </p:sp>
      <p:sp>
        <p:nvSpPr>
          <p:cNvPr name="Freeform 80" id="80"/>
          <p:cNvSpPr/>
          <p:nvPr/>
        </p:nvSpPr>
        <p:spPr>
          <a:xfrm flipH="false" flipV="false" rot="0">
            <a:off x="13405771" y="5332066"/>
            <a:ext cx="457772" cy="706422"/>
          </a:xfrm>
          <a:custGeom>
            <a:avLst/>
            <a:gdLst/>
            <a:ahLst/>
            <a:cxnLst/>
            <a:rect r="r" b="b" t="t" l="l"/>
            <a:pathLst>
              <a:path h="706422" w="457772">
                <a:moveTo>
                  <a:pt x="0" y="0"/>
                </a:moveTo>
                <a:lnTo>
                  <a:pt x="457771" y="0"/>
                </a:lnTo>
                <a:lnTo>
                  <a:pt x="457771" y="706422"/>
                </a:lnTo>
                <a:lnTo>
                  <a:pt x="0" y="706422"/>
                </a:lnTo>
                <a:lnTo>
                  <a:pt x="0" y="0"/>
                </a:lnTo>
                <a:close/>
              </a:path>
            </a:pathLst>
          </a:custGeom>
          <a:blipFill>
            <a:blip r:embed="rId155">
              <a:extLst>
                <a:ext uri="{96DAC541-7B7A-43D3-8B79-37D633B846F1}">
                  <asvg:svgBlip xmlns:asvg="http://schemas.microsoft.com/office/drawing/2016/SVG/main" r:embed="rId156"/>
                </a:ext>
              </a:extLst>
            </a:blip>
            <a:stretch>
              <a:fillRect l="0" t="0" r="0" b="0"/>
            </a:stretch>
          </a:blipFill>
        </p:spPr>
      </p:sp>
      <p:sp>
        <p:nvSpPr>
          <p:cNvPr name="Freeform 81" id="81"/>
          <p:cNvSpPr/>
          <p:nvPr/>
        </p:nvSpPr>
        <p:spPr>
          <a:xfrm flipH="false" flipV="false" rot="0">
            <a:off x="13316331" y="6225826"/>
            <a:ext cx="636651" cy="708212"/>
          </a:xfrm>
          <a:custGeom>
            <a:avLst/>
            <a:gdLst/>
            <a:ahLst/>
            <a:cxnLst/>
            <a:rect r="r" b="b" t="t" l="l"/>
            <a:pathLst>
              <a:path h="708212" w="636651">
                <a:moveTo>
                  <a:pt x="0" y="0"/>
                </a:moveTo>
                <a:lnTo>
                  <a:pt x="636651" y="0"/>
                </a:lnTo>
                <a:lnTo>
                  <a:pt x="636651" y="708212"/>
                </a:lnTo>
                <a:lnTo>
                  <a:pt x="0" y="708212"/>
                </a:lnTo>
                <a:lnTo>
                  <a:pt x="0" y="0"/>
                </a:lnTo>
                <a:close/>
              </a:path>
            </a:pathLst>
          </a:custGeom>
          <a:blipFill>
            <a:blip r:embed="rId157">
              <a:extLst>
                <a:ext uri="{96DAC541-7B7A-43D3-8B79-37D633B846F1}">
                  <asvg:svgBlip xmlns:asvg="http://schemas.microsoft.com/office/drawing/2016/SVG/main" r:embed="rId158"/>
                </a:ext>
              </a:extLst>
            </a:blip>
            <a:stretch>
              <a:fillRect l="0" t="0" r="0" b="0"/>
            </a:stretch>
          </a:blipFill>
        </p:spPr>
      </p:sp>
      <p:sp>
        <p:nvSpPr>
          <p:cNvPr name="Freeform 82" id="82"/>
          <p:cNvSpPr/>
          <p:nvPr/>
        </p:nvSpPr>
        <p:spPr>
          <a:xfrm flipH="false" flipV="false" rot="0">
            <a:off x="13262505" y="7109793"/>
            <a:ext cx="745941" cy="704983"/>
          </a:xfrm>
          <a:custGeom>
            <a:avLst/>
            <a:gdLst/>
            <a:ahLst/>
            <a:cxnLst/>
            <a:rect r="r" b="b" t="t" l="l"/>
            <a:pathLst>
              <a:path h="704983" w="745941">
                <a:moveTo>
                  <a:pt x="0" y="0"/>
                </a:moveTo>
                <a:lnTo>
                  <a:pt x="745941" y="0"/>
                </a:lnTo>
                <a:lnTo>
                  <a:pt x="745941" y="704984"/>
                </a:lnTo>
                <a:lnTo>
                  <a:pt x="0" y="704984"/>
                </a:lnTo>
                <a:lnTo>
                  <a:pt x="0" y="0"/>
                </a:lnTo>
                <a:close/>
              </a:path>
            </a:pathLst>
          </a:custGeom>
          <a:blipFill>
            <a:blip r:embed="rId159">
              <a:extLst>
                <a:ext uri="{96DAC541-7B7A-43D3-8B79-37D633B846F1}">
                  <asvg:svgBlip xmlns:asvg="http://schemas.microsoft.com/office/drawing/2016/SVG/main" r:embed="rId160"/>
                </a:ext>
              </a:extLst>
            </a:blip>
            <a:stretch>
              <a:fillRect l="0" t="0" r="0" b="0"/>
            </a:stretch>
          </a:blipFill>
        </p:spPr>
      </p:sp>
      <p:sp>
        <p:nvSpPr>
          <p:cNvPr name="Freeform 83" id="83"/>
          <p:cNvSpPr/>
          <p:nvPr/>
        </p:nvSpPr>
        <p:spPr>
          <a:xfrm flipH="false" flipV="false" rot="0">
            <a:off x="16086668" y="7106336"/>
            <a:ext cx="478460" cy="712041"/>
          </a:xfrm>
          <a:custGeom>
            <a:avLst/>
            <a:gdLst/>
            <a:ahLst/>
            <a:cxnLst/>
            <a:rect r="r" b="b" t="t" l="l"/>
            <a:pathLst>
              <a:path h="712041" w="478460">
                <a:moveTo>
                  <a:pt x="0" y="0"/>
                </a:moveTo>
                <a:lnTo>
                  <a:pt x="478460" y="0"/>
                </a:lnTo>
                <a:lnTo>
                  <a:pt x="478460" y="712041"/>
                </a:lnTo>
                <a:lnTo>
                  <a:pt x="0" y="712041"/>
                </a:lnTo>
                <a:lnTo>
                  <a:pt x="0" y="0"/>
                </a:lnTo>
                <a:close/>
              </a:path>
            </a:pathLst>
          </a:custGeom>
          <a:blipFill>
            <a:blip r:embed="rId161">
              <a:extLst>
                <a:ext uri="{96DAC541-7B7A-43D3-8B79-37D633B846F1}">
                  <asvg:svgBlip xmlns:asvg="http://schemas.microsoft.com/office/drawing/2016/SVG/main" r:embed="rId162"/>
                </a:ext>
              </a:extLst>
            </a:blip>
            <a:stretch>
              <a:fillRect l="0" t="0" r="0" b="0"/>
            </a:stretch>
          </a:blipFill>
        </p:spPr>
      </p:sp>
      <p:sp>
        <p:nvSpPr>
          <p:cNvPr name="Freeform 84" id="84"/>
          <p:cNvSpPr/>
          <p:nvPr/>
        </p:nvSpPr>
        <p:spPr>
          <a:xfrm flipH="false" flipV="false" rot="0">
            <a:off x="12383576" y="2671315"/>
            <a:ext cx="710127" cy="708269"/>
          </a:xfrm>
          <a:custGeom>
            <a:avLst/>
            <a:gdLst/>
            <a:ahLst/>
            <a:cxnLst/>
            <a:rect r="r" b="b" t="t" l="l"/>
            <a:pathLst>
              <a:path h="708269" w="710127">
                <a:moveTo>
                  <a:pt x="0" y="0"/>
                </a:moveTo>
                <a:lnTo>
                  <a:pt x="710127" y="0"/>
                </a:lnTo>
                <a:lnTo>
                  <a:pt x="710127" y="708269"/>
                </a:lnTo>
                <a:lnTo>
                  <a:pt x="0" y="708269"/>
                </a:lnTo>
                <a:lnTo>
                  <a:pt x="0" y="0"/>
                </a:lnTo>
                <a:close/>
              </a:path>
            </a:pathLst>
          </a:custGeom>
          <a:blipFill>
            <a:blip r:embed="rId163">
              <a:extLst>
                <a:ext uri="{96DAC541-7B7A-43D3-8B79-37D633B846F1}">
                  <asvg:svgBlip xmlns:asvg="http://schemas.microsoft.com/office/drawing/2016/SVG/main" r:embed="rId164"/>
                </a:ext>
              </a:extLst>
            </a:blip>
            <a:stretch>
              <a:fillRect l="0" t="0" r="0" b="0"/>
            </a:stretch>
          </a:blipFill>
        </p:spPr>
      </p:sp>
      <p:sp>
        <p:nvSpPr>
          <p:cNvPr name="Freeform 85" id="85"/>
          <p:cNvSpPr/>
          <p:nvPr/>
        </p:nvSpPr>
        <p:spPr>
          <a:xfrm flipH="false" flipV="false" rot="0">
            <a:off x="12467368" y="3566808"/>
            <a:ext cx="544401" cy="706479"/>
          </a:xfrm>
          <a:custGeom>
            <a:avLst/>
            <a:gdLst/>
            <a:ahLst/>
            <a:cxnLst/>
            <a:rect r="r" b="b" t="t" l="l"/>
            <a:pathLst>
              <a:path h="706479" w="544401">
                <a:moveTo>
                  <a:pt x="0" y="0"/>
                </a:moveTo>
                <a:lnTo>
                  <a:pt x="544401" y="0"/>
                </a:lnTo>
                <a:lnTo>
                  <a:pt x="544401" y="706478"/>
                </a:lnTo>
                <a:lnTo>
                  <a:pt x="0" y="706478"/>
                </a:lnTo>
                <a:lnTo>
                  <a:pt x="0" y="0"/>
                </a:lnTo>
                <a:close/>
              </a:path>
            </a:pathLst>
          </a:custGeom>
          <a:blipFill>
            <a:blip r:embed="rId165">
              <a:extLst>
                <a:ext uri="{96DAC541-7B7A-43D3-8B79-37D633B846F1}">
                  <asvg:svgBlip xmlns:asvg="http://schemas.microsoft.com/office/drawing/2016/SVG/main" r:embed="rId166"/>
                </a:ext>
              </a:extLst>
            </a:blip>
            <a:stretch>
              <a:fillRect l="0" t="0" r="0" b="0"/>
            </a:stretch>
          </a:blipFill>
        </p:spPr>
      </p:sp>
      <p:sp>
        <p:nvSpPr>
          <p:cNvPr name="Freeform 86" id="86"/>
          <p:cNvSpPr/>
          <p:nvPr/>
        </p:nvSpPr>
        <p:spPr>
          <a:xfrm flipH="false" flipV="false" rot="0">
            <a:off x="12384510" y="4448327"/>
            <a:ext cx="710127" cy="708269"/>
          </a:xfrm>
          <a:custGeom>
            <a:avLst/>
            <a:gdLst/>
            <a:ahLst/>
            <a:cxnLst/>
            <a:rect r="r" b="b" t="t" l="l"/>
            <a:pathLst>
              <a:path h="708269" w="710127">
                <a:moveTo>
                  <a:pt x="0" y="0"/>
                </a:moveTo>
                <a:lnTo>
                  <a:pt x="710127" y="0"/>
                </a:lnTo>
                <a:lnTo>
                  <a:pt x="710127" y="708270"/>
                </a:lnTo>
                <a:lnTo>
                  <a:pt x="0" y="708270"/>
                </a:lnTo>
                <a:lnTo>
                  <a:pt x="0" y="0"/>
                </a:lnTo>
                <a:close/>
              </a:path>
            </a:pathLst>
          </a:custGeom>
          <a:blipFill>
            <a:blip r:embed="rId167">
              <a:extLst>
                <a:ext uri="{96DAC541-7B7A-43D3-8B79-37D633B846F1}">
                  <asvg:svgBlip xmlns:asvg="http://schemas.microsoft.com/office/drawing/2016/SVG/main" r:embed="rId168"/>
                </a:ext>
              </a:extLst>
            </a:blip>
            <a:stretch>
              <a:fillRect l="0" t="0" r="0" b="0"/>
            </a:stretch>
          </a:blipFill>
        </p:spPr>
      </p:sp>
      <p:sp>
        <p:nvSpPr>
          <p:cNvPr name="Freeform 87" id="87"/>
          <p:cNvSpPr/>
          <p:nvPr/>
        </p:nvSpPr>
        <p:spPr>
          <a:xfrm flipH="false" flipV="false" rot="0">
            <a:off x="14180715" y="5332095"/>
            <a:ext cx="708269" cy="706364"/>
          </a:xfrm>
          <a:custGeom>
            <a:avLst/>
            <a:gdLst/>
            <a:ahLst/>
            <a:cxnLst/>
            <a:rect r="r" b="b" t="t" l="l"/>
            <a:pathLst>
              <a:path h="706364" w="708269">
                <a:moveTo>
                  <a:pt x="0" y="0"/>
                </a:moveTo>
                <a:lnTo>
                  <a:pt x="708270" y="0"/>
                </a:lnTo>
                <a:lnTo>
                  <a:pt x="708270" y="706364"/>
                </a:lnTo>
                <a:lnTo>
                  <a:pt x="0" y="706364"/>
                </a:lnTo>
                <a:lnTo>
                  <a:pt x="0" y="0"/>
                </a:lnTo>
                <a:close/>
              </a:path>
            </a:pathLst>
          </a:custGeom>
          <a:blipFill>
            <a:blip r:embed="rId169">
              <a:extLst>
                <a:ext uri="{96DAC541-7B7A-43D3-8B79-37D633B846F1}">
                  <asvg:svgBlip xmlns:asvg="http://schemas.microsoft.com/office/drawing/2016/SVG/main" r:embed="rId170"/>
                </a:ext>
              </a:extLst>
            </a:blip>
            <a:stretch>
              <a:fillRect l="0" t="0" r="0" b="0"/>
            </a:stretch>
          </a:blipFill>
        </p:spPr>
      </p:sp>
      <p:sp>
        <p:nvSpPr>
          <p:cNvPr name="Freeform 88" id="88"/>
          <p:cNvSpPr/>
          <p:nvPr/>
        </p:nvSpPr>
        <p:spPr>
          <a:xfrm flipH="false" flipV="false" rot="0">
            <a:off x="14182477" y="6224807"/>
            <a:ext cx="706364" cy="710127"/>
          </a:xfrm>
          <a:custGeom>
            <a:avLst/>
            <a:gdLst/>
            <a:ahLst/>
            <a:cxnLst/>
            <a:rect r="r" b="b" t="t" l="l"/>
            <a:pathLst>
              <a:path h="710127" w="706364">
                <a:moveTo>
                  <a:pt x="0" y="0"/>
                </a:moveTo>
                <a:lnTo>
                  <a:pt x="706365" y="0"/>
                </a:lnTo>
                <a:lnTo>
                  <a:pt x="706365" y="710126"/>
                </a:lnTo>
                <a:lnTo>
                  <a:pt x="0" y="710126"/>
                </a:lnTo>
                <a:lnTo>
                  <a:pt x="0" y="0"/>
                </a:lnTo>
                <a:close/>
              </a:path>
            </a:pathLst>
          </a:custGeom>
          <a:blipFill>
            <a:blip r:embed="rId171">
              <a:extLst>
                <a:ext uri="{96DAC541-7B7A-43D3-8B79-37D633B846F1}">
                  <asvg:svgBlip xmlns:asvg="http://schemas.microsoft.com/office/drawing/2016/SVG/main" r:embed="rId172"/>
                </a:ext>
              </a:extLst>
            </a:blip>
            <a:stretch>
              <a:fillRect l="0" t="0" r="0" b="0"/>
            </a:stretch>
          </a:blipFill>
        </p:spPr>
      </p:sp>
      <p:sp>
        <p:nvSpPr>
          <p:cNvPr name="Freeform 89" id="89"/>
          <p:cNvSpPr/>
          <p:nvPr/>
        </p:nvSpPr>
        <p:spPr>
          <a:xfrm flipH="false" flipV="false" rot="0">
            <a:off x="14177753" y="7130748"/>
            <a:ext cx="715804" cy="663073"/>
          </a:xfrm>
          <a:custGeom>
            <a:avLst/>
            <a:gdLst/>
            <a:ahLst/>
            <a:cxnLst/>
            <a:rect r="r" b="b" t="t" l="l"/>
            <a:pathLst>
              <a:path h="663073" w="715804">
                <a:moveTo>
                  <a:pt x="0" y="0"/>
                </a:moveTo>
                <a:lnTo>
                  <a:pt x="715804" y="0"/>
                </a:lnTo>
                <a:lnTo>
                  <a:pt x="715804" y="663074"/>
                </a:lnTo>
                <a:lnTo>
                  <a:pt x="0" y="663074"/>
                </a:lnTo>
                <a:lnTo>
                  <a:pt x="0" y="0"/>
                </a:lnTo>
                <a:close/>
              </a:path>
            </a:pathLst>
          </a:custGeom>
          <a:blipFill>
            <a:blip r:embed="rId173">
              <a:extLst>
                <a:ext uri="{96DAC541-7B7A-43D3-8B79-37D633B846F1}">
                  <asvg:svgBlip xmlns:asvg="http://schemas.microsoft.com/office/drawing/2016/SVG/main" r:embed="rId174"/>
                </a:ext>
              </a:extLst>
            </a:blip>
            <a:stretch>
              <a:fillRect l="0" t="0" r="0" b="0"/>
            </a:stretch>
          </a:blipFill>
        </p:spPr>
      </p:sp>
      <p:sp>
        <p:nvSpPr>
          <p:cNvPr name="Freeform 90" id="90"/>
          <p:cNvSpPr/>
          <p:nvPr/>
        </p:nvSpPr>
        <p:spPr>
          <a:xfrm flipH="false" flipV="false" rot="0">
            <a:off x="12383900" y="8094278"/>
            <a:ext cx="712041" cy="708269"/>
          </a:xfrm>
          <a:custGeom>
            <a:avLst/>
            <a:gdLst/>
            <a:ahLst/>
            <a:cxnLst/>
            <a:rect r="r" b="b" t="t" l="l"/>
            <a:pathLst>
              <a:path h="708269" w="712041">
                <a:moveTo>
                  <a:pt x="0" y="0"/>
                </a:moveTo>
                <a:lnTo>
                  <a:pt x="712042" y="0"/>
                </a:lnTo>
                <a:lnTo>
                  <a:pt x="712042" y="708270"/>
                </a:lnTo>
                <a:lnTo>
                  <a:pt x="0" y="708270"/>
                </a:lnTo>
                <a:lnTo>
                  <a:pt x="0" y="0"/>
                </a:lnTo>
                <a:close/>
              </a:path>
            </a:pathLst>
          </a:custGeom>
          <a:blipFill>
            <a:blip r:embed="rId175">
              <a:extLst>
                <a:ext uri="{96DAC541-7B7A-43D3-8B79-37D633B846F1}">
                  <asvg:svgBlip xmlns:asvg="http://schemas.microsoft.com/office/drawing/2016/SVG/main" r:embed="rId176"/>
                </a:ext>
              </a:extLst>
            </a:blip>
            <a:stretch>
              <a:fillRect l="0" t="0" r="0" b="0"/>
            </a:stretch>
          </a:blipFill>
        </p:spPr>
      </p:sp>
      <p:sp>
        <p:nvSpPr>
          <p:cNvPr name="Freeform 91" id="91"/>
          <p:cNvSpPr/>
          <p:nvPr/>
        </p:nvSpPr>
        <p:spPr>
          <a:xfrm flipH="false" flipV="false" rot="0">
            <a:off x="13269601" y="2671553"/>
            <a:ext cx="721424" cy="707793"/>
          </a:xfrm>
          <a:custGeom>
            <a:avLst/>
            <a:gdLst/>
            <a:ahLst/>
            <a:cxnLst/>
            <a:rect r="r" b="b" t="t" l="l"/>
            <a:pathLst>
              <a:path h="707793" w="721424">
                <a:moveTo>
                  <a:pt x="0" y="0"/>
                </a:moveTo>
                <a:lnTo>
                  <a:pt x="721424" y="0"/>
                </a:lnTo>
                <a:lnTo>
                  <a:pt x="721424" y="707793"/>
                </a:lnTo>
                <a:lnTo>
                  <a:pt x="0" y="707793"/>
                </a:lnTo>
                <a:lnTo>
                  <a:pt x="0" y="0"/>
                </a:lnTo>
                <a:close/>
              </a:path>
            </a:pathLst>
          </a:custGeom>
          <a:blipFill>
            <a:blip r:embed="rId177">
              <a:extLst>
                <a:ext uri="{96DAC541-7B7A-43D3-8B79-37D633B846F1}">
                  <asvg:svgBlip xmlns:asvg="http://schemas.microsoft.com/office/drawing/2016/SVG/main" r:embed="rId178"/>
                </a:ext>
              </a:extLst>
            </a:blip>
            <a:stretch>
              <a:fillRect l="0" t="0" r="0" b="0"/>
            </a:stretch>
          </a:blipFill>
        </p:spPr>
      </p:sp>
      <p:sp>
        <p:nvSpPr>
          <p:cNvPr name="Freeform 92" id="92"/>
          <p:cNvSpPr/>
          <p:nvPr/>
        </p:nvSpPr>
        <p:spPr>
          <a:xfrm flipH="false" flipV="false" rot="0">
            <a:off x="13319522" y="3566922"/>
            <a:ext cx="621582" cy="706364"/>
          </a:xfrm>
          <a:custGeom>
            <a:avLst/>
            <a:gdLst/>
            <a:ahLst/>
            <a:cxnLst/>
            <a:rect r="r" b="b" t="t" l="l"/>
            <a:pathLst>
              <a:path h="706364" w="621582">
                <a:moveTo>
                  <a:pt x="0" y="0"/>
                </a:moveTo>
                <a:lnTo>
                  <a:pt x="621582" y="0"/>
                </a:lnTo>
                <a:lnTo>
                  <a:pt x="621582" y="706364"/>
                </a:lnTo>
                <a:lnTo>
                  <a:pt x="0" y="706364"/>
                </a:lnTo>
                <a:lnTo>
                  <a:pt x="0" y="0"/>
                </a:lnTo>
                <a:close/>
              </a:path>
            </a:pathLst>
          </a:custGeom>
          <a:blipFill>
            <a:blip r:embed="rId179">
              <a:extLst>
                <a:ext uri="{96DAC541-7B7A-43D3-8B79-37D633B846F1}">
                  <asvg:svgBlip xmlns:asvg="http://schemas.microsoft.com/office/drawing/2016/SVG/main" r:embed="rId180"/>
                </a:ext>
              </a:extLst>
            </a:blip>
            <a:stretch>
              <a:fillRect l="0" t="0" r="0" b="0"/>
            </a:stretch>
          </a:blipFill>
        </p:spPr>
      </p:sp>
      <p:sp>
        <p:nvSpPr>
          <p:cNvPr name="Freeform 93" id="93"/>
          <p:cNvSpPr/>
          <p:nvPr/>
        </p:nvSpPr>
        <p:spPr>
          <a:xfrm flipH="false" flipV="false" rot="0">
            <a:off x="13278088" y="4512450"/>
            <a:ext cx="704450" cy="580158"/>
          </a:xfrm>
          <a:custGeom>
            <a:avLst/>
            <a:gdLst/>
            <a:ahLst/>
            <a:cxnLst/>
            <a:rect r="r" b="b" t="t" l="l"/>
            <a:pathLst>
              <a:path h="580158" w="704450">
                <a:moveTo>
                  <a:pt x="0" y="0"/>
                </a:moveTo>
                <a:lnTo>
                  <a:pt x="704450" y="0"/>
                </a:lnTo>
                <a:lnTo>
                  <a:pt x="704450" y="580158"/>
                </a:lnTo>
                <a:lnTo>
                  <a:pt x="0" y="580158"/>
                </a:lnTo>
                <a:lnTo>
                  <a:pt x="0" y="0"/>
                </a:lnTo>
                <a:close/>
              </a:path>
            </a:pathLst>
          </a:custGeom>
          <a:blipFill>
            <a:blip r:embed="rId181">
              <a:extLst>
                <a:ext uri="{96DAC541-7B7A-43D3-8B79-37D633B846F1}">
                  <asvg:svgBlip xmlns:asvg="http://schemas.microsoft.com/office/drawing/2016/SVG/main" r:embed="rId182"/>
                </a:ext>
              </a:extLst>
            </a:blip>
            <a:stretch>
              <a:fillRect l="0" t="0" r="0" b="0"/>
            </a:stretch>
          </a:blipFill>
        </p:spPr>
      </p:sp>
      <p:sp>
        <p:nvSpPr>
          <p:cNvPr name="Freeform 94" id="94"/>
          <p:cNvSpPr/>
          <p:nvPr/>
        </p:nvSpPr>
        <p:spPr>
          <a:xfrm flipH="false" flipV="false" rot="0">
            <a:off x="15076189" y="5331142"/>
            <a:ext cx="710127" cy="708269"/>
          </a:xfrm>
          <a:custGeom>
            <a:avLst/>
            <a:gdLst/>
            <a:ahLst/>
            <a:cxnLst/>
            <a:rect r="r" b="b" t="t" l="l"/>
            <a:pathLst>
              <a:path h="708269" w="710127">
                <a:moveTo>
                  <a:pt x="0" y="0"/>
                </a:moveTo>
                <a:lnTo>
                  <a:pt x="710127" y="0"/>
                </a:lnTo>
                <a:lnTo>
                  <a:pt x="710127" y="708270"/>
                </a:lnTo>
                <a:lnTo>
                  <a:pt x="0" y="708270"/>
                </a:lnTo>
                <a:lnTo>
                  <a:pt x="0" y="0"/>
                </a:lnTo>
                <a:close/>
              </a:path>
            </a:pathLst>
          </a:custGeom>
          <a:blipFill>
            <a:blip r:embed="rId183">
              <a:extLst>
                <a:ext uri="{96DAC541-7B7A-43D3-8B79-37D633B846F1}">
                  <asvg:svgBlip xmlns:asvg="http://schemas.microsoft.com/office/drawing/2016/SVG/main" r:embed="rId184"/>
                </a:ext>
              </a:extLst>
            </a:blip>
            <a:stretch>
              <a:fillRect l="0" t="0" r="0" b="0"/>
            </a:stretch>
          </a:blipFill>
        </p:spPr>
      </p:sp>
      <p:sp>
        <p:nvSpPr>
          <p:cNvPr name="Freeform 95" id="95"/>
          <p:cNvSpPr/>
          <p:nvPr/>
        </p:nvSpPr>
        <p:spPr>
          <a:xfrm flipH="false" flipV="false" rot="0">
            <a:off x="15160933" y="6224864"/>
            <a:ext cx="540639" cy="710127"/>
          </a:xfrm>
          <a:custGeom>
            <a:avLst/>
            <a:gdLst/>
            <a:ahLst/>
            <a:cxnLst/>
            <a:rect r="r" b="b" t="t" l="l"/>
            <a:pathLst>
              <a:path h="710127" w="540639">
                <a:moveTo>
                  <a:pt x="0" y="0"/>
                </a:moveTo>
                <a:lnTo>
                  <a:pt x="540639" y="0"/>
                </a:lnTo>
                <a:lnTo>
                  <a:pt x="540639" y="710127"/>
                </a:lnTo>
                <a:lnTo>
                  <a:pt x="0" y="710127"/>
                </a:lnTo>
                <a:lnTo>
                  <a:pt x="0" y="0"/>
                </a:lnTo>
                <a:close/>
              </a:path>
            </a:pathLst>
          </a:custGeom>
          <a:blipFill>
            <a:blip r:embed="rId185">
              <a:extLst>
                <a:ext uri="{96DAC541-7B7A-43D3-8B79-37D633B846F1}">
                  <asvg:svgBlip xmlns:asvg="http://schemas.microsoft.com/office/drawing/2016/SVG/main" r:embed="rId186"/>
                </a:ext>
              </a:extLst>
            </a:blip>
            <a:stretch>
              <a:fillRect l="0" t="0" r="0" b="0"/>
            </a:stretch>
          </a:blipFill>
        </p:spPr>
      </p:sp>
      <p:sp>
        <p:nvSpPr>
          <p:cNvPr name="Freeform 96" id="96"/>
          <p:cNvSpPr/>
          <p:nvPr/>
        </p:nvSpPr>
        <p:spPr>
          <a:xfrm flipH="false" flipV="false" rot="0">
            <a:off x="15077113" y="7108222"/>
            <a:ext cx="708269" cy="708269"/>
          </a:xfrm>
          <a:custGeom>
            <a:avLst/>
            <a:gdLst/>
            <a:ahLst/>
            <a:cxnLst/>
            <a:rect r="r" b="b" t="t" l="l"/>
            <a:pathLst>
              <a:path h="708269" w="708269">
                <a:moveTo>
                  <a:pt x="0" y="0"/>
                </a:moveTo>
                <a:lnTo>
                  <a:pt x="708269" y="0"/>
                </a:lnTo>
                <a:lnTo>
                  <a:pt x="708269" y="708269"/>
                </a:lnTo>
                <a:lnTo>
                  <a:pt x="0" y="708269"/>
                </a:lnTo>
                <a:lnTo>
                  <a:pt x="0" y="0"/>
                </a:lnTo>
                <a:close/>
              </a:path>
            </a:pathLst>
          </a:custGeom>
          <a:blipFill>
            <a:blip r:embed="rId187">
              <a:extLst>
                <a:ext uri="{96DAC541-7B7A-43D3-8B79-37D633B846F1}">
                  <asvg:svgBlip xmlns:asvg="http://schemas.microsoft.com/office/drawing/2016/SVG/main" r:embed="rId188"/>
                </a:ext>
              </a:extLst>
            </a:blip>
            <a:stretch>
              <a:fillRect l="0" t="0" r="0" b="0"/>
            </a:stretch>
          </a:blipFill>
        </p:spPr>
      </p:sp>
      <p:sp>
        <p:nvSpPr>
          <p:cNvPr name="Freeform 97" id="97"/>
          <p:cNvSpPr/>
          <p:nvPr/>
        </p:nvSpPr>
        <p:spPr>
          <a:xfrm flipH="false" flipV="false" rot="0">
            <a:off x="13281098" y="8095240"/>
            <a:ext cx="708269" cy="706364"/>
          </a:xfrm>
          <a:custGeom>
            <a:avLst/>
            <a:gdLst/>
            <a:ahLst/>
            <a:cxnLst/>
            <a:rect r="r" b="b" t="t" l="l"/>
            <a:pathLst>
              <a:path h="706364" w="708269">
                <a:moveTo>
                  <a:pt x="0" y="0"/>
                </a:moveTo>
                <a:lnTo>
                  <a:pt x="708269" y="0"/>
                </a:lnTo>
                <a:lnTo>
                  <a:pt x="708269" y="706365"/>
                </a:lnTo>
                <a:lnTo>
                  <a:pt x="0" y="706365"/>
                </a:lnTo>
                <a:lnTo>
                  <a:pt x="0" y="0"/>
                </a:lnTo>
                <a:close/>
              </a:path>
            </a:pathLst>
          </a:custGeom>
          <a:blipFill>
            <a:blip r:embed="rId189">
              <a:extLst>
                <a:ext uri="{96DAC541-7B7A-43D3-8B79-37D633B846F1}">
                  <asvg:svgBlip xmlns:asvg="http://schemas.microsoft.com/office/drawing/2016/SVG/main" r:embed="rId190"/>
                </a:ext>
              </a:extLst>
            </a:blip>
            <a:stretch>
              <a:fillRect l="0" t="0" r="0" b="0"/>
            </a:stretch>
          </a:blipFill>
        </p:spPr>
      </p:sp>
      <p:sp>
        <p:nvSpPr>
          <p:cNvPr name="Freeform 98" id="98"/>
          <p:cNvSpPr/>
          <p:nvPr/>
        </p:nvSpPr>
        <p:spPr>
          <a:xfrm flipH="false" flipV="false" rot="0">
            <a:off x="9746961" y="5332971"/>
            <a:ext cx="644242" cy="704507"/>
          </a:xfrm>
          <a:custGeom>
            <a:avLst/>
            <a:gdLst/>
            <a:ahLst/>
            <a:cxnLst/>
            <a:rect r="r" b="b" t="t" l="l"/>
            <a:pathLst>
              <a:path h="704507" w="644242">
                <a:moveTo>
                  <a:pt x="0" y="0"/>
                </a:moveTo>
                <a:lnTo>
                  <a:pt x="644243" y="0"/>
                </a:lnTo>
                <a:lnTo>
                  <a:pt x="644243" y="704507"/>
                </a:lnTo>
                <a:lnTo>
                  <a:pt x="0" y="704507"/>
                </a:lnTo>
                <a:lnTo>
                  <a:pt x="0" y="0"/>
                </a:lnTo>
                <a:close/>
              </a:path>
            </a:pathLst>
          </a:custGeom>
          <a:blipFill>
            <a:blip r:embed="rId191">
              <a:extLst>
                <a:ext uri="{96DAC541-7B7A-43D3-8B79-37D633B846F1}">
                  <asvg:svgBlip xmlns:asvg="http://schemas.microsoft.com/office/drawing/2016/SVG/main" r:embed="rId192"/>
                </a:ext>
              </a:extLst>
            </a:blip>
            <a:stretch>
              <a:fillRect l="0" t="0" r="0" b="0"/>
            </a:stretch>
          </a:blipFill>
        </p:spPr>
      </p:sp>
      <p:sp>
        <p:nvSpPr>
          <p:cNvPr name="Freeform 99" id="99"/>
          <p:cNvSpPr/>
          <p:nvPr/>
        </p:nvSpPr>
        <p:spPr>
          <a:xfrm flipH="false" flipV="false" rot="0">
            <a:off x="9711261" y="6247467"/>
            <a:ext cx="713889" cy="664931"/>
          </a:xfrm>
          <a:custGeom>
            <a:avLst/>
            <a:gdLst/>
            <a:ahLst/>
            <a:cxnLst/>
            <a:rect r="r" b="b" t="t" l="l"/>
            <a:pathLst>
              <a:path h="664931" w="713889">
                <a:moveTo>
                  <a:pt x="0" y="0"/>
                </a:moveTo>
                <a:lnTo>
                  <a:pt x="713890" y="0"/>
                </a:lnTo>
                <a:lnTo>
                  <a:pt x="713890" y="664930"/>
                </a:lnTo>
                <a:lnTo>
                  <a:pt x="0" y="664930"/>
                </a:lnTo>
                <a:lnTo>
                  <a:pt x="0" y="0"/>
                </a:lnTo>
                <a:close/>
              </a:path>
            </a:pathLst>
          </a:custGeom>
          <a:blipFill>
            <a:blip r:embed="rId193">
              <a:extLst>
                <a:ext uri="{96DAC541-7B7A-43D3-8B79-37D633B846F1}">
                  <asvg:svgBlip xmlns:asvg="http://schemas.microsoft.com/office/drawing/2016/SVG/main" r:embed="rId194"/>
                </a:ext>
              </a:extLst>
            </a:blip>
            <a:stretch>
              <a:fillRect l="0" t="0" r="0" b="0"/>
            </a:stretch>
          </a:blipFill>
        </p:spPr>
      </p:sp>
      <p:sp>
        <p:nvSpPr>
          <p:cNvPr name="Freeform 100" id="100"/>
          <p:cNvSpPr/>
          <p:nvPr/>
        </p:nvSpPr>
        <p:spPr>
          <a:xfrm flipH="false" flipV="false" rot="0">
            <a:off x="9714014" y="7108965"/>
            <a:ext cx="710127" cy="706660"/>
          </a:xfrm>
          <a:custGeom>
            <a:avLst/>
            <a:gdLst/>
            <a:ahLst/>
            <a:cxnLst/>
            <a:rect r="r" b="b" t="t" l="l"/>
            <a:pathLst>
              <a:path h="706660" w="710127">
                <a:moveTo>
                  <a:pt x="0" y="0"/>
                </a:moveTo>
                <a:lnTo>
                  <a:pt x="710127" y="0"/>
                </a:lnTo>
                <a:lnTo>
                  <a:pt x="710127" y="706659"/>
                </a:lnTo>
                <a:lnTo>
                  <a:pt x="0" y="706659"/>
                </a:lnTo>
                <a:lnTo>
                  <a:pt x="0" y="0"/>
                </a:lnTo>
                <a:close/>
              </a:path>
            </a:pathLst>
          </a:custGeom>
          <a:blipFill>
            <a:blip r:embed="rId195">
              <a:extLst>
                <a:ext uri="{96DAC541-7B7A-43D3-8B79-37D633B846F1}">
                  <asvg:svgBlip xmlns:asvg="http://schemas.microsoft.com/office/drawing/2016/SVG/main" r:embed="rId196"/>
                </a:ext>
              </a:extLst>
            </a:blip>
            <a:stretch>
              <a:fillRect l="0" t="0" r="0" b="0"/>
            </a:stretch>
          </a:blipFill>
        </p:spPr>
      </p:sp>
      <p:sp>
        <p:nvSpPr>
          <p:cNvPr name="Freeform 101" id="101"/>
          <p:cNvSpPr/>
          <p:nvPr/>
        </p:nvSpPr>
        <p:spPr>
          <a:xfrm flipH="false" flipV="false" rot="0">
            <a:off x="10597391" y="5332047"/>
            <a:ext cx="706364" cy="706364"/>
          </a:xfrm>
          <a:custGeom>
            <a:avLst/>
            <a:gdLst/>
            <a:ahLst/>
            <a:cxnLst/>
            <a:rect r="r" b="b" t="t" l="l"/>
            <a:pathLst>
              <a:path h="706364" w="706364">
                <a:moveTo>
                  <a:pt x="0" y="0"/>
                </a:moveTo>
                <a:lnTo>
                  <a:pt x="706365" y="0"/>
                </a:lnTo>
                <a:lnTo>
                  <a:pt x="706365" y="706365"/>
                </a:lnTo>
                <a:lnTo>
                  <a:pt x="0" y="706365"/>
                </a:lnTo>
                <a:lnTo>
                  <a:pt x="0" y="0"/>
                </a:lnTo>
                <a:close/>
              </a:path>
            </a:pathLst>
          </a:custGeom>
          <a:blipFill>
            <a:blip r:embed="rId197">
              <a:extLst>
                <a:ext uri="{96DAC541-7B7A-43D3-8B79-37D633B846F1}">
                  <asvg:svgBlip xmlns:asvg="http://schemas.microsoft.com/office/drawing/2016/SVG/main" r:embed="rId198"/>
                </a:ext>
              </a:extLst>
            </a:blip>
            <a:stretch>
              <a:fillRect l="0" t="0" r="0" b="0"/>
            </a:stretch>
          </a:blipFill>
        </p:spPr>
      </p:sp>
      <p:sp>
        <p:nvSpPr>
          <p:cNvPr name="Freeform 102" id="102"/>
          <p:cNvSpPr/>
          <p:nvPr/>
        </p:nvSpPr>
        <p:spPr>
          <a:xfrm flipH="false" flipV="false" rot="0">
            <a:off x="10596534" y="6225826"/>
            <a:ext cx="706364" cy="708212"/>
          </a:xfrm>
          <a:custGeom>
            <a:avLst/>
            <a:gdLst/>
            <a:ahLst/>
            <a:cxnLst/>
            <a:rect r="r" b="b" t="t" l="l"/>
            <a:pathLst>
              <a:path h="708212" w="706364">
                <a:moveTo>
                  <a:pt x="0" y="0"/>
                </a:moveTo>
                <a:lnTo>
                  <a:pt x="706364" y="0"/>
                </a:lnTo>
                <a:lnTo>
                  <a:pt x="706364" y="708212"/>
                </a:lnTo>
                <a:lnTo>
                  <a:pt x="0" y="708212"/>
                </a:lnTo>
                <a:lnTo>
                  <a:pt x="0" y="0"/>
                </a:lnTo>
                <a:close/>
              </a:path>
            </a:pathLst>
          </a:custGeom>
          <a:blipFill>
            <a:blip r:embed="rId199">
              <a:extLst>
                <a:ext uri="{96DAC541-7B7A-43D3-8B79-37D633B846F1}">
                  <asvg:svgBlip xmlns:asvg="http://schemas.microsoft.com/office/drawing/2016/SVG/main" r:embed="rId200"/>
                </a:ext>
              </a:extLst>
            </a:blip>
            <a:stretch>
              <a:fillRect l="0" t="0" r="0" b="0"/>
            </a:stretch>
          </a:blipFill>
        </p:spPr>
      </p:sp>
      <p:sp>
        <p:nvSpPr>
          <p:cNvPr name="Freeform 103" id="103"/>
          <p:cNvSpPr/>
          <p:nvPr/>
        </p:nvSpPr>
        <p:spPr>
          <a:xfrm flipH="false" flipV="false" rot="0">
            <a:off x="10593619" y="7198576"/>
            <a:ext cx="713889" cy="527428"/>
          </a:xfrm>
          <a:custGeom>
            <a:avLst/>
            <a:gdLst/>
            <a:ahLst/>
            <a:cxnLst/>
            <a:rect r="r" b="b" t="t" l="l"/>
            <a:pathLst>
              <a:path h="527428" w="713889">
                <a:moveTo>
                  <a:pt x="0" y="0"/>
                </a:moveTo>
                <a:lnTo>
                  <a:pt x="713889" y="0"/>
                </a:lnTo>
                <a:lnTo>
                  <a:pt x="713889" y="527428"/>
                </a:lnTo>
                <a:lnTo>
                  <a:pt x="0" y="527428"/>
                </a:lnTo>
                <a:lnTo>
                  <a:pt x="0" y="0"/>
                </a:lnTo>
                <a:close/>
              </a:path>
            </a:pathLst>
          </a:custGeom>
          <a:blipFill>
            <a:blip r:embed="rId201">
              <a:extLst>
                <a:ext uri="{96DAC541-7B7A-43D3-8B79-37D633B846F1}">
                  <asvg:svgBlip xmlns:asvg="http://schemas.microsoft.com/office/drawing/2016/SVG/main" r:embed="rId202"/>
                </a:ext>
              </a:extLst>
            </a:blip>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790776" y="109442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Business Icons</a:t>
            </a:r>
          </a:p>
        </p:txBody>
      </p:sp>
      <p:sp>
        <p:nvSpPr>
          <p:cNvPr name="TextBox 3" id="3"/>
          <p:cNvSpPr txBox="true"/>
          <p:nvPr/>
        </p:nvSpPr>
        <p:spPr>
          <a:xfrm rot="0">
            <a:off x="9808226" y="109442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Teamwork Icons</a:t>
            </a:r>
          </a:p>
        </p:txBody>
      </p:sp>
      <p:sp>
        <p:nvSpPr>
          <p:cNvPr name="Freeform 4" id="4"/>
          <p:cNvSpPr/>
          <p:nvPr/>
        </p:nvSpPr>
        <p:spPr>
          <a:xfrm flipH="false" flipV="false" rot="0">
            <a:off x="1708737" y="2627843"/>
            <a:ext cx="732539" cy="732482"/>
          </a:xfrm>
          <a:custGeom>
            <a:avLst/>
            <a:gdLst/>
            <a:ahLst/>
            <a:cxnLst/>
            <a:rect r="r" b="b" t="t" l="l"/>
            <a:pathLst>
              <a:path h="732482" w="732539">
                <a:moveTo>
                  <a:pt x="0" y="0"/>
                </a:moveTo>
                <a:lnTo>
                  <a:pt x="732540" y="0"/>
                </a:lnTo>
                <a:lnTo>
                  <a:pt x="732540" y="732482"/>
                </a:lnTo>
                <a:lnTo>
                  <a:pt x="0" y="732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08737" y="3588410"/>
            <a:ext cx="732539" cy="732539"/>
          </a:xfrm>
          <a:custGeom>
            <a:avLst/>
            <a:gdLst/>
            <a:ahLst/>
            <a:cxnLst/>
            <a:rect r="r" b="b" t="t" l="l"/>
            <a:pathLst>
              <a:path h="732539" w="732539">
                <a:moveTo>
                  <a:pt x="0" y="0"/>
                </a:moveTo>
                <a:lnTo>
                  <a:pt x="732540" y="0"/>
                </a:lnTo>
                <a:lnTo>
                  <a:pt x="732540" y="732540"/>
                </a:lnTo>
                <a:lnTo>
                  <a:pt x="0" y="7325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15129" y="4518412"/>
            <a:ext cx="719757" cy="734330"/>
          </a:xfrm>
          <a:custGeom>
            <a:avLst/>
            <a:gdLst/>
            <a:ahLst/>
            <a:cxnLst/>
            <a:rect r="r" b="b" t="t" l="l"/>
            <a:pathLst>
              <a:path h="734330" w="719757">
                <a:moveTo>
                  <a:pt x="0" y="0"/>
                </a:moveTo>
                <a:lnTo>
                  <a:pt x="719756" y="0"/>
                </a:lnTo>
                <a:lnTo>
                  <a:pt x="719756" y="734330"/>
                </a:lnTo>
                <a:lnTo>
                  <a:pt x="0" y="7343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121794" y="2625061"/>
            <a:ext cx="737978" cy="738035"/>
          </a:xfrm>
          <a:custGeom>
            <a:avLst/>
            <a:gdLst/>
            <a:ahLst/>
            <a:cxnLst/>
            <a:rect r="r" b="b" t="t" l="l"/>
            <a:pathLst>
              <a:path h="738035" w="737978">
                <a:moveTo>
                  <a:pt x="0" y="0"/>
                </a:moveTo>
                <a:lnTo>
                  <a:pt x="737978" y="0"/>
                </a:lnTo>
                <a:lnTo>
                  <a:pt x="737978" y="738036"/>
                </a:lnTo>
                <a:lnTo>
                  <a:pt x="0" y="7380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6105782" y="3586734"/>
            <a:ext cx="744741" cy="735892"/>
          </a:xfrm>
          <a:custGeom>
            <a:avLst/>
            <a:gdLst/>
            <a:ahLst/>
            <a:cxnLst/>
            <a:rect r="r" b="b" t="t" l="l"/>
            <a:pathLst>
              <a:path h="735892" w="744741">
                <a:moveTo>
                  <a:pt x="0" y="0"/>
                </a:moveTo>
                <a:lnTo>
                  <a:pt x="744741" y="0"/>
                </a:lnTo>
                <a:lnTo>
                  <a:pt x="744741" y="735892"/>
                </a:lnTo>
                <a:lnTo>
                  <a:pt x="0" y="7358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6123613" y="4517488"/>
            <a:ext cx="734330" cy="736178"/>
          </a:xfrm>
          <a:custGeom>
            <a:avLst/>
            <a:gdLst/>
            <a:ahLst/>
            <a:cxnLst/>
            <a:rect r="r" b="b" t="t" l="l"/>
            <a:pathLst>
              <a:path h="736178" w="734330">
                <a:moveTo>
                  <a:pt x="0" y="0"/>
                </a:moveTo>
                <a:lnTo>
                  <a:pt x="734330" y="0"/>
                </a:lnTo>
                <a:lnTo>
                  <a:pt x="734330" y="736178"/>
                </a:lnTo>
                <a:lnTo>
                  <a:pt x="0" y="73617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476939" y="5470303"/>
            <a:ext cx="727043" cy="722528"/>
          </a:xfrm>
          <a:custGeom>
            <a:avLst/>
            <a:gdLst/>
            <a:ahLst/>
            <a:cxnLst/>
            <a:rect r="r" b="b" t="t" l="l"/>
            <a:pathLst>
              <a:path h="722528" w="727043">
                <a:moveTo>
                  <a:pt x="0" y="0"/>
                </a:moveTo>
                <a:lnTo>
                  <a:pt x="727044" y="0"/>
                </a:lnTo>
                <a:lnTo>
                  <a:pt x="727044" y="722528"/>
                </a:lnTo>
                <a:lnTo>
                  <a:pt x="0" y="7225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3474196" y="6367405"/>
            <a:ext cx="732539" cy="672389"/>
          </a:xfrm>
          <a:custGeom>
            <a:avLst/>
            <a:gdLst/>
            <a:ahLst/>
            <a:cxnLst/>
            <a:rect r="r" b="b" t="t" l="l"/>
            <a:pathLst>
              <a:path h="672389" w="732539">
                <a:moveTo>
                  <a:pt x="0" y="0"/>
                </a:moveTo>
                <a:lnTo>
                  <a:pt x="732539" y="0"/>
                </a:lnTo>
                <a:lnTo>
                  <a:pt x="732539" y="672389"/>
                </a:lnTo>
                <a:lnTo>
                  <a:pt x="0" y="67238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3474196" y="7222531"/>
            <a:ext cx="732539" cy="732539"/>
          </a:xfrm>
          <a:custGeom>
            <a:avLst/>
            <a:gdLst/>
            <a:ahLst/>
            <a:cxnLst/>
            <a:rect r="r" b="b" t="t" l="l"/>
            <a:pathLst>
              <a:path h="732539" w="732539">
                <a:moveTo>
                  <a:pt x="0" y="0"/>
                </a:moveTo>
                <a:lnTo>
                  <a:pt x="732539" y="0"/>
                </a:lnTo>
                <a:lnTo>
                  <a:pt x="732539" y="732539"/>
                </a:lnTo>
                <a:lnTo>
                  <a:pt x="0" y="73253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3" id="13"/>
          <p:cNvSpPr/>
          <p:nvPr/>
        </p:nvSpPr>
        <p:spPr>
          <a:xfrm flipH="false" flipV="false" rot="0">
            <a:off x="7905007" y="5462006"/>
            <a:ext cx="737978" cy="739130"/>
          </a:xfrm>
          <a:custGeom>
            <a:avLst/>
            <a:gdLst/>
            <a:ahLst/>
            <a:cxnLst/>
            <a:rect r="r" b="b" t="t" l="l"/>
            <a:pathLst>
              <a:path h="739130" w="737978">
                <a:moveTo>
                  <a:pt x="0" y="0"/>
                </a:moveTo>
                <a:lnTo>
                  <a:pt x="737978" y="0"/>
                </a:lnTo>
                <a:lnTo>
                  <a:pt x="737978" y="739131"/>
                </a:lnTo>
                <a:lnTo>
                  <a:pt x="0" y="73913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4" id="14"/>
          <p:cNvSpPr/>
          <p:nvPr/>
        </p:nvSpPr>
        <p:spPr>
          <a:xfrm flipH="false" flipV="false" rot="0">
            <a:off x="2597239" y="2630414"/>
            <a:ext cx="737978" cy="727329"/>
          </a:xfrm>
          <a:custGeom>
            <a:avLst/>
            <a:gdLst/>
            <a:ahLst/>
            <a:cxnLst/>
            <a:rect r="r" b="b" t="t" l="l"/>
            <a:pathLst>
              <a:path h="727329" w="737978">
                <a:moveTo>
                  <a:pt x="0" y="0"/>
                </a:moveTo>
                <a:lnTo>
                  <a:pt x="737978" y="0"/>
                </a:lnTo>
                <a:lnTo>
                  <a:pt x="737978" y="727329"/>
                </a:lnTo>
                <a:lnTo>
                  <a:pt x="0" y="72732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5" id="15"/>
          <p:cNvSpPr/>
          <p:nvPr/>
        </p:nvSpPr>
        <p:spPr>
          <a:xfrm flipH="false" flipV="false" rot="0">
            <a:off x="2599954" y="3584772"/>
            <a:ext cx="732539" cy="739826"/>
          </a:xfrm>
          <a:custGeom>
            <a:avLst/>
            <a:gdLst/>
            <a:ahLst/>
            <a:cxnLst/>
            <a:rect r="r" b="b" t="t" l="l"/>
            <a:pathLst>
              <a:path h="739826" w="732539">
                <a:moveTo>
                  <a:pt x="0" y="0"/>
                </a:moveTo>
                <a:lnTo>
                  <a:pt x="732539" y="0"/>
                </a:lnTo>
                <a:lnTo>
                  <a:pt x="732539" y="739826"/>
                </a:lnTo>
                <a:lnTo>
                  <a:pt x="0" y="7398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6" id="16"/>
          <p:cNvSpPr/>
          <p:nvPr/>
        </p:nvSpPr>
        <p:spPr>
          <a:xfrm flipH="false" flipV="false" rot="0">
            <a:off x="2633510" y="4519308"/>
            <a:ext cx="639594" cy="732539"/>
          </a:xfrm>
          <a:custGeom>
            <a:avLst/>
            <a:gdLst/>
            <a:ahLst/>
            <a:cxnLst/>
            <a:rect r="r" b="b" t="t" l="l"/>
            <a:pathLst>
              <a:path h="732539" w="639594">
                <a:moveTo>
                  <a:pt x="0" y="0"/>
                </a:moveTo>
                <a:lnTo>
                  <a:pt x="639594" y="0"/>
                </a:lnTo>
                <a:lnTo>
                  <a:pt x="639594" y="732539"/>
                </a:lnTo>
                <a:lnTo>
                  <a:pt x="0" y="732539"/>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7" id="17"/>
          <p:cNvSpPr/>
          <p:nvPr/>
        </p:nvSpPr>
        <p:spPr>
          <a:xfrm flipH="false" flipV="false" rot="0">
            <a:off x="7024049" y="2704328"/>
            <a:ext cx="730691" cy="579511"/>
          </a:xfrm>
          <a:custGeom>
            <a:avLst/>
            <a:gdLst/>
            <a:ahLst/>
            <a:cxnLst/>
            <a:rect r="r" b="b" t="t" l="l"/>
            <a:pathLst>
              <a:path h="579511" w="730691">
                <a:moveTo>
                  <a:pt x="0" y="0"/>
                </a:moveTo>
                <a:lnTo>
                  <a:pt x="730692" y="0"/>
                </a:lnTo>
                <a:lnTo>
                  <a:pt x="730692" y="579511"/>
                </a:lnTo>
                <a:lnTo>
                  <a:pt x="0" y="579511"/>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8" id="18"/>
          <p:cNvSpPr/>
          <p:nvPr/>
        </p:nvSpPr>
        <p:spPr>
          <a:xfrm flipH="false" flipV="false" rot="0">
            <a:off x="7006723" y="3587486"/>
            <a:ext cx="765334" cy="734387"/>
          </a:xfrm>
          <a:custGeom>
            <a:avLst/>
            <a:gdLst/>
            <a:ahLst/>
            <a:cxnLst/>
            <a:rect r="r" b="b" t="t" l="l"/>
            <a:pathLst>
              <a:path h="734387" w="765334">
                <a:moveTo>
                  <a:pt x="0" y="0"/>
                </a:moveTo>
                <a:lnTo>
                  <a:pt x="765334" y="0"/>
                </a:lnTo>
                <a:lnTo>
                  <a:pt x="765334" y="734387"/>
                </a:lnTo>
                <a:lnTo>
                  <a:pt x="0" y="73438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9" id="19"/>
          <p:cNvSpPr/>
          <p:nvPr/>
        </p:nvSpPr>
        <p:spPr>
          <a:xfrm flipH="false" flipV="false" rot="0">
            <a:off x="7024049" y="4518412"/>
            <a:ext cx="730691" cy="734330"/>
          </a:xfrm>
          <a:custGeom>
            <a:avLst/>
            <a:gdLst/>
            <a:ahLst/>
            <a:cxnLst/>
            <a:rect r="r" b="b" t="t" l="l"/>
            <a:pathLst>
              <a:path h="734330" w="730691">
                <a:moveTo>
                  <a:pt x="0" y="0"/>
                </a:moveTo>
                <a:lnTo>
                  <a:pt x="730692" y="0"/>
                </a:lnTo>
                <a:lnTo>
                  <a:pt x="730692" y="734330"/>
                </a:lnTo>
                <a:lnTo>
                  <a:pt x="0" y="734330"/>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20" id="20"/>
          <p:cNvSpPr/>
          <p:nvPr/>
        </p:nvSpPr>
        <p:spPr>
          <a:xfrm flipH="false" flipV="false" rot="0">
            <a:off x="4351420" y="5467007"/>
            <a:ext cx="738035" cy="729129"/>
          </a:xfrm>
          <a:custGeom>
            <a:avLst/>
            <a:gdLst/>
            <a:ahLst/>
            <a:cxnLst/>
            <a:rect r="r" b="b" t="t" l="l"/>
            <a:pathLst>
              <a:path h="729129" w="738035">
                <a:moveTo>
                  <a:pt x="0" y="0"/>
                </a:moveTo>
                <a:lnTo>
                  <a:pt x="738035" y="0"/>
                </a:lnTo>
                <a:lnTo>
                  <a:pt x="738035" y="729129"/>
                </a:lnTo>
                <a:lnTo>
                  <a:pt x="0" y="729129"/>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21" id="21"/>
          <p:cNvSpPr/>
          <p:nvPr/>
        </p:nvSpPr>
        <p:spPr>
          <a:xfrm flipH="false" flipV="false" rot="0">
            <a:off x="4366346" y="6343688"/>
            <a:ext cx="732539" cy="719814"/>
          </a:xfrm>
          <a:custGeom>
            <a:avLst/>
            <a:gdLst/>
            <a:ahLst/>
            <a:cxnLst/>
            <a:rect r="r" b="b" t="t" l="l"/>
            <a:pathLst>
              <a:path h="719814" w="732539">
                <a:moveTo>
                  <a:pt x="0" y="0"/>
                </a:moveTo>
                <a:lnTo>
                  <a:pt x="732539" y="0"/>
                </a:lnTo>
                <a:lnTo>
                  <a:pt x="732539" y="719814"/>
                </a:lnTo>
                <a:lnTo>
                  <a:pt x="0" y="719814"/>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2" id="22"/>
          <p:cNvSpPr/>
          <p:nvPr/>
        </p:nvSpPr>
        <p:spPr>
          <a:xfrm flipH="false" flipV="false" rot="0">
            <a:off x="4367270" y="7220017"/>
            <a:ext cx="730691" cy="737568"/>
          </a:xfrm>
          <a:custGeom>
            <a:avLst/>
            <a:gdLst/>
            <a:ahLst/>
            <a:cxnLst/>
            <a:rect r="r" b="b" t="t" l="l"/>
            <a:pathLst>
              <a:path h="737568" w="730691">
                <a:moveTo>
                  <a:pt x="0" y="0"/>
                </a:moveTo>
                <a:lnTo>
                  <a:pt x="730691" y="0"/>
                </a:lnTo>
                <a:lnTo>
                  <a:pt x="730691" y="737568"/>
                </a:lnTo>
                <a:lnTo>
                  <a:pt x="0" y="737568"/>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3" id="23"/>
          <p:cNvSpPr/>
          <p:nvPr/>
        </p:nvSpPr>
        <p:spPr>
          <a:xfrm flipH="false" flipV="false" rot="0">
            <a:off x="7904998" y="6345545"/>
            <a:ext cx="737978" cy="716109"/>
          </a:xfrm>
          <a:custGeom>
            <a:avLst/>
            <a:gdLst/>
            <a:ahLst/>
            <a:cxnLst/>
            <a:rect r="r" b="b" t="t" l="l"/>
            <a:pathLst>
              <a:path h="716109" w="737978">
                <a:moveTo>
                  <a:pt x="0" y="0"/>
                </a:moveTo>
                <a:lnTo>
                  <a:pt x="737977" y="0"/>
                </a:lnTo>
                <a:lnTo>
                  <a:pt x="737977" y="716109"/>
                </a:lnTo>
                <a:lnTo>
                  <a:pt x="0" y="716109"/>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4" id="24"/>
          <p:cNvSpPr/>
          <p:nvPr/>
        </p:nvSpPr>
        <p:spPr>
          <a:xfrm flipH="false" flipV="false" rot="0">
            <a:off x="3483607" y="2627090"/>
            <a:ext cx="737978" cy="733987"/>
          </a:xfrm>
          <a:custGeom>
            <a:avLst/>
            <a:gdLst/>
            <a:ahLst/>
            <a:cxnLst/>
            <a:rect r="r" b="b" t="t" l="l"/>
            <a:pathLst>
              <a:path h="733987" w="737978">
                <a:moveTo>
                  <a:pt x="0" y="0"/>
                </a:moveTo>
                <a:lnTo>
                  <a:pt x="737978" y="0"/>
                </a:lnTo>
                <a:lnTo>
                  <a:pt x="737978" y="733987"/>
                </a:lnTo>
                <a:lnTo>
                  <a:pt x="0" y="733987"/>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5" id="25"/>
          <p:cNvSpPr/>
          <p:nvPr/>
        </p:nvSpPr>
        <p:spPr>
          <a:xfrm flipH="false" flipV="false" rot="0">
            <a:off x="3612985" y="3589163"/>
            <a:ext cx="479222" cy="731034"/>
          </a:xfrm>
          <a:custGeom>
            <a:avLst/>
            <a:gdLst/>
            <a:ahLst/>
            <a:cxnLst/>
            <a:rect r="r" b="b" t="t" l="l"/>
            <a:pathLst>
              <a:path h="731034" w="479222">
                <a:moveTo>
                  <a:pt x="0" y="0"/>
                </a:moveTo>
                <a:lnTo>
                  <a:pt x="479222" y="0"/>
                </a:lnTo>
                <a:lnTo>
                  <a:pt x="479222" y="731034"/>
                </a:lnTo>
                <a:lnTo>
                  <a:pt x="0" y="731034"/>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6" id="26"/>
          <p:cNvSpPr/>
          <p:nvPr/>
        </p:nvSpPr>
        <p:spPr>
          <a:xfrm flipH="false" flipV="false" rot="0">
            <a:off x="3472577" y="4515669"/>
            <a:ext cx="734330" cy="739826"/>
          </a:xfrm>
          <a:custGeom>
            <a:avLst/>
            <a:gdLst/>
            <a:ahLst/>
            <a:cxnLst/>
            <a:rect r="r" b="b" t="t" l="l"/>
            <a:pathLst>
              <a:path h="739826" w="734330">
                <a:moveTo>
                  <a:pt x="0" y="0"/>
                </a:moveTo>
                <a:lnTo>
                  <a:pt x="734330" y="0"/>
                </a:lnTo>
                <a:lnTo>
                  <a:pt x="734330" y="739826"/>
                </a:lnTo>
                <a:lnTo>
                  <a:pt x="0" y="739826"/>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7" id="27"/>
          <p:cNvSpPr/>
          <p:nvPr/>
        </p:nvSpPr>
        <p:spPr>
          <a:xfrm flipH="false" flipV="false" rot="0">
            <a:off x="7973882" y="2627605"/>
            <a:ext cx="637746" cy="732939"/>
          </a:xfrm>
          <a:custGeom>
            <a:avLst/>
            <a:gdLst/>
            <a:ahLst/>
            <a:cxnLst/>
            <a:rect r="r" b="b" t="t" l="l"/>
            <a:pathLst>
              <a:path h="732939" w="637746">
                <a:moveTo>
                  <a:pt x="0" y="0"/>
                </a:moveTo>
                <a:lnTo>
                  <a:pt x="637747" y="0"/>
                </a:lnTo>
                <a:lnTo>
                  <a:pt x="637747" y="732939"/>
                </a:lnTo>
                <a:lnTo>
                  <a:pt x="0" y="732939"/>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8" id="28"/>
          <p:cNvSpPr/>
          <p:nvPr/>
        </p:nvSpPr>
        <p:spPr>
          <a:xfrm flipH="false" flipV="false" rot="0">
            <a:off x="7927381" y="3587258"/>
            <a:ext cx="730748" cy="734854"/>
          </a:xfrm>
          <a:custGeom>
            <a:avLst/>
            <a:gdLst/>
            <a:ahLst/>
            <a:cxnLst/>
            <a:rect r="r" b="b" t="t" l="l"/>
            <a:pathLst>
              <a:path h="734854" w="730748">
                <a:moveTo>
                  <a:pt x="0" y="0"/>
                </a:moveTo>
                <a:lnTo>
                  <a:pt x="730749" y="0"/>
                </a:lnTo>
                <a:lnTo>
                  <a:pt x="730749" y="734854"/>
                </a:lnTo>
                <a:lnTo>
                  <a:pt x="0" y="734854"/>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9" id="29"/>
          <p:cNvSpPr/>
          <p:nvPr/>
        </p:nvSpPr>
        <p:spPr>
          <a:xfrm flipH="false" flipV="false" rot="0">
            <a:off x="7924667" y="4551178"/>
            <a:ext cx="736178" cy="668807"/>
          </a:xfrm>
          <a:custGeom>
            <a:avLst/>
            <a:gdLst/>
            <a:ahLst/>
            <a:cxnLst/>
            <a:rect r="r" b="b" t="t" l="l"/>
            <a:pathLst>
              <a:path h="668807" w="736178">
                <a:moveTo>
                  <a:pt x="0" y="0"/>
                </a:moveTo>
                <a:lnTo>
                  <a:pt x="736177" y="0"/>
                </a:lnTo>
                <a:lnTo>
                  <a:pt x="736177" y="668808"/>
                </a:lnTo>
                <a:lnTo>
                  <a:pt x="0" y="668808"/>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30" id="30"/>
          <p:cNvSpPr/>
          <p:nvPr/>
        </p:nvSpPr>
        <p:spPr>
          <a:xfrm flipH="false" flipV="false" rot="0">
            <a:off x="5297976" y="5466226"/>
            <a:ext cx="619582" cy="730691"/>
          </a:xfrm>
          <a:custGeom>
            <a:avLst/>
            <a:gdLst/>
            <a:ahLst/>
            <a:cxnLst/>
            <a:rect r="r" b="b" t="t" l="l"/>
            <a:pathLst>
              <a:path h="730691" w="619582">
                <a:moveTo>
                  <a:pt x="0" y="0"/>
                </a:moveTo>
                <a:lnTo>
                  <a:pt x="619583" y="0"/>
                </a:lnTo>
                <a:lnTo>
                  <a:pt x="619583" y="730691"/>
                </a:lnTo>
                <a:lnTo>
                  <a:pt x="0" y="730691"/>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31" id="31"/>
          <p:cNvSpPr/>
          <p:nvPr/>
        </p:nvSpPr>
        <p:spPr>
          <a:xfrm flipH="false" flipV="false" rot="0">
            <a:off x="5238779" y="6335078"/>
            <a:ext cx="737978" cy="737054"/>
          </a:xfrm>
          <a:custGeom>
            <a:avLst/>
            <a:gdLst/>
            <a:ahLst/>
            <a:cxnLst/>
            <a:rect r="r" b="b" t="t" l="l"/>
            <a:pathLst>
              <a:path h="737054" w="737978">
                <a:moveTo>
                  <a:pt x="0" y="0"/>
                </a:moveTo>
                <a:lnTo>
                  <a:pt x="737978" y="0"/>
                </a:lnTo>
                <a:lnTo>
                  <a:pt x="737978" y="737054"/>
                </a:lnTo>
                <a:lnTo>
                  <a:pt x="0" y="737054"/>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2" id="32"/>
          <p:cNvSpPr/>
          <p:nvPr/>
        </p:nvSpPr>
        <p:spPr>
          <a:xfrm flipH="false" flipV="false" rot="0">
            <a:off x="5241493" y="7326373"/>
            <a:ext cx="732539" cy="524856"/>
          </a:xfrm>
          <a:custGeom>
            <a:avLst/>
            <a:gdLst/>
            <a:ahLst/>
            <a:cxnLst/>
            <a:rect r="r" b="b" t="t" l="l"/>
            <a:pathLst>
              <a:path h="524856" w="732539">
                <a:moveTo>
                  <a:pt x="0" y="0"/>
                </a:moveTo>
                <a:lnTo>
                  <a:pt x="732539" y="0"/>
                </a:lnTo>
                <a:lnTo>
                  <a:pt x="732539" y="524856"/>
                </a:lnTo>
                <a:lnTo>
                  <a:pt x="0" y="524856"/>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3" id="33"/>
          <p:cNvSpPr/>
          <p:nvPr/>
        </p:nvSpPr>
        <p:spPr>
          <a:xfrm flipH="false" flipV="false" rot="0">
            <a:off x="7915932" y="7222560"/>
            <a:ext cx="716109" cy="732482"/>
          </a:xfrm>
          <a:custGeom>
            <a:avLst/>
            <a:gdLst/>
            <a:ahLst/>
            <a:cxnLst/>
            <a:rect r="r" b="b" t="t" l="l"/>
            <a:pathLst>
              <a:path h="732482" w="716109">
                <a:moveTo>
                  <a:pt x="0" y="0"/>
                </a:moveTo>
                <a:lnTo>
                  <a:pt x="716109" y="0"/>
                </a:lnTo>
                <a:lnTo>
                  <a:pt x="716109" y="732482"/>
                </a:lnTo>
                <a:lnTo>
                  <a:pt x="0" y="732482"/>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4" id="34"/>
          <p:cNvSpPr/>
          <p:nvPr/>
        </p:nvSpPr>
        <p:spPr>
          <a:xfrm flipH="false" flipV="false" rot="0">
            <a:off x="4351315" y="2628738"/>
            <a:ext cx="730748" cy="730691"/>
          </a:xfrm>
          <a:custGeom>
            <a:avLst/>
            <a:gdLst/>
            <a:ahLst/>
            <a:cxnLst/>
            <a:rect r="r" b="b" t="t" l="l"/>
            <a:pathLst>
              <a:path h="730691" w="730748">
                <a:moveTo>
                  <a:pt x="0" y="0"/>
                </a:moveTo>
                <a:lnTo>
                  <a:pt x="730749" y="0"/>
                </a:lnTo>
                <a:lnTo>
                  <a:pt x="730749" y="730691"/>
                </a:lnTo>
                <a:lnTo>
                  <a:pt x="0" y="730691"/>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5" id="35"/>
          <p:cNvSpPr/>
          <p:nvPr/>
        </p:nvSpPr>
        <p:spPr>
          <a:xfrm flipH="false" flipV="false" rot="0">
            <a:off x="4405998" y="3585667"/>
            <a:ext cx="621382" cy="738035"/>
          </a:xfrm>
          <a:custGeom>
            <a:avLst/>
            <a:gdLst/>
            <a:ahLst/>
            <a:cxnLst/>
            <a:rect r="r" b="b" t="t" l="l"/>
            <a:pathLst>
              <a:path h="738035" w="621382">
                <a:moveTo>
                  <a:pt x="0" y="0"/>
                </a:moveTo>
                <a:lnTo>
                  <a:pt x="621383" y="0"/>
                </a:lnTo>
                <a:lnTo>
                  <a:pt x="621383" y="738035"/>
                </a:lnTo>
                <a:lnTo>
                  <a:pt x="0" y="738035"/>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6" id="36"/>
          <p:cNvSpPr/>
          <p:nvPr/>
        </p:nvSpPr>
        <p:spPr>
          <a:xfrm flipH="false" flipV="false" rot="0">
            <a:off x="4466168" y="4518412"/>
            <a:ext cx="526590" cy="734330"/>
          </a:xfrm>
          <a:custGeom>
            <a:avLst/>
            <a:gdLst/>
            <a:ahLst/>
            <a:cxnLst/>
            <a:rect r="r" b="b" t="t" l="l"/>
            <a:pathLst>
              <a:path h="734330" w="526590">
                <a:moveTo>
                  <a:pt x="0" y="0"/>
                </a:moveTo>
                <a:lnTo>
                  <a:pt x="526589" y="0"/>
                </a:lnTo>
                <a:lnTo>
                  <a:pt x="526589" y="734330"/>
                </a:lnTo>
                <a:lnTo>
                  <a:pt x="0" y="734330"/>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7" id="37"/>
          <p:cNvSpPr/>
          <p:nvPr/>
        </p:nvSpPr>
        <p:spPr>
          <a:xfrm flipH="false" flipV="false" rot="0">
            <a:off x="1704861" y="5461654"/>
            <a:ext cx="716109" cy="739826"/>
          </a:xfrm>
          <a:custGeom>
            <a:avLst/>
            <a:gdLst/>
            <a:ahLst/>
            <a:cxnLst/>
            <a:rect r="r" b="b" t="t" l="l"/>
            <a:pathLst>
              <a:path h="739826" w="716109">
                <a:moveTo>
                  <a:pt x="0" y="0"/>
                </a:moveTo>
                <a:lnTo>
                  <a:pt x="716108" y="0"/>
                </a:lnTo>
                <a:lnTo>
                  <a:pt x="716108" y="739826"/>
                </a:lnTo>
                <a:lnTo>
                  <a:pt x="0" y="739826"/>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8" id="38"/>
          <p:cNvSpPr/>
          <p:nvPr/>
        </p:nvSpPr>
        <p:spPr>
          <a:xfrm flipH="false" flipV="false" rot="0">
            <a:off x="1699393" y="6338230"/>
            <a:ext cx="727043" cy="730748"/>
          </a:xfrm>
          <a:custGeom>
            <a:avLst/>
            <a:gdLst/>
            <a:ahLst/>
            <a:cxnLst/>
            <a:rect r="r" b="b" t="t" l="l"/>
            <a:pathLst>
              <a:path h="730748" w="727043">
                <a:moveTo>
                  <a:pt x="0" y="0"/>
                </a:moveTo>
                <a:lnTo>
                  <a:pt x="727044" y="0"/>
                </a:lnTo>
                <a:lnTo>
                  <a:pt x="727044" y="730749"/>
                </a:lnTo>
                <a:lnTo>
                  <a:pt x="0" y="730749"/>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9" id="39"/>
          <p:cNvSpPr/>
          <p:nvPr/>
        </p:nvSpPr>
        <p:spPr>
          <a:xfrm flipH="false" flipV="false" rot="0">
            <a:off x="1696641" y="7220712"/>
            <a:ext cx="732539" cy="736178"/>
          </a:xfrm>
          <a:custGeom>
            <a:avLst/>
            <a:gdLst/>
            <a:ahLst/>
            <a:cxnLst/>
            <a:rect r="r" b="b" t="t" l="l"/>
            <a:pathLst>
              <a:path h="736178" w="732539">
                <a:moveTo>
                  <a:pt x="0" y="0"/>
                </a:moveTo>
                <a:lnTo>
                  <a:pt x="732539" y="0"/>
                </a:lnTo>
                <a:lnTo>
                  <a:pt x="732539" y="736178"/>
                </a:lnTo>
                <a:lnTo>
                  <a:pt x="0" y="736178"/>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40" id="40"/>
          <p:cNvSpPr/>
          <p:nvPr/>
        </p:nvSpPr>
        <p:spPr>
          <a:xfrm flipH="false" flipV="false" rot="0">
            <a:off x="6131824" y="5462664"/>
            <a:ext cx="734330" cy="737806"/>
          </a:xfrm>
          <a:custGeom>
            <a:avLst/>
            <a:gdLst/>
            <a:ahLst/>
            <a:cxnLst/>
            <a:rect r="r" b="b" t="t" l="l"/>
            <a:pathLst>
              <a:path h="737806" w="734330">
                <a:moveTo>
                  <a:pt x="0" y="0"/>
                </a:moveTo>
                <a:lnTo>
                  <a:pt x="734329" y="0"/>
                </a:lnTo>
                <a:lnTo>
                  <a:pt x="734329" y="737806"/>
                </a:lnTo>
                <a:lnTo>
                  <a:pt x="0" y="737806"/>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41" id="41"/>
          <p:cNvSpPr/>
          <p:nvPr/>
        </p:nvSpPr>
        <p:spPr>
          <a:xfrm flipH="false" flipV="false" rot="0">
            <a:off x="6188297" y="7219817"/>
            <a:ext cx="621382" cy="737978"/>
          </a:xfrm>
          <a:custGeom>
            <a:avLst/>
            <a:gdLst/>
            <a:ahLst/>
            <a:cxnLst/>
            <a:rect r="r" b="b" t="t" l="l"/>
            <a:pathLst>
              <a:path h="737978" w="621382">
                <a:moveTo>
                  <a:pt x="0" y="0"/>
                </a:moveTo>
                <a:lnTo>
                  <a:pt x="621383" y="0"/>
                </a:lnTo>
                <a:lnTo>
                  <a:pt x="621383" y="737978"/>
                </a:lnTo>
                <a:lnTo>
                  <a:pt x="0" y="737978"/>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2" id="42"/>
          <p:cNvSpPr/>
          <p:nvPr/>
        </p:nvSpPr>
        <p:spPr>
          <a:xfrm flipH="false" flipV="false" rot="0">
            <a:off x="4359288" y="8117081"/>
            <a:ext cx="730748" cy="737978"/>
          </a:xfrm>
          <a:custGeom>
            <a:avLst/>
            <a:gdLst/>
            <a:ahLst/>
            <a:cxnLst/>
            <a:rect r="r" b="b" t="t" l="l"/>
            <a:pathLst>
              <a:path h="737978" w="730748">
                <a:moveTo>
                  <a:pt x="0" y="0"/>
                </a:moveTo>
                <a:lnTo>
                  <a:pt x="730748" y="0"/>
                </a:lnTo>
                <a:lnTo>
                  <a:pt x="730748" y="737978"/>
                </a:lnTo>
                <a:lnTo>
                  <a:pt x="0" y="737978"/>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3" id="43"/>
          <p:cNvSpPr/>
          <p:nvPr/>
        </p:nvSpPr>
        <p:spPr>
          <a:xfrm flipH="false" flipV="false" rot="0">
            <a:off x="5243617" y="2628043"/>
            <a:ext cx="759838" cy="732072"/>
          </a:xfrm>
          <a:custGeom>
            <a:avLst/>
            <a:gdLst/>
            <a:ahLst/>
            <a:cxnLst/>
            <a:rect r="r" b="b" t="t" l="l"/>
            <a:pathLst>
              <a:path h="732072" w="759838">
                <a:moveTo>
                  <a:pt x="0" y="0"/>
                </a:moveTo>
                <a:lnTo>
                  <a:pt x="759838" y="0"/>
                </a:lnTo>
                <a:lnTo>
                  <a:pt x="759838" y="732072"/>
                </a:lnTo>
                <a:lnTo>
                  <a:pt x="0" y="732072"/>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4" id="44"/>
          <p:cNvSpPr/>
          <p:nvPr/>
        </p:nvSpPr>
        <p:spPr>
          <a:xfrm flipH="false" flipV="false" rot="0">
            <a:off x="5253628" y="3586134"/>
            <a:ext cx="739826" cy="737111"/>
          </a:xfrm>
          <a:custGeom>
            <a:avLst/>
            <a:gdLst/>
            <a:ahLst/>
            <a:cxnLst/>
            <a:rect r="r" b="b" t="t" l="l"/>
            <a:pathLst>
              <a:path h="737111" w="739826">
                <a:moveTo>
                  <a:pt x="0" y="0"/>
                </a:moveTo>
                <a:lnTo>
                  <a:pt x="739826" y="0"/>
                </a:lnTo>
                <a:lnTo>
                  <a:pt x="739826" y="737111"/>
                </a:lnTo>
                <a:lnTo>
                  <a:pt x="0" y="737111"/>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5" id="45"/>
          <p:cNvSpPr/>
          <p:nvPr/>
        </p:nvSpPr>
        <p:spPr>
          <a:xfrm flipH="false" flipV="false" rot="0">
            <a:off x="5248161" y="4518184"/>
            <a:ext cx="750761" cy="734797"/>
          </a:xfrm>
          <a:custGeom>
            <a:avLst/>
            <a:gdLst/>
            <a:ahLst/>
            <a:cxnLst/>
            <a:rect r="r" b="b" t="t" l="l"/>
            <a:pathLst>
              <a:path h="734797" w="750761">
                <a:moveTo>
                  <a:pt x="0" y="0"/>
                </a:moveTo>
                <a:lnTo>
                  <a:pt x="750760" y="0"/>
                </a:lnTo>
                <a:lnTo>
                  <a:pt x="750760" y="734796"/>
                </a:lnTo>
                <a:lnTo>
                  <a:pt x="0" y="734796"/>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6" id="46"/>
          <p:cNvSpPr/>
          <p:nvPr/>
        </p:nvSpPr>
        <p:spPr>
          <a:xfrm flipH="false" flipV="false" rot="0">
            <a:off x="2572722" y="5464835"/>
            <a:ext cx="732539" cy="733463"/>
          </a:xfrm>
          <a:custGeom>
            <a:avLst/>
            <a:gdLst/>
            <a:ahLst/>
            <a:cxnLst/>
            <a:rect r="r" b="b" t="t" l="l"/>
            <a:pathLst>
              <a:path h="733463" w="732539">
                <a:moveTo>
                  <a:pt x="0" y="0"/>
                </a:moveTo>
                <a:lnTo>
                  <a:pt x="732539" y="0"/>
                </a:lnTo>
                <a:lnTo>
                  <a:pt x="732539" y="733463"/>
                </a:lnTo>
                <a:lnTo>
                  <a:pt x="0" y="733463"/>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7" id="47"/>
          <p:cNvSpPr/>
          <p:nvPr/>
        </p:nvSpPr>
        <p:spPr>
          <a:xfrm flipH="false" flipV="false" rot="0">
            <a:off x="2572722" y="6337325"/>
            <a:ext cx="732539" cy="732539"/>
          </a:xfrm>
          <a:custGeom>
            <a:avLst/>
            <a:gdLst/>
            <a:ahLst/>
            <a:cxnLst/>
            <a:rect r="r" b="b" t="t" l="l"/>
            <a:pathLst>
              <a:path h="732539" w="732539">
                <a:moveTo>
                  <a:pt x="0" y="0"/>
                </a:moveTo>
                <a:lnTo>
                  <a:pt x="732539" y="0"/>
                </a:lnTo>
                <a:lnTo>
                  <a:pt x="732539" y="732540"/>
                </a:lnTo>
                <a:lnTo>
                  <a:pt x="0" y="732540"/>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8" id="48"/>
          <p:cNvSpPr/>
          <p:nvPr/>
        </p:nvSpPr>
        <p:spPr>
          <a:xfrm flipH="false" flipV="false" rot="0">
            <a:off x="2572722" y="7219493"/>
            <a:ext cx="732539" cy="738607"/>
          </a:xfrm>
          <a:custGeom>
            <a:avLst/>
            <a:gdLst/>
            <a:ahLst/>
            <a:cxnLst/>
            <a:rect r="r" b="b" t="t" l="l"/>
            <a:pathLst>
              <a:path h="738607" w="732539">
                <a:moveTo>
                  <a:pt x="0" y="0"/>
                </a:moveTo>
                <a:lnTo>
                  <a:pt x="732539" y="0"/>
                </a:lnTo>
                <a:lnTo>
                  <a:pt x="732539" y="738606"/>
                </a:lnTo>
                <a:lnTo>
                  <a:pt x="0" y="738606"/>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9" id="49"/>
          <p:cNvSpPr/>
          <p:nvPr/>
        </p:nvSpPr>
        <p:spPr>
          <a:xfrm flipH="false" flipV="false" rot="0">
            <a:off x="7016277" y="5482276"/>
            <a:ext cx="734330" cy="698592"/>
          </a:xfrm>
          <a:custGeom>
            <a:avLst/>
            <a:gdLst/>
            <a:ahLst/>
            <a:cxnLst/>
            <a:rect r="r" b="b" t="t" l="l"/>
            <a:pathLst>
              <a:path h="698592" w="734330">
                <a:moveTo>
                  <a:pt x="0" y="0"/>
                </a:moveTo>
                <a:lnTo>
                  <a:pt x="734330" y="0"/>
                </a:lnTo>
                <a:lnTo>
                  <a:pt x="734330" y="698592"/>
                </a:lnTo>
                <a:lnTo>
                  <a:pt x="0" y="698592"/>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50" id="50"/>
          <p:cNvSpPr/>
          <p:nvPr/>
        </p:nvSpPr>
        <p:spPr>
          <a:xfrm flipH="false" flipV="false" rot="0">
            <a:off x="6080493" y="6337183"/>
            <a:ext cx="733292" cy="732844"/>
          </a:xfrm>
          <a:custGeom>
            <a:avLst/>
            <a:gdLst/>
            <a:ahLst/>
            <a:cxnLst/>
            <a:rect r="r" b="b" t="t" l="l"/>
            <a:pathLst>
              <a:path h="732844" w="733292">
                <a:moveTo>
                  <a:pt x="0" y="0"/>
                </a:moveTo>
                <a:lnTo>
                  <a:pt x="733292" y="0"/>
                </a:lnTo>
                <a:lnTo>
                  <a:pt x="733292" y="732844"/>
                </a:lnTo>
                <a:lnTo>
                  <a:pt x="0" y="732844"/>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51" id="51"/>
          <p:cNvSpPr/>
          <p:nvPr/>
        </p:nvSpPr>
        <p:spPr>
          <a:xfrm flipH="false" flipV="false" rot="0">
            <a:off x="7003390" y="6416592"/>
            <a:ext cx="736178" cy="574015"/>
          </a:xfrm>
          <a:custGeom>
            <a:avLst/>
            <a:gdLst/>
            <a:ahLst/>
            <a:cxnLst/>
            <a:rect r="r" b="b" t="t" l="l"/>
            <a:pathLst>
              <a:path h="574015" w="736178">
                <a:moveTo>
                  <a:pt x="0" y="0"/>
                </a:moveTo>
                <a:lnTo>
                  <a:pt x="736177" y="0"/>
                </a:lnTo>
                <a:lnTo>
                  <a:pt x="736177" y="574015"/>
                </a:lnTo>
                <a:lnTo>
                  <a:pt x="0" y="574015"/>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2" id="52"/>
          <p:cNvSpPr/>
          <p:nvPr/>
        </p:nvSpPr>
        <p:spPr>
          <a:xfrm flipH="false" flipV="false" rot="0">
            <a:off x="7014448" y="7223341"/>
            <a:ext cx="737978" cy="730920"/>
          </a:xfrm>
          <a:custGeom>
            <a:avLst/>
            <a:gdLst/>
            <a:ahLst/>
            <a:cxnLst/>
            <a:rect r="r" b="b" t="t" l="l"/>
            <a:pathLst>
              <a:path h="730920" w="737978">
                <a:moveTo>
                  <a:pt x="0" y="0"/>
                </a:moveTo>
                <a:lnTo>
                  <a:pt x="737978" y="0"/>
                </a:lnTo>
                <a:lnTo>
                  <a:pt x="737978" y="730920"/>
                </a:lnTo>
                <a:lnTo>
                  <a:pt x="0" y="730920"/>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3" id="53"/>
          <p:cNvSpPr/>
          <p:nvPr/>
        </p:nvSpPr>
        <p:spPr>
          <a:xfrm flipH="false" flipV="false" rot="0">
            <a:off x="5240407" y="8108356"/>
            <a:ext cx="734330" cy="732539"/>
          </a:xfrm>
          <a:custGeom>
            <a:avLst/>
            <a:gdLst/>
            <a:ahLst/>
            <a:cxnLst/>
            <a:rect r="r" b="b" t="t" l="l"/>
            <a:pathLst>
              <a:path h="732539" w="734330">
                <a:moveTo>
                  <a:pt x="0" y="0"/>
                </a:moveTo>
                <a:lnTo>
                  <a:pt x="734330" y="0"/>
                </a:lnTo>
                <a:lnTo>
                  <a:pt x="734330" y="732539"/>
                </a:lnTo>
                <a:lnTo>
                  <a:pt x="0" y="732539"/>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Freeform 54" id="54"/>
          <p:cNvSpPr/>
          <p:nvPr/>
        </p:nvSpPr>
        <p:spPr>
          <a:xfrm flipH="false" flipV="false" rot="0">
            <a:off x="9731226" y="2610193"/>
            <a:ext cx="706345" cy="695201"/>
          </a:xfrm>
          <a:custGeom>
            <a:avLst/>
            <a:gdLst/>
            <a:ahLst/>
            <a:cxnLst/>
            <a:rect r="r" b="b" t="t" l="l"/>
            <a:pathLst>
              <a:path h="695201" w="706345">
                <a:moveTo>
                  <a:pt x="0" y="0"/>
                </a:moveTo>
                <a:lnTo>
                  <a:pt x="706345" y="0"/>
                </a:lnTo>
                <a:lnTo>
                  <a:pt x="706345" y="695201"/>
                </a:lnTo>
                <a:lnTo>
                  <a:pt x="0" y="695201"/>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5" id="55"/>
          <p:cNvSpPr/>
          <p:nvPr/>
        </p:nvSpPr>
        <p:spPr>
          <a:xfrm flipH="false" flipV="false" rot="0">
            <a:off x="9733083" y="3511306"/>
            <a:ext cx="702631" cy="698973"/>
          </a:xfrm>
          <a:custGeom>
            <a:avLst/>
            <a:gdLst/>
            <a:ahLst/>
            <a:cxnLst/>
            <a:rect r="r" b="b" t="t" l="l"/>
            <a:pathLst>
              <a:path h="698973" w="702631">
                <a:moveTo>
                  <a:pt x="0" y="0"/>
                </a:moveTo>
                <a:lnTo>
                  <a:pt x="702631" y="0"/>
                </a:lnTo>
                <a:lnTo>
                  <a:pt x="702631" y="698973"/>
                </a:lnTo>
                <a:lnTo>
                  <a:pt x="0" y="698973"/>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6" id="56"/>
          <p:cNvSpPr/>
          <p:nvPr/>
        </p:nvSpPr>
        <p:spPr>
          <a:xfrm flipH="false" flipV="false" rot="0">
            <a:off x="14189402" y="2609717"/>
            <a:ext cx="619030" cy="696144"/>
          </a:xfrm>
          <a:custGeom>
            <a:avLst/>
            <a:gdLst/>
            <a:ahLst/>
            <a:cxnLst/>
            <a:rect r="r" b="b" t="t" l="l"/>
            <a:pathLst>
              <a:path h="696144" w="619030">
                <a:moveTo>
                  <a:pt x="0" y="0"/>
                </a:moveTo>
                <a:lnTo>
                  <a:pt x="619030" y="0"/>
                </a:lnTo>
                <a:lnTo>
                  <a:pt x="619030" y="696144"/>
                </a:lnTo>
                <a:lnTo>
                  <a:pt x="0" y="696144"/>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7" id="57"/>
          <p:cNvSpPr/>
          <p:nvPr/>
        </p:nvSpPr>
        <p:spPr>
          <a:xfrm flipH="false" flipV="false" rot="0">
            <a:off x="14147597" y="3512248"/>
            <a:ext cx="702631" cy="697087"/>
          </a:xfrm>
          <a:custGeom>
            <a:avLst/>
            <a:gdLst/>
            <a:ahLst/>
            <a:cxnLst/>
            <a:rect r="r" b="b" t="t" l="l"/>
            <a:pathLst>
              <a:path h="697087" w="702631">
                <a:moveTo>
                  <a:pt x="0" y="0"/>
                </a:moveTo>
                <a:lnTo>
                  <a:pt x="702630" y="0"/>
                </a:lnTo>
                <a:lnTo>
                  <a:pt x="702630" y="697088"/>
                </a:lnTo>
                <a:lnTo>
                  <a:pt x="0" y="697088"/>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sp>
        <p:nvSpPr>
          <p:cNvPr name="Freeform 58" id="58"/>
          <p:cNvSpPr/>
          <p:nvPr/>
        </p:nvSpPr>
        <p:spPr>
          <a:xfrm flipH="false" flipV="false" rot="0">
            <a:off x="14149330" y="4394911"/>
            <a:ext cx="698916" cy="698849"/>
          </a:xfrm>
          <a:custGeom>
            <a:avLst/>
            <a:gdLst/>
            <a:ahLst/>
            <a:cxnLst/>
            <a:rect r="r" b="b" t="t" l="l"/>
            <a:pathLst>
              <a:path h="698849" w="698916">
                <a:moveTo>
                  <a:pt x="0" y="0"/>
                </a:moveTo>
                <a:lnTo>
                  <a:pt x="698916" y="0"/>
                </a:lnTo>
                <a:lnTo>
                  <a:pt x="698916" y="698849"/>
                </a:lnTo>
                <a:lnTo>
                  <a:pt x="0" y="698849"/>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59" id="59"/>
          <p:cNvSpPr/>
          <p:nvPr/>
        </p:nvSpPr>
        <p:spPr>
          <a:xfrm flipH="false" flipV="false" rot="0">
            <a:off x="11494741" y="5340353"/>
            <a:ext cx="695201" cy="697030"/>
          </a:xfrm>
          <a:custGeom>
            <a:avLst/>
            <a:gdLst/>
            <a:ahLst/>
            <a:cxnLst/>
            <a:rect r="r" b="b" t="t" l="l"/>
            <a:pathLst>
              <a:path h="697030" w="695201">
                <a:moveTo>
                  <a:pt x="0" y="0"/>
                </a:moveTo>
                <a:lnTo>
                  <a:pt x="695202" y="0"/>
                </a:lnTo>
                <a:lnTo>
                  <a:pt x="695202" y="697030"/>
                </a:lnTo>
                <a:lnTo>
                  <a:pt x="0" y="697030"/>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60" id="60"/>
          <p:cNvSpPr/>
          <p:nvPr/>
        </p:nvSpPr>
        <p:spPr>
          <a:xfrm flipH="false" flipV="false" rot="0">
            <a:off x="11487998" y="6340516"/>
            <a:ext cx="708231" cy="652482"/>
          </a:xfrm>
          <a:custGeom>
            <a:avLst/>
            <a:gdLst/>
            <a:ahLst/>
            <a:cxnLst/>
            <a:rect r="r" b="b" t="t" l="l"/>
            <a:pathLst>
              <a:path h="652482" w="708231">
                <a:moveTo>
                  <a:pt x="0" y="0"/>
                </a:moveTo>
                <a:lnTo>
                  <a:pt x="708231" y="0"/>
                </a:lnTo>
                <a:lnTo>
                  <a:pt x="708231" y="652482"/>
                </a:lnTo>
                <a:lnTo>
                  <a:pt x="0" y="652482"/>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1" id="61"/>
          <p:cNvSpPr/>
          <p:nvPr/>
        </p:nvSpPr>
        <p:spPr>
          <a:xfrm flipH="false" flipV="false" rot="0">
            <a:off x="11488941" y="7216854"/>
            <a:ext cx="706345" cy="697030"/>
          </a:xfrm>
          <a:custGeom>
            <a:avLst/>
            <a:gdLst/>
            <a:ahLst/>
            <a:cxnLst/>
            <a:rect r="r" b="b" t="t" l="l"/>
            <a:pathLst>
              <a:path h="697030" w="706345">
                <a:moveTo>
                  <a:pt x="0" y="0"/>
                </a:moveTo>
                <a:lnTo>
                  <a:pt x="706345" y="0"/>
                </a:lnTo>
                <a:lnTo>
                  <a:pt x="706345" y="697030"/>
                </a:lnTo>
                <a:lnTo>
                  <a:pt x="0" y="697030"/>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2" id="62"/>
          <p:cNvSpPr/>
          <p:nvPr/>
        </p:nvSpPr>
        <p:spPr>
          <a:xfrm flipH="false" flipV="false" rot="0">
            <a:off x="16040195" y="5342144"/>
            <a:ext cx="448008" cy="693306"/>
          </a:xfrm>
          <a:custGeom>
            <a:avLst/>
            <a:gdLst/>
            <a:ahLst/>
            <a:cxnLst/>
            <a:rect r="r" b="b" t="t" l="l"/>
            <a:pathLst>
              <a:path h="693306" w="448008">
                <a:moveTo>
                  <a:pt x="0" y="0"/>
                </a:moveTo>
                <a:lnTo>
                  <a:pt x="448009" y="0"/>
                </a:lnTo>
                <a:lnTo>
                  <a:pt x="448009" y="693306"/>
                </a:lnTo>
                <a:lnTo>
                  <a:pt x="0" y="693306"/>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3" id="63"/>
          <p:cNvSpPr/>
          <p:nvPr/>
        </p:nvSpPr>
        <p:spPr>
          <a:xfrm flipH="false" flipV="false" rot="0">
            <a:off x="10620727" y="2608259"/>
            <a:ext cx="702574" cy="698916"/>
          </a:xfrm>
          <a:custGeom>
            <a:avLst/>
            <a:gdLst/>
            <a:ahLst/>
            <a:cxnLst/>
            <a:rect r="r" b="b" t="t" l="l"/>
            <a:pathLst>
              <a:path h="698916" w="702574">
                <a:moveTo>
                  <a:pt x="0" y="0"/>
                </a:moveTo>
                <a:lnTo>
                  <a:pt x="702574" y="0"/>
                </a:lnTo>
                <a:lnTo>
                  <a:pt x="702574" y="698916"/>
                </a:lnTo>
                <a:lnTo>
                  <a:pt x="0" y="698916"/>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4" id="64"/>
          <p:cNvSpPr/>
          <p:nvPr/>
        </p:nvSpPr>
        <p:spPr>
          <a:xfrm flipH="false" flipV="false" rot="0">
            <a:off x="10619842" y="3512248"/>
            <a:ext cx="704459" cy="697087"/>
          </a:xfrm>
          <a:custGeom>
            <a:avLst/>
            <a:gdLst/>
            <a:ahLst/>
            <a:cxnLst/>
            <a:rect r="r" b="b" t="t" l="l"/>
            <a:pathLst>
              <a:path h="697087" w="704459">
                <a:moveTo>
                  <a:pt x="0" y="0"/>
                </a:moveTo>
                <a:lnTo>
                  <a:pt x="704459" y="0"/>
                </a:lnTo>
                <a:lnTo>
                  <a:pt x="704459" y="697088"/>
                </a:lnTo>
                <a:lnTo>
                  <a:pt x="0" y="697088"/>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sp>
        <p:nvSpPr>
          <p:cNvPr name="Freeform 65" id="65"/>
          <p:cNvSpPr/>
          <p:nvPr/>
        </p:nvSpPr>
        <p:spPr>
          <a:xfrm flipH="false" flipV="false" rot="0">
            <a:off x="10620785" y="4393149"/>
            <a:ext cx="702574" cy="702574"/>
          </a:xfrm>
          <a:custGeom>
            <a:avLst/>
            <a:gdLst/>
            <a:ahLst/>
            <a:cxnLst/>
            <a:rect r="r" b="b" t="t" l="l"/>
            <a:pathLst>
              <a:path h="702574" w="702574">
                <a:moveTo>
                  <a:pt x="0" y="0"/>
                </a:moveTo>
                <a:lnTo>
                  <a:pt x="702573" y="0"/>
                </a:lnTo>
                <a:lnTo>
                  <a:pt x="702573" y="702574"/>
                </a:lnTo>
                <a:lnTo>
                  <a:pt x="0" y="702574"/>
                </a:lnTo>
                <a:lnTo>
                  <a:pt x="0" y="0"/>
                </a:lnTo>
                <a:close/>
              </a:path>
            </a:pathLst>
          </a:custGeom>
          <a:blipFill>
            <a:blip r:embed="rId125">
              <a:extLst>
                <a:ext uri="{96DAC541-7B7A-43D3-8B79-37D633B846F1}">
                  <asvg:svgBlip xmlns:asvg="http://schemas.microsoft.com/office/drawing/2016/SVG/main" r:embed="rId126"/>
                </a:ext>
              </a:extLst>
            </a:blip>
            <a:stretch>
              <a:fillRect l="0" t="0" r="0" b="0"/>
            </a:stretch>
          </a:blipFill>
        </p:spPr>
      </p:sp>
      <p:sp>
        <p:nvSpPr>
          <p:cNvPr name="Freeform 66" id="66"/>
          <p:cNvSpPr/>
          <p:nvPr/>
        </p:nvSpPr>
        <p:spPr>
          <a:xfrm flipH="false" flipV="false" rot="0">
            <a:off x="15047690" y="2609250"/>
            <a:ext cx="697030" cy="697087"/>
          </a:xfrm>
          <a:custGeom>
            <a:avLst/>
            <a:gdLst/>
            <a:ahLst/>
            <a:cxnLst/>
            <a:rect r="r" b="b" t="t" l="l"/>
            <a:pathLst>
              <a:path h="697087" w="697030">
                <a:moveTo>
                  <a:pt x="0" y="0"/>
                </a:moveTo>
                <a:lnTo>
                  <a:pt x="697030" y="0"/>
                </a:lnTo>
                <a:lnTo>
                  <a:pt x="697030" y="697087"/>
                </a:lnTo>
                <a:lnTo>
                  <a:pt x="0" y="697087"/>
                </a:lnTo>
                <a:lnTo>
                  <a:pt x="0" y="0"/>
                </a:lnTo>
                <a:close/>
              </a:path>
            </a:pathLst>
          </a:custGeom>
          <a:blipFill>
            <a:blip r:embed="rId127">
              <a:extLst>
                <a:ext uri="{96DAC541-7B7A-43D3-8B79-37D633B846F1}">
                  <asvg:svgBlip xmlns:asvg="http://schemas.microsoft.com/office/drawing/2016/SVG/main" r:embed="rId128"/>
                </a:ext>
              </a:extLst>
            </a:blip>
            <a:stretch>
              <a:fillRect l="0" t="0" r="0" b="0"/>
            </a:stretch>
          </a:blipFill>
        </p:spPr>
      </p:sp>
      <p:sp>
        <p:nvSpPr>
          <p:cNvPr name="Freeform 67" id="67"/>
          <p:cNvSpPr/>
          <p:nvPr/>
        </p:nvSpPr>
        <p:spPr>
          <a:xfrm flipH="false" flipV="false" rot="0">
            <a:off x="15090429" y="3510391"/>
            <a:ext cx="611543" cy="700802"/>
          </a:xfrm>
          <a:custGeom>
            <a:avLst/>
            <a:gdLst/>
            <a:ahLst/>
            <a:cxnLst/>
            <a:rect r="r" b="b" t="t" l="l"/>
            <a:pathLst>
              <a:path h="700802" w="611543">
                <a:moveTo>
                  <a:pt x="0" y="0"/>
                </a:moveTo>
                <a:lnTo>
                  <a:pt x="611543" y="0"/>
                </a:lnTo>
                <a:lnTo>
                  <a:pt x="611543" y="700802"/>
                </a:lnTo>
                <a:lnTo>
                  <a:pt x="0" y="700802"/>
                </a:lnTo>
                <a:lnTo>
                  <a:pt x="0" y="0"/>
                </a:lnTo>
                <a:close/>
              </a:path>
            </a:pathLst>
          </a:custGeom>
          <a:blipFill>
            <a:blip r:embed="rId129">
              <a:extLst>
                <a:ext uri="{96DAC541-7B7A-43D3-8B79-37D633B846F1}">
                  <asvg:svgBlip xmlns:asvg="http://schemas.microsoft.com/office/drawing/2016/SVG/main" r:embed="rId130"/>
                </a:ext>
              </a:extLst>
            </a:blip>
            <a:stretch>
              <a:fillRect l="0" t="0" r="0" b="0"/>
            </a:stretch>
          </a:blipFill>
        </p:spPr>
      </p:sp>
      <p:sp>
        <p:nvSpPr>
          <p:cNvPr name="Freeform 68" id="68"/>
          <p:cNvSpPr/>
          <p:nvPr/>
        </p:nvSpPr>
        <p:spPr>
          <a:xfrm flipH="false" flipV="false" rot="0">
            <a:off x="15170182" y="4393968"/>
            <a:ext cx="451723" cy="700745"/>
          </a:xfrm>
          <a:custGeom>
            <a:avLst/>
            <a:gdLst/>
            <a:ahLst/>
            <a:cxnLst/>
            <a:rect r="r" b="b" t="t" l="l"/>
            <a:pathLst>
              <a:path h="700745" w="451723">
                <a:moveTo>
                  <a:pt x="0" y="0"/>
                </a:moveTo>
                <a:lnTo>
                  <a:pt x="451723" y="0"/>
                </a:lnTo>
                <a:lnTo>
                  <a:pt x="451723" y="700745"/>
                </a:lnTo>
                <a:lnTo>
                  <a:pt x="0" y="700745"/>
                </a:lnTo>
                <a:lnTo>
                  <a:pt x="0" y="0"/>
                </a:lnTo>
                <a:close/>
              </a:path>
            </a:pathLst>
          </a:custGeom>
          <a:blipFill>
            <a:blip r:embed="rId131">
              <a:extLst>
                <a:ext uri="{96DAC541-7B7A-43D3-8B79-37D633B846F1}">
                  <asvg:svgBlip xmlns:asvg="http://schemas.microsoft.com/office/drawing/2016/SVG/main" r:embed="rId132"/>
                </a:ext>
              </a:extLst>
            </a:blip>
            <a:stretch>
              <a:fillRect l="0" t="0" r="0" b="0"/>
            </a:stretch>
          </a:blipFill>
        </p:spPr>
      </p:sp>
      <p:sp>
        <p:nvSpPr>
          <p:cNvPr name="Freeform 69" id="69"/>
          <p:cNvSpPr/>
          <p:nvPr/>
        </p:nvSpPr>
        <p:spPr>
          <a:xfrm flipH="false" flipV="false" rot="0">
            <a:off x="12375461" y="5341296"/>
            <a:ext cx="695135" cy="695135"/>
          </a:xfrm>
          <a:custGeom>
            <a:avLst/>
            <a:gdLst/>
            <a:ahLst/>
            <a:cxnLst/>
            <a:rect r="r" b="b" t="t" l="l"/>
            <a:pathLst>
              <a:path h="695135" w="695135">
                <a:moveTo>
                  <a:pt x="0" y="0"/>
                </a:moveTo>
                <a:lnTo>
                  <a:pt x="695135" y="0"/>
                </a:lnTo>
                <a:lnTo>
                  <a:pt x="695135" y="695135"/>
                </a:lnTo>
                <a:lnTo>
                  <a:pt x="0" y="695135"/>
                </a:lnTo>
                <a:lnTo>
                  <a:pt x="0" y="0"/>
                </a:lnTo>
                <a:close/>
              </a:path>
            </a:pathLst>
          </a:custGeom>
          <a:blipFill>
            <a:blip r:embed="rId133">
              <a:extLst>
                <a:ext uri="{96DAC541-7B7A-43D3-8B79-37D633B846F1}">
                  <asvg:svgBlip xmlns:asvg="http://schemas.microsoft.com/office/drawing/2016/SVG/main" r:embed="rId134"/>
                </a:ext>
              </a:extLst>
            </a:blip>
            <a:stretch>
              <a:fillRect l="0" t="0" r="0" b="0"/>
            </a:stretch>
          </a:blipFill>
        </p:spPr>
      </p:sp>
      <p:sp>
        <p:nvSpPr>
          <p:cNvPr name="Freeform 70" id="70"/>
          <p:cNvSpPr/>
          <p:nvPr/>
        </p:nvSpPr>
        <p:spPr>
          <a:xfrm flipH="false" flipV="false" rot="0">
            <a:off x="12374270" y="6319161"/>
            <a:ext cx="697030" cy="695201"/>
          </a:xfrm>
          <a:custGeom>
            <a:avLst/>
            <a:gdLst/>
            <a:ahLst/>
            <a:cxnLst/>
            <a:rect r="r" b="b" t="t" l="l"/>
            <a:pathLst>
              <a:path h="695201" w="697030">
                <a:moveTo>
                  <a:pt x="0" y="0"/>
                </a:moveTo>
                <a:lnTo>
                  <a:pt x="697030" y="0"/>
                </a:lnTo>
                <a:lnTo>
                  <a:pt x="697030" y="695201"/>
                </a:lnTo>
                <a:lnTo>
                  <a:pt x="0" y="695201"/>
                </a:lnTo>
                <a:lnTo>
                  <a:pt x="0" y="0"/>
                </a:lnTo>
                <a:close/>
              </a:path>
            </a:pathLst>
          </a:custGeom>
          <a:blipFill>
            <a:blip r:embed="rId135">
              <a:extLst>
                <a:ext uri="{96DAC541-7B7A-43D3-8B79-37D633B846F1}">
                  <asvg:svgBlip xmlns:asvg="http://schemas.microsoft.com/office/drawing/2016/SVG/main" r:embed="rId136"/>
                </a:ext>
              </a:extLst>
            </a:blip>
            <a:stretch>
              <a:fillRect l="0" t="0" r="0" b="0"/>
            </a:stretch>
          </a:blipFill>
        </p:spPr>
      </p:sp>
      <p:sp>
        <p:nvSpPr>
          <p:cNvPr name="Freeform 71" id="71"/>
          <p:cNvSpPr/>
          <p:nvPr/>
        </p:nvSpPr>
        <p:spPr>
          <a:xfrm flipH="false" flipV="false" rot="0">
            <a:off x="12416104" y="7214987"/>
            <a:ext cx="613372" cy="700745"/>
          </a:xfrm>
          <a:custGeom>
            <a:avLst/>
            <a:gdLst/>
            <a:ahLst/>
            <a:cxnLst/>
            <a:rect r="r" b="b" t="t" l="l"/>
            <a:pathLst>
              <a:path h="700745" w="613372">
                <a:moveTo>
                  <a:pt x="0" y="0"/>
                </a:moveTo>
                <a:lnTo>
                  <a:pt x="613372" y="0"/>
                </a:lnTo>
                <a:lnTo>
                  <a:pt x="613372" y="700745"/>
                </a:lnTo>
                <a:lnTo>
                  <a:pt x="0" y="700745"/>
                </a:lnTo>
                <a:lnTo>
                  <a:pt x="0" y="0"/>
                </a:lnTo>
                <a:close/>
              </a:path>
            </a:pathLst>
          </a:custGeom>
          <a:blipFill>
            <a:blip r:embed="rId137">
              <a:extLst>
                <a:ext uri="{96DAC541-7B7A-43D3-8B79-37D633B846F1}">
                  <asvg:svgBlip xmlns:asvg="http://schemas.microsoft.com/office/drawing/2016/SVG/main" r:embed="rId138"/>
                </a:ext>
              </a:extLst>
            </a:blip>
            <a:stretch>
              <a:fillRect l="0" t="0" r="0" b="0"/>
            </a:stretch>
          </a:blipFill>
        </p:spPr>
      </p:sp>
      <p:sp>
        <p:nvSpPr>
          <p:cNvPr name="Freeform 72" id="72"/>
          <p:cNvSpPr/>
          <p:nvPr/>
        </p:nvSpPr>
        <p:spPr>
          <a:xfrm flipH="false" flipV="false" rot="0">
            <a:off x="15916008" y="6319247"/>
            <a:ext cx="697030" cy="695201"/>
          </a:xfrm>
          <a:custGeom>
            <a:avLst/>
            <a:gdLst/>
            <a:ahLst/>
            <a:cxnLst/>
            <a:rect r="r" b="b" t="t" l="l"/>
            <a:pathLst>
              <a:path h="695201" w="697030">
                <a:moveTo>
                  <a:pt x="0" y="0"/>
                </a:moveTo>
                <a:lnTo>
                  <a:pt x="697030" y="0"/>
                </a:lnTo>
                <a:lnTo>
                  <a:pt x="697030" y="695201"/>
                </a:lnTo>
                <a:lnTo>
                  <a:pt x="0" y="695201"/>
                </a:lnTo>
                <a:lnTo>
                  <a:pt x="0" y="0"/>
                </a:lnTo>
                <a:close/>
              </a:path>
            </a:pathLst>
          </a:custGeom>
          <a:blipFill>
            <a:blip r:embed="rId139">
              <a:extLst>
                <a:ext uri="{96DAC541-7B7A-43D3-8B79-37D633B846F1}">
                  <asvg:svgBlip xmlns:asvg="http://schemas.microsoft.com/office/drawing/2016/SVG/main" r:embed="rId140"/>
                </a:ext>
              </a:extLst>
            </a:blip>
            <a:stretch>
              <a:fillRect l="0" t="0" r="0" b="0"/>
            </a:stretch>
          </a:blipFill>
        </p:spPr>
      </p:sp>
      <p:sp>
        <p:nvSpPr>
          <p:cNvPr name="Freeform 73" id="73"/>
          <p:cNvSpPr/>
          <p:nvPr/>
        </p:nvSpPr>
        <p:spPr>
          <a:xfrm flipH="false" flipV="false" rot="0">
            <a:off x="11507991" y="2608336"/>
            <a:ext cx="702631" cy="698916"/>
          </a:xfrm>
          <a:custGeom>
            <a:avLst/>
            <a:gdLst/>
            <a:ahLst/>
            <a:cxnLst/>
            <a:rect r="r" b="b" t="t" l="l"/>
            <a:pathLst>
              <a:path h="698916" w="702631">
                <a:moveTo>
                  <a:pt x="0" y="0"/>
                </a:moveTo>
                <a:lnTo>
                  <a:pt x="702630" y="0"/>
                </a:lnTo>
                <a:lnTo>
                  <a:pt x="702630" y="698915"/>
                </a:lnTo>
                <a:lnTo>
                  <a:pt x="0" y="698915"/>
                </a:lnTo>
                <a:lnTo>
                  <a:pt x="0" y="0"/>
                </a:lnTo>
                <a:close/>
              </a:path>
            </a:pathLst>
          </a:custGeom>
          <a:blipFill>
            <a:blip r:embed="rId141">
              <a:extLst>
                <a:ext uri="{96DAC541-7B7A-43D3-8B79-37D633B846F1}">
                  <asvg:svgBlip xmlns:asvg="http://schemas.microsoft.com/office/drawing/2016/SVG/main" r:embed="rId142"/>
                </a:ext>
              </a:extLst>
            </a:blip>
            <a:stretch>
              <a:fillRect l="0" t="0" r="0" b="0"/>
            </a:stretch>
          </a:blipFill>
        </p:spPr>
      </p:sp>
      <p:sp>
        <p:nvSpPr>
          <p:cNvPr name="Freeform 74" id="74"/>
          <p:cNvSpPr/>
          <p:nvPr/>
        </p:nvSpPr>
        <p:spPr>
          <a:xfrm flipH="false" flipV="false" rot="0">
            <a:off x="11510696" y="3514963"/>
            <a:ext cx="697087" cy="691477"/>
          </a:xfrm>
          <a:custGeom>
            <a:avLst/>
            <a:gdLst/>
            <a:ahLst/>
            <a:cxnLst/>
            <a:rect r="r" b="b" t="t" l="l"/>
            <a:pathLst>
              <a:path h="691477" w="697087">
                <a:moveTo>
                  <a:pt x="0" y="0"/>
                </a:moveTo>
                <a:lnTo>
                  <a:pt x="697087" y="0"/>
                </a:lnTo>
                <a:lnTo>
                  <a:pt x="697087" y="691477"/>
                </a:lnTo>
                <a:lnTo>
                  <a:pt x="0" y="691477"/>
                </a:lnTo>
                <a:lnTo>
                  <a:pt x="0" y="0"/>
                </a:lnTo>
                <a:close/>
              </a:path>
            </a:pathLst>
          </a:custGeom>
          <a:blipFill>
            <a:blip r:embed="rId143">
              <a:extLst>
                <a:ext uri="{96DAC541-7B7A-43D3-8B79-37D633B846F1}">
                  <asvg:svgBlip xmlns:asvg="http://schemas.microsoft.com/office/drawing/2016/SVG/main" r:embed="rId144"/>
                </a:ext>
              </a:extLst>
            </a:blip>
            <a:stretch>
              <a:fillRect l="0" t="0" r="0" b="0"/>
            </a:stretch>
          </a:blipFill>
        </p:spPr>
      </p:sp>
      <p:sp>
        <p:nvSpPr>
          <p:cNvPr name="Freeform 75" id="75"/>
          <p:cNvSpPr/>
          <p:nvPr/>
        </p:nvSpPr>
        <p:spPr>
          <a:xfrm flipH="false" flipV="false" rot="0">
            <a:off x="11507991" y="4393387"/>
            <a:ext cx="702631" cy="702097"/>
          </a:xfrm>
          <a:custGeom>
            <a:avLst/>
            <a:gdLst/>
            <a:ahLst/>
            <a:cxnLst/>
            <a:rect r="r" b="b" t="t" l="l"/>
            <a:pathLst>
              <a:path h="702097" w="702631">
                <a:moveTo>
                  <a:pt x="0" y="0"/>
                </a:moveTo>
                <a:lnTo>
                  <a:pt x="702630" y="0"/>
                </a:lnTo>
                <a:lnTo>
                  <a:pt x="702630" y="702097"/>
                </a:lnTo>
                <a:lnTo>
                  <a:pt x="0" y="702097"/>
                </a:lnTo>
                <a:lnTo>
                  <a:pt x="0" y="0"/>
                </a:lnTo>
                <a:close/>
              </a:path>
            </a:pathLst>
          </a:custGeom>
          <a:blipFill>
            <a:blip r:embed="rId145">
              <a:extLst>
                <a:ext uri="{96DAC541-7B7A-43D3-8B79-37D633B846F1}">
                  <asvg:svgBlip xmlns:asvg="http://schemas.microsoft.com/office/drawing/2016/SVG/main" r:embed="rId146"/>
                </a:ext>
              </a:extLst>
            </a:blip>
            <a:stretch>
              <a:fillRect l="0" t="0" r="0" b="0"/>
            </a:stretch>
          </a:blipFill>
        </p:spPr>
      </p:sp>
      <p:sp>
        <p:nvSpPr>
          <p:cNvPr name="Freeform 76" id="76"/>
          <p:cNvSpPr/>
          <p:nvPr/>
        </p:nvSpPr>
        <p:spPr>
          <a:xfrm flipH="false" flipV="false" rot="0">
            <a:off x="16024717" y="2608288"/>
            <a:ext cx="540925" cy="698849"/>
          </a:xfrm>
          <a:custGeom>
            <a:avLst/>
            <a:gdLst/>
            <a:ahLst/>
            <a:cxnLst/>
            <a:rect r="r" b="b" t="t" l="l"/>
            <a:pathLst>
              <a:path h="698849" w="540925">
                <a:moveTo>
                  <a:pt x="0" y="0"/>
                </a:moveTo>
                <a:lnTo>
                  <a:pt x="540925" y="0"/>
                </a:lnTo>
                <a:lnTo>
                  <a:pt x="540925" y="698849"/>
                </a:lnTo>
                <a:lnTo>
                  <a:pt x="0" y="698849"/>
                </a:lnTo>
                <a:lnTo>
                  <a:pt x="0" y="0"/>
                </a:lnTo>
                <a:close/>
              </a:path>
            </a:pathLst>
          </a:custGeom>
          <a:blipFill>
            <a:blip r:embed="rId147">
              <a:extLst>
                <a:ext uri="{96DAC541-7B7A-43D3-8B79-37D633B846F1}">
                  <asvg:svgBlip xmlns:asvg="http://schemas.microsoft.com/office/drawing/2016/SVG/main" r:embed="rId148"/>
                </a:ext>
              </a:extLst>
            </a:blip>
            <a:stretch>
              <a:fillRect l="0" t="0" r="0" b="0"/>
            </a:stretch>
          </a:blipFill>
        </p:spPr>
      </p:sp>
      <p:sp>
        <p:nvSpPr>
          <p:cNvPr name="Freeform 77" id="77"/>
          <p:cNvSpPr/>
          <p:nvPr/>
        </p:nvSpPr>
        <p:spPr>
          <a:xfrm flipH="false" flipV="false" rot="0">
            <a:off x="15929000" y="3512658"/>
            <a:ext cx="732368" cy="696077"/>
          </a:xfrm>
          <a:custGeom>
            <a:avLst/>
            <a:gdLst/>
            <a:ahLst/>
            <a:cxnLst/>
            <a:rect r="r" b="b" t="t" l="l"/>
            <a:pathLst>
              <a:path h="696077" w="732368">
                <a:moveTo>
                  <a:pt x="0" y="0"/>
                </a:moveTo>
                <a:lnTo>
                  <a:pt x="732368" y="0"/>
                </a:lnTo>
                <a:lnTo>
                  <a:pt x="732368" y="696078"/>
                </a:lnTo>
                <a:lnTo>
                  <a:pt x="0" y="696078"/>
                </a:lnTo>
                <a:lnTo>
                  <a:pt x="0" y="0"/>
                </a:lnTo>
                <a:close/>
              </a:path>
            </a:pathLst>
          </a:custGeom>
          <a:blipFill>
            <a:blip r:embed="rId149">
              <a:extLst>
                <a:ext uri="{96DAC541-7B7A-43D3-8B79-37D633B846F1}">
                  <asvg:svgBlip xmlns:asvg="http://schemas.microsoft.com/office/drawing/2016/SVG/main" r:embed="rId150"/>
                </a:ext>
              </a:extLst>
            </a:blip>
            <a:stretch>
              <a:fillRect l="0" t="0" r="0" b="0"/>
            </a:stretch>
          </a:blipFill>
        </p:spPr>
      </p:sp>
      <p:sp>
        <p:nvSpPr>
          <p:cNvPr name="Freeform 78" id="78"/>
          <p:cNvSpPr/>
          <p:nvPr/>
        </p:nvSpPr>
        <p:spPr>
          <a:xfrm flipH="false" flipV="false" rot="0">
            <a:off x="15943859" y="4394911"/>
            <a:ext cx="702631" cy="698849"/>
          </a:xfrm>
          <a:custGeom>
            <a:avLst/>
            <a:gdLst/>
            <a:ahLst/>
            <a:cxnLst/>
            <a:rect r="r" b="b" t="t" l="l"/>
            <a:pathLst>
              <a:path h="698849" w="702631">
                <a:moveTo>
                  <a:pt x="0" y="0"/>
                </a:moveTo>
                <a:lnTo>
                  <a:pt x="702631" y="0"/>
                </a:lnTo>
                <a:lnTo>
                  <a:pt x="702631" y="698849"/>
                </a:lnTo>
                <a:lnTo>
                  <a:pt x="0" y="698849"/>
                </a:lnTo>
                <a:lnTo>
                  <a:pt x="0" y="0"/>
                </a:lnTo>
                <a:close/>
              </a:path>
            </a:pathLst>
          </a:custGeom>
          <a:blipFill>
            <a:blip r:embed="rId151">
              <a:extLst>
                <a:ext uri="{96DAC541-7B7A-43D3-8B79-37D633B846F1}">
                  <asvg:svgBlip xmlns:asvg="http://schemas.microsoft.com/office/drawing/2016/SVG/main" r:embed="rId152"/>
                </a:ext>
              </a:extLst>
            </a:blip>
            <a:stretch>
              <a:fillRect l="0" t="0" r="0" b="0"/>
            </a:stretch>
          </a:blipFill>
        </p:spPr>
      </p:sp>
      <p:sp>
        <p:nvSpPr>
          <p:cNvPr name="Freeform 79" id="79"/>
          <p:cNvSpPr/>
          <p:nvPr/>
        </p:nvSpPr>
        <p:spPr>
          <a:xfrm flipH="false" flipV="false" rot="0">
            <a:off x="13260810" y="5340620"/>
            <a:ext cx="700745" cy="696497"/>
          </a:xfrm>
          <a:custGeom>
            <a:avLst/>
            <a:gdLst/>
            <a:ahLst/>
            <a:cxnLst/>
            <a:rect r="r" b="b" t="t" l="l"/>
            <a:pathLst>
              <a:path h="696497" w="700745">
                <a:moveTo>
                  <a:pt x="0" y="0"/>
                </a:moveTo>
                <a:lnTo>
                  <a:pt x="700744" y="0"/>
                </a:lnTo>
                <a:lnTo>
                  <a:pt x="700744" y="696496"/>
                </a:lnTo>
                <a:lnTo>
                  <a:pt x="0" y="696496"/>
                </a:lnTo>
                <a:lnTo>
                  <a:pt x="0" y="0"/>
                </a:lnTo>
                <a:close/>
              </a:path>
            </a:pathLst>
          </a:custGeom>
          <a:blipFill>
            <a:blip r:embed="rId153">
              <a:extLst>
                <a:ext uri="{96DAC541-7B7A-43D3-8B79-37D633B846F1}">
                  <asvg:svgBlip xmlns:asvg="http://schemas.microsoft.com/office/drawing/2016/SVG/main" r:embed="rId154"/>
                </a:ext>
              </a:extLst>
            </a:blip>
            <a:stretch>
              <a:fillRect l="0" t="0" r="0" b="0"/>
            </a:stretch>
          </a:blipFill>
        </p:spPr>
      </p:sp>
      <p:sp>
        <p:nvSpPr>
          <p:cNvPr name="Freeform 80" id="80"/>
          <p:cNvSpPr/>
          <p:nvPr/>
        </p:nvSpPr>
        <p:spPr>
          <a:xfrm flipH="false" flipV="false" rot="0">
            <a:off x="13258009" y="6358280"/>
            <a:ext cx="706345" cy="617144"/>
          </a:xfrm>
          <a:custGeom>
            <a:avLst/>
            <a:gdLst/>
            <a:ahLst/>
            <a:cxnLst/>
            <a:rect r="r" b="b" t="t" l="l"/>
            <a:pathLst>
              <a:path h="617144" w="706345">
                <a:moveTo>
                  <a:pt x="0" y="0"/>
                </a:moveTo>
                <a:lnTo>
                  <a:pt x="706346" y="0"/>
                </a:lnTo>
                <a:lnTo>
                  <a:pt x="706346" y="617144"/>
                </a:lnTo>
                <a:lnTo>
                  <a:pt x="0" y="617144"/>
                </a:lnTo>
                <a:lnTo>
                  <a:pt x="0" y="0"/>
                </a:lnTo>
                <a:close/>
              </a:path>
            </a:pathLst>
          </a:custGeom>
          <a:blipFill>
            <a:blip r:embed="rId155">
              <a:extLst>
                <a:ext uri="{96DAC541-7B7A-43D3-8B79-37D633B846F1}">
                  <asvg:svgBlip xmlns:asvg="http://schemas.microsoft.com/office/drawing/2016/SVG/main" r:embed="rId156"/>
                </a:ext>
              </a:extLst>
            </a:blip>
            <a:stretch>
              <a:fillRect l="0" t="0" r="0" b="0"/>
            </a:stretch>
          </a:blipFill>
        </p:spPr>
      </p:sp>
      <p:sp>
        <p:nvSpPr>
          <p:cNvPr name="Freeform 81" id="81"/>
          <p:cNvSpPr/>
          <p:nvPr/>
        </p:nvSpPr>
        <p:spPr>
          <a:xfrm flipH="false" flipV="false" rot="0">
            <a:off x="13415734" y="7214987"/>
            <a:ext cx="390373" cy="700745"/>
          </a:xfrm>
          <a:custGeom>
            <a:avLst/>
            <a:gdLst/>
            <a:ahLst/>
            <a:cxnLst/>
            <a:rect r="r" b="b" t="t" l="l"/>
            <a:pathLst>
              <a:path h="700745" w="390373">
                <a:moveTo>
                  <a:pt x="0" y="0"/>
                </a:moveTo>
                <a:lnTo>
                  <a:pt x="390372" y="0"/>
                </a:lnTo>
                <a:lnTo>
                  <a:pt x="390372" y="700745"/>
                </a:lnTo>
                <a:lnTo>
                  <a:pt x="0" y="700745"/>
                </a:lnTo>
                <a:lnTo>
                  <a:pt x="0" y="0"/>
                </a:lnTo>
                <a:close/>
              </a:path>
            </a:pathLst>
          </a:custGeom>
          <a:blipFill>
            <a:blip r:embed="rId157">
              <a:extLst>
                <a:ext uri="{96DAC541-7B7A-43D3-8B79-37D633B846F1}">
                  <asvg:svgBlip xmlns:asvg="http://schemas.microsoft.com/office/drawing/2016/SVG/main" r:embed="rId158"/>
                </a:ext>
              </a:extLst>
            </a:blip>
            <a:stretch>
              <a:fillRect l="0" t="0" r="0" b="0"/>
            </a:stretch>
          </a:blipFill>
        </p:spPr>
      </p:sp>
      <p:sp>
        <p:nvSpPr>
          <p:cNvPr name="Freeform 82" id="82"/>
          <p:cNvSpPr/>
          <p:nvPr/>
        </p:nvSpPr>
        <p:spPr>
          <a:xfrm flipH="false" flipV="false" rot="0">
            <a:off x="15913208" y="7216950"/>
            <a:ext cx="702631" cy="697030"/>
          </a:xfrm>
          <a:custGeom>
            <a:avLst/>
            <a:gdLst/>
            <a:ahLst/>
            <a:cxnLst/>
            <a:rect r="r" b="b" t="t" l="l"/>
            <a:pathLst>
              <a:path h="697030" w="702631">
                <a:moveTo>
                  <a:pt x="0" y="0"/>
                </a:moveTo>
                <a:lnTo>
                  <a:pt x="702631" y="0"/>
                </a:lnTo>
                <a:lnTo>
                  <a:pt x="702631" y="697030"/>
                </a:lnTo>
                <a:lnTo>
                  <a:pt x="0" y="697030"/>
                </a:lnTo>
                <a:lnTo>
                  <a:pt x="0" y="0"/>
                </a:lnTo>
                <a:close/>
              </a:path>
            </a:pathLst>
          </a:custGeom>
          <a:blipFill>
            <a:blip r:embed="rId159">
              <a:extLst>
                <a:ext uri="{96DAC541-7B7A-43D3-8B79-37D633B846F1}">
                  <asvg:svgBlip xmlns:asvg="http://schemas.microsoft.com/office/drawing/2016/SVG/main" r:embed="rId160"/>
                </a:ext>
              </a:extLst>
            </a:blip>
            <a:stretch>
              <a:fillRect l="0" t="0" r="0" b="0"/>
            </a:stretch>
          </a:blipFill>
        </p:spPr>
      </p:sp>
      <p:sp>
        <p:nvSpPr>
          <p:cNvPr name="Freeform 83" id="83"/>
          <p:cNvSpPr/>
          <p:nvPr/>
        </p:nvSpPr>
        <p:spPr>
          <a:xfrm flipH="false" flipV="false" rot="0">
            <a:off x="12395206" y="2607421"/>
            <a:ext cx="695201" cy="700745"/>
          </a:xfrm>
          <a:custGeom>
            <a:avLst/>
            <a:gdLst/>
            <a:ahLst/>
            <a:cxnLst/>
            <a:rect r="r" b="b" t="t" l="l"/>
            <a:pathLst>
              <a:path h="700745" w="695201">
                <a:moveTo>
                  <a:pt x="0" y="0"/>
                </a:moveTo>
                <a:lnTo>
                  <a:pt x="695202" y="0"/>
                </a:lnTo>
                <a:lnTo>
                  <a:pt x="695202" y="700745"/>
                </a:lnTo>
                <a:lnTo>
                  <a:pt x="0" y="700745"/>
                </a:lnTo>
                <a:lnTo>
                  <a:pt x="0" y="0"/>
                </a:lnTo>
                <a:close/>
              </a:path>
            </a:pathLst>
          </a:custGeom>
          <a:blipFill>
            <a:blip r:embed="rId161">
              <a:extLst>
                <a:ext uri="{96DAC541-7B7A-43D3-8B79-37D633B846F1}">
                  <asvg:svgBlip xmlns:asvg="http://schemas.microsoft.com/office/drawing/2016/SVG/main" r:embed="rId162"/>
                </a:ext>
              </a:extLst>
            </a:blip>
            <a:stretch>
              <a:fillRect l="0" t="0" r="0" b="0"/>
            </a:stretch>
          </a:blipFill>
        </p:spPr>
      </p:sp>
      <p:sp>
        <p:nvSpPr>
          <p:cNvPr name="Freeform 84" id="84"/>
          <p:cNvSpPr/>
          <p:nvPr/>
        </p:nvSpPr>
        <p:spPr>
          <a:xfrm flipH="false" flipV="false" rot="0">
            <a:off x="12426820" y="3513191"/>
            <a:ext cx="631955" cy="695201"/>
          </a:xfrm>
          <a:custGeom>
            <a:avLst/>
            <a:gdLst/>
            <a:ahLst/>
            <a:cxnLst/>
            <a:rect r="r" b="b" t="t" l="l"/>
            <a:pathLst>
              <a:path h="695201" w="631955">
                <a:moveTo>
                  <a:pt x="0" y="0"/>
                </a:moveTo>
                <a:lnTo>
                  <a:pt x="631955" y="0"/>
                </a:lnTo>
                <a:lnTo>
                  <a:pt x="631955" y="695202"/>
                </a:lnTo>
                <a:lnTo>
                  <a:pt x="0" y="695202"/>
                </a:lnTo>
                <a:lnTo>
                  <a:pt x="0" y="0"/>
                </a:lnTo>
                <a:close/>
              </a:path>
            </a:pathLst>
          </a:custGeom>
          <a:blipFill>
            <a:blip r:embed="rId163">
              <a:extLst>
                <a:ext uri="{96DAC541-7B7A-43D3-8B79-37D633B846F1}">
                  <asvg:svgBlip xmlns:asvg="http://schemas.microsoft.com/office/drawing/2016/SVG/main" r:embed="rId164"/>
                </a:ext>
              </a:extLst>
            </a:blip>
            <a:stretch>
              <a:fillRect l="0" t="0" r="0" b="0"/>
            </a:stretch>
          </a:blipFill>
        </p:spPr>
      </p:sp>
      <p:sp>
        <p:nvSpPr>
          <p:cNvPr name="Freeform 85" id="85"/>
          <p:cNvSpPr/>
          <p:nvPr/>
        </p:nvSpPr>
        <p:spPr>
          <a:xfrm flipH="false" flipV="false" rot="0">
            <a:off x="12392311" y="4393968"/>
            <a:ext cx="700802" cy="700745"/>
          </a:xfrm>
          <a:custGeom>
            <a:avLst/>
            <a:gdLst/>
            <a:ahLst/>
            <a:cxnLst/>
            <a:rect r="r" b="b" t="t" l="l"/>
            <a:pathLst>
              <a:path h="700745" w="700802">
                <a:moveTo>
                  <a:pt x="0" y="0"/>
                </a:moveTo>
                <a:lnTo>
                  <a:pt x="700802" y="0"/>
                </a:lnTo>
                <a:lnTo>
                  <a:pt x="700802" y="700745"/>
                </a:lnTo>
                <a:lnTo>
                  <a:pt x="0" y="700745"/>
                </a:lnTo>
                <a:lnTo>
                  <a:pt x="0" y="0"/>
                </a:lnTo>
                <a:close/>
              </a:path>
            </a:pathLst>
          </a:custGeom>
          <a:blipFill>
            <a:blip r:embed="rId165">
              <a:extLst>
                <a:ext uri="{96DAC541-7B7A-43D3-8B79-37D633B846F1}">
                  <asvg:svgBlip xmlns:asvg="http://schemas.microsoft.com/office/drawing/2016/SVG/main" r:embed="rId166"/>
                </a:ext>
              </a:extLst>
            </a:blip>
            <a:stretch>
              <a:fillRect l="0" t="0" r="0" b="0"/>
            </a:stretch>
          </a:blipFill>
        </p:spPr>
      </p:sp>
      <p:sp>
        <p:nvSpPr>
          <p:cNvPr name="Freeform 86" id="86"/>
          <p:cNvSpPr/>
          <p:nvPr/>
        </p:nvSpPr>
        <p:spPr>
          <a:xfrm flipH="false" flipV="false" rot="0">
            <a:off x="9732769" y="5340325"/>
            <a:ext cx="698916" cy="697087"/>
          </a:xfrm>
          <a:custGeom>
            <a:avLst/>
            <a:gdLst/>
            <a:ahLst/>
            <a:cxnLst/>
            <a:rect r="r" b="b" t="t" l="l"/>
            <a:pathLst>
              <a:path h="697087" w="698916">
                <a:moveTo>
                  <a:pt x="0" y="0"/>
                </a:moveTo>
                <a:lnTo>
                  <a:pt x="698916" y="0"/>
                </a:lnTo>
                <a:lnTo>
                  <a:pt x="698916" y="697087"/>
                </a:lnTo>
                <a:lnTo>
                  <a:pt x="0" y="697087"/>
                </a:lnTo>
                <a:lnTo>
                  <a:pt x="0" y="0"/>
                </a:lnTo>
                <a:close/>
              </a:path>
            </a:pathLst>
          </a:custGeom>
          <a:blipFill>
            <a:blip r:embed="rId167">
              <a:extLst>
                <a:ext uri="{96DAC541-7B7A-43D3-8B79-37D633B846F1}">
                  <asvg:svgBlip xmlns:asvg="http://schemas.microsoft.com/office/drawing/2016/SVG/main" r:embed="rId168"/>
                </a:ext>
              </a:extLst>
            </a:blip>
            <a:stretch>
              <a:fillRect l="0" t="0" r="0" b="0"/>
            </a:stretch>
          </a:blipFill>
        </p:spPr>
      </p:sp>
      <p:sp>
        <p:nvSpPr>
          <p:cNvPr name="Freeform 87" id="87"/>
          <p:cNvSpPr/>
          <p:nvPr/>
        </p:nvSpPr>
        <p:spPr>
          <a:xfrm flipH="false" flipV="false" rot="0">
            <a:off x="9734636" y="6319256"/>
            <a:ext cx="695201" cy="695201"/>
          </a:xfrm>
          <a:custGeom>
            <a:avLst/>
            <a:gdLst/>
            <a:ahLst/>
            <a:cxnLst/>
            <a:rect r="r" b="b" t="t" l="l"/>
            <a:pathLst>
              <a:path h="695201" w="695201">
                <a:moveTo>
                  <a:pt x="0" y="0"/>
                </a:moveTo>
                <a:lnTo>
                  <a:pt x="695201" y="0"/>
                </a:lnTo>
                <a:lnTo>
                  <a:pt x="695201" y="695202"/>
                </a:lnTo>
                <a:lnTo>
                  <a:pt x="0" y="695202"/>
                </a:lnTo>
                <a:lnTo>
                  <a:pt x="0" y="0"/>
                </a:lnTo>
                <a:close/>
              </a:path>
            </a:pathLst>
          </a:custGeom>
          <a:blipFill>
            <a:blip r:embed="rId169">
              <a:extLst>
                <a:ext uri="{96DAC541-7B7A-43D3-8B79-37D633B846F1}">
                  <asvg:svgBlip xmlns:asvg="http://schemas.microsoft.com/office/drawing/2016/SVG/main" r:embed="rId170"/>
                </a:ext>
              </a:extLst>
            </a:blip>
            <a:stretch>
              <a:fillRect l="0" t="0" r="0" b="0"/>
            </a:stretch>
          </a:blipFill>
        </p:spPr>
      </p:sp>
      <p:sp>
        <p:nvSpPr>
          <p:cNvPr name="Freeform 88" id="88"/>
          <p:cNvSpPr/>
          <p:nvPr/>
        </p:nvSpPr>
        <p:spPr>
          <a:xfrm flipH="false" flipV="false" rot="0">
            <a:off x="9733502" y="7216854"/>
            <a:ext cx="697087" cy="697030"/>
          </a:xfrm>
          <a:custGeom>
            <a:avLst/>
            <a:gdLst/>
            <a:ahLst/>
            <a:cxnLst/>
            <a:rect r="r" b="b" t="t" l="l"/>
            <a:pathLst>
              <a:path h="697030" w="697087">
                <a:moveTo>
                  <a:pt x="0" y="0"/>
                </a:moveTo>
                <a:lnTo>
                  <a:pt x="697087" y="0"/>
                </a:lnTo>
                <a:lnTo>
                  <a:pt x="697087" y="697030"/>
                </a:lnTo>
                <a:lnTo>
                  <a:pt x="0" y="697030"/>
                </a:lnTo>
                <a:lnTo>
                  <a:pt x="0" y="0"/>
                </a:lnTo>
                <a:close/>
              </a:path>
            </a:pathLst>
          </a:custGeom>
          <a:blipFill>
            <a:blip r:embed="rId171">
              <a:extLst>
                <a:ext uri="{96DAC541-7B7A-43D3-8B79-37D633B846F1}">
                  <asvg:svgBlip xmlns:asvg="http://schemas.microsoft.com/office/drawing/2016/SVG/main" r:embed="rId172"/>
                </a:ext>
              </a:extLst>
            </a:blip>
            <a:stretch>
              <a:fillRect l="0" t="0" r="0" b="0"/>
            </a:stretch>
          </a:blipFill>
        </p:spPr>
      </p:sp>
      <p:sp>
        <p:nvSpPr>
          <p:cNvPr name="Freeform 89" id="89"/>
          <p:cNvSpPr/>
          <p:nvPr/>
        </p:nvSpPr>
        <p:spPr>
          <a:xfrm flipH="false" flipV="false" rot="0">
            <a:off x="14174038" y="5339439"/>
            <a:ext cx="656139" cy="698849"/>
          </a:xfrm>
          <a:custGeom>
            <a:avLst/>
            <a:gdLst/>
            <a:ahLst/>
            <a:cxnLst/>
            <a:rect r="r" b="b" t="t" l="l"/>
            <a:pathLst>
              <a:path h="698849" w="656139">
                <a:moveTo>
                  <a:pt x="0" y="0"/>
                </a:moveTo>
                <a:lnTo>
                  <a:pt x="656139" y="0"/>
                </a:lnTo>
                <a:lnTo>
                  <a:pt x="656139" y="698849"/>
                </a:lnTo>
                <a:lnTo>
                  <a:pt x="0" y="698849"/>
                </a:lnTo>
                <a:lnTo>
                  <a:pt x="0" y="0"/>
                </a:lnTo>
                <a:close/>
              </a:path>
            </a:pathLst>
          </a:custGeom>
          <a:blipFill>
            <a:blip r:embed="rId173">
              <a:extLst>
                <a:ext uri="{96DAC541-7B7A-43D3-8B79-37D633B846F1}">
                  <asvg:svgBlip xmlns:asvg="http://schemas.microsoft.com/office/drawing/2016/SVG/main" r:embed="rId174"/>
                </a:ext>
              </a:extLst>
            </a:blip>
            <a:stretch>
              <a:fillRect l="0" t="0" r="0" b="0"/>
            </a:stretch>
          </a:blipFill>
        </p:spPr>
      </p:sp>
      <p:sp>
        <p:nvSpPr>
          <p:cNvPr name="Freeform 90" id="90"/>
          <p:cNvSpPr/>
          <p:nvPr/>
        </p:nvSpPr>
        <p:spPr>
          <a:xfrm flipH="false" flipV="false" rot="0">
            <a:off x="14148654" y="6315446"/>
            <a:ext cx="706345" cy="702631"/>
          </a:xfrm>
          <a:custGeom>
            <a:avLst/>
            <a:gdLst/>
            <a:ahLst/>
            <a:cxnLst/>
            <a:rect r="r" b="b" t="t" l="l"/>
            <a:pathLst>
              <a:path h="702631" w="706345">
                <a:moveTo>
                  <a:pt x="0" y="0"/>
                </a:moveTo>
                <a:lnTo>
                  <a:pt x="706346" y="0"/>
                </a:lnTo>
                <a:lnTo>
                  <a:pt x="706346" y="702631"/>
                </a:lnTo>
                <a:lnTo>
                  <a:pt x="0" y="702631"/>
                </a:lnTo>
                <a:lnTo>
                  <a:pt x="0" y="0"/>
                </a:lnTo>
                <a:close/>
              </a:path>
            </a:pathLst>
          </a:custGeom>
          <a:blipFill>
            <a:blip r:embed="rId175">
              <a:extLst>
                <a:ext uri="{96DAC541-7B7A-43D3-8B79-37D633B846F1}">
                  <asvg:svgBlip xmlns:asvg="http://schemas.microsoft.com/office/drawing/2016/SVG/main" r:embed="rId176"/>
                </a:ext>
              </a:extLst>
            </a:blip>
            <a:stretch>
              <a:fillRect l="0" t="0" r="0" b="0"/>
            </a:stretch>
          </a:blipFill>
        </p:spPr>
      </p:sp>
      <p:sp>
        <p:nvSpPr>
          <p:cNvPr name="Freeform 91" id="91"/>
          <p:cNvSpPr/>
          <p:nvPr/>
        </p:nvSpPr>
        <p:spPr>
          <a:xfrm flipH="false" flipV="false" rot="0">
            <a:off x="14151740" y="7340546"/>
            <a:ext cx="700745" cy="449837"/>
          </a:xfrm>
          <a:custGeom>
            <a:avLst/>
            <a:gdLst/>
            <a:ahLst/>
            <a:cxnLst/>
            <a:rect r="r" b="b" t="t" l="l"/>
            <a:pathLst>
              <a:path h="449837" w="700745">
                <a:moveTo>
                  <a:pt x="0" y="0"/>
                </a:moveTo>
                <a:lnTo>
                  <a:pt x="700745" y="0"/>
                </a:lnTo>
                <a:lnTo>
                  <a:pt x="700745" y="449837"/>
                </a:lnTo>
                <a:lnTo>
                  <a:pt x="0" y="449837"/>
                </a:lnTo>
                <a:lnTo>
                  <a:pt x="0" y="0"/>
                </a:lnTo>
                <a:close/>
              </a:path>
            </a:pathLst>
          </a:custGeom>
          <a:blipFill>
            <a:blip r:embed="rId177">
              <a:extLst>
                <a:ext uri="{96DAC541-7B7A-43D3-8B79-37D633B846F1}">
                  <asvg:svgBlip xmlns:asvg="http://schemas.microsoft.com/office/drawing/2016/SVG/main" r:embed="rId178"/>
                </a:ext>
              </a:extLst>
            </a:blip>
            <a:stretch>
              <a:fillRect l="0" t="0" r="0" b="0"/>
            </a:stretch>
          </a:blipFill>
        </p:spPr>
      </p:sp>
      <p:sp>
        <p:nvSpPr>
          <p:cNvPr name="Freeform 92" id="92"/>
          <p:cNvSpPr/>
          <p:nvPr/>
        </p:nvSpPr>
        <p:spPr>
          <a:xfrm flipH="false" flipV="false" rot="0">
            <a:off x="12371803" y="8119091"/>
            <a:ext cx="702574" cy="652777"/>
          </a:xfrm>
          <a:custGeom>
            <a:avLst/>
            <a:gdLst/>
            <a:ahLst/>
            <a:cxnLst/>
            <a:rect r="r" b="b" t="t" l="l"/>
            <a:pathLst>
              <a:path h="652777" w="702574">
                <a:moveTo>
                  <a:pt x="0" y="0"/>
                </a:moveTo>
                <a:lnTo>
                  <a:pt x="702574" y="0"/>
                </a:lnTo>
                <a:lnTo>
                  <a:pt x="702574" y="652777"/>
                </a:lnTo>
                <a:lnTo>
                  <a:pt x="0" y="652777"/>
                </a:lnTo>
                <a:lnTo>
                  <a:pt x="0" y="0"/>
                </a:lnTo>
                <a:close/>
              </a:path>
            </a:pathLst>
          </a:custGeom>
          <a:blipFill>
            <a:blip r:embed="rId179">
              <a:extLst>
                <a:ext uri="{96DAC541-7B7A-43D3-8B79-37D633B846F1}">
                  <asvg:svgBlip xmlns:asvg="http://schemas.microsoft.com/office/drawing/2016/SVG/main" r:embed="rId180"/>
                </a:ext>
              </a:extLst>
            </a:blip>
            <a:stretch>
              <a:fillRect l="0" t="0" r="0" b="0"/>
            </a:stretch>
          </a:blipFill>
        </p:spPr>
      </p:sp>
      <p:sp>
        <p:nvSpPr>
          <p:cNvPr name="Freeform 93" id="93"/>
          <p:cNvSpPr/>
          <p:nvPr/>
        </p:nvSpPr>
        <p:spPr>
          <a:xfrm flipH="false" flipV="false" rot="0">
            <a:off x="13262096" y="3512010"/>
            <a:ext cx="726757" cy="697554"/>
          </a:xfrm>
          <a:custGeom>
            <a:avLst/>
            <a:gdLst/>
            <a:ahLst/>
            <a:cxnLst/>
            <a:rect r="r" b="b" t="t" l="l"/>
            <a:pathLst>
              <a:path h="697554" w="726757">
                <a:moveTo>
                  <a:pt x="0" y="0"/>
                </a:moveTo>
                <a:lnTo>
                  <a:pt x="726757" y="0"/>
                </a:lnTo>
                <a:lnTo>
                  <a:pt x="726757" y="697554"/>
                </a:lnTo>
                <a:lnTo>
                  <a:pt x="0" y="697554"/>
                </a:lnTo>
                <a:lnTo>
                  <a:pt x="0" y="0"/>
                </a:lnTo>
                <a:close/>
              </a:path>
            </a:pathLst>
          </a:custGeom>
          <a:blipFill>
            <a:blip r:embed="rId181">
              <a:extLst>
                <a:ext uri="{96DAC541-7B7A-43D3-8B79-37D633B846F1}">
                  <asvg:svgBlip xmlns:asvg="http://schemas.microsoft.com/office/drawing/2016/SVG/main" r:embed="rId182"/>
                </a:ext>
              </a:extLst>
            </a:blip>
            <a:stretch>
              <a:fillRect l="0" t="0" r="0" b="0"/>
            </a:stretch>
          </a:blipFill>
        </p:spPr>
      </p:sp>
      <p:sp>
        <p:nvSpPr>
          <p:cNvPr name="Freeform 94" id="94"/>
          <p:cNvSpPr/>
          <p:nvPr/>
        </p:nvSpPr>
        <p:spPr>
          <a:xfrm flipH="false" flipV="false" rot="0">
            <a:off x="13273211" y="4395006"/>
            <a:ext cx="704517" cy="698849"/>
          </a:xfrm>
          <a:custGeom>
            <a:avLst/>
            <a:gdLst/>
            <a:ahLst/>
            <a:cxnLst/>
            <a:rect r="r" b="b" t="t" l="l"/>
            <a:pathLst>
              <a:path h="698849" w="704517">
                <a:moveTo>
                  <a:pt x="0" y="0"/>
                </a:moveTo>
                <a:lnTo>
                  <a:pt x="704517" y="0"/>
                </a:lnTo>
                <a:lnTo>
                  <a:pt x="704517" y="698850"/>
                </a:lnTo>
                <a:lnTo>
                  <a:pt x="0" y="698850"/>
                </a:lnTo>
                <a:lnTo>
                  <a:pt x="0" y="0"/>
                </a:lnTo>
                <a:close/>
              </a:path>
            </a:pathLst>
          </a:custGeom>
          <a:blipFill>
            <a:blip r:embed="rId183">
              <a:extLst>
                <a:ext uri="{96DAC541-7B7A-43D3-8B79-37D633B846F1}">
                  <asvg:svgBlip xmlns:asvg="http://schemas.microsoft.com/office/drawing/2016/SVG/main" r:embed="rId184"/>
                </a:ext>
              </a:extLst>
            </a:blip>
            <a:stretch>
              <a:fillRect l="0" t="0" r="0" b="0"/>
            </a:stretch>
          </a:blipFill>
        </p:spPr>
      </p:sp>
      <p:sp>
        <p:nvSpPr>
          <p:cNvPr name="Freeform 95" id="95"/>
          <p:cNvSpPr/>
          <p:nvPr/>
        </p:nvSpPr>
        <p:spPr>
          <a:xfrm flipH="false" flipV="false" rot="0">
            <a:off x="10602439" y="5423983"/>
            <a:ext cx="700802" cy="529780"/>
          </a:xfrm>
          <a:custGeom>
            <a:avLst/>
            <a:gdLst/>
            <a:ahLst/>
            <a:cxnLst/>
            <a:rect r="r" b="b" t="t" l="l"/>
            <a:pathLst>
              <a:path h="529780" w="700802">
                <a:moveTo>
                  <a:pt x="0" y="0"/>
                </a:moveTo>
                <a:lnTo>
                  <a:pt x="700802" y="0"/>
                </a:lnTo>
                <a:lnTo>
                  <a:pt x="700802" y="529780"/>
                </a:lnTo>
                <a:lnTo>
                  <a:pt x="0" y="529780"/>
                </a:lnTo>
                <a:lnTo>
                  <a:pt x="0" y="0"/>
                </a:lnTo>
                <a:close/>
              </a:path>
            </a:pathLst>
          </a:custGeom>
          <a:blipFill>
            <a:blip r:embed="rId185">
              <a:extLst>
                <a:ext uri="{96DAC541-7B7A-43D3-8B79-37D633B846F1}">
                  <asvg:svgBlip xmlns:asvg="http://schemas.microsoft.com/office/drawing/2016/SVG/main" r:embed="rId186"/>
                </a:ext>
              </a:extLst>
            </a:blip>
            <a:stretch>
              <a:fillRect l="0" t="0" r="0" b="0"/>
            </a:stretch>
          </a:blipFill>
        </p:spPr>
      </p:sp>
      <p:sp>
        <p:nvSpPr>
          <p:cNvPr name="Freeform 96" id="96"/>
          <p:cNvSpPr/>
          <p:nvPr/>
        </p:nvSpPr>
        <p:spPr>
          <a:xfrm flipH="false" flipV="false" rot="0">
            <a:off x="10603382" y="6317390"/>
            <a:ext cx="698916" cy="698916"/>
          </a:xfrm>
          <a:custGeom>
            <a:avLst/>
            <a:gdLst/>
            <a:ahLst/>
            <a:cxnLst/>
            <a:rect r="r" b="b" t="t" l="l"/>
            <a:pathLst>
              <a:path h="698916" w="698916">
                <a:moveTo>
                  <a:pt x="0" y="0"/>
                </a:moveTo>
                <a:lnTo>
                  <a:pt x="698916" y="0"/>
                </a:lnTo>
                <a:lnTo>
                  <a:pt x="698916" y="698916"/>
                </a:lnTo>
                <a:lnTo>
                  <a:pt x="0" y="698916"/>
                </a:lnTo>
                <a:lnTo>
                  <a:pt x="0" y="0"/>
                </a:lnTo>
                <a:close/>
              </a:path>
            </a:pathLst>
          </a:custGeom>
          <a:blipFill>
            <a:blip r:embed="rId187">
              <a:extLst>
                <a:ext uri="{96DAC541-7B7A-43D3-8B79-37D633B846F1}">
                  <asvg:svgBlip xmlns:asvg="http://schemas.microsoft.com/office/drawing/2016/SVG/main" r:embed="rId188"/>
                </a:ext>
              </a:extLst>
            </a:blip>
            <a:stretch>
              <a:fillRect l="0" t="0" r="0" b="0"/>
            </a:stretch>
          </a:blipFill>
        </p:spPr>
      </p:sp>
      <p:sp>
        <p:nvSpPr>
          <p:cNvPr name="Freeform 97" id="97"/>
          <p:cNvSpPr/>
          <p:nvPr/>
        </p:nvSpPr>
        <p:spPr>
          <a:xfrm flipH="false" flipV="false" rot="0">
            <a:off x="10603382" y="7216950"/>
            <a:ext cx="698916" cy="697030"/>
          </a:xfrm>
          <a:custGeom>
            <a:avLst/>
            <a:gdLst/>
            <a:ahLst/>
            <a:cxnLst/>
            <a:rect r="r" b="b" t="t" l="l"/>
            <a:pathLst>
              <a:path h="697030" w="698916">
                <a:moveTo>
                  <a:pt x="0" y="0"/>
                </a:moveTo>
                <a:lnTo>
                  <a:pt x="698916" y="0"/>
                </a:lnTo>
                <a:lnTo>
                  <a:pt x="698916" y="697030"/>
                </a:lnTo>
                <a:lnTo>
                  <a:pt x="0" y="697030"/>
                </a:lnTo>
                <a:lnTo>
                  <a:pt x="0" y="0"/>
                </a:lnTo>
                <a:close/>
              </a:path>
            </a:pathLst>
          </a:custGeom>
          <a:blipFill>
            <a:blip r:embed="rId189">
              <a:extLst>
                <a:ext uri="{96DAC541-7B7A-43D3-8B79-37D633B846F1}">
                  <asvg:svgBlip xmlns:asvg="http://schemas.microsoft.com/office/drawing/2016/SVG/main" r:embed="rId190"/>
                </a:ext>
              </a:extLst>
            </a:blip>
            <a:stretch>
              <a:fillRect l="0" t="0" r="0" b="0"/>
            </a:stretch>
          </a:blipFill>
        </p:spPr>
      </p:sp>
      <p:sp>
        <p:nvSpPr>
          <p:cNvPr name="Freeform 98" id="98"/>
          <p:cNvSpPr/>
          <p:nvPr/>
        </p:nvSpPr>
        <p:spPr>
          <a:xfrm flipH="false" flipV="false" rot="0">
            <a:off x="15026554" y="5340286"/>
            <a:ext cx="708231" cy="697030"/>
          </a:xfrm>
          <a:custGeom>
            <a:avLst/>
            <a:gdLst/>
            <a:ahLst/>
            <a:cxnLst/>
            <a:rect r="r" b="b" t="t" l="l"/>
            <a:pathLst>
              <a:path h="697030" w="708231">
                <a:moveTo>
                  <a:pt x="0" y="0"/>
                </a:moveTo>
                <a:lnTo>
                  <a:pt x="708232" y="0"/>
                </a:lnTo>
                <a:lnTo>
                  <a:pt x="708232" y="697030"/>
                </a:lnTo>
                <a:lnTo>
                  <a:pt x="0" y="697030"/>
                </a:lnTo>
                <a:lnTo>
                  <a:pt x="0" y="0"/>
                </a:lnTo>
                <a:close/>
              </a:path>
            </a:pathLst>
          </a:custGeom>
          <a:blipFill>
            <a:blip r:embed="rId191">
              <a:extLst>
                <a:ext uri="{96DAC541-7B7A-43D3-8B79-37D633B846F1}">
                  <asvg:svgBlip xmlns:asvg="http://schemas.microsoft.com/office/drawing/2016/SVG/main" r:embed="rId192"/>
                </a:ext>
              </a:extLst>
            </a:blip>
            <a:stretch>
              <a:fillRect l="0" t="0" r="0" b="0"/>
            </a:stretch>
          </a:blipFill>
        </p:spPr>
      </p:sp>
      <p:sp>
        <p:nvSpPr>
          <p:cNvPr name="Freeform 99" id="99"/>
          <p:cNvSpPr/>
          <p:nvPr/>
        </p:nvSpPr>
        <p:spPr>
          <a:xfrm flipH="false" flipV="false" rot="0">
            <a:off x="15032460" y="6318333"/>
            <a:ext cx="697030" cy="697030"/>
          </a:xfrm>
          <a:custGeom>
            <a:avLst/>
            <a:gdLst/>
            <a:ahLst/>
            <a:cxnLst/>
            <a:rect r="r" b="b" t="t" l="l"/>
            <a:pathLst>
              <a:path h="697030" w="697030">
                <a:moveTo>
                  <a:pt x="0" y="0"/>
                </a:moveTo>
                <a:lnTo>
                  <a:pt x="697030" y="0"/>
                </a:lnTo>
                <a:lnTo>
                  <a:pt x="697030" y="697030"/>
                </a:lnTo>
                <a:lnTo>
                  <a:pt x="0" y="697030"/>
                </a:lnTo>
                <a:lnTo>
                  <a:pt x="0" y="0"/>
                </a:lnTo>
                <a:close/>
              </a:path>
            </a:pathLst>
          </a:custGeom>
          <a:blipFill>
            <a:blip r:embed="rId193">
              <a:extLst>
                <a:ext uri="{96DAC541-7B7A-43D3-8B79-37D633B846F1}">
                  <asvg:svgBlip xmlns:asvg="http://schemas.microsoft.com/office/drawing/2016/SVG/main" r:embed="rId194"/>
                </a:ext>
              </a:extLst>
            </a:blip>
            <a:stretch>
              <a:fillRect l="0" t="0" r="0" b="0"/>
            </a:stretch>
          </a:blipFill>
        </p:spPr>
      </p:sp>
      <p:sp>
        <p:nvSpPr>
          <p:cNvPr name="Freeform 100" id="100"/>
          <p:cNvSpPr/>
          <p:nvPr/>
        </p:nvSpPr>
        <p:spPr>
          <a:xfrm flipH="false" flipV="false" rot="0">
            <a:off x="15074284" y="7216007"/>
            <a:ext cx="613372" cy="698916"/>
          </a:xfrm>
          <a:custGeom>
            <a:avLst/>
            <a:gdLst/>
            <a:ahLst/>
            <a:cxnLst/>
            <a:rect r="r" b="b" t="t" l="l"/>
            <a:pathLst>
              <a:path h="698916" w="613372">
                <a:moveTo>
                  <a:pt x="0" y="0"/>
                </a:moveTo>
                <a:lnTo>
                  <a:pt x="613372" y="0"/>
                </a:lnTo>
                <a:lnTo>
                  <a:pt x="613372" y="698916"/>
                </a:lnTo>
                <a:lnTo>
                  <a:pt x="0" y="698916"/>
                </a:lnTo>
                <a:lnTo>
                  <a:pt x="0" y="0"/>
                </a:lnTo>
                <a:close/>
              </a:path>
            </a:pathLst>
          </a:custGeom>
          <a:blipFill>
            <a:blip r:embed="rId195">
              <a:extLst>
                <a:ext uri="{96DAC541-7B7A-43D3-8B79-37D633B846F1}">
                  <asvg:svgBlip xmlns:asvg="http://schemas.microsoft.com/office/drawing/2016/SVG/main" r:embed="rId196"/>
                </a:ext>
              </a:extLst>
            </a:blip>
            <a:stretch>
              <a:fillRect l="0" t="0" r="0" b="0"/>
            </a:stretch>
          </a:blipFill>
        </p:spPr>
      </p:sp>
      <p:sp>
        <p:nvSpPr>
          <p:cNvPr name="Freeform 101" id="101"/>
          <p:cNvSpPr/>
          <p:nvPr/>
        </p:nvSpPr>
        <p:spPr>
          <a:xfrm flipH="false" flipV="false" rot="0">
            <a:off x="13275955" y="8158039"/>
            <a:ext cx="698916" cy="697030"/>
          </a:xfrm>
          <a:custGeom>
            <a:avLst/>
            <a:gdLst/>
            <a:ahLst/>
            <a:cxnLst/>
            <a:rect r="r" b="b" t="t" l="l"/>
            <a:pathLst>
              <a:path h="697030" w="698916">
                <a:moveTo>
                  <a:pt x="0" y="0"/>
                </a:moveTo>
                <a:lnTo>
                  <a:pt x="698915" y="0"/>
                </a:lnTo>
                <a:lnTo>
                  <a:pt x="698915" y="697030"/>
                </a:lnTo>
                <a:lnTo>
                  <a:pt x="0" y="697030"/>
                </a:lnTo>
                <a:lnTo>
                  <a:pt x="0" y="0"/>
                </a:lnTo>
                <a:close/>
              </a:path>
            </a:pathLst>
          </a:custGeom>
          <a:blipFill>
            <a:blip r:embed="rId197">
              <a:extLst>
                <a:ext uri="{96DAC541-7B7A-43D3-8B79-37D633B846F1}">
                  <asvg:svgBlip xmlns:asvg="http://schemas.microsoft.com/office/drawing/2016/SVG/main" r:embed="rId198"/>
                </a:ext>
              </a:extLst>
            </a:blip>
            <a:stretch>
              <a:fillRect l="0" t="0" r="0" b="0"/>
            </a:stretch>
          </a:blipFill>
        </p:spPr>
      </p:sp>
      <p:sp>
        <p:nvSpPr>
          <p:cNvPr name="Freeform 102" id="102"/>
          <p:cNvSpPr/>
          <p:nvPr/>
        </p:nvSpPr>
        <p:spPr>
          <a:xfrm flipH="false" flipV="false" rot="0">
            <a:off x="9735845" y="4394911"/>
            <a:ext cx="697030" cy="698849"/>
          </a:xfrm>
          <a:custGeom>
            <a:avLst/>
            <a:gdLst/>
            <a:ahLst/>
            <a:cxnLst/>
            <a:rect r="r" b="b" t="t" l="l"/>
            <a:pathLst>
              <a:path h="698849" w="697030">
                <a:moveTo>
                  <a:pt x="0" y="0"/>
                </a:moveTo>
                <a:lnTo>
                  <a:pt x="697030" y="0"/>
                </a:lnTo>
                <a:lnTo>
                  <a:pt x="697030" y="698849"/>
                </a:lnTo>
                <a:lnTo>
                  <a:pt x="0" y="698849"/>
                </a:lnTo>
                <a:lnTo>
                  <a:pt x="0" y="0"/>
                </a:lnTo>
                <a:close/>
              </a:path>
            </a:pathLst>
          </a:custGeom>
          <a:blipFill>
            <a:blip r:embed="rId199">
              <a:extLst>
                <a:ext uri="{96DAC541-7B7A-43D3-8B79-37D633B846F1}">
                  <asvg:svgBlip xmlns:asvg="http://schemas.microsoft.com/office/drawing/2016/SVG/main" r:embed="rId200"/>
                </a:ext>
              </a:extLst>
            </a:blip>
            <a:stretch>
              <a:fillRect l="0" t="0" r="0" b="0"/>
            </a:stretch>
          </a:blipFill>
        </p:spPr>
      </p:sp>
      <p:sp>
        <p:nvSpPr>
          <p:cNvPr name="Freeform 103" id="103"/>
          <p:cNvSpPr/>
          <p:nvPr/>
        </p:nvSpPr>
        <p:spPr>
          <a:xfrm flipH="false" flipV="false" rot="0">
            <a:off x="13275069" y="2608336"/>
            <a:ext cx="700802" cy="698916"/>
          </a:xfrm>
          <a:custGeom>
            <a:avLst/>
            <a:gdLst/>
            <a:ahLst/>
            <a:cxnLst/>
            <a:rect r="r" b="b" t="t" l="l"/>
            <a:pathLst>
              <a:path h="698916" w="700802">
                <a:moveTo>
                  <a:pt x="0" y="0"/>
                </a:moveTo>
                <a:lnTo>
                  <a:pt x="700802" y="0"/>
                </a:lnTo>
                <a:lnTo>
                  <a:pt x="700802" y="698915"/>
                </a:lnTo>
                <a:lnTo>
                  <a:pt x="0" y="698915"/>
                </a:lnTo>
                <a:lnTo>
                  <a:pt x="0" y="0"/>
                </a:lnTo>
                <a:close/>
              </a:path>
            </a:pathLst>
          </a:custGeom>
          <a:blipFill>
            <a:blip r:embed="rId201">
              <a:extLst>
                <a:ext uri="{96DAC541-7B7A-43D3-8B79-37D633B846F1}">
                  <asvg:svgBlip xmlns:asvg="http://schemas.microsoft.com/office/drawing/2016/SVG/main" r:embed="rId202"/>
                </a:ext>
              </a:extLst>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790776" y="109440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Help &amp; Support Icons</a:t>
            </a:r>
          </a:p>
        </p:txBody>
      </p:sp>
      <p:sp>
        <p:nvSpPr>
          <p:cNvPr name="TextBox 3" id="3"/>
          <p:cNvSpPr txBox="true"/>
          <p:nvPr/>
        </p:nvSpPr>
        <p:spPr>
          <a:xfrm rot="0">
            <a:off x="9808226" y="109440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Avatar Icons</a:t>
            </a:r>
          </a:p>
        </p:txBody>
      </p:sp>
      <p:sp>
        <p:nvSpPr>
          <p:cNvPr name="Freeform 4" id="4"/>
          <p:cNvSpPr/>
          <p:nvPr/>
        </p:nvSpPr>
        <p:spPr>
          <a:xfrm flipH="false" flipV="false" rot="0">
            <a:off x="1765916" y="2613279"/>
            <a:ext cx="584883" cy="711479"/>
          </a:xfrm>
          <a:custGeom>
            <a:avLst/>
            <a:gdLst/>
            <a:ahLst/>
            <a:cxnLst/>
            <a:rect r="r" b="b" t="t" l="l"/>
            <a:pathLst>
              <a:path h="711479" w="584883">
                <a:moveTo>
                  <a:pt x="0" y="0"/>
                </a:moveTo>
                <a:lnTo>
                  <a:pt x="584883" y="0"/>
                </a:lnTo>
                <a:lnTo>
                  <a:pt x="584883" y="711479"/>
                </a:lnTo>
                <a:lnTo>
                  <a:pt x="0" y="711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02889" y="3532470"/>
            <a:ext cx="710936" cy="707174"/>
          </a:xfrm>
          <a:custGeom>
            <a:avLst/>
            <a:gdLst/>
            <a:ahLst/>
            <a:cxnLst/>
            <a:rect r="r" b="b" t="t" l="l"/>
            <a:pathLst>
              <a:path h="707174" w="710936">
                <a:moveTo>
                  <a:pt x="0" y="0"/>
                </a:moveTo>
                <a:lnTo>
                  <a:pt x="710937" y="0"/>
                </a:lnTo>
                <a:lnTo>
                  <a:pt x="710937" y="707174"/>
                </a:lnTo>
                <a:lnTo>
                  <a:pt x="0" y="7071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01917" y="4441641"/>
            <a:ext cx="712880" cy="709117"/>
          </a:xfrm>
          <a:custGeom>
            <a:avLst/>
            <a:gdLst/>
            <a:ahLst/>
            <a:cxnLst/>
            <a:rect r="r" b="b" t="t" l="l"/>
            <a:pathLst>
              <a:path h="709117" w="712880">
                <a:moveTo>
                  <a:pt x="0" y="0"/>
                </a:moveTo>
                <a:lnTo>
                  <a:pt x="712880" y="0"/>
                </a:lnTo>
                <a:lnTo>
                  <a:pt x="712880" y="709117"/>
                </a:lnTo>
                <a:lnTo>
                  <a:pt x="0" y="7091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179125" y="2615432"/>
            <a:ext cx="707174" cy="707174"/>
          </a:xfrm>
          <a:custGeom>
            <a:avLst/>
            <a:gdLst/>
            <a:ahLst/>
            <a:cxnLst/>
            <a:rect r="r" b="b" t="t" l="l"/>
            <a:pathLst>
              <a:path h="707174" w="707174">
                <a:moveTo>
                  <a:pt x="0" y="0"/>
                </a:moveTo>
                <a:lnTo>
                  <a:pt x="707174" y="0"/>
                </a:lnTo>
                <a:lnTo>
                  <a:pt x="707174" y="707174"/>
                </a:lnTo>
                <a:lnTo>
                  <a:pt x="0" y="70717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6172029" y="3529832"/>
            <a:ext cx="709051" cy="713242"/>
          </a:xfrm>
          <a:custGeom>
            <a:avLst/>
            <a:gdLst/>
            <a:ahLst/>
            <a:cxnLst/>
            <a:rect r="r" b="b" t="t" l="l"/>
            <a:pathLst>
              <a:path h="713242" w="709051">
                <a:moveTo>
                  <a:pt x="0" y="0"/>
                </a:moveTo>
                <a:lnTo>
                  <a:pt x="709050" y="0"/>
                </a:lnTo>
                <a:lnTo>
                  <a:pt x="709050" y="713241"/>
                </a:lnTo>
                <a:lnTo>
                  <a:pt x="0" y="7132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6178182" y="4441641"/>
            <a:ext cx="709051" cy="709117"/>
          </a:xfrm>
          <a:custGeom>
            <a:avLst/>
            <a:gdLst/>
            <a:ahLst/>
            <a:cxnLst/>
            <a:rect r="r" b="b" t="t" l="l"/>
            <a:pathLst>
              <a:path h="709117" w="709051">
                <a:moveTo>
                  <a:pt x="0" y="0"/>
                </a:moveTo>
                <a:lnTo>
                  <a:pt x="709050" y="0"/>
                </a:lnTo>
                <a:lnTo>
                  <a:pt x="709050" y="709117"/>
                </a:lnTo>
                <a:lnTo>
                  <a:pt x="0" y="7091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478978" y="5374138"/>
            <a:ext cx="716756" cy="709051"/>
          </a:xfrm>
          <a:custGeom>
            <a:avLst/>
            <a:gdLst/>
            <a:ahLst/>
            <a:cxnLst/>
            <a:rect r="r" b="b" t="t" l="l"/>
            <a:pathLst>
              <a:path h="709051" w="716756">
                <a:moveTo>
                  <a:pt x="0" y="0"/>
                </a:moveTo>
                <a:lnTo>
                  <a:pt x="716756" y="0"/>
                </a:lnTo>
                <a:lnTo>
                  <a:pt x="716756" y="709051"/>
                </a:lnTo>
                <a:lnTo>
                  <a:pt x="0" y="70905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3472301" y="6312932"/>
            <a:ext cx="730101" cy="704326"/>
          </a:xfrm>
          <a:custGeom>
            <a:avLst/>
            <a:gdLst/>
            <a:ahLst/>
            <a:cxnLst/>
            <a:rect r="r" b="b" t="t" l="l"/>
            <a:pathLst>
              <a:path h="704326" w="730101">
                <a:moveTo>
                  <a:pt x="0" y="0"/>
                </a:moveTo>
                <a:lnTo>
                  <a:pt x="730100" y="0"/>
                </a:lnTo>
                <a:lnTo>
                  <a:pt x="730100" y="704326"/>
                </a:lnTo>
                <a:lnTo>
                  <a:pt x="0" y="70432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3475082" y="7233676"/>
            <a:ext cx="712880" cy="705231"/>
          </a:xfrm>
          <a:custGeom>
            <a:avLst/>
            <a:gdLst/>
            <a:ahLst/>
            <a:cxnLst/>
            <a:rect r="r" b="b" t="t" l="l"/>
            <a:pathLst>
              <a:path h="705231" w="712880">
                <a:moveTo>
                  <a:pt x="0" y="0"/>
                </a:moveTo>
                <a:lnTo>
                  <a:pt x="712880" y="0"/>
                </a:lnTo>
                <a:lnTo>
                  <a:pt x="712880" y="705231"/>
                </a:lnTo>
                <a:lnTo>
                  <a:pt x="0" y="705231"/>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3" id="13"/>
          <p:cNvSpPr/>
          <p:nvPr/>
        </p:nvSpPr>
        <p:spPr>
          <a:xfrm flipH="false" flipV="false" rot="0">
            <a:off x="2598868" y="2613517"/>
            <a:ext cx="709051" cy="710994"/>
          </a:xfrm>
          <a:custGeom>
            <a:avLst/>
            <a:gdLst/>
            <a:ahLst/>
            <a:cxnLst/>
            <a:rect r="r" b="b" t="t" l="l"/>
            <a:pathLst>
              <a:path h="710994" w="709051">
                <a:moveTo>
                  <a:pt x="0" y="0"/>
                </a:moveTo>
                <a:lnTo>
                  <a:pt x="709050" y="0"/>
                </a:lnTo>
                <a:lnTo>
                  <a:pt x="709050" y="710994"/>
                </a:lnTo>
                <a:lnTo>
                  <a:pt x="0" y="71099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4" id="14"/>
          <p:cNvSpPr/>
          <p:nvPr/>
        </p:nvSpPr>
        <p:spPr>
          <a:xfrm flipH="false" flipV="false" rot="0">
            <a:off x="2590533" y="3531927"/>
            <a:ext cx="712880" cy="709051"/>
          </a:xfrm>
          <a:custGeom>
            <a:avLst/>
            <a:gdLst/>
            <a:ahLst/>
            <a:cxnLst/>
            <a:rect r="r" b="b" t="t" l="l"/>
            <a:pathLst>
              <a:path h="709051" w="712880">
                <a:moveTo>
                  <a:pt x="0" y="0"/>
                </a:moveTo>
                <a:lnTo>
                  <a:pt x="712880" y="0"/>
                </a:lnTo>
                <a:lnTo>
                  <a:pt x="712880" y="709051"/>
                </a:lnTo>
                <a:lnTo>
                  <a:pt x="0" y="70905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5" id="15"/>
          <p:cNvSpPr/>
          <p:nvPr/>
        </p:nvSpPr>
        <p:spPr>
          <a:xfrm flipH="false" flipV="false" rot="0">
            <a:off x="2598868" y="4442612"/>
            <a:ext cx="709051" cy="707174"/>
          </a:xfrm>
          <a:custGeom>
            <a:avLst/>
            <a:gdLst/>
            <a:ahLst/>
            <a:cxnLst/>
            <a:rect r="r" b="b" t="t" l="l"/>
            <a:pathLst>
              <a:path h="707174" w="709051">
                <a:moveTo>
                  <a:pt x="0" y="0"/>
                </a:moveTo>
                <a:lnTo>
                  <a:pt x="709050" y="0"/>
                </a:lnTo>
                <a:lnTo>
                  <a:pt x="709050" y="707174"/>
                </a:lnTo>
                <a:lnTo>
                  <a:pt x="0" y="70717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6" id="16"/>
          <p:cNvSpPr/>
          <p:nvPr/>
        </p:nvSpPr>
        <p:spPr>
          <a:xfrm flipH="false" flipV="false" rot="0">
            <a:off x="7074160" y="2615432"/>
            <a:ext cx="707174" cy="707174"/>
          </a:xfrm>
          <a:custGeom>
            <a:avLst/>
            <a:gdLst/>
            <a:ahLst/>
            <a:cxnLst/>
            <a:rect r="r" b="b" t="t" l="l"/>
            <a:pathLst>
              <a:path h="707174" w="707174">
                <a:moveTo>
                  <a:pt x="0" y="0"/>
                </a:moveTo>
                <a:lnTo>
                  <a:pt x="707174" y="0"/>
                </a:lnTo>
                <a:lnTo>
                  <a:pt x="707174" y="707174"/>
                </a:lnTo>
                <a:lnTo>
                  <a:pt x="0" y="707174"/>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7" id="17"/>
          <p:cNvSpPr/>
          <p:nvPr/>
        </p:nvSpPr>
        <p:spPr>
          <a:xfrm flipH="false" flipV="false" rot="0">
            <a:off x="7069398" y="3530594"/>
            <a:ext cx="716699" cy="710936"/>
          </a:xfrm>
          <a:custGeom>
            <a:avLst/>
            <a:gdLst/>
            <a:ahLst/>
            <a:cxnLst/>
            <a:rect r="r" b="b" t="t" l="l"/>
            <a:pathLst>
              <a:path h="710936" w="716699">
                <a:moveTo>
                  <a:pt x="0" y="0"/>
                </a:moveTo>
                <a:lnTo>
                  <a:pt x="716699" y="0"/>
                </a:lnTo>
                <a:lnTo>
                  <a:pt x="716699" y="710936"/>
                </a:lnTo>
                <a:lnTo>
                  <a:pt x="0" y="710936"/>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8" id="18"/>
          <p:cNvSpPr/>
          <p:nvPr/>
        </p:nvSpPr>
        <p:spPr>
          <a:xfrm flipH="false" flipV="false" rot="0">
            <a:off x="7074160" y="4441184"/>
            <a:ext cx="707174" cy="710022"/>
          </a:xfrm>
          <a:custGeom>
            <a:avLst/>
            <a:gdLst/>
            <a:ahLst/>
            <a:cxnLst/>
            <a:rect r="r" b="b" t="t" l="l"/>
            <a:pathLst>
              <a:path h="710022" w="707174">
                <a:moveTo>
                  <a:pt x="0" y="0"/>
                </a:moveTo>
                <a:lnTo>
                  <a:pt x="707174" y="0"/>
                </a:lnTo>
                <a:lnTo>
                  <a:pt x="707174" y="710022"/>
                </a:lnTo>
                <a:lnTo>
                  <a:pt x="0" y="71002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9" id="19"/>
          <p:cNvSpPr/>
          <p:nvPr/>
        </p:nvSpPr>
        <p:spPr>
          <a:xfrm flipH="false" flipV="false" rot="0">
            <a:off x="4410180" y="5375015"/>
            <a:ext cx="659378" cy="707298"/>
          </a:xfrm>
          <a:custGeom>
            <a:avLst/>
            <a:gdLst/>
            <a:ahLst/>
            <a:cxnLst/>
            <a:rect r="r" b="b" t="t" l="l"/>
            <a:pathLst>
              <a:path h="707298" w="659378">
                <a:moveTo>
                  <a:pt x="0" y="0"/>
                </a:moveTo>
                <a:lnTo>
                  <a:pt x="659377" y="0"/>
                </a:lnTo>
                <a:lnTo>
                  <a:pt x="659377" y="707298"/>
                </a:lnTo>
                <a:lnTo>
                  <a:pt x="0" y="707298"/>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20" id="20"/>
          <p:cNvSpPr/>
          <p:nvPr/>
        </p:nvSpPr>
        <p:spPr>
          <a:xfrm flipH="false" flipV="false" rot="0">
            <a:off x="4422553" y="6311913"/>
            <a:ext cx="623097" cy="707174"/>
          </a:xfrm>
          <a:custGeom>
            <a:avLst/>
            <a:gdLst/>
            <a:ahLst/>
            <a:cxnLst/>
            <a:rect r="r" b="b" t="t" l="l"/>
            <a:pathLst>
              <a:path h="707174" w="623097">
                <a:moveTo>
                  <a:pt x="0" y="0"/>
                </a:moveTo>
                <a:lnTo>
                  <a:pt x="623097" y="0"/>
                </a:lnTo>
                <a:lnTo>
                  <a:pt x="623097" y="707174"/>
                </a:lnTo>
                <a:lnTo>
                  <a:pt x="0" y="707174"/>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21" id="21"/>
          <p:cNvSpPr/>
          <p:nvPr/>
        </p:nvSpPr>
        <p:spPr>
          <a:xfrm flipH="false" flipV="false" rot="0">
            <a:off x="4372899" y="7233066"/>
            <a:ext cx="733930" cy="705536"/>
          </a:xfrm>
          <a:custGeom>
            <a:avLst/>
            <a:gdLst/>
            <a:ahLst/>
            <a:cxnLst/>
            <a:rect r="r" b="b" t="t" l="l"/>
            <a:pathLst>
              <a:path h="705536" w="733930">
                <a:moveTo>
                  <a:pt x="0" y="0"/>
                </a:moveTo>
                <a:lnTo>
                  <a:pt x="733930" y="0"/>
                </a:lnTo>
                <a:lnTo>
                  <a:pt x="733930" y="705536"/>
                </a:lnTo>
                <a:lnTo>
                  <a:pt x="0" y="705536"/>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2" id="22"/>
          <p:cNvSpPr/>
          <p:nvPr/>
        </p:nvSpPr>
        <p:spPr>
          <a:xfrm flipH="false" flipV="false" rot="0">
            <a:off x="7949155" y="6310941"/>
            <a:ext cx="712880" cy="709117"/>
          </a:xfrm>
          <a:custGeom>
            <a:avLst/>
            <a:gdLst/>
            <a:ahLst/>
            <a:cxnLst/>
            <a:rect r="r" b="b" t="t" l="l"/>
            <a:pathLst>
              <a:path h="709117" w="712880">
                <a:moveTo>
                  <a:pt x="0" y="0"/>
                </a:moveTo>
                <a:lnTo>
                  <a:pt x="712880" y="0"/>
                </a:lnTo>
                <a:lnTo>
                  <a:pt x="712880" y="709117"/>
                </a:lnTo>
                <a:lnTo>
                  <a:pt x="0" y="709117"/>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3" id="23"/>
          <p:cNvSpPr/>
          <p:nvPr/>
        </p:nvSpPr>
        <p:spPr>
          <a:xfrm flipH="false" flipV="false" rot="0">
            <a:off x="3494846" y="2613517"/>
            <a:ext cx="709051" cy="710994"/>
          </a:xfrm>
          <a:custGeom>
            <a:avLst/>
            <a:gdLst/>
            <a:ahLst/>
            <a:cxnLst/>
            <a:rect r="r" b="b" t="t" l="l"/>
            <a:pathLst>
              <a:path h="710994" w="709051">
                <a:moveTo>
                  <a:pt x="0" y="0"/>
                </a:moveTo>
                <a:lnTo>
                  <a:pt x="709051" y="0"/>
                </a:lnTo>
                <a:lnTo>
                  <a:pt x="709051" y="710994"/>
                </a:lnTo>
                <a:lnTo>
                  <a:pt x="0" y="710994"/>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4" id="24"/>
          <p:cNvSpPr/>
          <p:nvPr/>
        </p:nvSpPr>
        <p:spPr>
          <a:xfrm flipH="false" flipV="false" rot="0">
            <a:off x="3495780" y="3531956"/>
            <a:ext cx="707174" cy="708203"/>
          </a:xfrm>
          <a:custGeom>
            <a:avLst/>
            <a:gdLst/>
            <a:ahLst/>
            <a:cxnLst/>
            <a:rect r="r" b="b" t="t" l="l"/>
            <a:pathLst>
              <a:path h="708203" w="707174">
                <a:moveTo>
                  <a:pt x="0" y="0"/>
                </a:moveTo>
                <a:lnTo>
                  <a:pt x="707174" y="0"/>
                </a:lnTo>
                <a:lnTo>
                  <a:pt x="707174" y="708203"/>
                </a:lnTo>
                <a:lnTo>
                  <a:pt x="0" y="708203"/>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5" id="25"/>
          <p:cNvSpPr/>
          <p:nvPr/>
        </p:nvSpPr>
        <p:spPr>
          <a:xfrm flipH="false" flipV="false" rot="0">
            <a:off x="3578914" y="4442612"/>
            <a:ext cx="540906" cy="707174"/>
          </a:xfrm>
          <a:custGeom>
            <a:avLst/>
            <a:gdLst/>
            <a:ahLst/>
            <a:cxnLst/>
            <a:rect r="r" b="b" t="t" l="l"/>
            <a:pathLst>
              <a:path h="707174" w="540906">
                <a:moveTo>
                  <a:pt x="0" y="0"/>
                </a:moveTo>
                <a:lnTo>
                  <a:pt x="540906" y="0"/>
                </a:lnTo>
                <a:lnTo>
                  <a:pt x="540906" y="707174"/>
                </a:lnTo>
                <a:lnTo>
                  <a:pt x="0" y="707174"/>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6" id="26"/>
          <p:cNvSpPr/>
          <p:nvPr/>
        </p:nvSpPr>
        <p:spPr>
          <a:xfrm flipH="false" flipV="false" rot="0">
            <a:off x="7964310" y="2614089"/>
            <a:ext cx="676542" cy="710508"/>
          </a:xfrm>
          <a:custGeom>
            <a:avLst/>
            <a:gdLst/>
            <a:ahLst/>
            <a:cxnLst/>
            <a:rect r="r" b="b" t="t" l="l"/>
            <a:pathLst>
              <a:path h="710508" w="676542">
                <a:moveTo>
                  <a:pt x="0" y="0"/>
                </a:moveTo>
                <a:lnTo>
                  <a:pt x="676541" y="0"/>
                </a:lnTo>
                <a:lnTo>
                  <a:pt x="676541" y="710507"/>
                </a:lnTo>
                <a:lnTo>
                  <a:pt x="0" y="710507"/>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7" id="27"/>
          <p:cNvSpPr/>
          <p:nvPr/>
        </p:nvSpPr>
        <p:spPr>
          <a:xfrm flipH="false" flipV="false" rot="0">
            <a:off x="7955023" y="3530594"/>
            <a:ext cx="707174" cy="710936"/>
          </a:xfrm>
          <a:custGeom>
            <a:avLst/>
            <a:gdLst/>
            <a:ahLst/>
            <a:cxnLst/>
            <a:rect r="r" b="b" t="t" l="l"/>
            <a:pathLst>
              <a:path h="710936" w="707174">
                <a:moveTo>
                  <a:pt x="0" y="0"/>
                </a:moveTo>
                <a:lnTo>
                  <a:pt x="707174" y="0"/>
                </a:lnTo>
                <a:lnTo>
                  <a:pt x="707174" y="710936"/>
                </a:lnTo>
                <a:lnTo>
                  <a:pt x="0" y="710936"/>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8" id="28"/>
          <p:cNvSpPr/>
          <p:nvPr/>
        </p:nvSpPr>
        <p:spPr>
          <a:xfrm flipH="false" flipV="false" rot="0">
            <a:off x="7946146" y="4440184"/>
            <a:ext cx="712880" cy="712937"/>
          </a:xfrm>
          <a:custGeom>
            <a:avLst/>
            <a:gdLst/>
            <a:ahLst/>
            <a:cxnLst/>
            <a:rect r="r" b="b" t="t" l="l"/>
            <a:pathLst>
              <a:path h="712937" w="712880">
                <a:moveTo>
                  <a:pt x="0" y="0"/>
                </a:moveTo>
                <a:lnTo>
                  <a:pt x="712879" y="0"/>
                </a:lnTo>
                <a:lnTo>
                  <a:pt x="712879" y="712936"/>
                </a:lnTo>
                <a:lnTo>
                  <a:pt x="0" y="712936"/>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9" id="29"/>
          <p:cNvSpPr/>
          <p:nvPr/>
        </p:nvSpPr>
        <p:spPr>
          <a:xfrm flipH="false" flipV="false" rot="0">
            <a:off x="5279403" y="5375110"/>
            <a:ext cx="707174" cy="707117"/>
          </a:xfrm>
          <a:custGeom>
            <a:avLst/>
            <a:gdLst/>
            <a:ahLst/>
            <a:cxnLst/>
            <a:rect r="r" b="b" t="t" l="l"/>
            <a:pathLst>
              <a:path h="707117" w="707174">
                <a:moveTo>
                  <a:pt x="0" y="0"/>
                </a:moveTo>
                <a:lnTo>
                  <a:pt x="707174" y="0"/>
                </a:lnTo>
                <a:lnTo>
                  <a:pt x="707174" y="707117"/>
                </a:lnTo>
                <a:lnTo>
                  <a:pt x="0" y="707117"/>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30" id="30"/>
          <p:cNvSpPr/>
          <p:nvPr/>
        </p:nvSpPr>
        <p:spPr>
          <a:xfrm flipH="false" flipV="false" rot="0">
            <a:off x="5277488" y="6311513"/>
            <a:ext cx="710994" cy="707174"/>
          </a:xfrm>
          <a:custGeom>
            <a:avLst/>
            <a:gdLst/>
            <a:ahLst/>
            <a:cxnLst/>
            <a:rect r="r" b="b" t="t" l="l"/>
            <a:pathLst>
              <a:path h="707174" w="710994">
                <a:moveTo>
                  <a:pt x="0" y="0"/>
                </a:moveTo>
                <a:lnTo>
                  <a:pt x="710994" y="0"/>
                </a:lnTo>
                <a:lnTo>
                  <a:pt x="710994" y="707174"/>
                </a:lnTo>
                <a:lnTo>
                  <a:pt x="0" y="707174"/>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31" id="31"/>
          <p:cNvSpPr/>
          <p:nvPr/>
        </p:nvSpPr>
        <p:spPr>
          <a:xfrm flipH="false" flipV="false" rot="0">
            <a:off x="5267973" y="7229856"/>
            <a:ext cx="718642" cy="712880"/>
          </a:xfrm>
          <a:custGeom>
            <a:avLst/>
            <a:gdLst/>
            <a:ahLst/>
            <a:cxnLst/>
            <a:rect r="r" b="b" t="t" l="l"/>
            <a:pathLst>
              <a:path h="712880" w="718642">
                <a:moveTo>
                  <a:pt x="0" y="0"/>
                </a:moveTo>
                <a:lnTo>
                  <a:pt x="718642" y="0"/>
                </a:lnTo>
                <a:lnTo>
                  <a:pt x="718642" y="712880"/>
                </a:lnTo>
                <a:lnTo>
                  <a:pt x="0" y="712880"/>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2" id="32"/>
          <p:cNvSpPr/>
          <p:nvPr/>
        </p:nvSpPr>
        <p:spPr>
          <a:xfrm flipH="false" flipV="false" rot="0">
            <a:off x="7951070" y="7232704"/>
            <a:ext cx="709051" cy="707174"/>
          </a:xfrm>
          <a:custGeom>
            <a:avLst/>
            <a:gdLst/>
            <a:ahLst/>
            <a:cxnLst/>
            <a:rect r="r" b="b" t="t" l="l"/>
            <a:pathLst>
              <a:path h="707174" w="709051">
                <a:moveTo>
                  <a:pt x="0" y="0"/>
                </a:moveTo>
                <a:lnTo>
                  <a:pt x="709050" y="0"/>
                </a:lnTo>
                <a:lnTo>
                  <a:pt x="709050" y="707174"/>
                </a:lnTo>
                <a:lnTo>
                  <a:pt x="0" y="707174"/>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3" id="33"/>
          <p:cNvSpPr/>
          <p:nvPr/>
        </p:nvSpPr>
        <p:spPr>
          <a:xfrm flipH="false" flipV="false" rot="0">
            <a:off x="4411866" y="2615460"/>
            <a:ext cx="663197" cy="707117"/>
          </a:xfrm>
          <a:custGeom>
            <a:avLst/>
            <a:gdLst/>
            <a:ahLst/>
            <a:cxnLst/>
            <a:rect r="r" b="b" t="t" l="l"/>
            <a:pathLst>
              <a:path h="707117" w="663197">
                <a:moveTo>
                  <a:pt x="0" y="0"/>
                </a:moveTo>
                <a:lnTo>
                  <a:pt x="663197" y="0"/>
                </a:lnTo>
                <a:lnTo>
                  <a:pt x="663197" y="707117"/>
                </a:lnTo>
                <a:lnTo>
                  <a:pt x="0" y="707117"/>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4" id="34"/>
          <p:cNvSpPr/>
          <p:nvPr/>
        </p:nvSpPr>
        <p:spPr>
          <a:xfrm flipH="false" flipV="false" rot="0">
            <a:off x="4387024" y="3530556"/>
            <a:ext cx="712880" cy="710994"/>
          </a:xfrm>
          <a:custGeom>
            <a:avLst/>
            <a:gdLst/>
            <a:ahLst/>
            <a:cxnLst/>
            <a:rect r="r" b="b" t="t" l="l"/>
            <a:pathLst>
              <a:path h="710994" w="712880">
                <a:moveTo>
                  <a:pt x="0" y="0"/>
                </a:moveTo>
                <a:lnTo>
                  <a:pt x="712880" y="0"/>
                </a:lnTo>
                <a:lnTo>
                  <a:pt x="712880" y="710993"/>
                </a:lnTo>
                <a:lnTo>
                  <a:pt x="0" y="710993"/>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5" id="35"/>
          <p:cNvSpPr/>
          <p:nvPr/>
        </p:nvSpPr>
        <p:spPr>
          <a:xfrm flipH="false" flipV="false" rot="0">
            <a:off x="4389882" y="4442612"/>
            <a:ext cx="707174" cy="707174"/>
          </a:xfrm>
          <a:custGeom>
            <a:avLst/>
            <a:gdLst/>
            <a:ahLst/>
            <a:cxnLst/>
            <a:rect r="r" b="b" t="t" l="l"/>
            <a:pathLst>
              <a:path h="707174" w="707174">
                <a:moveTo>
                  <a:pt x="0" y="0"/>
                </a:moveTo>
                <a:lnTo>
                  <a:pt x="707174" y="0"/>
                </a:lnTo>
                <a:lnTo>
                  <a:pt x="707174" y="707174"/>
                </a:lnTo>
                <a:lnTo>
                  <a:pt x="0" y="707174"/>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6" id="36"/>
          <p:cNvSpPr/>
          <p:nvPr/>
        </p:nvSpPr>
        <p:spPr>
          <a:xfrm flipH="false" flipV="false" rot="0">
            <a:off x="1707251" y="5370319"/>
            <a:ext cx="709051" cy="716699"/>
          </a:xfrm>
          <a:custGeom>
            <a:avLst/>
            <a:gdLst/>
            <a:ahLst/>
            <a:cxnLst/>
            <a:rect r="r" b="b" t="t" l="l"/>
            <a:pathLst>
              <a:path h="716699" w="709051">
                <a:moveTo>
                  <a:pt x="0" y="0"/>
                </a:moveTo>
                <a:lnTo>
                  <a:pt x="709051" y="0"/>
                </a:lnTo>
                <a:lnTo>
                  <a:pt x="709051" y="716699"/>
                </a:lnTo>
                <a:lnTo>
                  <a:pt x="0" y="716699"/>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7" id="37"/>
          <p:cNvSpPr/>
          <p:nvPr/>
        </p:nvSpPr>
        <p:spPr>
          <a:xfrm flipH="false" flipV="false" rot="0">
            <a:off x="1701298" y="6311941"/>
            <a:ext cx="709051" cy="707117"/>
          </a:xfrm>
          <a:custGeom>
            <a:avLst/>
            <a:gdLst/>
            <a:ahLst/>
            <a:cxnLst/>
            <a:rect r="r" b="b" t="t" l="l"/>
            <a:pathLst>
              <a:path h="707117" w="709051">
                <a:moveTo>
                  <a:pt x="0" y="0"/>
                </a:moveTo>
                <a:lnTo>
                  <a:pt x="709051" y="0"/>
                </a:lnTo>
                <a:lnTo>
                  <a:pt x="709051" y="707117"/>
                </a:lnTo>
                <a:lnTo>
                  <a:pt x="0" y="707117"/>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8" id="38"/>
          <p:cNvSpPr/>
          <p:nvPr/>
        </p:nvSpPr>
        <p:spPr>
          <a:xfrm flipH="false" flipV="false" rot="0">
            <a:off x="1700327" y="7231732"/>
            <a:ext cx="710994" cy="709117"/>
          </a:xfrm>
          <a:custGeom>
            <a:avLst/>
            <a:gdLst/>
            <a:ahLst/>
            <a:cxnLst/>
            <a:rect r="r" b="b" t="t" l="l"/>
            <a:pathLst>
              <a:path h="709117" w="710994">
                <a:moveTo>
                  <a:pt x="0" y="0"/>
                </a:moveTo>
                <a:lnTo>
                  <a:pt x="710993" y="0"/>
                </a:lnTo>
                <a:lnTo>
                  <a:pt x="710993" y="709118"/>
                </a:lnTo>
                <a:lnTo>
                  <a:pt x="0" y="709118"/>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9" id="39"/>
          <p:cNvSpPr/>
          <p:nvPr/>
        </p:nvSpPr>
        <p:spPr>
          <a:xfrm flipH="false" flipV="false" rot="0">
            <a:off x="6162199" y="5375110"/>
            <a:ext cx="712880" cy="707117"/>
          </a:xfrm>
          <a:custGeom>
            <a:avLst/>
            <a:gdLst/>
            <a:ahLst/>
            <a:cxnLst/>
            <a:rect r="r" b="b" t="t" l="l"/>
            <a:pathLst>
              <a:path h="707117" w="712880">
                <a:moveTo>
                  <a:pt x="0" y="0"/>
                </a:moveTo>
                <a:lnTo>
                  <a:pt x="712879" y="0"/>
                </a:lnTo>
                <a:lnTo>
                  <a:pt x="712879" y="707117"/>
                </a:lnTo>
                <a:lnTo>
                  <a:pt x="0" y="707117"/>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40" id="40"/>
          <p:cNvSpPr/>
          <p:nvPr/>
        </p:nvSpPr>
        <p:spPr>
          <a:xfrm flipH="false" flipV="false" rot="0">
            <a:off x="6164113" y="6310960"/>
            <a:ext cx="709051" cy="708269"/>
          </a:xfrm>
          <a:custGeom>
            <a:avLst/>
            <a:gdLst/>
            <a:ahLst/>
            <a:cxnLst/>
            <a:rect r="r" b="b" t="t" l="l"/>
            <a:pathLst>
              <a:path h="708269" w="709051">
                <a:moveTo>
                  <a:pt x="0" y="0"/>
                </a:moveTo>
                <a:lnTo>
                  <a:pt x="709051" y="0"/>
                </a:lnTo>
                <a:lnTo>
                  <a:pt x="709051" y="708270"/>
                </a:lnTo>
                <a:lnTo>
                  <a:pt x="0" y="708270"/>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41" id="41"/>
          <p:cNvSpPr/>
          <p:nvPr/>
        </p:nvSpPr>
        <p:spPr>
          <a:xfrm flipH="false" flipV="false" rot="0">
            <a:off x="6165085" y="7232275"/>
            <a:ext cx="707117" cy="707117"/>
          </a:xfrm>
          <a:custGeom>
            <a:avLst/>
            <a:gdLst/>
            <a:ahLst/>
            <a:cxnLst/>
            <a:rect r="r" b="b" t="t" l="l"/>
            <a:pathLst>
              <a:path h="707117" w="707117">
                <a:moveTo>
                  <a:pt x="0" y="0"/>
                </a:moveTo>
                <a:lnTo>
                  <a:pt x="707117" y="0"/>
                </a:lnTo>
                <a:lnTo>
                  <a:pt x="707117" y="707117"/>
                </a:lnTo>
                <a:lnTo>
                  <a:pt x="0" y="707117"/>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2" id="42"/>
          <p:cNvSpPr/>
          <p:nvPr/>
        </p:nvSpPr>
        <p:spPr>
          <a:xfrm flipH="false" flipV="false" rot="0">
            <a:off x="4377938" y="8073714"/>
            <a:ext cx="710994" cy="705231"/>
          </a:xfrm>
          <a:custGeom>
            <a:avLst/>
            <a:gdLst/>
            <a:ahLst/>
            <a:cxnLst/>
            <a:rect r="r" b="b" t="t" l="l"/>
            <a:pathLst>
              <a:path h="705231" w="710994">
                <a:moveTo>
                  <a:pt x="0" y="0"/>
                </a:moveTo>
                <a:lnTo>
                  <a:pt x="710993" y="0"/>
                </a:lnTo>
                <a:lnTo>
                  <a:pt x="710993" y="705231"/>
                </a:lnTo>
                <a:lnTo>
                  <a:pt x="0" y="705231"/>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3" id="43"/>
          <p:cNvSpPr/>
          <p:nvPr/>
        </p:nvSpPr>
        <p:spPr>
          <a:xfrm flipH="false" flipV="false" rot="0">
            <a:off x="5265972" y="2614736"/>
            <a:ext cx="716699" cy="708574"/>
          </a:xfrm>
          <a:custGeom>
            <a:avLst/>
            <a:gdLst/>
            <a:ahLst/>
            <a:cxnLst/>
            <a:rect r="r" b="b" t="t" l="l"/>
            <a:pathLst>
              <a:path h="708574" w="716699">
                <a:moveTo>
                  <a:pt x="0" y="0"/>
                </a:moveTo>
                <a:lnTo>
                  <a:pt x="716700" y="0"/>
                </a:lnTo>
                <a:lnTo>
                  <a:pt x="716700" y="708575"/>
                </a:lnTo>
                <a:lnTo>
                  <a:pt x="0" y="708575"/>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4" id="44"/>
          <p:cNvSpPr/>
          <p:nvPr/>
        </p:nvSpPr>
        <p:spPr>
          <a:xfrm flipH="false" flipV="false" rot="0">
            <a:off x="5264067" y="3530556"/>
            <a:ext cx="720519" cy="710994"/>
          </a:xfrm>
          <a:custGeom>
            <a:avLst/>
            <a:gdLst/>
            <a:ahLst/>
            <a:cxnLst/>
            <a:rect r="r" b="b" t="t" l="l"/>
            <a:pathLst>
              <a:path h="710994" w="720519">
                <a:moveTo>
                  <a:pt x="0" y="0"/>
                </a:moveTo>
                <a:lnTo>
                  <a:pt x="720519" y="0"/>
                </a:lnTo>
                <a:lnTo>
                  <a:pt x="720519" y="710993"/>
                </a:lnTo>
                <a:lnTo>
                  <a:pt x="0" y="710993"/>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5" id="45"/>
          <p:cNvSpPr/>
          <p:nvPr/>
        </p:nvSpPr>
        <p:spPr>
          <a:xfrm flipH="false" flipV="false" rot="0">
            <a:off x="5265972" y="4442612"/>
            <a:ext cx="716699" cy="707174"/>
          </a:xfrm>
          <a:custGeom>
            <a:avLst/>
            <a:gdLst/>
            <a:ahLst/>
            <a:cxnLst/>
            <a:rect r="r" b="b" t="t" l="l"/>
            <a:pathLst>
              <a:path h="707174" w="716699">
                <a:moveTo>
                  <a:pt x="0" y="0"/>
                </a:moveTo>
                <a:lnTo>
                  <a:pt x="716700" y="0"/>
                </a:lnTo>
                <a:lnTo>
                  <a:pt x="716700" y="707174"/>
                </a:lnTo>
                <a:lnTo>
                  <a:pt x="0" y="707174"/>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6" id="46"/>
          <p:cNvSpPr/>
          <p:nvPr/>
        </p:nvSpPr>
        <p:spPr>
          <a:xfrm flipH="false" flipV="false" rot="0">
            <a:off x="2598306" y="5374472"/>
            <a:ext cx="707174" cy="709051"/>
          </a:xfrm>
          <a:custGeom>
            <a:avLst/>
            <a:gdLst/>
            <a:ahLst/>
            <a:cxnLst/>
            <a:rect r="r" b="b" t="t" l="l"/>
            <a:pathLst>
              <a:path h="709051" w="707174">
                <a:moveTo>
                  <a:pt x="0" y="0"/>
                </a:moveTo>
                <a:lnTo>
                  <a:pt x="707174" y="0"/>
                </a:lnTo>
                <a:lnTo>
                  <a:pt x="707174" y="709050"/>
                </a:lnTo>
                <a:lnTo>
                  <a:pt x="0" y="709050"/>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7" id="47"/>
          <p:cNvSpPr/>
          <p:nvPr/>
        </p:nvSpPr>
        <p:spPr>
          <a:xfrm flipH="false" flipV="false" rot="0">
            <a:off x="2598306" y="6311941"/>
            <a:ext cx="707174" cy="707117"/>
          </a:xfrm>
          <a:custGeom>
            <a:avLst/>
            <a:gdLst/>
            <a:ahLst/>
            <a:cxnLst/>
            <a:rect r="r" b="b" t="t" l="l"/>
            <a:pathLst>
              <a:path h="707117" w="707174">
                <a:moveTo>
                  <a:pt x="0" y="0"/>
                </a:moveTo>
                <a:lnTo>
                  <a:pt x="707174" y="0"/>
                </a:lnTo>
                <a:lnTo>
                  <a:pt x="707174" y="707117"/>
                </a:lnTo>
                <a:lnTo>
                  <a:pt x="0" y="707117"/>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8" id="48"/>
          <p:cNvSpPr/>
          <p:nvPr/>
        </p:nvSpPr>
        <p:spPr>
          <a:xfrm flipH="false" flipV="false" rot="0">
            <a:off x="2580170" y="7232009"/>
            <a:ext cx="743445" cy="708574"/>
          </a:xfrm>
          <a:custGeom>
            <a:avLst/>
            <a:gdLst/>
            <a:ahLst/>
            <a:cxnLst/>
            <a:rect r="r" b="b" t="t" l="l"/>
            <a:pathLst>
              <a:path h="708574" w="743445">
                <a:moveTo>
                  <a:pt x="0" y="0"/>
                </a:moveTo>
                <a:lnTo>
                  <a:pt x="743445" y="0"/>
                </a:lnTo>
                <a:lnTo>
                  <a:pt x="743445" y="708574"/>
                </a:lnTo>
                <a:lnTo>
                  <a:pt x="0" y="708574"/>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9" id="49"/>
          <p:cNvSpPr/>
          <p:nvPr/>
        </p:nvSpPr>
        <p:spPr>
          <a:xfrm flipH="false" flipV="false" rot="0">
            <a:off x="7075237" y="5376053"/>
            <a:ext cx="707174" cy="705231"/>
          </a:xfrm>
          <a:custGeom>
            <a:avLst/>
            <a:gdLst/>
            <a:ahLst/>
            <a:cxnLst/>
            <a:rect r="r" b="b" t="t" l="l"/>
            <a:pathLst>
              <a:path h="705231" w="707174">
                <a:moveTo>
                  <a:pt x="0" y="0"/>
                </a:moveTo>
                <a:lnTo>
                  <a:pt x="707174" y="0"/>
                </a:lnTo>
                <a:lnTo>
                  <a:pt x="707174" y="705231"/>
                </a:lnTo>
                <a:lnTo>
                  <a:pt x="0" y="705231"/>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50" id="50"/>
          <p:cNvSpPr/>
          <p:nvPr/>
        </p:nvSpPr>
        <p:spPr>
          <a:xfrm flipH="false" flipV="false" rot="0">
            <a:off x="7076208" y="6311903"/>
            <a:ext cx="705231" cy="706384"/>
          </a:xfrm>
          <a:custGeom>
            <a:avLst/>
            <a:gdLst/>
            <a:ahLst/>
            <a:cxnLst/>
            <a:rect r="r" b="b" t="t" l="l"/>
            <a:pathLst>
              <a:path h="706384" w="705231">
                <a:moveTo>
                  <a:pt x="0" y="0"/>
                </a:moveTo>
                <a:lnTo>
                  <a:pt x="705231" y="0"/>
                </a:lnTo>
                <a:lnTo>
                  <a:pt x="705231" y="706384"/>
                </a:lnTo>
                <a:lnTo>
                  <a:pt x="0" y="706384"/>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51" id="51"/>
          <p:cNvSpPr/>
          <p:nvPr/>
        </p:nvSpPr>
        <p:spPr>
          <a:xfrm flipH="false" flipV="false" rot="0">
            <a:off x="7075265" y="7232275"/>
            <a:ext cx="707117" cy="707117"/>
          </a:xfrm>
          <a:custGeom>
            <a:avLst/>
            <a:gdLst/>
            <a:ahLst/>
            <a:cxnLst/>
            <a:rect r="r" b="b" t="t" l="l"/>
            <a:pathLst>
              <a:path h="707117" w="707117">
                <a:moveTo>
                  <a:pt x="0" y="0"/>
                </a:moveTo>
                <a:lnTo>
                  <a:pt x="707117" y="0"/>
                </a:lnTo>
                <a:lnTo>
                  <a:pt x="707117" y="707117"/>
                </a:lnTo>
                <a:lnTo>
                  <a:pt x="0" y="707117"/>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2" id="52"/>
          <p:cNvSpPr/>
          <p:nvPr/>
        </p:nvSpPr>
        <p:spPr>
          <a:xfrm flipH="false" flipV="false" rot="0">
            <a:off x="5279365" y="8147885"/>
            <a:ext cx="707117" cy="707117"/>
          </a:xfrm>
          <a:custGeom>
            <a:avLst/>
            <a:gdLst/>
            <a:ahLst/>
            <a:cxnLst/>
            <a:rect r="r" b="b" t="t" l="l"/>
            <a:pathLst>
              <a:path h="707117" w="707117">
                <a:moveTo>
                  <a:pt x="0" y="0"/>
                </a:moveTo>
                <a:lnTo>
                  <a:pt x="707117" y="0"/>
                </a:lnTo>
                <a:lnTo>
                  <a:pt x="707117" y="707117"/>
                </a:lnTo>
                <a:lnTo>
                  <a:pt x="0" y="707117"/>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3" id="53"/>
          <p:cNvSpPr/>
          <p:nvPr/>
        </p:nvSpPr>
        <p:spPr>
          <a:xfrm flipH="false" flipV="false" rot="0">
            <a:off x="7966138" y="5366890"/>
            <a:ext cx="697706" cy="695754"/>
          </a:xfrm>
          <a:custGeom>
            <a:avLst/>
            <a:gdLst/>
            <a:ahLst/>
            <a:cxnLst/>
            <a:rect r="r" b="b" t="t" l="l"/>
            <a:pathLst>
              <a:path h="695754" w="697706">
                <a:moveTo>
                  <a:pt x="0" y="0"/>
                </a:moveTo>
                <a:lnTo>
                  <a:pt x="697707" y="0"/>
                </a:lnTo>
                <a:lnTo>
                  <a:pt x="697707" y="695753"/>
                </a:lnTo>
                <a:lnTo>
                  <a:pt x="0" y="695753"/>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Freeform 54" id="54"/>
          <p:cNvSpPr/>
          <p:nvPr/>
        </p:nvSpPr>
        <p:spPr>
          <a:xfrm flipH="false" flipV="false" rot="0">
            <a:off x="9716195" y="2608926"/>
            <a:ext cx="722176" cy="722176"/>
          </a:xfrm>
          <a:custGeom>
            <a:avLst/>
            <a:gdLst/>
            <a:ahLst/>
            <a:cxnLst/>
            <a:rect r="r" b="b" t="t" l="l"/>
            <a:pathLst>
              <a:path h="722176" w="722176">
                <a:moveTo>
                  <a:pt x="0" y="0"/>
                </a:moveTo>
                <a:lnTo>
                  <a:pt x="722176" y="0"/>
                </a:lnTo>
                <a:lnTo>
                  <a:pt x="722176" y="722176"/>
                </a:lnTo>
                <a:lnTo>
                  <a:pt x="0" y="722176"/>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5" id="55"/>
          <p:cNvSpPr/>
          <p:nvPr/>
        </p:nvSpPr>
        <p:spPr>
          <a:xfrm flipH="false" flipV="false" rot="0">
            <a:off x="9760001" y="3560836"/>
            <a:ext cx="634584" cy="718604"/>
          </a:xfrm>
          <a:custGeom>
            <a:avLst/>
            <a:gdLst/>
            <a:ahLst/>
            <a:cxnLst/>
            <a:rect r="r" b="b" t="t" l="l"/>
            <a:pathLst>
              <a:path h="718604" w="634584">
                <a:moveTo>
                  <a:pt x="0" y="0"/>
                </a:moveTo>
                <a:lnTo>
                  <a:pt x="634584" y="0"/>
                </a:lnTo>
                <a:lnTo>
                  <a:pt x="634584" y="718604"/>
                </a:lnTo>
                <a:lnTo>
                  <a:pt x="0" y="718604"/>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6" id="56"/>
          <p:cNvSpPr/>
          <p:nvPr/>
        </p:nvSpPr>
        <p:spPr>
          <a:xfrm flipH="false" flipV="false" rot="0">
            <a:off x="9716424" y="4464187"/>
            <a:ext cx="721728" cy="720423"/>
          </a:xfrm>
          <a:custGeom>
            <a:avLst/>
            <a:gdLst/>
            <a:ahLst/>
            <a:cxnLst/>
            <a:rect r="r" b="b" t="t" l="l"/>
            <a:pathLst>
              <a:path h="720423" w="721728">
                <a:moveTo>
                  <a:pt x="0" y="0"/>
                </a:moveTo>
                <a:lnTo>
                  <a:pt x="721728" y="0"/>
                </a:lnTo>
                <a:lnTo>
                  <a:pt x="721728" y="720423"/>
                </a:lnTo>
                <a:lnTo>
                  <a:pt x="0" y="720423"/>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7" id="57"/>
          <p:cNvSpPr/>
          <p:nvPr/>
        </p:nvSpPr>
        <p:spPr>
          <a:xfrm flipH="false" flipV="false" rot="0">
            <a:off x="14134795" y="2608926"/>
            <a:ext cx="727567" cy="722176"/>
          </a:xfrm>
          <a:custGeom>
            <a:avLst/>
            <a:gdLst/>
            <a:ahLst/>
            <a:cxnLst/>
            <a:rect r="r" b="b" t="t" l="l"/>
            <a:pathLst>
              <a:path h="722176" w="727567">
                <a:moveTo>
                  <a:pt x="0" y="0"/>
                </a:moveTo>
                <a:lnTo>
                  <a:pt x="727567" y="0"/>
                </a:lnTo>
                <a:lnTo>
                  <a:pt x="727567" y="722176"/>
                </a:lnTo>
                <a:lnTo>
                  <a:pt x="0" y="722176"/>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sp>
        <p:nvSpPr>
          <p:cNvPr name="Freeform 58" id="58"/>
          <p:cNvSpPr/>
          <p:nvPr/>
        </p:nvSpPr>
        <p:spPr>
          <a:xfrm flipH="false" flipV="false" rot="0">
            <a:off x="14136576" y="3557264"/>
            <a:ext cx="723995" cy="723995"/>
          </a:xfrm>
          <a:custGeom>
            <a:avLst/>
            <a:gdLst/>
            <a:ahLst/>
            <a:cxnLst/>
            <a:rect r="r" b="b" t="t" l="l"/>
            <a:pathLst>
              <a:path h="723995" w="723995">
                <a:moveTo>
                  <a:pt x="0" y="0"/>
                </a:moveTo>
                <a:lnTo>
                  <a:pt x="723996" y="0"/>
                </a:lnTo>
                <a:lnTo>
                  <a:pt x="723996" y="723995"/>
                </a:lnTo>
                <a:lnTo>
                  <a:pt x="0" y="723995"/>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59" id="59"/>
          <p:cNvSpPr/>
          <p:nvPr/>
        </p:nvSpPr>
        <p:spPr>
          <a:xfrm flipH="false" flipV="false" rot="0">
            <a:off x="14136614" y="4462434"/>
            <a:ext cx="723938" cy="722176"/>
          </a:xfrm>
          <a:custGeom>
            <a:avLst/>
            <a:gdLst/>
            <a:ahLst/>
            <a:cxnLst/>
            <a:rect r="r" b="b" t="t" l="l"/>
            <a:pathLst>
              <a:path h="722176" w="723938">
                <a:moveTo>
                  <a:pt x="0" y="0"/>
                </a:moveTo>
                <a:lnTo>
                  <a:pt x="723939" y="0"/>
                </a:lnTo>
                <a:lnTo>
                  <a:pt x="723939" y="722176"/>
                </a:lnTo>
                <a:lnTo>
                  <a:pt x="0" y="722176"/>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60" id="60"/>
          <p:cNvSpPr/>
          <p:nvPr/>
        </p:nvSpPr>
        <p:spPr>
          <a:xfrm flipH="false" flipV="false" rot="0">
            <a:off x="11507600" y="5368252"/>
            <a:ext cx="723995" cy="722176"/>
          </a:xfrm>
          <a:custGeom>
            <a:avLst/>
            <a:gdLst/>
            <a:ahLst/>
            <a:cxnLst/>
            <a:rect r="r" b="b" t="t" l="l"/>
            <a:pathLst>
              <a:path h="722176" w="723995">
                <a:moveTo>
                  <a:pt x="0" y="0"/>
                </a:moveTo>
                <a:lnTo>
                  <a:pt x="723995" y="0"/>
                </a:lnTo>
                <a:lnTo>
                  <a:pt x="723995" y="722176"/>
                </a:lnTo>
                <a:lnTo>
                  <a:pt x="0" y="722176"/>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1" id="61"/>
          <p:cNvSpPr/>
          <p:nvPr/>
        </p:nvSpPr>
        <p:spPr>
          <a:xfrm flipH="false" flipV="false" rot="0">
            <a:off x="11552311" y="6275175"/>
            <a:ext cx="634584" cy="720423"/>
          </a:xfrm>
          <a:custGeom>
            <a:avLst/>
            <a:gdLst/>
            <a:ahLst/>
            <a:cxnLst/>
            <a:rect r="r" b="b" t="t" l="l"/>
            <a:pathLst>
              <a:path h="720423" w="634584">
                <a:moveTo>
                  <a:pt x="0" y="0"/>
                </a:moveTo>
                <a:lnTo>
                  <a:pt x="634584" y="0"/>
                </a:lnTo>
                <a:lnTo>
                  <a:pt x="634584" y="720423"/>
                </a:lnTo>
                <a:lnTo>
                  <a:pt x="0" y="720423"/>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2" id="62"/>
          <p:cNvSpPr/>
          <p:nvPr/>
        </p:nvSpPr>
        <p:spPr>
          <a:xfrm flipH="false" flipV="false" rot="0">
            <a:off x="11552311" y="7203300"/>
            <a:ext cx="634584" cy="722062"/>
          </a:xfrm>
          <a:custGeom>
            <a:avLst/>
            <a:gdLst/>
            <a:ahLst/>
            <a:cxnLst/>
            <a:rect r="r" b="b" t="t" l="l"/>
            <a:pathLst>
              <a:path h="722062" w="634584">
                <a:moveTo>
                  <a:pt x="0" y="0"/>
                </a:moveTo>
                <a:lnTo>
                  <a:pt x="634584" y="0"/>
                </a:lnTo>
                <a:lnTo>
                  <a:pt x="634584" y="722062"/>
                </a:lnTo>
                <a:lnTo>
                  <a:pt x="0" y="722062"/>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3" id="63"/>
          <p:cNvSpPr/>
          <p:nvPr/>
        </p:nvSpPr>
        <p:spPr>
          <a:xfrm flipH="false" flipV="false" rot="0">
            <a:off x="16059379" y="5387931"/>
            <a:ext cx="550555" cy="723938"/>
          </a:xfrm>
          <a:custGeom>
            <a:avLst/>
            <a:gdLst/>
            <a:ahLst/>
            <a:cxnLst/>
            <a:rect r="r" b="b" t="t" l="l"/>
            <a:pathLst>
              <a:path h="723938" w="550555">
                <a:moveTo>
                  <a:pt x="0" y="0"/>
                </a:moveTo>
                <a:lnTo>
                  <a:pt x="550554" y="0"/>
                </a:lnTo>
                <a:lnTo>
                  <a:pt x="550554" y="723938"/>
                </a:lnTo>
                <a:lnTo>
                  <a:pt x="0" y="723938"/>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4" id="64"/>
          <p:cNvSpPr/>
          <p:nvPr/>
        </p:nvSpPr>
        <p:spPr>
          <a:xfrm flipH="false" flipV="false" rot="0">
            <a:off x="10575379" y="2610736"/>
            <a:ext cx="723995" cy="722176"/>
          </a:xfrm>
          <a:custGeom>
            <a:avLst/>
            <a:gdLst/>
            <a:ahLst/>
            <a:cxnLst/>
            <a:rect r="r" b="b" t="t" l="l"/>
            <a:pathLst>
              <a:path h="722176" w="723995">
                <a:moveTo>
                  <a:pt x="0" y="0"/>
                </a:moveTo>
                <a:lnTo>
                  <a:pt x="723995" y="0"/>
                </a:lnTo>
                <a:lnTo>
                  <a:pt x="723995" y="722176"/>
                </a:lnTo>
                <a:lnTo>
                  <a:pt x="0" y="722176"/>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sp>
        <p:nvSpPr>
          <p:cNvPr name="Freeform 65" id="65"/>
          <p:cNvSpPr/>
          <p:nvPr/>
        </p:nvSpPr>
        <p:spPr>
          <a:xfrm flipH="false" flipV="false" rot="0">
            <a:off x="10620080" y="3557264"/>
            <a:ext cx="634584" cy="722176"/>
          </a:xfrm>
          <a:custGeom>
            <a:avLst/>
            <a:gdLst/>
            <a:ahLst/>
            <a:cxnLst/>
            <a:rect r="r" b="b" t="t" l="l"/>
            <a:pathLst>
              <a:path h="722176" w="634584">
                <a:moveTo>
                  <a:pt x="0" y="0"/>
                </a:moveTo>
                <a:lnTo>
                  <a:pt x="634584" y="0"/>
                </a:lnTo>
                <a:lnTo>
                  <a:pt x="634584" y="722176"/>
                </a:lnTo>
                <a:lnTo>
                  <a:pt x="0" y="722176"/>
                </a:lnTo>
                <a:lnTo>
                  <a:pt x="0" y="0"/>
                </a:lnTo>
                <a:close/>
              </a:path>
            </a:pathLst>
          </a:custGeom>
          <a:blipFill>
            <a:blip r:embed="rId125">
              <a:extLst>
                <a:ext uri="{96DAC541-7B7A-43D3-8B79-37D633B846F1}">
                  <asvg:svgBlip xmlns:asvg="http://schemas.microsoft.com/office/drawing/2016/SVG/main" r:embed="rId126"/>
                </a:ext>
              </a:extLst>
            </a:blip>
            <a:stretch>
              <a:fillRect l="0" t="0" r="0" b="0"/>
            </a:stretch>
          </a:blipFill>
        </p:spPr>
      </p:sp>
      <p:sp>
        <p:nvSpPr>
          <p:cNvPr name="Freeform 66" id="66"/>
          <p:cNvSpPr/>
          <p:nvPr/>
        </p:nvSpPr>
        <p:spPr>
          <a:xfrm flipH="false" flipV="false" rot="0">
            <a:off x="10571798" y="4462434"/>
            <a:ext cx="731149" cy="723938"/>
          </a:xfrm>
          <a:custGeom>
            <a:avLst/>
            <a:gdLst/>
            <a:ahLst/>
            <a:cxnLst/>
            <a:rect r="r" b="b" t="t" l="l"/>
            <a:pathLst>
              <a:path h="723938" w="731149">
                <a:moveTo>
                  <a:pt x="0" y="0"/>
                </a:moveTo>
                <a:lnTo>
                  <a:pt x="731148" y="0"/>
                </a:lnTo>
                <a:lnTo>
                  <a:pt x="731148" y="723938"/>
                </a:lnTo>
                <a:lnTo>
                  <a:pt x="0" y="723938"/>
                </a:lnTo>
                <a:lnTo>
                  <a:pt x="0" y="0"/>
                </a:lnTo>
                <a:close/>
              </a:path>
            </a:pathLst>
          </a:custGeom>
          <a:blipFill>
            <a:blip r:embed="rId127">
              <a:extLst>
                <a:ext uri="{96DAC541-7B7A-43D3-8B79-37D633B846F1}">
                  <asvg:svgBlip xmlns:asvg="http://schemas.microsoft.com/office/drawing/2016/SVG/main" r:embed="rId128"/>
                </a:ext>
              </a:extLst>
            </a:blip>
            <a:stretch>
              <a:fillRect l="0" t="0" r="0" b="0"/>
            </a:stretch>
          </a:blipFill>
        </p:spPr>
      </p:sp>
      <p:sp>
        <p:nvSpPr>
          <p:cNvPr name="Freeform 67" id="67"/>
          <p:cNvSpPr/>
          <p:nvPr/>
        </p:nvSpPr>
        <p:spPr>
          <a:xfrm flipH="false" flipV="false" rot="0">
            <a:off x="15021363" y="3557264"/>
            <a:ext cx="734720" cy="722176"/>
          </a:xfrm>
          <a:custGeom>
            <a:avLst/>
            <a:gdLst/>
            <a:ahLst/>
            <a:cxnLst/>
            <a:rect r="r" b="b" t="t" l="l"/>
            <a:pathLst>
              <a:path h="722176" w="734720">
                <a:moveTo>
                  <a:pt x="0" y="0"/>
                </a:moveTo>
                <a:lnTo>
                  <a:pt x="734721" y="0"/>
                </a:lnTo>
                <a:lnTo>
                  <a:pt x="734721" y="722176"/>
                </a:lnTo>
                <a:lnTo>
                  <a:pt x="0" y="722176"/>
                </a:lnTo>
                <a:lnTo>
                  <a:pt x="0" y="0"/>
                </a:lnTo>
                <a:close/>
              </a:path>
            </a:pathLst>
          </a:custGeom>
          <a:blipFill>
            <a:blip r:embed="rId129">
              <a:extLst>
                <a:ext uri="{96DAC541-7B7A-43D3-8B79-37D633B846F1}">
                  <asvg:svgBlip xmlns:asvg="http://schemas.microsoft.com/office/drawing/2016/SVG/main" r:embed="rId130"/>
                </a:ext>
              </a:extLst>
            </a:blip>
            <a:stretch>
              <a:fillRect l="0" t="0" r="0" b="0"/>
            </a:stretch>
          </a:blipFill>
        </p:spPr>
      </p:sp>
      <p:sp>
        <p:nvSpPr>
          <p:cNvPr name="Freeform 68" id="68"/>
          <p:cNvSpPr/>
          <p:nvPr/>
        </p:nvSpPr>
        <p:spPr>
          <a:xfrm flipH="false" flipV="false" rot="0">
            <a:off x="15025849" y="4462262"/>
            <a:ext cx="725757" cy="722347"/>
          </a:xfrm>
          <a:custGeom>
            <a:avLst/>
            <a:gdLst/>
            <a:ahLst/>
            <a:cxnLst/>
            <a:rect r="r" b="b" t="t" l="l"/>
            <a:pathLst>
              <a:path h="722347" w="725757">
                <a:moveTo>
                  <a:pt x="0" y="0"/>
                </a:moveTo>
                <a:lnTo>
                  <a:pt x="725758" y="0"/>
                </a:lnTo>
                <a:lnTo>
                  <a:pt x="725758" y="722348"/>
                </a:lnTo>
                <a:lnTo>
                  <a:pt x="0" y="722348"/>
                </a:lnTo>
                <a:lnTo>
                  <a:pt x="0" y="0"/>
                </a:lnTo>
                <a:close/>
              </a:path>
            </a:pathLst>
          </a:custGeom>
          <a:blipFill>
            <a:blip r:embed="rId131">
              <a:extLst>
                <a:ext uri="{96DAC541-7B7A-43D3-8B79-37D633B846F1}">
                  <asvg:svgBlip xmlns:asvg="http://schemas.microsoft.com/office/drawing/2016/SVG/main" r:embed="rId132"/>
                </a:ext>
              </a:extLst>
            </a:blip>
            <a:stretch>
              <a:fillRect l="0" t="0" r="0" b="0"/>
            </a:stretch>
          </a:blipFill>
        </p:spPr>
      </p:sp>
      <p:sp>
        <p:nvSpPr>
          <p:cNvPr name="Freeform 69" id="69"/>
          <p:cNvSpPr/>
          <p:nvPr/>
        </p:nvSpPr>
        <p:spPr>
          <a:xfrm flipH="false" flipV="false" rot="0">
            <a:off x="12397778" y="5368252"/>
            <a:ext cx="723938" cy="722176"/>
          </a:xfrm>
          <a:custGeom>
            <a:avLst/>
            <a:gdLst/>
            <a:ahLst/>
            <a:cxnLst/>
            <a:rect r="r" b="b" t="t" l="l"/>
            <a:pathLst>
              <a:path h="722176" w="723938">
                <a:moveTo>
                  <a:pt x="0" y="0"/>
                </a:moveTo>
                <a:lnTo>
                  <a:pt x="723938" y="0"/>
                </a:lnTo>
                <a:lnTo>
                  <a:pt x="723938" y="722176"/>
                </a:lnTo>
                <a:lnTo>
                  <a:pt x="0" y="722176"/>
                </a:lnTo>
                <a:lnTo>
                  <a:pt x="0" y="0"/>
                </a:lnTo>
                <a:close/>
              </a:path>
            </a:pathLst>
          </a:custGeom>
          <a:blipFill>
            <a:blip r:embed="rId133">
              <a:extLst>
                <a:ext uri="{96DAC541-7B7A-43D3-8B79-37D633B846F1}">
                  <asvg:svgBlip xmlns:asvg="http://schemas.microsoft.com/office/drawing/2016/SVG/main" r:embed="rId134"/>
                </a:ext>
              </a:extLst>
            </a:blip>
            <a:stretch>
              <a:fillRect l="0" t="0" r="0" b="0"/>
            </a:stretch>
          </a:blipFill>
        </p:spPr>
      </p:sp>
      <p:sp>
        <p:nvSpPr>
          <p:cNvPr name="Freeform 70" id="70"/>
          <p:cNvSpPr/>
          <p:nvPr/>
        </p:nvSpPr>
        <p:spPr>
          <a:xfrm flipH="false" flipV="false" rot="0">
            <a:off x="12442450" y="6275175"/>
            <a:ext cx="634584" cy="718604"/>
          </a:xfrm>
          <a:custGeom>
            <a:avLst/>
            <a:gdLst/>
            <a:ahLst/>
            <a:cxnLst/>
            <a:rect r="r" b="b" t="t" l="l"/>
            <a:pathLst>
              <a:path h="718604" w="634584">
                <a:moveTo>
                  <a:pt x="0" y="0"/>
                </a:moveTo>
                <a:lnTo>
                  <a:pt x="634584" y="0"/>
                </a:lnTo>
                <a:lnTo>
                  <a:pt x="634584" y="718604"/>
                </a:lnTo>
                <a:lnTo>
                  <a:pt x="0" y="718604"/>
                </a:lnTo>
                <a:lnTo>
                  <a:pt x="0" y="0"/>
                </a:lnTo>
                <a:close/>
              </a:path>
            </a:pathLst>
          </a:custGeom>
          <a:blipFill>
            <a:blip r:embed="rId135">
              <a:extLst>
                <a:ext uri="{96DAC541-7B7A-43D3-8B79-37D633B846F1}">
                  <asvg:svgBlip xmlns:asvg="http://schemas.microsoft.com/office/drawing/2016/SVG/main" r:embed="rId136"/>
                </a:ext>
              </a:extLst>
            </a:blip>
            <a:stretch>
              <a:fillRect l="0" t="0" r="0" b="0"/>
            </a:stretch>
          </a:blipFill>
        </p:spPr>
      </p:sp>
      <p:sp>
        <p:nvSpPr>
          <p:cNvPr name="Freeform 71" id="71"/>
          <p:cNvSpPr/>
          <p:nvPr/>
        </p:nvSpPr>
        <p:spPr>
          <a:xfrm flipH="false" flipV="false" rot="0">
            <a:off x="12397778" y="7205853"/>
            <a:ext cx="723938" cy="723090"/>
          </a:xfrm>
          <a:custGeom>
            <a:avLst/>
            <a:gdLst/>
            <a:ahLst/>
            <a:cxnLst/>
            <a:rect r="r" b="b" t="t" l="l"/>
            <a:pathLst>
              <a:path h="723090" w="723938">
                <a:moveTo>
                  <a:pt x="0" y="0"/>
                </a:moveTo>
                <a:lnTo>
                  <a:pt x="723938" y="0"/>
                </a:lnTo>
                <a:lnTo>
                  <a:pt x="723938" y="723090"/>
                </a:lnTo>
                <a:lnTo>
                  <a:pt x="0" y="723090"/>
                </a:lnTo>
                <a:lnTo>
                  <a:pt x="0" y="0"/>
                </a:lnTo>
                <a:close/>
              </a:path>
            </a:pathLst>
          </a:custGeom>
          <a:blipFill>
            <a:blip r:embed="rId137">
              <a:extLst>
                <a:ext uri="{96DAC541-7B7A-43D3-8B79-37D633B846F1}">
                  <asvg:svgBlip xmlns:asvg="http://schemas.microsoft.com/office/drawing/2016/SVG/main" r:embed="rId138"/>
                </a:ext>
              </a:extLst>
            </a:blip>
            <a:stretch>
              <a:fillRect l="0" t="0" r="0" b="0"/>
            </a:stretch>
          </a:blipFill>
        </p:spPr>
      </p:sp>
      <p:sp>
        <p:nvSpPr>
          <p:cNvPr name="Freeform 72" id="72"/>
          <p:cNvSpPr/>
          <p:nvPr/>
        </p:nvSpPr>
        <p:spPr>
          <a:xfrm flipH="false" flipV="false" rot="0">
            <a:off x="16017335" y="6291567"/>
            <a:ext cx="634641" cy="721900"/>
          </a:xfrm>
          <a:custGeom>
            <a:avLst/>
            <a:gdLst/>
            <a:ahLst/>
            <a:cxnLst/>
            <a:rect r="r" b="b" t="t" l="l"/>
            <a:pathLst>
              <a:path h="721900" w="634641">
                <a:moveTo>
                  <a:pt x="0" y="0"/>
                </a:moveTo>
                <a:lnTo>
                  <a:pt x="634641" y="0"/>
                </a:lnTo>
                <a:lnTo>
                  <a:pt x="634641" y="721900"/>
                </a:lnTo>
                <a:lnTo>
                  <a:pt x="0" y="721900"/>
                </a:lnTo>
                <a:lnTo>
                  <a:pt x="0" y="0"/>
                </a:lnTo>
                <a:close/>
              </a:path>
            </a:pathLst>
          </a:custGeom>
          <a:blipFill>
            <a:blip r:embed="rId139">
              <a:extLst>
                <a:ext uri="{96DAC541-7B7A-43D3-8B79-37D633B846F1}">
                  <asvg:svgBlip xmlns:asvg="http://schemas.microsoft.com/office/drawing/2016/SVG/main" r:embed="rId140"/>
                </a:ext>
              </a:extLst>
            </a:blip>
            <a:stretch>
              <a:fillRect l="0" t="0" r="0" b="0"/>
            </a:stretch>
          </a:blipFill>
        </p:spPr>
      </p:sp>
      <p:sp>
        <p:nvSpPr>
          <p:cNvPr name="Freeform 73" id="73"/>
          <p:cNvSpPr/>
          <p:nvPr/>
        </p:nvSpPr>
        <p:spPr>
          <a:xfrm flipH="false" flipV="false" rot="0">
            <a:off x="11455460" y="2612498"/>
            <a:ext cx="727510" cy="722176"/>
          </a:xfrm>
          <a:custGeom>
            <a:avLst/>
            <a:gdLst/>
            <a:ahLst/>
            <a:cxnLst/>
            <a:rect r="r" b="b" t="t" l="l"/>
            <a:pathLst>
              <a:path h="722176" w="727510">
                <a:moveTo>
                  <a:pt x="0" y="0"/>
                </a:moveTo>
                <a:lnTo>
                  <a:pt x="727510" y="0"/>
                </a:lnTo>
                <a:lnTo>
                  <a:pt x="727510" y="722176"/>
                </a:lnTo>
                <a:lnTo>
                  <a:pt x="0" y="722176"/>
                </a:lnTo>
                <a:lnTo>
                  <a:pt x="0" y="0"/>
                </a:lnTo>
                <a:close/>
              </a:path>
            </a:pathLst>
          </a:custGeom>
          <a:blipFill>
            <a:blip r:embed="rId141">
              <a:extLst>
                <a:ext uri="{96DAC541-7B7A-43D3-8B79-37D633B846F1}">
                  <asvg:svgBlip xmlns:asvg="http://schemas.microsoft.com/office/drawing/2016/SVG/main" r:embed="rId142"/>
                </a:ext>
              </a:extLst>
            </a:blip>
            <a:stretch>
              <a:fillRect l="0" t="0" r="0" b="0"/>
            </a:stretch>
          </a:blipFill>
        </p:spPr>
      </p:sp>
      <p:sp>
        <p:nvSpPr>
          <p:cNvPr name="Freeform 74" id="74"/>
          <p:cNvSpPr/>
          <p:nvPr/>
        </p:nvSpPr>
        <p:spPr>
          <a:xfrm flipH="false" flipV="false" rot="0">
            <a:off x="11457242" y="3601974"/>
            <a:ext cx="723938" cy="632822"/>
          </a:xfrm>
          <a:custGeom>
            <a:avLst/>
            <a:gdLst/>
            <a:ahLst/>
            <a:cxnLst/>
            <a:rect r="r" b="b" t="t" l="l"/>
            <a:pathLst>
              <a:path h="632822" w="723938">
                <a:moveTo>
                  <a:pt x="0" y="0"/>
                </a:moveTo>
                <a:lnTo>
                  <a:pt x="723938" y="0"/>
                </a:lnTo>
                <a:lnTo>
                  <a:pt x="723938" y="632822"/>
                </a:lnTo>
                <a:lnTo>
                  <a:pt x="0" y="632822"/>
                </a:lnTo>
                <a:lnTo>
                  <a:pt x="0" y="0"/>
                </a:lnTo>
                <a:close/>
              </a:path>
            </a:pathLst>
          </a:custGeom>
          <a:blipFill>
            <a:blip r:embed="rId143">
              <a:extLst>
                <a:ext uri="{96DAC541-7B7A-43D3-8B79-37D633B846F1}">
                  <asvg:svgBlip xmlns:asvg="http://schemas.microsoft.com/office/drawing/2016/SVG/main" r:embed="rId144"/>
                </a:ext>
              </a:extLst>
            </a:blip>
            <a:stretch>
              <a:fillRect l="0" t="0" r="0" b="0"/>
            </a:stretch>
          </a:blipFill>
        </p:spPr>
      </p:sp>
      <p:sp>
        <p:nvSpPr>
          <p:cNvPr name="Freeform 75" id="75"/>
          <p:cNvSpPr/>
          <p:nvPr/>
        </p:nvSpPr>
        <p:spPr>
          <a:xfrm flipH="false" flipV="false" rot="0">
            <a:off x="11491170" y="4461072"/>
            <a:ext cx="656082" cy="723538"/>
          </a:xfrm>
          <a:custGeom>
            <a:avLst/>
            <a:gdLst/>
            <a:ahLst/>
            <a:cxnLst/>
            <a:rect r="r" b="b" t="t" l="l"/>
            <a:pathLst>
              <a:path h="723538" w="656082">
                <a:moveTo>
                  <a:pt x="0" y="0"/>
                </a:moveTo>
                <a:lnTo>
                  <a:pt x="656082" y="0"/>
                </a:lnTo>
                <a:lnTo>
                  <a:pt x="656082" y="723538"/>
                </a:lnTo>
                <a:lnTo>
                  <a:pt x="0" y="723538"/>
                </a:lnTo>
                <a:lnTo>
                  <a:pt x="0" y="0"/>
                </a:lnTo>
                <a:close/>
              </a:path>
            </a:pathLst>
          </a:custGeom>
          <a:blipFill>
            <a:blip r:embed="rId145">
              <a:extLst>
                <a:ext uri="{96DAC541-7B7A-43D3-8B79-37D633B846F1}">
                  <asvg:svgBlip xmlns:asvg="http://schemas.microsoft.com/office/drawing/2016/SVG/main" r:embed="rId146"/>
                </a:ext>
              </a:extLst>
            </a:blip>
            <a:stretch>
              <a:fillRect l="0" t="0" r="0" b="0"/>
            </a:stretch>
          </a:blipFill>
        </p:spPr>
      </p:sp>
      <p:sp>
        <p:nvSpPr>
          <p:cNvPr name="Freeform 76" id="76"/>
          <p:cNvSpPr/>
          <p:nvPr/>
        </p:nvSpPr>
        <p:spPr>
          <a:xfrm flipH="false" flipV="false" rot="0">
            <a:off x="15916866" y="2608926"/>
            <a:ext cx="722176" cy="718604"/>
          </a:xfrm>
          <a:custGeom>
            <a:avLst/>
            <a:gdLst/>
            <a:ahLst/>
            <a:cxnLst/>
            <a:rect r="r" b="b" t="t" l="l"/>
            <a:pathLst>
              <a:path h="718604" w="722176">
                <a:moveTo>
                  <a:pt x="0" y="0"/>
                </a:moveTo>
                <a:lnTo>
                  <a:pt x="722176" y="0"/>
                </a:lnTo>
                <a:lnTo>
                  <a:pt x="722176" y="718604"/>
                </a:lnTo>
                <a:lnTo>
                  <a:pt x="0" y="718604"/>
                </a:lnTo>
                <a:lnTo>
                  <a:pt x="0" y="0"/>
                </a:lnTo>
                <a:close/>
              </a:path>
            </a:pathLst>
          </a:custGeom>
          <a:blipFill>
            <a:blip r:embed="rId147">
              <a:extLst>
                <a:ext uri="{96DAC541-7B7A-43D3-8B79-37D633B846F1}">
                  <asvg:svgBlip xmlns:asvg="http://schemas.microsoft.com/office/drawing/2016/SVG/main" r:embed="rId148"/>
                </a:ext>
              </a:extLst>
            </a:blip>
            <a:stretch>
              <a:fillRect l="0" t="0" r="0" b="0"/>
            </a:stretch>
          </a:blipFill>
        </p:spPr>
      </p:sp>
      <p:sp>
        <p:nvSpPr>
          <p:cNvPr name="Freeform 77" id="77"/>
          <p:cNvSpPr/>
          <p:nvPr/>
        </p:nvSpPr>
        <p:spPr>
          <a:xfrm flipH="false" flipV="false" rot="0">
            <a:off x="15939221" y="3560836"/>
            <a:ext cx="677475" cy="718604"/>
          </a:xfrm>
          <a:custGeom>
            <a:avLst/>
            <a:gdLst/>
            <a:ahLst/>
            <a:cxnLst/>
            <a:rect r="r" b="b" t="t" l="l"/>
            <a:pathLst>
              <a:path h="718604" w="677475">
                <a:moveTo>
                  <a:pt x="0" y="0"/>
                </a:moveTo>
                <a:lnTo>
                  <a:pt x="677475" y="0"/>
                </a:lnTo>
                <a:lnTo>
                  <a:pt x="677475" y="718604"/>
                </a:lnTo>
                <a:lnTo>
                  <a:pt x="0" y="718604"/>
                </a:lnTo>
                <a:lnTo>
                  <a:pt x="0" y="0"/>
                </a:lnTo>
                <a:close/>
              </a:path>
            </a:pathLst>
          </a:custGeom>
          <a:blipFill>
            <a:blip r:embed="rId149">
              <a:extLst>
                <a:ext uri="{96DAC541-7B7A-43D3-8B79-37D633B846F1}">
                  <asvg:svgBlip xmlns:asvg="http://schemas.microsoft.com/office/drawing/2016/SVG/main" r:embed="rId150"/>
                </a:ext>
              </a:extLst>
            </a:blip>
            <a:stretch>
              <a:fillRect l="0" t="0" r="0" b="0"/>
            </a:stretch>
          </a:blipFill>
        </p:spPr>
      </p:sp>
      <p:sp>
        <p:nvSpPr>
          <p:cNvPr name="Freeform 78" id="78"/>
          <p:cNvSpPr/>
          <p:nvPr/>
        </p:nvSpPr>
        <p:spPr>
          <a:xfrm flipH="false" flipV="false" rot="0">
            <a:off x="15915084" y="4466006"/>
            <a:ext cx="725757" cy="718604"/>
          </a:xfrm>
          <a:custGeom>
            <a:avLst/>
            <a:gdLst/>
            <a:ahLst/>
            <a:cxnLst/>
            <a:rect r="r" b="b" t="t" l="l"/>
            <a:pathLst>
              <a:path h="718604" w="725757">
                <a:moveTo>
                  <a:pt x="0" y="0"/>
                </a:moveTo>
                <a:lnTo>
                  <a:pt x="725758" y="0"/>
                </a:lnTo>
                <a:lnTo>
                  <a:pt x="725758" y="718604"/>
                </a:lnTo>
                <a:lnTo>
                  <a:pt x="0" y="718604"/>
                </a:lnTo>
                <a:lnTo>
                  <a:pt x="0" y="0"/>
                </a:lnTo>
                <a:close/>
              </a:path>
            </a:pathLst>
          </a:custGeom>
          <a:blipFill>
            <a:blip r:embed="rId151">
              <a:extLst>
                <a:ext uri="{96DAC541-7B7A-43D3-8B79-37D633B846F1}">
                  <asvg:svgBlip xmlns:asvg="http://schemas.microsoft.com/office/drawing/2016/SVG/main" r:embed="rId152"/>
                </a:ext>
              </a:extLst>
            </a:blip>
            <a:stretch>
              <a:fillRect l="0" t="0" r="0" b="0"/>
            </a:stretch>
          </a:blipFill>
        </p:spPr>
      </p:sp>
      <p:sp>
        <p:nvSpPr>
          <p:cNvPr name="Freeform 79" id="79"/>
          <p:cNvSpPr/>
          <p:nvPr/>
        </p:nvSpPr>
        <p:spPr>
          <a:xfrm flipH="false" flipV="false" rot="0">
            <a:off x="13307520" y="5368252"/>
            <a:ext cx="677532" cy="722176"/>
          </a:xfrm>
          <a:custGeom>
            <a:avLst/>
            <a:gdLst/>
            <a:ahLst/>
            <a:cxnLst/>
            <a:rect r="r" b="b" t="t" l="l"/>
            <a:pathLst>
              <a:path h="722176" w="677532">
                <a:moveTo>
                  <a:pt x="0" y="0"/>
                </a:moveTo>
                <a:lnTo>
                  <a:pt x="677533" y="0"/>
                </a:lnTo>
                <a:lnTo>
                  <a:pt x="677533" y="722176"/>
                </a:lnTo>
                <a:lnTo>
                  <a:pt x="0" y="722176"/>
                </a:lnTo>
                <a:lnTo>
                  <a:pt x="0" y="0"/>
                </a:lnTo>
                <a:close/>
              </a:path>
            </a:pathLst>
          </a:custGeom>
          <a:blipFill>
            <a:blip r:embed="rId153">
              <a:extLst>
                <a:ext uri="{96DAC541-7B7A-43D3-8B79-37D633B846F1}">
                  <asvg:svgBlip xmlns:asvg="http://schemas.microsoft.com/office/drawing/2016/SVG/main" r:embed="rId154"/>
                </a:ext>
              </a:extLst>
            </a:blip>
            <a:stretch>
              <a:fillRect l="0" t="0" r="0" b="0"/>
            </a:stretch>
          </a:blipFill>
        </p:spPr>
      </p:sp>
      <p:sp>
        <p:nvSpPr>
          <p:cNvPr name="Freeform 80" id="80"/>
          <p:cNvSpPr/>
          <p:nvPr/>
        </p:nvSpPr>
        <p:spPr>
          <a:xfrm flipH="false" flipV="false" rot="0">
            <a:off x="13284289" y="6271603"/>
            <a:ext cx="723995" cy="722176"/>
          </a:xfrm>
          <a:custGeom>
            <a:avLst/>
            <a:gdLst/>
            <a:ahLst/>
            <a:cxnLst/>
            <a:rect r="r" b="b" t="t" l="l"/>
            <a:pathLst>
              <a:path h="722176" w="723995">
                <a:moveTo>
                  <a:pt x="0" y="0"/>
                </a:moveTo>
                <a:lnTo>
                  <a:pt x="723995" y="0"/>
                </a:lnTo>
                <a:lnTo>
                  <a:pt x="723995" y="722176"/>
                </a:lnTo>
                <a:lnTo>
                  <a:pt x="0" y="722176"/>
                </a:lnTo>
                <a:lnTo>
                  <a:pt x="0" y="0"/>
                </a:lnTo>
                <a:close/>
              </a:path>
            </a:pathLst>
          </a:custGeom>
          <a:blipFill>
            <a:blip r:embed="rId155">
              <a:extLst>
                <a:ext uri="{96DAC541-7B7A-43D3-8B79-37D633B846F1}">
                  <asvg:svgBlip xmlns:asvg="http://schemas.microsoft.com/office/drawing/2016/SVG/main" r:embed="rId156"/>
                </a:ext>
              </a:extLst>
            </a:blip>
            <a:stretch>
              <a:fillRect l="0" t="0" r="0" b="0"/>
            </a:stretch>
          </a:blipFill>
        </p:spPr>
      </p:sp>
      <p:sp>
        <p:nvSpPr>
          <p:cNvPr name="Freeform 81" id="81"/>
          <p:cNvSpPr/>
          <p:nvPr/>
        </p:nvSpPr>
        <p:spPr>
          <a:xfrm flipH="false" flipV="false" rot="0">
            <a:off x="13329876" y="7208520"/>
            <a:ext cx="632822" cy="720423"/>
          </a:xfrm>
          <a:custGeom>
            <a:avLst/>
            <a:gdLst/>
            <a:ahLst/>
            <a:cxnLst/>
            <a:rect r="r" b="b" t="t" l="l"/>
            <a:pathLst>
              <a:path h="720423" w="632822">
                <a:moveTo>
                  <a:pt x="0" y="0"/>
                </a:moveTo>
                <a:lnTo>
                  <a:pt x="632822" y="0"/>
                </a:lnTo>
                <a:lnTo>
                  <a:pt x="632822" y="720423"/>
                </a:lnTo>
                <a:lnTo>
                  <a:pt x="0" y="720423"/>
                </a:lnTo>
                <a:lnTo>
                  <a:pt x="0" y="0"/>
                </a:lnTo>
                <a:close/>
              </a:path>
            </a:pathLst>
          </a:custGeom>
          <a:blipFill>
            <a:blip r:embed="rId157">
              <a:extLst>
                <a:ext uri="{96DAC541-7B7A-43D3-8B79-37D633B846F1}">
                  <asvg:svgBlip xmlns:asvg="http://schemas.microsoft.com/office/drawing/2016/SVG/main" r:embed="rId158"/>
                </a:ext>
              </a:extLst>
            </a:blip>
            <a:stretch>
              <a:fillRect l="0" t="0" r="0" b="0"/>
            </a:stretch>
          </a:blipFill>
        </p:spPr>
      </p:sp>
      <p:sp>
        <p:nvSpPr>
          <p:cNvPr name="Freeform 82" id="82"/>
          <p:cNvSpPr/>
          <p:nvPr/>
        </p:nvSpPr>
        <p:spPr>
          <a:xfrm flipH="false" flipV="false" rot="0">
            <a:off x="15972663" y="7207891"/>
            <a:ext cx="723995" cy="724624"/>
          </a:xfrm>
          <a:custGeom>
            <a:avLst/>
            <a:gdLst/>
            <a:ahLst/>
            <a:cxnLst/>
            <a:rect r="r" b="b" t="t" l="l"/>
            <a:pathLst>
              <a:path h="724624" w="723995">
                <a:moveTo>
                  <a:pt x="0" y="0"/>
                </a:moveTo>
                <a:lnTo>
                  <a:pt x="723995" y="0"/>
                </a:lnTo>
                <a:lnTo>
                  <a:pt x="723995" y="724624"/>
                </a:lnTo>
                <a:lnTo>
                  <a:pt x="0" y="724624"/>
                </a:lnTo>
                <a:lnTo>
                  <a:pt x="0" y="0"/>
                </a:lnTo>
                <a:close/>
              </a:path>
            </a:pathLst>
          </a:custGeom>
          <a:blipFill>
            <a:blip r:embed="rId159">
              <a:extLst>
                <a:ext uri="{96DAC541-7B7A-43D3-8B79-37D633B846F1}">
                  <asvg:svgBlip xmlns:asvg="http://schemas.microsoft.com/office/drawing/2016/SVG/main" r:embed="rId160"/>
                </a:ext>
              </a:extLst>
            </a:blip>
            <a:stretch>
              <a:fillRect l="0" t="0" r="0" b="0"/>
            </a:stretch>
          </a:blipFill>
        </p:spPr>
      </p:sp>
      <p:sp>
        <p:nvSpPr>
          <p:cNvPr name="Freeform 83" id="83"/>
          <p:cNvSpPr/>
          <p:nvPr/>
        </p:nvSpPr>
        <p:spPr>
          <a:xfrm flipH="false" flipV="false" rot="0">
            <a:off x="12402160" y="2610736"/>
            <a:ext cx="634584" cy="722176"/>
          </a:xfrm>
          <a:custGeom>
            <a:avLst/>
            <a:gdLst/>
            <a:ahLst/>
            <a:cxnLst/>
            <a:rect r="r" b="b" t="t" l="l"/>
            <a:pathLst>
              <a:path h="722176" w="634584">
                <a:moveTo>
                  <a:pt x="0" y="0"/>
                </a:moveTo>
                <a:lnTo>
                  <a:pt x="634584" y="0"/>
                </a:lnTo>
                <a:lnTo>
                  <a:pt x="634584" y="722176"/>
                </a:lnTo>
                <a:lnTo>
                  <a:pt x="0" y="722176"/>
                </a:lnTo>
                <a:lnTo>
                  <a:pt x="0" y="0"/>
                </a:lnTo>
                <a:close/>
              </a:path>
            </a:pathLst>
          </a:custGeom>
          <a:blipFill>
            <a:blip r:embed="rId161">
              <a:extLst>
                <a:ext uri="{96DAC541-7B7A-43D3-8B79-37D633B846F1}">
                  <asvg:svgBlip xmlns:asvg="http://schemas.microsoft.com/office/drawing/2016/SVG/main" r:embed="rId162"/>
                </a:ext>
              </a:extLst>
            </a:blip>
            <a:stretch>
              <a:fillRect l="0" t="0" r="0" b="0"/>
            </a:stretch>
          </a:blipFill>
        </p:spPr>
      </p:sp>
      <p:sp>
        <p:nvSpPr>
          <p:cNvPr name="Freeform 84" id="84"/>
          <p:cNvSpPr/>
          <p:nvPr/>
        </p:nvSpPr>
        <p:spPr>
          <a:xfrm flipH="false" flipV="false" rot="0">
            <a:off x="12402160" y="3557264"/>
            <a:ext cx="634584" cy="722176"/>
          </a:xfrm>
          <a:custGeom>
            <a:avLst/>
            <a:gdLst/>
            <a:ahLst/>
            <a:cxnLst/>
            <a:rect r="r" b="b" t="t" l="l"/>
            <a:pathLst>
              <a:path h="722176" w="634584">
                <a:moveTo>
                  <a:pt x="0" y="0"/>
                </a:moveTo>
                <a:lnTo>
                  <a:pt x="634584" y="0"/>
                </a:lnTo>
                <a:lnTo>
                  <a:pt x="634584" y="722176"/>
                </a:lnTo>
                <a:lnTo>
                  <a:pt x="0" y="722176"/>
                </a:lnTo>
                <a:lnTo>
                  <a:pt x="0" y="0"/>
                </a:lnTo>
                <a:close/>
              </a:path>
            </a:pathLst>
          </a:custGeom>
          <a:blipFill>
            <a:blip r:embed="rId163">
              <a:extLst>
                <a:ext uri="{96DAC541-7B7A-43D3-8B79-37D633B846F1}">
                  <asvg:svgBlip xmlns:asvg="http://schemas.microsoft.com/office/drawing/2016/SVG/main" r:embed="rId164"/>
                </a:ext>
              </a:extLst>
            </a:blip>
            <a:stretch>
              <a:fillRect l="0" t="0" r="0" b="0"/>
            </a:stretch>
          </a:blipFill>
        </p:spPr>
      </p:sp>
      <p:sp>
        <p:nvSpPr>
          <p:cNvPr name="Freeform 85" id="85"/>
          <p:cNvSpPr/>
          <p:nvPr/>
        </p:nvSpPr>
        <p:spPr>
          <a:xfrm flipH="false" flipV="false" rot="0">
            <a:off x="12444174" y="4462434"/>
            <a:ext cx="550555" cy="720366"/>
          </a:xfrm>
          <a:custGeom>
            <a:avLst/>
            <a:gdLst/>
            <a:ahLst/>
            <a:cxnLst/>
            <a:rect r="r" b="b" t="t" l="l"/>
            <a:pathLst>
              <a:path h="720366" w="550555">
                <a:moveTo>
                  <a:pt x="0" y="0"/>
                </a:moveTo>
                <a:lnTo>
                  <a:pt x="550555" y="0"/>
                </a:lnTo>
                <a:lnTo>
                  <a:pt x="550555" y="720366"/>
                </a:lnTo>
                <a:lnTo>
                  <a:pt x="0" y="720366"/>
                </a:lnTo>
                <a:lnTo>
                  <a:pt x="0" y="0"/>
                </a:lnTo>
                <a:close/>
              </a:path>
            </a:pathLst>
          </a:custGeom>
          <a:blipFill>
            <a:blip r:embed="rId165">
              <a:extLst>
                <a:ext uri="{96DAC541-7B7A-43D3-8B79-37D633B846F1}">
                  <asvg:svgBlip xmlns:asvg="http://schemas.microsoft.com/office/drawing/2016/SVG/main" r:embed="rId166"/>
                </a:ext>
              </a:extLst>
            </a:blip>
            <a:stretch>
              <a:fillRect l="0" t="0" r="0" b="0"/>
            </a:stretch>
          </a:blipFill>
        </p:spPr>
      </p:sp>
      <p:sp>
        <p:nvSpPr>
          <p:cNvPr name="Freeform 86" id="86"/>
          <p:cNvSpPr/>
          <p:nvPr/>
        </p:nvSpPr>
        <p:spPr>
          <a:xfrm flipH="false" flipV="false" rot="0">
            <a:off x="9741037" y="5368252"/>
            <a:ext cx="674694" cy="723995"/>
          </a:xfrm>
          <a:custGeom>
            <a:avLst/>
            <a:gdLst/>
            <a:ahLst/>
            <a:cxnLst/>
            <a:rect r="r" b="b" t="t" l="l"/>
            <a:pathLst>
              <a:path h="723995" w="674694">
                <a:moveTo>
                  <a:pt x="0" y="0"/>
                </a:moveTo>
                <a:lnTo>
                  <a:pt x="674693" y="0"/>
                </a:lnTo>
                <a:lnTo>
                  <a:pt x="674693" y="723995"/>
                </a:lnTo>
                <a:lnTo>
                  <a:pt x="0" y="723995"/>
                </a:lnTo>
                <a:lnTo>
                  <a:pt x="0" y="0"/>
                </a:lnTo>
                <a:close/>
              </a:path>
            </a:pathLst>
          </a:custGeom>
          <a:blipFill>
            <a:blip r:embed="rId167">
              <a:extLst>
                <a:ext uri="{96DAC541-7B7A-43D3-8B79-37D633B846F1}">
                  <asvg:svgBlip xmlns:asvg="http://schemas.microsoft.com/office/drawing/2016/SVG/main" r:embed="rId168"/>
                </a:ext>
              </a:extLst>
            </a:blip>
            <a:stretch>
              <a:fillRect l="0" t="0" r="0" b="0"/>
            </a:stretch>
          </a:blipFill>
        </p:spPr>
      </p:sp>
      <p:sp>
        <p:nvSpPr>
          <p:cNvPr name="Freeform 87" id="87"/>
          <p:cNvSpPr/>
          <p:nvPr/>
        </p:nvSpPr>
        <p:spPr>
          <a:xfrm flipH="false" flipV="false" rot="0">
            <a:off x="9716414" y="6275175"/>
            <a:ext cx="723938" cy="718547"/>
          </a:xfrm>
          <a:custGeom>
            <a:avLst/>
            <a:gdLst/>
            <a:ahLst/>
            <a:cxnLst/>
            <a:rect r="r" b="b" t="t" l="l"/>
            <a:pathLst>
              <a:path h="718547" w="723938">
                <a:moveTo>
                  <a:pt x="0" y="0"/>
                </a:moveTo>
                <a:lnTo>
                  <a:pt x="723938" y="0"/>
                </a:lnTo>
                <a:lnTo>
                  <a:pt x="723938" y="718547"/>
                </a:lnTo>
                <a:lnTo>
                  <a:pt x="0" y="718547"/>
                </a:lnTo>
                <a:lnTo>
                  <a:pt x="0" y="0"/>
                </a:lnTo>
                <a:close/>
              </a:path>
            </a:pathLst>
          </a:custGeom>
          <a:blipFill>
            <a:blip r:embed="rId169">
              <a:extLst>
                <a:ext uri="{96DAC541-7B7A-43D3-8B79-37D633B846F1}">
                  <asvg:svgBlip xmlns:asvg="http://schemas.microsoft.com/office/drawing/2016/SVG/main" r:embed="rId170"/>
                </a:ext>
              </a:extLst>
            </a:blip>
            <a:stretch>
              <a:fillRect l="0" t="0" r="0" b="0"/>
            </a:stretch>
          </a:blipFill>
        </p:spPr>
      </p:sp>
      <p:sp>
        <p:nvSpPr>
          <p:cNvPr name="Freeform 88" id="88"/>
          <p:cNvSpPr/>
          <p:nvPr/>
        </p:nvSpPr>
        <p:spPr>
          <a:xfrm flipH="false" flipV="false" rot="0">
            <a:off x="9759305" y="7208520"/>
            <a:ext cx="638156" cy="722176"/>
          </a:xfrm>
          <a:custGeom>
            <a:avLst/>
            <a:gdLst/>
            <a:ahLst/>
            <a:cxnLst/>
            <a:rect r="r" b="b" t="t" l="l"/>
            <a:pathLst>
              <a:path h="722176" w="638156">
                <a:moveTo>
                  <a:pt x="0" y="0"/>
                </a:moveTo>
                <a:lnTo>
                  <a:pt x="638156" y="0"/>
                </a:lnTo>
                <a:lnTo>
                  <a:pt x="638156" y="722176"/>
                </a:lnTo>
                <a:lnTo>
                  <a:pt x="0" y="722176"/>
                </a:lnTo>
                <a:lnTo>
                  <a:pt x="0" y="0"/>
                </a:lnTo>
                <a:close/>
              </a:path>
            </a:pathLst>
          </a:custGeom>
          <a:blipFill>
            <a:blip r:embed="rId171">
              <a:extLst>
                <a:ext uri="{96DAC541-7B7A-43D3-8B79-37D633B846F1}">
                  <asvg:svgBlip xmlns:asvg="http://schemas.microsoft.com/office/drawing/2016/SVG/main" r:embed="rId172"/>
                </a:ext>
              </a:extLst>
            </a:blip>
            <a:stretch>
              <a:fillRect l="0" t="0" r="0" b="0"/>
            </a:stretch>
          </a:blipFill>
        </p:spPr>
      </p:sp>
      <p:sp>
        <p:nvSpPr>
          <p:cNvPr name="Freeform 89" id="89"/>
          <p:cNvSpPr/>
          <p:nvPr/>
        </p:nvSpPr>
        <p:spPr>
          <a:xfrm flipH="false" flipV="false" rot="0">
            <a:off x="14220949" y="5368252"/>
            <a:ext cx="634584" cy="718604"/>
          </a:xfrm>
          <a:custGeom>
            <a:avLst/>
            <a:gdLst/>
            <a:ahLst/>
            <a:cxnLst/>
            <a:rect r="r" b="b" t="t" l="l"/>
            <a:pathLst>
              <a:path h="718604" w="634584">
                <a:moveTo>
                  <a:pt x="0" y="0"/>
                </a:moveTo>
                <a:lnTo>
                  <a:pt x="634584" y="0"/>
                </a:lnTo>
                <a:lnTo>
                  <a:pt x="634584" y="718604"/>
                </a:lnTo>
                <a:lnTo>
                  <a:pt x="0" y="718604"/>
                </a:lnTo>
                <a:lnTo>
                  <a:pt x="0" y="0"/>
                </a:lnTo>
                <a:close/>
              </a:path>
            </a:pathLst>
          </a:custGeom>
          <a:blipFill>
            <a:blip r:embed="rId173">
              <a:extLst>
                <a:ext uri="{96DAC541-7B7A-43D3-8B79-37D633B846F1}">
                  <asvg:svgBlip xmlns:asvg="http://schemas.microsoft.com/office/drawing/2016/SVG/main" r:embed="rId174"/>
                </a:ext>
              </a:extLst>
            </a:blip>
            <a:stretch>
              <a:fillRect l="0" t="0" r="0" b="0"/>
            </a:stretch>
          </a:blipFill>
        </p:spPr>
      </p:sp>
      <p:sp>
        <p:nvSpPr>
          <p:cNvPr name="Freeform 90" id="90"/>
          <p:cNvSpPr/>
          <p:nvPr/>
        </p:nvSpPr>
        <p:spPr>
          <a:xfrm flipH="false" flipV="false" rot="0">
            <a:off x="14178058" y="6269841"/>
            <a:ext cx="720366" cy="723938"/>
          </a:xfrm>
          <a:custGeom>
            <a:avLst/>
            <a:gdLst/>
            <a:ahLst/>
            <a:cxnLst/>
            <a:rect r="r" b="b" t="t" l="l"/>
            <a:pathLst>
              <a:path h="723938" w="720366">
                <a:moveTo>
                  <a:pt x="0" y="0"/>
                </a:moveTo>
                <a:lnTo>
                  <a:pt x="720366" y="0"/>
                </a:lnTo>
                <a:lnTo>
                  <a:pt x="720366" y="723938"/>
                </a:lnTo>
                <a:lnTo>
                  <a:pt x="0" y="723938"/>
                </a:lnTo>
                <a:lnTo>
                  <a:pt x="0" y="0"/>
                </a:lnTo>
                <a:close/>
              </a:path>
            </a:pathLst>
          </a:custGeom>
          <a:blipFill>
            <a:blip r:embed="rId175">
              <a:extLst>
                <a:ext uri="{96DAC541-7B7A-43D3-8B79-37D633B846F1}">
                  <asvg:svgBlip xmlns:asvg="http://schemas.microsoft.com/office/drawing/2016/SVG/main" r:embed="rId176"/>
                </a:ext>
              </a:extLst>
            </a:blip>
            <a:stretch>
              <a:fillRect l="0" t="0" r="0" b="0"/>
            </a:stretch>
          </a:blipFill>
        </p:spPr>
      </p:sp>
      <p:sp>
        <p:nvSpPr>
          <p:cNvPr name="Freeform 91" id="91"/>
          <p:cNvSpPr/>
          <p:nvPr/>
        </p:nvSpPr>
        <p:spPr>
          <a:xfrm flipH="false" flipV="false" rot="0">
            <a:off x="14220949" y="7206758"/>
            <a:ext cx="634584" cy="722176"/>
          </a:xfrm>
          <a:custGeom>
            <a:avLst/>
            <a:gdLst/>
            <a:ahLst/>
            <a:cxnLst/>
            <a:rect r="r" b="b" t="t" l="l"/>
            <a:pathLst>
              <a:path h="722176" w="634584">
                <a:moveTo>
                  <a:pt x="0" y="0"/>
                </a:moveTo>
                <a:lnTo>
                  <a:pt x="634584" y="0"/>
                </a:lnTo>
                <a:lnTo>
                  <a:pt x="634584" y="722176"/>
                </a:lnTo>
                <a:lnTo>
                  <a:pt x="0" y="722176"/>
                </a:lnTo>
                <a:lnTo>
                  <a:pt x="0" y="0"/>
                </a:lnTo>
                <a:close/>
              </a:path>
            </a:pathLst>
          </a:custGeom>
          <a:blipFill>
            <a:blip r:embed="rId177">
              <a:extLst>
                <a:ext uri="{96DAC541-7B7A-43D3-8B79-37D633B846F1}">
                  <asvg:svgBlip xmlns:asvg="http://schemas.microsoft.com/office/drawing/2016/SVG/main" r:embed="rId178"/>
                </a:ext>
              </a:extLst>
            </a:blip>
            <a:stretch>
              <a:fillRect l="0" t="0" r="0" b="0"/>
            </a:stretch>
          </a:blipFill>
        </p:spPr>
      </p:sp>
      <p:sp>
        <p:nvSpPr>
          <p:cNvPr name="Freeform 92" id="92"/>
          <p:cNvSpPr/>
          <p:nvPr/>
        </p:nvSpPr>
        <p:spPr>
          <a:xfrm flipH="false" flipV="false" rot="0">
            <a:off x="12441698" y="8125997"/>
            <a:ext cx="636337" cy="718604"/>
          </a:xfrm>
          <a:custGeom>
            <a:avLst/>
            <a:gdLst/>
            <a:ahLst/>
            <a:cxnLst/>
            <a:rect r="r" b="b" t="t" l="l"/>
            <a:pathLst>
              <a:path h="718604" w="636337">
                <a:moveTo>
                  <a:pt x="0" y="0"/>
                </a:moveTo>
                <a:lnTo>
                  <a:pt x="636337" y="0"/>
                </a:lnTo>
                <a:lnTo>
                  <a:pt x="636337" y="718604"/>
                </a:lnTo>
                <a:lnTo>
                  <a:pt x="0" y="718604"/>
                </a:lnTo>
                <a:lnTo>
                  <a:pt x="0" y="0"/>
                </a:lnTo>
                <a:close/>
              </a:path>
            </a:pathLst>
          </a:custGeom>
          <a:blipFill>
            <a:blip r:embed="rId179">
              <a:extLst>
                <a:ext uri="{96DAC541-7B7A-43D3-8B79-37D633B846F1}">
                  <asvg:svgBlip xmlns:asvg="http://schemas.microsoft.com/office/drawing/2016/SVG/main" r:embed="rId180"/>
                </a:ext>
              </a:extLst>
            </a:blip>
            <a:stretch>
              <a:fillRect l="0" t="0" r="0" b="0"/>
            </a:stretch>
          </a:blipFill>
        </p:spPr>
      </p:sp>
      <p:sp>
        <p:nvSpPr>
          <p:cNvPr name="Freeform 93" id="93"/>
          <p:cNvSpPr/>
          <p:nvPr/>
        </p:nvSpPr>
        <p:spPr>
          <a:xfrm flipH="false" flipV="false" rot="0">
            <a:off x="13233359" y="2607393"/>
            <a:ext cx="741807" cy="721947"/>
          </a:xfrm>
          <a:custGeom>
            <a:avLst/>
            <a:gdLst/>
            <a:ahLst/>
            <a:cxnLst/>
            <a:rect r="r" b="b" t="t" l="l"/>
            <a:pathLst>
              <a:path h="721947" w="741807">
                <a:moveTo>
                  <a:pt x="0" y="0"/>
                </a:moveTo>
                <a:lnTo>
                  <a:pt x="741807" y="0"/>
                </a:lnTo>
                <a:lnTo>
                  <a:pt x="741807" y="721947"/>
                </a:lnTo>
                <a:lnTo>
                  <a:pt x="0" y="721947"/>
                </a:lnTo>
                <a:lnTo>
                  <a:pt x="0" y="0"/>
                </a:lnTo>
                <a:close/>
              </a:path>
            </a:pathLst>
          </a:custGeom>
          <a:blipFill>
            <a:blip r:embed="rId181">
              <a:extLst>
                <a:ext uri="{96DAC541-7B7A-43D3-8B79-37D633B846F1}">
                  <asvg:svgBlip xmlns:asvg="http://schemas.microsoft.com/office/drawing/2016/SVG/main" r:embed="rId182"/>
                </a:ext>
              </a:extLst>
            </a:blip>
            <a:stretch>
              <a:fillRect l="0" t="0" r="0" b="0"/>
            </a:stretch>
          </a:blipFill>
        </p:spPr>
      </p:sp>
      <p:sp>
        <p:nvSpPr>
          <p:cNvPr name="Freeform 94" id="94"/>
          <p:cNvSpPr/>
          <p:nvPr/>
        </p:nvSpPr>
        <p:spPr>
          <a:xfrm flipH="false" flipV="false" rot="0">
            <a:off x="13244960" y="3580524"/>
            <a:ext cx="718604" cy="677475"/>
          </a:xfrm>
          <a:custGeom>
            <a:avLst/>
            <a:gdLst/>
            <a:ahLst/>
            <a:cxnLst/>
            <a:rect r="r" b="b" t="t" l="l"/>
            <a:pathLst>
              <a:path h="677475" w="718604">
                <a:moveTo>
                  <a:pt x="0" y="0"/>
                </a:moveTo>
                <a:lnTo>
                  <a:pt x="718604" y="0"/>
                </a:lnTo>
                <a:lnTo>
                  <a:pt x="718604" y="677475"/>
                </a:lnTo>
                <a:lnTo>
                  <a:pt x="0" y="677475"/>
                </a:lnTo>
                <a:lnTo>
                  <a:pt x="0" y="0"/>
                </a:lnTo>
                <a:close/>
              </a:path>
            </a:pathLst>
          </a:custGeom>
          <a:blipFill>
            <a:blip r:embed="rId183">
              <a:extLst>
                <a:ext uri="{96DAC541-7B7A-43D3-8B79-37D633B846F1}">
                  <asvg:svgBlip xmlns:asvg="http://schemas.microsoft.com/office/drawing/2016/SVG/main" r:embed="rId184"/>
                </a:ext>
              </a:extLst>
            </a:blip>
            <a:stretch>
              <a:fillRect l="0" t="0" r="0" b="0"/>
            </a:stretch>
          </a:blipFill>
        </p:spPr>
      </p:sp>
      <p:sp>
        <p:nvSpPr>
          <p:cNvPr name="Freeform 95" id="95"/>
          <p:cNvSpPr/>
          <p:nvPr/>
        </p:nvSpPr>
        <p:spPr>
          <a:xfrm flipH="false" flipV="false" rot="0">
            <a:off x="10657723" y="5364670"/>
            <a:ext cx="639966" cy="722176"/>
          </a:xfrm>
          <a:custGeom>
            <a:avLst/>
            <a:gdLst/>
            <a:ahLst/>
            <a:cxnLst/>
            <a:rect r="r" b="b" t="t" l="l"/>
            <a:pathLst>
              <a:path h="722176" w="639966">
                <a:moveTo>
                  <a:pt x="0" y="0"/>
                </a:moveTo>
                <a:lnTo>
                  <a:pt x="639965" y="0"/>
                </a:lnTo>
                <a:lnTo>
                  <a:pt x="639965" y="722176"/>
                </a:lnTo>
                <a:lnTo>
                  <a:pt x="0" y="722176"/>
                </a:lnTo>
                <a:lnTo>
                  <a:pt x="0" y="0"/>
                </a:lnTo>
                <a:close/>
              </a:path>
            </a:pathLst>
          </a:custGeom>
          <a:blipFill>
            <a:blip r:embed="rId185">
              <a:extLst>
                <a:ext uri="{96DAC541-7B7A-43D3-8B79-37D633B846F1}">
                  <asvg:svgBlip xmlns:asvg="http://schemas.microsoft.com/office/drawing/2016/SVG/main" r:embed="rId186"/>
                </a:ext>
              </a:extLst>
            </a:blip>
            <a:stretch>
              <a:fillRect l="0" t="0" r="0" b="0"/>
            </a:stretch>
          </a:blipFill>
        </p:spPr>
      </p:sp>
      <p:sp>
        <p:nvSpPr>
          <p:cNvPr name="Freeform 96" id="96"/>
          <p:cNvSpPr/>
          <p:nvPr/>
        </p:nvSpPr>
        <p:spPr>
          <a:xfrm flipH="false" flipV="false" rot="0">
            <a:off x="10657723" y="6271603"/>
            <a:ext cx="639966" cy="723995"/>
          </a:xfrm>
          <a:custGeom>
            <a:avLst/>
            <a:gdLst/>
            <a:ahLst/>
            <a:cxnLst/>
            <a:rect r="r" b="b" t="t" l="l"/>
            <a:pathLst>
              <a:path h="723995" w="639966">
                <a:moveTo>
                  <a:pt x="0" y="0"/>
                </a:moveTo>
                <a:lnTo>
                  <a:pt x="639965" y="0"/>
                </a:lnTo>
                <a:lnTo>
                  <a:pt x="639965" y="723995"/>
                </a:lnTo>
                <a:lnTo>
                  <a:pt x="0" y="723995"/>
                </a:lnTo>
                <a:lnTo>
                  <a:pt x="0" y="0"/>
                </a:lnTo>
                <a:close/>
              </a:path>
            </a:pathLst>
          </a:custGeom>
          <a:blipFill>
            <a:blip r:embed="rId187">
              <a:extLst>
                <a:ext uri="{96DAC541-7B7A-43D3-8B79-37D633B846F1}">
                  <asvg:svgBlip xmlns:asvg="http://schemas.microsoft.com/office/drawing/2016/SVG/main" r:embed="rId188"/>
                </a:ext>
              </a:extLst>
            </a:blip>
            <a:stretch>
              <a:fillRect l="0" t="0" r="0" b="0"/>
            </a:stretch>
          </a:blipFill>
        </p:spPr>
      </p:sp>
      <p:sp>
        <p:nvSpPr>
          <p:cNvPr name="Freeform 97" id="97"/>
          <p:cNvSpPr/>
          <p:nvPr/>
        </p:nvSpPr>
        <p:spPr>
          <a:xfrm flipH="false" flipV="false" rot="0">
            <a:off x="10654151" y="7206758"/>
            <a:ext cx="647119" cy="723938"/>
          </a:xfrm>
          <a:custGeom>
            <a:avLst/>
            <a:gdLst/>
            <a:ahLst/>
            <a:cxnLst/>
            <a:rect r="r" b="b" t="t" l="l"/>
            <a:pathLst>
              <a:path h="723938" w="647119">
                <a:moveTo>
                  <a:pt x="0" y="0"/>
                </a:moveTo>
                <a:lnTo>
                  <a:pt x="647119" y="0"/>
                </a:lnTo>
                <a:lnTo>
                  <a:pt x="647119" y="723938"/>
                </a:lnTo>
                <a:lnTo>
                  <a:pt x="0" y="723938"/>
                </a:lnTo>
                <a:lnTo>
                  <a:pt x="0" y="0"/>
                </a:lnTo>
                <a:close/>
              </a:path>
            </a:pathLst>
          </a:custGeom>
          <a:blipFill>
            <a:blip r:embed="rId189">
              <a:extLst>
                <a:ext uri="{96DAC541-7B7A-43D3-8B79-37D633B846F1}">
                  <asvg:svgBlip xmlns:asvg="http://schemas.microsoft.com/office/drawing/2016/SVG/main" r:embed="rId190"/>
                </a:ext>
              </a:extLst>
            </a:blip>
            <a:stretch>
              <a:fillRect l="0" t="0" r="0" b="0"/>
            </a:stretch>
          </a:blipFill>
        </p:spPr>
      </p:sp>
      <p:sp>
        <p:nvSpPr>
          <p:cNvPr name="Freeform 98" id="98"/>
          <p:cNvSpPr/>
          <p:nvPr/>
        </p:nvSpPr>
        <p:spPr>
          <a:xfrm flipH="false" flipV="false" rot="0">
            <a:off x="15067264" y="5368700"/>
            <a:ext cx="718604" cy="719966"/>
          </a:xfrm>
          <a:custGeom>
            <a:avLst/>
            <a:gdLst/>
            <a:ahLst/>
            <a:cxnLst/>
            <a:rect r="r" b="b" t="t" l="l"/>
            <a:pathLst>
              <a:path h="719966" w="718604">
                <a:moveTo>
                  <a:pt x="0" y="0"/>
                </a:moveTo>
                <a:lnTo>
                  <a:pt x="718604" y="0"/>
                </a:lnTo>
                <a:lnTo>
                  <a:pt x="718604" y="719966"/>
                </a:lnTo>
                <a:lnTo>
                  <a:pt x="0" y="719966"/>
                </a:lnTo>
                <a:lnTo>
                  <a:pt x="0" y="0"/>
                </a:lnTo>
                <a:close/>
              </a:path>
            </a:pathLst>
          </a:custGeom>
          <a:blipFill>
            <a:blip r:embed="rId191">
              <a:extLst>
                <a:ext uri="{96DAC541-7B7A-43D3-8B79-37D633B846F1}">
                  <asvg:svgBlip xmlns:asvg="http://schemas.microsoft.com/office/drawing/2016/SVG/main" r:embed="rId192"/>
                </a:ext>
              </a:extLst>
            </a:blip>
            <a:stretch>
              <a:fillRect l="0" t="0" r="0" b="0"/>
            </a:stretch>
          </a:blipFill>
        </p:spPr>
      </p:sp>
      <p:sp>
        <p:nvSpPr>
          <p:cNvPr name="Freeform 99" id="99"/>
          <p:cNvSpPr/>
          <p:nvPr/>
        </p:nvSpPr>
        <p:spPr>
          <a:xfrm flipH="false" flipV="false" rot="0">
            <a:off x="15086924" y="6273413"/>
            <a:ext cx="679285" cy="720366"/>
          </a:xfrm>
          <a:custGeom>
            <a:avLst/>
            <a:gdLst/>
            <a:ahLst/>
            <a:cxnLst/>
            <a:rect r="r" b="b" t="t" l="l"/>
            <a:pathLst>
              <a:path h="720366" w="679285">
                <a:moveTo>
                  <a:pt x="0" y="0"/>
                </a:moveTo>
                <a:lnTo>
                  <a:pt x="679285" y="0"/>
                </a:lnTo>
                <a:lnTo>
                  <a:pt x="679285" y="720366"/>
                </a:lnTo>
                <a:lnTo>
                  <a:pt x="0" y="720366"/>
                </a:lnTo>
                <a:lnTo>
                  <a:pt x="0" y="0"/>
                </a:lnTo>
                <a:close/>
              </a:path>
            </a:pathLst>
          </a:custGeom>
          <a:blipFill>
            <a:blip r:embed="rId193">
              <a:extLst>
                <a:ext uri="{96DAC541-7B7A-43D3-8B79-37D633B846F1}">
                  <asvg:svgBlip xmlns:asvg="http://schemas.microsoft.com/office/drawing/2016/SVG/main" r:embed="rId194"/>
                </a:ext>
              </a:extLst>
            </a:blip>
            <a:stretch>
              <a:fillRect l="0" t="0" r="0" b="0"/>
            </a:stretch>
          </a:blipFill>
        </p:spPr>
      </p:sp>
      <p:sp>
        <p:nvSpPr>
          <p:cNvPr name="Freeform 100" id="100"/>
          <p:cNvSpPr/>
          <p:nvPr/>
        </p:nvSpPr>
        <p:spPr>
          <a:xfrm flipH="false" flipV="false" rot="0">
            <a:off x="15109279" y="7206758"/>
            <a:ext cx="634584" cy="722176"/>
          </a:xfrm>
          <a:custGeom>
            <a:avLst/>
            <a:gdLst/>
            <a:ahLst/>
            <a:cxnLst/>
            <a:rect r="r" b="b" t="t" l="l"/>
            <a:pathLst>
              <a:path h="722176" w="634584">
                <a:moveTo>
                  <a:pt x="0" y="0"/>
                </a:moveTo>
                <a:lnTo>
                  <a:pt x="634584" y="0"/>
                </a:lnTo>
                <a:lnTo>
                  <a:pt x="634584" y="722176"/>
                </a:lnTo>
                <a:lnTo>
                  <a:pt x="0" y="722176"/>
                </a:lnTo>
                <a:lnTo>
                  <a:pt x="0" y="0"/>
                </a:lnTo>
                <a:close/>
              </a:path>
            </a:pathLst>
          </a:custGeom>
          <a:blipFill>
            <a:blip r:embed="rId195">
              <a:extLst>
                <a:ext uri="{96DAC541-7B7A-43D3-8B79-37D633B846F1}">
                  <asvg:svgBlip xmlns:asvg="http://schemas.microsoft.com/office/drawing/2016/SVG/main" r:embed="rId196"/>
                </a:ext>
              </a:extLst>
            </a:blip>
            <a:stretch>
              <a:fillRect l="0" t="0" r="0" b="0"/>
            </a:stretch>
          </a:blipFill>
        </p:spPr>
      </p:sp>
      <p:sp>
        <p:nvSpPr>
          <p:cNvPr name="Freeform 101" id="101"/>
          <p:cNvSpPr/>
          <p:nvPr/>
        </p:nvSpPr>
        <p:spPr>
          <a:xfrm flipH="false" flipV="false" rot="0">
            <a:off x="13330828" y="8128645"/>
            <a:ext cx="631003" cy="722176"/>
          </a:xfrm>
          <a:custGeom>
            <a:avLst/>
            <a:gdLst/>
            <a:ahLst/>
            <a:cxnLst/>
            <a:rect r="r" b="b" t="t" l="l"/>
            <a:pathLst>
              <a:path h="722176" w="631003">
                <a:moveTo>
                  <a:pt x="0" y="0"/>
                </a:moveTo>
                <a:lnTo>
                  <a:pt x="631003" y="0"/>
                </a:lnTo>
                <a:lnTo>
                  <a:pt x="631003" y="722175"/>
                </a:lnTo>
                <a:lnTo>
                  <a:pt x="0" y="722175"/>
                </a:lnTo>
                <a:lnTo>
                  <a:pt x="0" y="0"/>
                </a:lnTo>
                <a:close/>
              </a:path>
            </a:pathLst>
          </a:custGeom>
          <a:blipFill>
            <a:blip r:embed="rId197">
              <a:extLst>
                <a:ext uri="{96DAC541-7B7A-43D3-8B79-37D633B846F1}">
                  <asvg:svgBlip xmlns:asvg="http://schemas.microsoft.com/office/drawing/2016/SVG/main" r:embed="rId198"/>
                </a:ext>
              </a:extLst>
            </a:blip>
            <a:stretch>
              <a:fillRect l="0" t="0" r="0" b="0"/>
            </a:stretch>
          </a:blipFill>
        </p:spPr>
      </p:sp>
      <p:sp>
        <p:nvSpPr>
          <p:cNvPr name="Freeform 102" id="102"/>
          <p:cNvSpPr/>
          <p:nvPr/>
        </p:nvSpPr>
        <p:spPr>
          <a:xfrm flipH="false" flipV="false" rot="0">
            <a:off x="15073617" y="2612222"/>
            <a:ext cx="638175" cy="724148"/>
          </a:xfrm>
          <a:custGeom>
            <a:avLst/>
            <a:gdLst/>
            <a:ahLst/>
            <a:cxnLst/>
            <a:rect r="r" b="b" t="t" l="l"/>
            <a:pathLst>
              <a:path h="724148" w="638175">
                <a:moveTo>
                  <a:pt x="0" y="0"/>
                </a:moveTo>
                <a:lnTo>
                  <a:pt x="638175" y="0"/>
                </a:lnTo>
                <a:lnTo>
                  <a:pt x="638175" y="724147"/>
                </a:lnTo>
                <a:lnTo>
                  <a:pt x="0" y="724147"/>
                </a:lnTo>
                <a:lnTo>
                  <a:pt x="0" y="0"/>
                </a:lnTo>
                <a:close/>
              </a:path>
            </a:pathLst>
          </a:custGeom>
          <a:blipFill>
            <a:blip r:embed="rId199">
              <a:extLst>
                <a:ext uri="{96DAC541-7B7A-43D3-8B79-37D633B846F1}">
                  <asvg:svgBlip xmlns:asvg="http://schemas.microsoft.com/office/drawing/2016/SVG/main" r:embed="rId200"/>
                </a:ext>
              </a:extLst>
            </a:blip>
            <a:stretch>
              <a:fillRect l="0" t="0" r="0" b="0"/>
            </a:stretch>
          </a:blipFill>
        </p:spPr>
      </p:sp>
      <p:sp>
        <p:nvSpPr>
          <p:cNvPr name="Freeform 103" id="103"/>
          <p:cNvSpPr/>
          <p:nvPr/>
        </p:nvSpPr>
        <p:spPr>
          <a:xfrm flipH="false" flipV="false" rot="0">
            <a:off x="13267315" y="4464101"/>
            <a:ext cx="686438" cy="724310"/>
          </a:xfrm>
          <a:custGeom>
            <a:avLst/>
            <a:gdLst/>
            <a:ahLst/>
            <a:cxnLst/>
            <a:rect r="r" b="b" t="t" l="l"/>
            <a:pathLst>
              <a:path h="724310" w="686438">
                <a:moveTo>
                  <a:pt x="0" y="0"/>
                </a:moveTo>
                <a:lnTo>
                  <a:pt x="686439" y="0"/>
                </a:lnTo>
                <a:lnTo>
                  <a:pt x="686439" y="724309"/>
                </a:lnTo>
                <a:lnTo>
                  <a:pt x="0" y="724309"/>
                </a:lnTo>
                <a:lnTo>
                  <a:pt x="0" y="0"/>
                </a:lnTo>
                <a:close/>
              </a:path>
            </a:pathLst>
          </a:custGeom>
          <a:blipFill>
            <a:blip r:embed="rId201">
              <a:extLst>
                <a:ext uri="{96DAC541-7B7A-43D3-8B79-37D633B846F1}">
                  <asvg:svgBlip xmlns:asvg="http://schemas.microsoft.com/office/drawing/2016/SVG/main" r:embed="rId202"/>
                </a:ext>
              </a:extLst>
            </a:blip>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790776" y="109442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Creative Process Icons</a:t>
            </a:r>
          </a:p>
        </p:txBody>
      </p:sp>
      <p:sp>
        <p:nvSpPr>
          <p:cNvPr name="TextBox 3" id="3"/>
          <p:cNvSpPr txBox="true"/>
          <p:nvPr/>
        </p:nvSpPr>
        <p:spPr>
          <a:xfrm rot="0">
            <a:off x="9808226" y="1094423"/>
            <a:ext cx="6781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Performing Arts Icons</a:t>
            </a:r>
          </a:p>
        </p:txBody>
      </p:sp>
      <p:sp>
        <p:nvSpPr>
          <p:cNvPr name="Freeform 4" id="4"/>
          <p:cNvSpPr/>
          <p:nvPr/>
        </p:nvSpPr>
        <p:spPr>
          <a:xfrm flipH="false" flipV="false" rot="0">
            <a:off x="1778222" y="2606002"/>
            <a:ext cx="556574" cy="714070"/>
          </a:xfrm>
          <a:custGeom>
            <a:avLst/>
            <a:gdLst/>
            <a:ahLst/>
            <a:cxnLst/>
            <a:rect r="r" b="b" t="t" l="l"/>
            <a:pathLst>
              <a:path h="714070" w="556574">
                <a:moveTo>
                  <a:pt x="0" y="0"/>
                </a:moveTo>
                <a:lnTo>
                  <a:pt x="556575" y="0"/>
                </a:lnTo>
                <a:lnTo>
                  <a:pt x="556575" y="714070"/>
                </a:lnTo>
                <a:lnTo>
                  <a:pt x="0" y="7140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99231" y="3515916"/>
            <a:ext cx="714546" cy="716394"/>
          </a:xfrm>
          <a:custGeom>
            <a:avLst/>
            <a:gdLst/>
            <a:ahLst/>
            <a:cxnLst/>
            <a:rect r="r" b="b" t="t" l="l"/>
            <a:pathLst>
              <a:path h="716394" w="714546">
                <a:moveTo>
                  <a:pt x="0" y="0"/>
                </a:moveTo>
                <a:lnTo>
                  <a:pt x="714547" y="0"/>
                </a:lnTo>
                <a:lnTo>
                  <a:pt x="714547" y="716394"/>
                </a:lnTo>
                <a:lnTo>
                  <a:pt x="0" y="7163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96422" y="4414542"/>
            <a:ext cx="720157" cy="714604"/>
          </a:xfrm>
          <a:custGeom>
            <a:avLst/>
            <a:gdLst/>
            <a:ahLst/>
            <a:cxnLst/>
            <a:rect r="r" b="b" t="t" l="l"/>
            <a:pathLst>
              <a:path h="714604" w="720157">
                <a:moveTo>
                  <a:pt x="0" y="0"/>
                </a:moveTo>
                <a:lnTo>
                  <a:pt x="720156" y="0"/>
                </a:lnTo>
                <a:lnTo>
                  <a:pt x="720156" y="714604"/>
                </a:lnTo>
                <a:lnTo>
                  <a:pt x="0" y="7146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141949" y="2666162"/>
            <a:ext cx="716394" cy="718309"/>
          </a:xfrm>
          <a:custGeom>
            <a:avLst/>
            <a:gdLst/>
            <a:ahLst/>
            <a:cxnLst/>
            <a:rect r="r" b="b" t="t" l="l"/>
            <a:pathLst>
              <a:path h="718309" w="716394">
                <a:moveTo>
                  <a:pt x="0" y="0"/>
                </a:moveTo>
                <a:lnTo>
                  <a:pt x="716394" y="0"/>
                </a:lnTo>
                <a:lnTo>
                  <a:pt x="716394" y="718309"/>
                </a:lnTo>
                <a:lnTo>
                  <a:pt x="0" y="7183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6142882" y="4474750"/>
            <a:ext cx="714546" cy="714546"/>
          </a:xfrm>
          <a:custGeom>
            <a:avLst/>
            <a:gdLst/>
            <a:ahLst/>
            <a:cxnLst/>
            <a:rect r="r" b="b" t="t" l="l"/>
            <a:pathLst>
              <a:path h="714546" w="714546">
                <a:moveTo>
                  <a:pt x="0" y="0"/>
                </a:moveTo>
                <a:lnTo>
                  <a:pt x="714547" y="0"/>
                </a:lnTo>
                <a:lnTo>
                  <a:pt x="714547" y="714546"/>
                </a:lnTo>
                <a:lnTo>
                  <a:pt x="0" y="7145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3515858" y="5378663"/>
            <a:ext cx="628012" cy="716461"/>
          </a:xfrm>
          <a:custGeom>
            <a:avLst/>
            <a:gdLst/>
            <a:ahLst/>
            <a:cxnLst/>
            <a:rect r="r" b="b" t="t" l="l"/>
            <a:pathLst>
              <a:path h="716461" w="628012">
                <a:moveTo>
                  <a:pt x="0" y="0"/>
                </a:moveTo>
                <a:lnTo>
                  <a:pt x="628012" y="0"/>
                </a:lnTo>
                <a:lnTo>
                  <a:pt x="628012" y="716461"/>
                </a:lnTo>
                <a:lnTo>
                  <a:pt x="0" y="71646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3470710" y="6313084"/>
            <a:ext cx="718309" cy="631831"/>
          </a:xfrm>
          <a:custGeom>
            <a:avLst/>
            <a:gdLst/>
            <a:ahLst/>
            <a:cxnLst/>
            <a:rect r="r" b="b" t="t" l="l"/>
            <a:pathLst>
              <a:path h="631831" w="718309">
                <a:moveTo>
                  <a:pt x="0" y="0"/>
                </a:moveTo>
                <a:lnTo>
                  <a:pt x="718309" y="0"/>
                </a:lnTo>
                <a:lnTo>
                  <a:pt x="718309" y="631832"/>
                </a:lnTo>
                <a:lnTo>
                  <a:pt x="0" y="63183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3470710" y="7181640"/>
            <a:ext cx="718309" cy="718309"/>
          </a:xfrm>
          <a:custGeom>
            <a:avLst/>
            <a:gdLst/>
            <a:ahLst/>
            <a:cxnLst/>
            <a:rect r="r" b="b" t="t" l="l"/>
            <a:pathLst>
              <a:path h="718309" w="718309">
                <a:moveTo>
                  <a:pt x="0" y="0"/>
                </a:moveTo>
                <a:lnTo>
                  <a:pt x="718309" y="0"/>
                </a:lnTo>
                <a:lnTo>
                  <a:pt x="718309" y="718309"/>
                </a:lnTo>
                <a:lnTo>
                  <a:pt x="0" y="71830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7929724" y="5463026"/>
            <a:ext cx="716394" cy="718309"/>
          </a:xfrm>
          <a:custGeom>
            <a:avLst/>
            <a:gdLst/>
            <a:ahLst/>
            <a:cxnLst/>
            <a:rect r="r" b="b" t="t" l="l"/>
            <a:pathLst>
              <a:path h="718309" w="716394">
                <a:moveTo>
                  <a:pt x="0" y="0"/>
                </a:moveTo>
                <a:lnTo>
                  <a:pt x="716395" y="0"/>
                </a:lnTo>
                <a:lnTo>
                  <a:pt x="716395" y="718308"/>
                </a:lnTo>
                <a:lnTo>
                  <a:pt x="0" y="71830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3" id="13"/>
          <p:cNvSpPr/>
          <p:nvPr/>
        </p:nvSpPr>
        <p:spPr>
          <a:xfrm flipH="false" flipV="false" rot="0">
            <a:off x="2586066" y="2607859"/>
            <a:ext cx="716394" cy="718309"/>
          </a:xfrm>
          <a:custGeom>
            <a:avLst/>
            <a:gdLst/>
            <a:ahLst/>
            <a:cxnLst/>
            <a:rect r="r" b="b" t="t" l="l"/>
            <a:pathLst>
              <a:path h="718309" w="716394">
                <a:moveTo>
                  <a:pt x="0" y="0"/>
                </a:moveTo>
                <a:lnTo>
                  <a:pt x="716394" y="0"/>
                </a:lnTo>
                <a:lnTo>
                  <a:pt x="716394" y="718309"/>
                </a:lnTo>
                <a:lnTo>
                  <a:pt x="0" y="71830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4" id="14"/>
          <p:cNvSpPr/>
          <p:nvPr/>
        </p:nvSpPr>
        <p:spPr>
          <a:xfrm flipH="false" flipV="false" rot="0">
            <a:off x="2586066" y="3517773"/>
            <a:ext cx="716394" cy="716461"/>
          </a:xfrm>
          <a:custGeom>
            <a:avLst/>
            <a:gdLst/>
            <a:ahLst/>
            <a:cxnLst/>
            <a:rect r="r" b="b" t="t" l="l"/>
            <a:pathLst>
              <a:path h="716461" w="716394">
                <a:moveTo>
                  <a:pt x="0" y="0"/>
                </a:moveTo>
                <a:lnTo>
                  <a:pt x="716394" y="0"/>
                </a:lnTo>
                <a:lnTo>
                  <a:pt x="716394" y="716461"/>
                </a:lnTo>
                <a:lnTo>
                  <a:pt x="0" y="71646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5" id="15"/>
          <p:cNvSpPr/>
          <p:nvPr/>
        </p:nvSpPr>
        <p:spPr>
          <a:xfrm flipH="false" flipV="false" rot="0">
            <a:off x="2577627" y="4411790"/>
            <a:ext cx="733292" cy="713118"/>
          </a:xfrm>
          <a:custGeom>
            <a:avLst/>
            <a:gdLst/>
            <a:ahLst/>
            <a:cxnLst/>
            <a:rect r="r" b="b" t="t" l="l"/>
            <a:pathLst>
              <a:path h="713118" w="733292">
                <a:moveTo>
                  <a:pt x="0" y="0"/>
                </a:moveTo>
                <a:lnTo>
                  <a:pt x="733292" y="0"/>
                </a:lnTo>
                <a:lnTo>
                  <a:pt x="733292" y="713117"/>
                </a:lnTo>
                <a:lnTo>
                  <a:pt x="0" y="71311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6" id="16"/>
          <p:cNvSpPr/>
          <p:nvPr/>
        </p:nvSpPr>
        <p:spPr>
          <a:xfrm flipH="false" flipV="false" rot="0">
            <a:off x="6140996" y="3577990"/>
            <a:ext cx="718309" cy="722005"/>
          </a:xfrm>
          <a:custGeom>
            <a:avLst/>
            <a:gdLst/>
            <a:ahLst/>
            <a:cxnLst/>
            <a:rect r="r" b="b" t="t" l="l"/>
            <a:pathLst>
              <a:path h="722005" w="718309">
                <a:moveTo>
                  <a:pt x="0" y="0"/>
                </a:moveTo>
                <a:lnTo>
                  <a:pt x="718309" y="0"/>
                </a:lnTo>
                <a:lnTo>
                  <a:pt x="718309" y="722005"/>
                </a:lnTo>
                <a:lnTo>
                  <a:pt x="0" y="72200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7" id="17"/>
          <p:cNvSpPr/>
          <p:nvPr/>
        </p:nvSpPr>
        <p:spPr>
          <a:xfrm flipH="false" flipV="false" rot="0">
            <a:off x="7043195" y="2668010"/>
            <a:ext cx="722005" cy="716461"/>
          </a:xfrm>
          <a:custGeom>
            <a:avLst/>
            <a:gdLst/>
            <a:ahLst/>
            <a:cxnLst/>
            <a:rect r="r" b="b" t="t" l="l"/>
            <a:pathLst>
              <a:path h="716461" w="722005">
                <a:moveTo>
                  <a:pt x="0" y="0"/>
                </a:moveTo>
                <a:lnTo>
                  <a:pt x="722004" y="0"/>
                </a:lnTo>
                <a:lnTo>
                  <a:pt x="722004" y="716461"/>
                </a:lnTo>
                <a:lnTo>
                  <a:pt x="0" y="716461"/>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8" id="18"/>
          <p:cNvSpPr/>
          <p:nvPr/>
        </p:nvSpPr>
        <p:spPr>
          <a:xfrm flipH="false" flipV="false" rot="0">
            <a:off x="7097687" y="3579543"/>
            <a:ext cx="613029" cy="716699"/>
          </a:xfrm>
          <a:custGeom>
            <a:avLst/>
            <a:gdLst/>
            <a:ahLst/>
            <a:cxnLst/>
            <a:rect r="r" b="b" t="t" l="l"/>
            <a:pathLst>
              <a:path h="716699" w="613029">
                <a:moveTo>
                  <a:pt x="0" y="0"/>
                </a:moveTo>
                <a:lnTo>
                  <a:pt x="613029" y="0"/>
                </a:lnTo>
                <a:lnTo>
                  <a:pt x="613029" y="716699"/>
                </a:lnTo>
                <a:lnTo>
                  <a:pt x="0" y="716699"/>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9" id="19"/>
          <p:cNvSpPr/>
          <p:nvPr/>
        </p:nvSpPr>
        <p:spPr>
          <a:xfrm flipH="false" flipV="false" rot="0">
            <a:off x="4360678" y="5380091"/>
            <a:ext cx="722071" cy="711270"/>
          </a:xfrm>
          <a:custGeom>
            <a:avLst/>
            <a:gdLst/>
            <a:ahLst/>
            <a:cxnLst/>
            <a:rect r="r" b="b" t="t" l="l"/>
            <a:pathLst>
              <a:path h="711270" w="722071">
                <a:moveTo>
                  <a:pt x="0" y="0"/>
                </a:moveTo>
                <a:lnTo>
                  <a:pt x="722072" y="0"/>
                </a:lnTo>
                <a:lnTo>
                  <a:pt x="722072" y="711270"/>
                </a:lnTo>
                <a:lnTo>
                  <a:pt x="0" y="711270"/>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20" id="20"/>
          <p:cNvSpPr/>
          <p:nvPr/>
        </p:nvSpPr>
        <p:spPr>
          <a:xfrm flipH="false" flipV="false" rot="0">
            <a:off x="4363479" y="6271727"/>
            <a:ext cx="716461" cy="716394"/>
          </a:xfrm>
          <a:custGeom>
            <a:avLst/>
            <a:gdLst/>
            <a:ahLst/>
            <a:cxnLst/>
            <a:rect r="r" b="b" t="t" l="l"/>
            <a:pathLst>
              <a:path h="716394" w="716461">
                <a:moveTo>
                  <a:pt x="0" y="0"/>
                </a:moveTo>
                <a:lnTo>
                  <a:pt x="716461" y="0"/>
                </a:lnTo>
                <a:lnTo>
                  <a:pt x="716461" y="716394"/>
                </a:lnTo>
                <a:lnTo>
                  <a:pt x="0" y="716394"/>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21" id="21"/>
          <p:cNvSpPr/>
          <p:nvPr/>
        </p:nvSpPr>
        <p:spPr>
          <a:xfrm flipH="false" flipV="false" rot="0">
            <a:off x="4366879" y="7183193"/>
            <a:ext cx="720214" cy="718309"/>
          </a:xfrm>
          <a:custGeom>
            <a:avLst/>
            <a:gdLst/>
            <a:ahLst/>
            <a:cxnLst/>
            <a:rect r="r" b="b" t="t" l="l"/>
            <a:pathLst>
              <a:path h="718309" w="720214">
                <a:moveTo>
                  <a:pt x="0" y="0"/>
                </a:moveTo>
                <a:lnTo>
                  <a:pt x="720214" y="0"/>
                </a:lnTo>
                <a:lnTo>
                  <a:pt x="720214" y="718309"/>
                </a:lnTo>
                <a:lnTo>
                  <a:pt x="0" y="718309"/>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2" id="22"/>
          <p:cNvSpPr/>
          <p:nvPr/>
        </p:nvSpPr>
        <p:spPr>
          <a:xfrm flipH="false" flipV="false" rot="0">
            <a:off x="7923657" y="6292434"/>
            <a:ext cx="718309" cy="718252"/>
          </a:xfrm>
          <a:custGeom>
            <a:avLst/>
            <a:gdLst/>
            <a:ahLst/>
            <a:cxnLst/>
            <a:rect r="r" b="b" t="t" l="l"/>
            <a:pathLst>
              <a:path h="718252" w="718309">
                <a:moveTo>
                  <a:pt x="0" y="0"/>
                </a:moveTo>
                <a:lnTo>
                  <a:pt x="718309" y="0"/>
                </a:lnTo>
                <a:lnTo>
                  <a:pt x="718309" y="718252"/>
                </a:lnTo>
                <a:lnTo>
                  <a:pt x="0" y="718252"/>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3" id="23"/>
          <p:cNvSpPr/>
          <p:nvPr/>
        </p:nvSpPr>
        <p:spPr>
          <a:xfrm flipH="false" flipV="false" rot="0">
            <a:off x="3479168" y="2606230"/>
            <a:ext cx="714546" cy="713594"/>
          </a:xfrm>
          <a:custGeom>
            <a:avLst/>
            <a:gdLst/>
            <a:ahLst/>
            <a:cxnLst/>
            <a:rect r="r" b="b" t="t" l="l"/>
            <a:pathLst>
              <a:path h="713594" w="714546">
                <a:moveTo>
                  <a:pt x="0" y="0"/>
                </a:moveTo>
                <a:lnTo>
                  <a:pt x="714547" y="0"/>
                </a:lnTo>
                <a:lnTo>
                  <a:pt x="714547" y="713594"/>
                </a:lnTo>
                <a:lnTo>
                  <a:pt x="0" y="713594"/>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4" id="24"/>
          <p:cNvSpPr/>
          <p:nvPr/>
        </p:nvSpPr>
        <p:spPr>
          <a:xfrm flipH="false" flipV="false" rot="0">
            <a:off x="3471634" y="3517468"/>
            <a:ext cx="718309" cy="714851"/>
          </a:xfrm>
          <a:custGeom>
            <a:avLst/>
            <a:gdLst/>
            <a:ahLst/>
            <a:cxnLst/>
            <a:rect r="r" b="b" t="t" l="l"/>
            <a:pathLst>
              <a:path h="714851" w="718309">
                <a:moveTo>
                  <a:pt x="0" y="0"/>
                </a:moveTo>
                <a:lnTo>
                  <a:pt x="718309" y="0"/>
                </a:lnTo>
                <a:lnTo>
                  <a:pt x="718309" y="714851"/>
                </a:lnTo>
                <a:lnTo>
                  <a:pt x="0" y="714851"/>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5" id="25"/>
          <p:cNvSpPr/>
          <p:nvPr/>
        </p:nvSpPr>
        <p:spPr>
          <a:xfrm flipH="false" flipV="false" rot="0">
            <a:off x="3463204" y="4410485"/>
            <a:ext cx="746474" cy="718309"/>
          </a:xfrm>
          <a:custGeom>
            <a:avLst/>
            <a:gdLst/>
            <a:ahLst/>
            <a:cxnLst/>
            <a:rect r="r" b="b" t="t" l="l"/>
            <a:pathLst>
              <a:path h="718309" w="746474">
                <a:moveTo>
                  <a:pt x="0" y="0"/>
                </a:moveTo>
                <a:lnTo>
                  <a:pt x="746475" y="0"/>
                </a:lnTo>
                <a:lnTo>
                  <a:pt x="746475" y="718308"/>
                </a:lnTo>
                <a:lnTo>
                  <a:pt x="0" y="718308"/>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6" id="26"/>
          <p:cNvSpPr/>
          <p:nvPr/>
        </p:nvSpPr>
        <p:spPr>
          <a:xfrm flipH="false" flipV="false" rot="0">
            <a:off x="7942945" y="2669667"/>
            <a:ext cx="718309" cy="716394"/>
          </a:xfrm>
          <a:custGeom>
            <a:avLst/>
            <a:gdLst/>
            <a:ahLst/>
            <a:cxnLst/>
            <a:rect r="r" b="b" t="t" l="l"/>
            <a:pathLst>
              <a:path h="716394" w="718309">
                <a:moveTo>
                  <a:pt x="0" y="0"/>
                </a:moveTo>
                <a:lnTo>
                  <a:pt x="718309" y="0"/>
                </a:lnTo>
                <a:lnTo>
                  <a:pt x="718309" y="716394"/>
                </a:lnTo>
                <a:lnTo>
                  <a:pt x="0" y="716394"/>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7" id="27"/>
          <p:cNvSpPr/>
          <p:nvPr/>
        </p:nvSpPr>
        <p:spPr>
          <a:xfrm flipH="false" flipV="false" rot="0">
            <a:off x="8066284" y="3577990"/>
            <a:ext cx="460734" cy="718252"/>
          </a:xfrm>
          <a:custGeom>
            <a:avLst/>
            <a:gdLst/>
            <a:ahLst/>
            <a:cxnLst/>
            <a:rect r="r" b="b" t="t" l="l"/>
            <a:pathLst>
              <a:path h="718252" w="460734">
                <a:moveTo>
                  <a:pt x="0" y="0"/>
                </a:moveTo>
                <a:lnTo>
                  <a:pt x="460734" y="0"/>
                </a:lnTo>
                <a:lnTo>
                  <a:pt x="460734" y="718252"/>
                </a:lnTo>
                <a:lnTo>
                  <a:pt x="0" y="718252"/>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8" id="28"/>
          <p:cNvSpPr/>
          <p:nvPr/>
        </p:nvSpPr>
        <p:spPr>
          <a:xfrm flipH="false" flipV="false" rot="0">
            <a:off x="7938421" y="4472902"/>
            <a:ext cx="716461" cy="718309"/>
          </a:xfrm>
          <a:custGeom>
            <a:avLst/>
            <a:gdLst/>
            <a:ahLst/>
            <a:cxnLst/>
            <a:rect r="r" b="b" t="t" l="l"/>
            <a:pathLst>
              <a:path h="718309" w="716461">
                <a:moveTo>
                  <a:pt x="0" y="0"/>
                </a:moveTo>
                <a:lnTo>
                  <a:pt x="716461" y="0"/>
                </a:lnTo>
                <a:lnTo>
                  <a:pt x="716461" y="718309"/>
                </a:lnTo>
                <a:lnTo>
                  <a:pt x="0" y="718309"/>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9" id="29"/>
          <p:cNvSpPr/>
          <p:nvPr/>
        </p:nvSpPr>
        <p:spPr>
          <a:xfrm flipH="false" flipV="false" rot="0">
            <a:off x="5249704" y="5420020"/>
            <a:ext cx="718309" cy="629984"/>
          </a:xfrm>
          <a:custGeom>
            <a:avLst/>
            <a:gdLst/>
            <a:ahLst/>
            <a:cxnLst/>
            <a:rect r="r" b="b" t="t" l="l"/>
            <a:pathLst>
              <a:path h="629984" w="718309">
                <a:moveTo>
                  <a:pt x="0" y="0"/>
                </a:moveTo>
                <a:lnTo>
                  <a:pt x="718309" y="0"/>
                </a:lnTo>
                <a:lnTo>
                  <a:pt x="718309" y="629984"/>
                </a:lnTo>
                <a:lnTo>
                  <a:pt x="0" y="629984"/>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30" id="30"/>
          <p:cNvSpPr/>
          <p:nvPr/>
        </p:nvSpPr>
        <p:spPr>
          <a:xfrm flipH="false" flipV="false" rot="0">
            <a:off x="5243141" y="6274537"/>
            <a:ext cx="731434" cy="652301"/>
          </a:xfrm>
          <a:custGeom>
            <a:avLst/>
            <a:gdLst/>
            <a:ahLst/>
            <a:cxnLst/>
            <a:rect r="r" b="b" t="t" l="l"/>
            <a:pathLst>
              <a:path h="652301" w="731434">
                <a:moveTo>
                  <a:pt x="0" y="0"/>
                </a:moveTo>
                <a:lnTo>
                  <a:pt x="731434" y="0"/>
                </a:lnTo>
                <a:lnTo>
                  <a:pt x="731434" y="652300"/>
                </a:lnTo>
                <a:lnTo>
                  <a:pt x="0" y="652300"/>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31" id="31"/>
          <p:cNvSpPr/>
          <p:nvPr/>
        </p:nvSpPr>
        <p:spPr>
          <a:xfrm flipH="false" flipV="false" rot="0">
            <a:off x="5335257" y="7183307"/>
            <a:ext cx="547202" cy="712880"/>
          </a:xfrm>
          <a:custGeom>
            <a:avLst/>
            <a:gdLst/>
            <a:ahLst/>
            <a:cxnLst/>
            <a:rect r="r" b="b" t="t" l="l"/>
            <a:pathLst>
              <a:path h="712880" w="547202">
                <a:moveTo>
                  <a:pt x="0" y="0"/>
                </a:moveTo>
                <a:lnTo>
                  <a:pt x="547202" y="0"/>
                </a:lnTo>
                <a:lnTo>
                  <a:pt x="547202" y="712880"/>
                </a:lnTo>
                <a:lnTo>
                  <a:pt x="0" y="712880"/>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2" id="32"/>
          <p:cNvSpPr/>
          <p:nvPr/>
        </p:nvSpPr>
        <p:spPr>
          <a:xfrm flipH="false" flipV="false" rot="0">
            <a:off x="7972958" y="7225503"/>
            <a:ext cx="629926" cy="716394"/>
          </a:xfrm>
          <a:custGeom>
            <a:avLst/>
            <a:gdLst/>
            <a:ahLst/>
            <a:cxnLst/>
            <a:rect r="r" b="b" t="t" l="l"/>
            <a:pathLst>
              <a:path h="716394" w="629926">
                <a:moveTo>
                  <a:pt x="0" y="0"/>
                </a:moveTo>
                <a:lnTo>
                  <a:pt x="629927" y="0"/>
                </a:lnTo>
                <a:lnTo>
                  <a:pt x="629927" y="716394"/>
                </a:lnTo>
                <a:lnTo>
                  <a:pt x="0" y="716394"/>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3" id="33"/>
          <p:cNvSpPr/>
          <p:nvPr/>
        </p:nvSpPr>
        <p:spPr>
          <a:xfrm flipH="false" flipV="false" rot="0">
            <a:off x="4366898" y="2626395"/>
            <a:ext cx="720157" cy="673189"/>
          </a:xfrm>
          <a:custGeom>
            <a:avLst/>
            <a:gdLst/>
            <a:ahLst/>
            <a:cxnLst/>
            <a:rect r="r" b="b" t="t" l="l"/>
            <a:pathLst>
              <a:path h="673189" w="720157">
                <a:moveTo>
                  <a:pt x="0" y="0"/>
                </a:moveTo>
                <a:lnTo>
                  <a:pt x="720157" y="0"/>
                </a:lnTo>
                <a:lnTo>
                  <a:pt x="720157" y="673189"/>
                </a:lnTo>
                <a:lnTo>
                  <a:pt x="0" y="673189"/>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4" id="34"/>
          <p:cNvSpPr/>
          <p:nvPr/>
        </p:nvSpPr>
        <p:spPr>
          <a:xfrm flipH="false" flipV="false" rot="0">
            <a:off x="4406398" y="4410837"/>
            <a:ext cx="629926" cy="722071"/>
          </a:xfrm>
          <a:custGeom>
            <a:avLst/>
            <a:gdLst/>
            <a:ahLst/>
            <a:cxnLst/>
            <a:rect r="r" b="b" t="t" l="l"/>
            <a:pathLst>
              <a:path h="722071" w="629926">
                <a:moveTo>
                  <a:pt x="0" y="0"/>
                </a:moveTo>
                <a:lnTo>
                  <a:pt x="629927" y="0"/>
                </a:lnTo>
                <a:lnTo>
                  <a:pt x="629927" y="722071"/>
                </a:lnTo>
                <a:lnTo>
                  <a:pt x="0" y="722071"/>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5" id="35"/>
          <p:cNvSpPr/>
          <p:nvPr/>
        </p:nvSpPr>
        <p:spPr>
          <a:xfrm flipH="false" flipV="false" rot="0">
            <a:off x="1746237" y="5399370"/>
            <a:ext cx="628012" cy="718309"/>
          </a:xfrm>
          <a:custGeom>
            <a:avLst/>
            <a:gdLst/>
            <a:ahLst/>
            <a:cxnLst/>
            <a:rect r="r" b="b" t="t" l="l"/>
            <a:pathLst>
              <a:path h="718309" w="628012">
                <a:moveTo>
                  <a:pt x="0" y="0"/>
                </a:moveTo>
                <a:lnTo>
                  <a:pt x="628012" y="0"/>
                </a:lnTo>
                <a:lnTo>
                  <a:pt x="628012" y="718309"/>
                </a:lnTo>
                <a:lnTo>
                  <a:pt x="0" y="718309"/>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6" id="36"/>
          <p:cNvSpPr/>
          <p:nvPr/>
        </p:nvSpPr>
        <p:spPr>
          <a:xfrm flipH="false" flipV="false" rot="0">
            <a:off x="1699241" y="6292434"/>
            <a:ext cx="722005" cy="715918"/>
          </a:xfrm>
          <a:custGeom>
            <a:avLst/>
            <a:gdLst/>
            <a:ahLst/>
            <a:cxnLst/>
            <a:rect r="r" b="b" t="t" l="l"/>
            <a:pathLst>
              <a:path h="715918" w="722005">
                <a:moveTo>
                  <a:pt x="0" y="0"/>
                </a:moveTo>
                <a:lnTo>
                  <a:pt x="722004" y="0"/>
                </a:lnTo>
                <a:lnTo>
                  <a:pt x="722004" y="715918"/>
                </a:lnTo>
                <a:lnTo>
                  <a:pt x="0" y="715918"/>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7" id="37"/>
          <p:cNvSpPr/>
          <p:nvPr/>
        </p:nvSpPr>
        <p:spPr>
          <a:xfrm flipH="false" flipV="false" rot="0">
            <a:off x="1702051" y="7290730"/>
            <a:ext cx="716394" cy="545297"/>
          </a:xfrm>
          <a:custGeom>
            <a:avLst/>
            <a:gdLst/>
            <a:ahLst/>
            <a:cxnLst/>
            <a:rect r="r" b="b" t="t" l="l"/>
            <a:pathLst>
              <a:path h="545297" w="716394">
                <a:moveTo>
                  <a:pt x="0" y="0"/>
                </a:moveTo>
                <a:lnTo>
                  <a:pt x="716394" y="0"/>
                </a:lnTo>
                <a:lnTo>
                  <a:pt x="716394" y="545297"/>
                </a:lnTo>
                <a:lnTo>
                  <a:pt x="0" y="545297"/>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8" id="38"/>
          <p:cNvSpPr/>
          <p:nvPr/>
        </p:nvSpPr>
        <p:spPr>
          <a:xfrm flipH="false" flipV="false" rot="0">
            <a:off x="6154950" y="5374167"/>
            <a:ext cx="712641" cy="721585"/>
          </a:xfrm>
          <a:custGeom>
            <a:avLst/>
            <a:gdLst/>
            <a:ahLst/>
            <a:cxnLst/>
            <a:rect r="r" b="b" t="t" l="l"/>
            <a:pathLst>
              <a:path h="721585" w="712641">
                <a:moveTo>
                  <a:pt x="0" y="0"/>
                </a:moveTo>
                <a:lnTo>
                  <a:pt x="712642" y="0"/>
                </a:lnTo>
                <a:lnTo>
                  <a:pt x="712642" y="721585"/>
                </a:lnTo>
                <a:lnTo>
                  <a:pt x="0" y="721585"/>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9" id="39"/>
          <p:cNvSpPr/>
          <p:nvPr/>
        </p:nvSpPr>
        <p:spPr>
          <a:xfrm flipH="false" flipV="false" rot="0">
            <a:off x="6147845" y="6316847"/>
            <a:ext cx="716461" cy="629926"/>
          </a:xfrm>
          <a:custGeom>
            <a:avLst/>
            <a:gdLst/>
            <a:ahLst/>
            <a:cxnLst/>
            <a:rect r="r" b="b" t="t" l="l"/>
            <a:pathLst>
              <a:path h="629926" w="716461">
                <a:moveTo>
                  <a:pt x="0" y="0"/>
                </a:moveTo>
                <a:lnTo>
                  <a:pt x="716461" y="0"/>
                </a:lnTo>
                <a:lnTo>
                  <a:pt x="716461" y="629926"/>
                </a:lnTo>
                <a:lnTo>
                  <a:pt x="0" y="629926"/>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40" id="40"/>
          <p:cNvSpPr/>
          <p:nvPr/>
        </p:nvSpPr>
        <p:spPr>
          <a:xfrm flipH="false" flipV="false" rot="0">
            <a:off x="6146206" y="7184803"/>
            <a:ext cx="719738" cy="715147"/>
          </a:xfrm>
          <a:custGeom>
            <a:avLst/>
            <a:gdLst/>
            <a:ahLst/>
            <a:cxnLst/>
            <a:rect r="r" b="b" t="t" l="l"/>
            <a:pathLst>
              <a:path h="715147" w="719738">
                <a:moveTo>
                  <a:pt x="0" y="0"/>
                </a:moveTo>
                <a:lnTo>
                  <a:pt x="719738" y="0"/>
                </a:lnTo>
                <a:lnTo>
                  <a:pt x="719738" y="715146"/>
                </a:lnTo>
                <a:lnTo>
                  <a:pt x="0" y="715146"/>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41" id="41"/>
          <p:cNvSpPr/>
          <p:nvPr/>
        </p:nvSpPr>
        <p:spPr>
          <a:xfrm flipH="false" flipV="false" rot="0">
            <a:off x="4349525" y="8066675"/>
            <a:ext cx="718309" cy="720214"/>
          </a:xfrm>
          <a:custGeom>
            <a:avLst/>
            <a:gdLst/>
            <a:ahLst/>
            <a:cxnLst/>
            <a:rect r="r" b="b" t="t" l="l"/>
            <a:pathLst>
              <a:path h="720214" w="718309">
                <a:moveTo>
                  <a:pt x="0" y="0"/>
                </a:moveTo>
                <a:lnTo>
                  <a:pt x="718308" y="0"/>
                </a:lnTo>
                <a:lnTo>
                  <a:pt x="718308" y="720214"/>
                </a:lnTo>
                <a:lnTo>
                  <a:pt x="0" y="720214"/>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2" id="42"/>
          <p:cNvSpPr/>
          <p:nvPr/>
        </p:nvSpPr>
        <p:spPr>
          <a:xfrm flipH="false" flipV="false" rot="0">
            <a:off x="5257419" y="2605754"/>
            <a:ext cx="716394" cy="716394"/>
          </a:xfrm>
          <a:custGeom>
            <a:avLst/>
            <a:gdLst/>
            <a:ahLst/>
            <a:cxnLst/>
            <a:rect r="r" b="b" t="t" l="l"/>
            <a:pathLst>
              <a:path h="716394" w="716394">
                <a:moveTo>
                  <a:pt x="0" y="0"/>
                </a:moveTo>
                <a:lnTo>
                  <a:pt x="716394" y="0"/>
                </a:lnTo>
                <a:lnTo>
                  <a:pt x="716394" y="716395"/>
                </a:lnTo>
                <a:lnTo>
                  <a:pt x="0" y="716395"/>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3" id="43"/>
          <p:cNvSpPr/>
          <p:nvPr/>
        </p:nvSpPr>
        <p:spPr>
          <a:xfrm flipH="false" flipV="false" rot="0">
            <a:off x="5251847" y="3517773"/>
            <a:ext cx="716394" cy="716461"/>
          </a:xfrm>
          <a:custGeom>
            <a:avLst/>
            <a:gdLst/>
            <a:ahLst/>
            <a:cxnLst/>
            <a:rect r="r" b="b" t="t" l="l"/>
            <a:pathLst>
              <a:path h="716461" w="716394">
                <a:moveTo>
                  <a:pt x="0" y="0"/>
                </a:moveTo>
                <a:lnTo>
                  <a:pt x="716394" y="0"/>
                </a:lnTo>
                <a:lnTo>
                  <a:pt x="716394" y="716461"/>
                </a:lnTo>
                <a:lnTo>
                  <a:pt x="0" y="716461"/>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4" id="44"/>
          <p:cNvSpPr/>
          <p:nvPr/>
        </p:nvSpPr>
        <p:spPr>
          <a:xfrm flipH="false" flipV="false" rot="0">
            <a:off x="5254619" y="4413047"/>
            <a:ext cx="722005" cy="715747"/>
          </a:xfrm>
          <a:custGeom>
            <a:avLst/>
            <a:gdLst/>
            <a:ahLst/>
            <a:cxnLst/>
            <a:rect r="r" b="b" t="t" l="l"/>
            <a:pathLst>
              <a:path h="715747" w="722005">
                <a:moveTo>
                  <a:pt x="0" y="0"/>
                </a:moveTo>
                <a:lnTo>
                  <a:pt x="722004" y="0"/>
                </a:lnTo>
                <a:lnTo>
                  <a:pt x="722004" y="715746"/>
                </a:lnTo>
                <a:lnTo>
                  <a:pt x="0" y="715746"/>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5" id="45"/>
          <p:cNvSpPr/>
          <p:nvPr/>
        </p:nvSpPr>
        <p:spPr>
          <a:xfrm flipH="false" flipV="false" rot="0">
            <a:off x="2580989" y="5399370"/>
            <a:ext cx="720214" cy="716394"/>
          </a:xfrm>
          <a:custGeom>
            <a:avLst/>
            <a:gdLst/>
            <a:ahLst/>
            <a:cxnLst/>
            <a:rect r="r" b="b" t="t" l="l"/>
            <a:pathLst>
              <a:path h="716394" w="720214">
                <a:moveTo>
                  <a:pt x="0" y="0"/>
                </a:moveTo>
                <a:lnTo>
                  <a:pt x="720214" y="0"/>
                </a:lnTo>
                <a:lnTo>
                  <a:pt x="720214" y="716394"/>
                </a:lnTo>
                <a:lnTo>
                  <a:pt x="0" y="716394"/>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6" id="46"/>
          <p:cNvSpPr/>
          <p:nvPr/>
        </p:nvSpPr>
        <p:spPr>
          <a:xfrm flipH="false" flipV="false" rot="0">
            <a:off x="2581942" y="6292434"/>
            <a:ext cx="718309" cy="718252"/>
          </a:xfrm>
          <a:custGeom>
            <a:avLst/>
            <a:gdLst/>
            <a:ahLst/>
            <a:cxnLst/>
            <a:rect r="r" b="b" t="t" l="l"/>
            <a:pathLst>
              <a:path h="718252" w="718309">
                <a:moveTo>
                  <a:pt x="0" y="0"/>
                </a:moveTo>
                <a:lnTo>
                  <a:pt x="718309" y="0"/>
                </a:lnTo>
                <a:lnTo>
                  <a:pt x="718309" y="718252"/>
                </a:lnTo>
                <a:lnTo>
                  <a:pt x="0" y="718252"/>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7" id="47"/>
          <p:cNvSpPr/>
          <p:nvPr/>
        </p:nvSpPr>
        <p:spPr>
          <a:xfrm flipH="false" flipV="false" rot="0">
            <a:off x="2582894" y="7206110"/>
            <a:ext cx="716394" cy="718309"/>
          </a:xfrm>
          <a:custGeom>
            <a:avLst/>
            <a:gdLst/>
            <a:ahLst/>
            <a:cxnLst/>
            <a:rect r="r" b="b" t="t" l="l"/>
            <a:pathLst>
              <a:path h="718309" w="716394">
                <a:moveTo>
                  <a:pt x="0" y="0"/>
                </a:moveTo>
                <a:lnTo>
                  <a:pt x="716395" y="0"/>
                </a:lnTo>
                <a:lnTo>
                  <a:pt x="716395" y="718309"/>
                </a:lnTo>
                <a:lnTo>
                  <a:pt x="0" y="718309"/>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8" id="48"/>
          <p:cNvSpPr/>
          <p:nvPr/>
        </p:nvSpPr>
        <p:spPr>
          <a:xfrm flipH="false" flipV="false" rot="0">
            <a:off x="7076418" y="5378396"/>
            <a:ext cx="629926" cy="714546"/>
          </a:xfrm>
          <a:custGeom>
            <a:avLst/>
            <a:gdLst/>
            <a:ahLst/>
            <a:cxnLst/>
            <a:rect r="r" b="b" t="t" l="l"/>
            <a:pathLst>
              <a:path h="714546" w="629926">
                <a:moveTo>
                  <a:pt x="0" y="0"/>
                </a:moveTo>
                <a:lnTo>
                  <a:pt x="629926" y="0"/>
                </a:lnTo>
                <a:lnTo>
                  <a:pt x="629926" y="714546"/>
                </a:lnTo>
                <a:lnTo>
                  <a:pt x="0" y="714546"/>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9" id="49"/>
          <p:cNvSpPr/>
          <p:nvPr/>
        </p:nvSpPr>
        <p:spPr>
          <a:xfrm flipH="false" flipV="false" rot="0">
            <a:off x="7070350" y="6271727"/>
            <a:ext cx="631774" cy="716394"/>
          </a:xfrm>
          <a:custGeom>
            <a:avLst/>
            <a:gdLst/>
            <a:ahLst/>
            <a:cxnLst/>
            <a:rect r="r" b="b" t="t" l="l"/>
            <a:pathLst>
              <a:path h="716394" w="631774">
                <a:moveTo>
                  <a:pt x="0" y="0"/>
                </a:moveTo>
                <a:lnTo>
                  <a:pt x="631775" y="0"/>
                </a:lnTo>
                <a:lnTo>
                  <a:pt x="631775" y="716394"/>
                </a:lnTo>
                <a:lnTo>
                  <a:pt x="0" y="716394"/>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50" id="50"/>
          <p:cNvSpPr/>
          <p:nvPr/>
        </p:nvSpPr>
        <p:spPr>
          <a:xfrm flipH="false" flipV="false" rot="0">
            <a:off x="7091001" y="7181640"/>
            <a:ext cx="590474" cy="716461"/>
          </a:xfrm>
          <a:custGeom>
            <a:avLst/>
            <a:gdLst/>
            <a:ahLst/>
            <a:cxnLst/>
            <a:rect r="r" b="b" t="t" l="l"/>
            <a:pathLst>
              <a:path h="716461" w="590474">
                <a:moveTo>
                  <a:pt x="0" y="0"/>
                </a:moveTo>
                <a:lnTo>
                  <a:pt x="590473" y="0"/>
                </a:lnTo>
                <a:lnTo>
                  <a:pt x="590473" y="716461"/>
                </a:lnTo>
                <a:lnTo>
                  <a:pt x="0" y="716461"/>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51" id="51"/>
          <p:cNvSpPr/>
          <p:nvPr/>
        </p:nvSpPr>
        <p:spPr>
          <a:xfrm flipH="false" flipV="false" rot="0">
            <a:off x="5257400" y="8122625"/>
            <a:ext cx="716394" cy="716394"/>
          </a:xfrm>
          <a:custGeom>
            <a:avLst/>
            <a:gdLst/>
            <a:ahLst/>
            <a:cxnLst/>
            <a:rect r="r" b="b" t="t" l="l"/>
            <a:pathLst>
              <a:path h="716394" w="716394">
                <a:moveTo>
                  <a:pt x="0" y="0"/>
                </a:moveTo>
                <a:lnTo>
                  <a:pt x="716394" y="0"/>
                </a:lnTo>
                <a:lnTo>
                  <a:pt x="716394" y="716394"/>
                </a:lnTo>
                <a:lnTo>
                  <a:pt x="0" y="716394"/>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2" id="52"/>
          <p:cNvSpPr/>
          <p:nvPr/>
        </p:nvSpPr>
        <p:spPr>
          <a:xfrm flipH="false" flipV="false" rot="0">
            <a:off x="4419133" y="3487474"/>
            <a:ext cx="614886" cy="733111"/>
          </a:xfrm>
          <a:custGeom>
            <a:avLst/>
            <a:gdLst/>
            <a:ahLst/>
            <a:cxnLst/>
            <a:rect r="r" b="b" t="t" l="l"/>
            <a:pathLst>
              <a:path h="733111" w="614886">
                <a:moveTo>
                  <a:pt x="0" y="0"/>
                </a:moveTo>
                <a:lnTo>
                  <a:pt x="614887" y="0"/>
                </a:lnTo>
                <a:lnTo>
                  <a:pt x="614887" y="733111"/>
                </a:lnTo>
                <a:lnTo>
                  <a:pt x="0" y="733111"/>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3" id="53"/>
          <p:cNvSpPr/>
          <p:nvPr/>
        </p:nvSpPr>
        <p:spPr>
          <a:xfrm flipH="false" flipV="false" rot="0">
            <a:off x="7154532" y="4470025"/>
            <a:ext cx="517084" cy="730310"/>
          </a:xfrm>
          <a:custGeom>
            <a:avLst/>
            <a:gdLst/>
            <a:ahLst/>
            <a:cxnLst/>
            <a:rect r="r" b="b" t="t" l="l"/>
            <a:pathLst>
              <a:path h="730310" w="517084">
                <a:moveTo>
                  <a:pt x="0" y="0"/>
                </a:moveTo>
                <a:lnTo>
                  <a:pt x="517084" y="0"/>
                </a:lnTo>
                <a:lnTo>
                  <a:pt x="517084" y="730311"/>
                </a:lnTo>
                <a:lnTo>
                  <a:pt x="0" y="730311"/>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Freeform 54" id="54"/>
          <p:cNvSpPr/>
          <p:nvPr/>
        </p:nvSpPr>
        <p:spPr>
          <a:xfrm flipH="false" flipV="false" rot="0">
            <a:off x="9741579" y="2608402"/>
            <a:ext cx="684657" cy="679590"/>
          </a:xfrm>
          <a:custGeom>
            <a:avLst/>
            <a:gdLst/>
            <a:ahLst/>
            <a:cxnLst/>
            <a:rect r="r" b="b" t="t" l="l"/>
            <a:pathLst>
              <a:path h="679590" w="684657">
                <a:moveTo>
                  <a:pt x="0" y="0"/>
                </a:moveTo>
                <a:lnTo>
                  <a:pt x="684657" y="0"/>
                </a:lnTo>
                <a:lnTo>
                  <a:pt x="684657" y="679590"/>
                </a:lnTo>
                <a:lnTo>
                  <a:pt x="0" y="679590"/>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5" id="55"/>
          <p:cNvSpPr/>
          <p:nvPr/>
        </p:nvSpPr>
        <p:spPr>
          <a:xfrm flipH="false" flipV="false" rot="0">
            <a:off x="9743094" y="3422266"/>
            <a:ext cx="681619" cy="683162"/>
          </a:xfrm>
          <a:custGeom>
            <a:avLst/>
            <a:gdLst/>
            <a:ahLst/>
            <a:cxnLst/>
            <a:rect r="r" b="b" t="t" l="l"/>
            <a:pathLst>
              <a:path h="683162" w="681619">
                <a:moveTo>
                  <a:pt x="0" y="0"/>
                </a:moveTo>
                <a:lnTo>
                  <a:pt x="681618" y="0"/>
                </a:lnTo>
                <a:lnTo>
                  <a:pt x="681618" y="683161"/>
                </a:lnTo>
                <a:lnTo>
                  <a:pt x="0" y="683161"/>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6" id="56"/>
          <p:cNvSpPr/>
          <p:nvPr/>
        </p:nvSpPr>
        <p:spPr>
          <a:xfrm flipH="false" flipV="false" rot="0">
            <a:off x="9864042" y="4241721"/>
            <a:ext cx="439731" cy="678571"/>
          </a:xfrm>
          <a:custGeom>
            <a:avLst/>
            <a:gdLst/>
            <a:ahLst/>
            <a:cxnLst/>
            <a:rect r="r" b="b" t="t" l="l"/>
            <a:pathLst>
              <a:path h="678571" w="439731">
                <a:moveTo>
                  <a:pt x="0" y="0"/>
                </a:moveTo>
                <a:lnTo>
                  <a:pt x="439732" y="0"/>
                </a:lnTo>
                <a:lnTo>
                  <a:pt x="439732" y="678570"/>
                </a:lnTo>
                <a:lnTo>
                  <a:pt x="0" y="678570"/>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7" id="57"/>
          <p:cNvSpPr/>
          <p:nvPr/>
        </p:nvSpPr>
        <p:spPr>
          <a:xfrm flipH="false" flipV="false" rot="0">
            <a:off x="13334552" y="2607774"/>
            <a:ext cx="680066" cy="680837"/>
          </a:xfrm>
          <a:custGeom>
            <a:avLst/>
            <a:gdLst/>
            <a:ahLst/>
            <a:cxnLst/>
            <a:rect r="r" b="b" t="t" l="l"/>
            <a:pathLst>
              <a:path h="680837" w="680066">
                <a:moveTo>
                  <a:pt x="0" y="0"/>
                </a:moveTo>
                <a:lnTo>
                  <a:pt x="680066" y="0"/>
                </a:lnTo>
                <a:lnTo>
                  <a:pt x="680066" y="680837"/>
                </a:lnTo>
                <a:lnTo>
                  <a:pt x="0" y="680837"/>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sp>
        <p:nvSpPr>
          <p:cNvPr name="Freeform 58" id="58"/>
          <p:cNvSpPr/>
          <p:nvPr/>
        </p:nvSpPr>
        <p:spPr>
          <a:xfrm flipH="false" flipV="false" rot="0">
            <a:off x="13332257" y="3421504"/>
            <a:ext cx="684657" cy="684657"/>
          </a:xfrm>
          <a:custGeom>
            <a:avLst/>
            <a:gdLst/>
            <a:ahLst/>
            <a:cxnLst/>
            <a:rect r="r" b="b" t="t" l="l"/>
            <a:pathLst>
              <a:path h="684657" w="684657">
                <a:moveTo>
                  <a:pt x="0" y="0"/>
                </a:moveTo>
                <a:lnTo>
                  <a:pt x="684657" y="0"/>
                </a:lnTo>
                <a:lnTo>
                  <a:pt x="684657" y="684657"/>
                </a:lnTo>
                <a:lnTo>
                  <a:pt x="0" y="684657"/>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59" id="59"/>
          <p:cNvSpPr/>
          <p:nvPr/>
        </p:nvSpPr>
        <p:spPr>
          <a:xfrm flipH="false" flipV="false" rot="0">
            <a:off x="13334552" y="4239416"/>
            <a:ext cx="680066" cy="683162"/>
          </a:xfrm>
          <a:custGeom>
            <a:avLst/>
            <a:gdLst/>
            <a:ahLst/>
            <a:cxnLst/>
            <a:rect r="r" b="b" t="t" l="l"/>
            <a:pathLst>
              <a:path h="683162" w="680066">
                <a:moveTo>
                  <a:pt x="0" y="0"/>
                </a:moveTo>
                <a:lnTo>
                  <a:pt x="680066" y="0"/>
                </a:lnTo>
                <a:lnTo>
                  <a:pt x="680066" y="683161"/>
                </a:lnTo>
                <a:lnTo>
                  <a:pt x="0" y="683161"/>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60" id="60"/>
          <p:cNvSpPr/>
          <p:nvPr/>
        </p:nvSpPr>
        <p:spPr>
          <a:xfrm flipH="false" flipV="false" rot="0">
            <a:off x="9742322" y="5100876"/>
            <a:ext cx="683162" cy="683543"/>
          </a:xfrm>
          <a:custGeom>
            <a:avLst/>
            <a:gdLst/>
            <a:ahLst/>
            <a:cxnLst/>
            <a:rect r="r" b="b" t="t" l="l"/>
            <a:pathLst>
              <a:path h="683543" w="683162">
                <a:moveTo>
                  <a:pt x="0" y="0"/>
                </a:moveTo>
                <a:lnTo>
                  <a:pt x="683162" y="0"/>
                </a:lnTo>
                <a:lnTo>
                  <a:pt x="683162" y="683542"/>
                </a:lnTo>
                <a:lnTo>
                  <a:pt x="0" y="683542"/>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1" id="61"/>
          <p:cNvSpPr/>
          <p:nvPr/>
        </p:nvSpPr>
        <p:spPr>
          <a:xfrm flipH="false" flipV="false" rot="0">
            <a:off x="9741579" y="5918978"/>
            <a:ext cx="684657" cy="678618"/>
          </a:xfrm>
          <a:custGeom>
            <a:avLst/>
            <a:gdLst/>
            <a:ahLst/>
            <a:cxnLst/>
            <a:rect r="r" b="b" t="t" l="l"/>
            <a:pathLst>
              <a:path h="678618" w="684657">
                <a:moveTo>
                  <a:pt x="0" y="0"/>
                </a:moveTo>
                <a:lnTo>
                  <a:pt x="684657" y="0"/>
                </a:lnTo>
                <a:lnTo>
                  <a:pt x="684657" y="678618"/>
                </a:lnTo>
                <a:lnTo>
                  <a:pt x="0" y="678618"/>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2" id="62"/>
          <p:cNvSpPr/>
          <p:nvPr/>
        </p:nvSpPr>
        <p:spPr>
          <a:xfrm flipH="false" flipV="false" rot="0">
            <a:off x="15183250" y="5153920"/>
            <a:ext cx="626850" cy="683162"/>
          </a:xfrm>
          <a:custGeom>
            <a:avLst/>
            <a:gdLst/>
            <a:ahLst/>
            <a:cxnLst/>
            <a:rect r="r" b="b" t="t" l="l"/>
            <a:pathLst>
              <a:path h="683162" w="626850">
                <a:moveTo>
                  <a:pt x="0" y="0"/>
                </a:moveTo>
                <a:lnTo>
                  <a:pt x="626850" y="0"/>
                </a:lnTo>
                <a:lnTo>
                  <a:pt x="626850" y="683162"/>
                </a:lnTo>
                <a:lnTo>
                  <a:pt x="0" y="683162"/>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3" id="63"/>
          <p:cNvSpPr/>
          <p:nvPr/>
        </p:nvSpPr>
        <p:spPr>
          <a:xfrm flipH="false" flipV="false" rot="0">
            <a:off x="13299548" y="5102104"/>
            <a:ext cx="750084" cy="681085"/>
          </a:xfrm>
          <a:custGeom>
            <a:avLst/>
            <a:gdLst/>
            <a:ahLst/>
            <a:cxnLst/>
            <a:rect r="r" b="b" t="t" l="l"/>
            <a:pathLst>
              <a:path h="681085" w="750084">
                <a:moveTo>
                  <a:pt x="0" y="0"/>
                </a:moveTo>
                <a:lnTo>
                  <a:pt x="750084" y="0"/>
                </a:lnTo>
                <a:lnTo>
                  <a:pt x="750084" y="681085"/>
                </a:lnTo>
                <a:lnTo>
                  <a:pt x="0" y="681085"/>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4" id="64"/>
          <p:cNvSpPr/>
          <p:nvPr/>
        </p:nvSpPr>
        <p:spPr>
          <a:xfrm flipH="false" flipV="false" rot="0">
            <a:off x="10608507" y="2606612"/>
            <a:ext cx="683114" cy="683162"/>
          </a:xfrm>
          <a:custGeom>
            <a:avLst/>
            <a:gdLst/>
            <a:ahLst/>
            <a:cxnLst/>
            <a:rect r="r" b="b" t="t" l="l"/>
            <a:pathLst>
              <a:path h="683162" w="683114">
                <a:moveTo>
                  <a:pt x="0" y="0"/>
                </a:moveTo>
                <a:lnTo>
                  <a:pt x="683114" y="0"/>
                </a:lnTo>
                <a:lnTo>
                  <a:pt x="683114" y="683161"/>
                </a:lnTo>
                <a:lnTo>
                  <a:pt x="0" y="683161"/>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sp>
        <p:nvSpPr>
          <p:cNvPr name="Freeform 65" id="65"/>
          <p:cNvSpPr/>
          <p:nvPr/>
        </p:nvSpPr>
        <p:spPr>
          <a:xfrm flipH="false" flipV="false" rot="0">
            <a:off x="10606211" y="3423780"/>
            <a:ext cx="687695" cy="680114"/>
          </a:xfrm>
          <a:custGeom>
            <a:avLst/>
            <a:gdLst/>
            <a:ahLst/>
            <a:cxnLst/>
            <a:rect r="r" b="b" t="t" l="l"/>
            <a:pathLst>
              <a:path h="680114" w="687695">
                <a:moveTo>
                  <a:pt x="0" y="0"/>
                </a:moveTo>
                <a:lnTo>
                  <a:pt x="687696" y="0"/>
                </a:lnTo>
                <a:lnTo>
                  <a:pt x="687696" y="680114"/>
                </a:lnTo>
                <a:lnTo>
                  <a:pt x="0" y="680114"/>
                </a:lnTo>
                <a:lnTo>
                  <a:pt x="0" y="0"/>
                </a:lnTo>
                <a:close/>
              </a:path>
            </a:pathLst>
          </a:custGeom>
          <a:blipFill>
            <a:blip r:embed="rId125">
              <a:extLst>
                <a:ext uri="{96DAC541-7B7A-43D3-8B79-37D633B846F1}">
                  <asvg:svgBlip xmlns:asvg="http://schemas.microsoft.com/office/drawing/2016/SVG/main" r:embed="rId126"/>
                </a:ext>
              </a:extLst>
            </a:blip>
            <a:stretch>
              <a:fillRect l="0" t="0" r="0" b="0"/>
            </a:stretch>
          </a:blipFill>
        </p:spPr>
      </p:sp>
      <p:sp>
        <p:nvSpPr>
          <p:cNvPr name="Freeform 66" id="66"/>
          <p:cNvSpPr/>
          <p:nvPr/>
        </p:nvSpPr>
        <p:spPr>
          <a:xfrm flipH="false" flipV="false" rot="0">
            <a:off x="10609250" y="4240187"/>
            <a:ext cx="681619" cy="681619"/>
          </a:xfrm>
          <a:custGeom>
            <a:avLst/>
            <a:gdLst/>
            <a:ahLst/>
            <a:cxnLst/>
            <a:rect r="r" b="b" t="t" l="l"/>
            <a:pathLst>
              <a:path h="681619" w="681619">
                <a:moveTo>
                  <a:pt x="0" y="0"/>
                </a:moveTo>
                <a:lnTo>
                  <a:pt x="681618" y="0"/>
                </a:lnTo>
                <a:lnTo>
                  <a:pt x="681618" y="681619"/>
                </a:lnTo>
                <a:lnTo>
                  <a:pt x="0" y="681619"/>
                </a:lnTo>
                <a:lnTo>
                  <a:pt x="0" y="0"/>
                </a:lnTo>
                <a:close/>
              </a:path>
            </a:pathLst>
          </a:custGeom>
          <a:blipFill>
            <a:blip r:embed="rId127">
              <a:extLst>
                <a:ext uri="{96DAC541-7B7A-43D3-8B79-37D633B846F1}">
                  <asvg:svgBlip xmlns:asvg="http://schemas.microsoft.com/office/drawing/2016/SVG/main" r:embed="rId128"/>
                </a:ext>
              </a:extLst>
            </a:blip>
            <a:stretch>
              <a:fillRect l="0" t="0" r="0" b="0"/>
            </a:stretch>
          </a:blipFill>
        </p:spPr>
      </p:sp>
      <p:sp>
        <p:nvSpPr>
          <p:cNvPr name="Freeform 67" id="67"/>
          <p:cNvSpPr/>
          <p:nvPr/>
        </p:nvSpPr>
        <p:spPr>
          <a:xfrm flipH="false" flipV="false" rot="0">
            <a:off x="14246781" y="2669010"/>
            <a:ext cx="683162" cy="558375"/>
          </a:xfrm>
          <a:custGeom>
            <a:avLst/>
            <a:gdLst/>
            <a:ahLst/>
            <a:cxnLst/>
            <a:rect r="r" b="b" t="t" l="l"/>
            <a:pathLst>
              <a:path h="558375" w="683162">
                <a:moveTo>
                  <a:pt x="0" y="0"/>
                </a:moveTo>
                <a:lnTo>
                  <a:pt x="683161" y="0"/>
                </a:lnTo>
                <a:lnTo>
                  <a:pt x="683161" y="558374"/>
                </a:lnTo>
                <a:lnTo>
                  <a:pt x="0" y="558374"/>
                </a:lnTo>
                <a:lnTo>
                  <a:pt x="0" y="0"/>
                </a:lnTo>
                <a:close/>
              </a:path>
            </a:pathLst>
          </a:custGeom>
          <a:blipFill>
            <a:blip r:embed="rId129">
              <a:extLst>
                <a:ext uri="{96DAC541-7B7A-43D3-8B79-37D633B846F1}">
                  <asvg:svgBlip xmlns:asvg="http://schemas.microsoft.com/office/drawing/2016/SVG/main" r:embed="rId130"/>
                </a:ext>
              </a:extLst>
            </a:blip>
            <a:stretch>
              <a:fillRect l="0" t="0" r="0" b="0"/>
            </a:stretch>
          </a:blipFill>
        </p:spPr>
      </p:sp>
      <p:sp>
        <p:nvSpPr>
          <p:cNvPr name="Freeform 68" id="68"/>
          <p:cNvSpPr/>
          <p:nvPr/>
        </p:nvSpPr>
        <p:spPr>
          <a:xfrm flipH="false" flipV="false" rot="0">
            <a:off x="14246028" y="3423199"/>
            <a:ext cx="684657" cy="681276"/>
          </a:xfrm>
          <a:custGeom>
            <a:avLst/>
            <a:gdLst/>
            <a:ahLst/>
            <a:cxnLst/>
            <a:rect r="r" b="b" t="t" l="l"/>
            <a:pathLst>
              <a:path h="681276" w="684657">
                <a:moveTo>
                  <a:pt x="0" y="0"/>
                </a:moveTo>
                <a:lnTo>
                  <a:pt x="684657" y="0"/>
                </a:lnTo>
                <a:lnTo>
                  <a:pt x="684657" y="681276"/>
                </a:lnTo>
                <a:lnTo>
                  <a:pt x="0" y="681276"/>
                </a:lnTo>
                <a:lnTo>
                  <a:pt x="0" y="0"/>
                </a:lnTo>
                <a:close/>
              </a:path>
            </a:pathLst>
          </a:custGeom>
          <a:blipFill>
            <a:blip r:embed="rId131">
              <a:extLst>
                <a:ext uri="{96DAC541-7B7A-43D3-8B79-37D633B846F1}">
                  <asvg:svgBlip xmlns:asvg="http://schemas.microsoft.com/office/drawing/2016/SVG/main" r:embed="rId132"/>
                </a:ext>
              </a:extLst>
            </a:blip>
            <a:stretch>
              <a:fillRect l="0" t="0" r="0" b="0"/>
            </a:stretch>
          </a:blipFill>
        </p:spPr>
      </p:sp>
      <p:sp>
        <p:nvSpPr>
          <p:cNvPr name="Freeform 69" id="69"/>
          <p:cNvSpPr/>
          <p:nvPr/>
        </p:nvSpPr>
        <p:spPr>
          <a:xfrm flipH="false" flipV="false" rot="0">
            <a:off x="14280271" y="4239416"/>
            <a:ext cx="616182" cy="683162"/>
          </a:xfrm>
          <a:custGeom>
            <a:avLst/>
            <a:gdLst/>
            <a:ahLst/>
            <a:cxnLst/>
            <a:rect r="r" b="b" t="t" l="l"/>
            <a:pathLst>
              <a:path h="683162" w="616182">
                <a:moveTo>
                  <a:pt x="0" y="0"/>
                </a:moveTo>
                <a:lnTo>
                  <a:pt x="616181" y="0"/>
                </a:lnTo>
                <a:lnTo>
                  <a:pt x="616181" y="683161"/>
                </a:lnTo>
                <a:lnTo>
                  <a:pt x="0" y="683161"/>
                </a:lnTo>
                <a:lnTo>
                  <a:pt x="0" y="0"/>
                </a:lnTo>
                <a:close/>
              </a:path>
            </a:pathLst>
          </a:custGeom>
          <a:blipFill>
            <a:blip r:embed="rId133">
              <a:extLst>
                <a:ext uri="{96DAC541-7B7A-43D3-8B79-37D633B846F1}">
                  <asvg:svgBlip xmlns:asvg="http://schemas.microsoft.com/office/drawing/2016/SVG/main" r:embed="rId134"/>
                </a:ext>
              </a:extLst>
            </a:blip>
            <a:stretch>
              <a:fillRect l="0" t="0" r="0" b="0"/>
            </a:stretch>
          </a:blipFill>
        </p:spPr>
      </p:sp>
      <p:sp>
        <p:nvSpPr>
          <p:cNvPr name="Freeform 70" id="70"/>
          <p:cNvSpPr/>
          <p:nvPr/>
        </p:nvSpPr>
        <p:spPr>
          <a:xfrm flipH="false" flipV="false" rot="0">
            <a:off x="10609250" y="5101838"/>
            <a:ext cx="681619" cy="681619"/>
          </a:xfrm>
          <a:custGeom>
            <a:avLst/>
            <a:gdLst/>
            <a:ahLst/>
            <a:cxnLst/>
            <a:rect r="r" b="b" t="t" l="l"/>
            <a:pathLst>
              <a:path h="681619" w="681619">
                <a:moveTo>
                  <a:pt x="0" y="0"/>
                </a:moveTo>
                <a:lnTo>
                  <a:pt x="681618" y="0"/>
                </a:lnTo>
                <a:lnTo>
                  <a:pt x="681618" y="681618"/>
                </a:lnTo>
                <a:lnTo>
                  <a:pt x="0" y="681618"/>
                </a:lnTo>
                <a:lnTo>
                  <a:pt x="0" y="0"/>
                </a:lnTo>
                <a:close/>
              </a:path>
            </a:pathLst>
          </a:custGeom>
          <a:blipFill>
            <a:blip r:embed="rId135">
              <a:extLst>
                <a:ext uri="{96DAC541-7B7A-43D3-8B79-37D633B846F1}">
                  <asvg:svgBlip xmlns:asvg="http://schemas.microsoft.com/office/drawing/2016/SVG/main" r:embed="rId136"/>
                </a:ext>
              </a:extLst>
            </a:blip>
            <a:stretch>
              <a:fillRect l="0" t="0" r="0" b="0"/>
            </a:stretch>
          </a:blipFill>
        </p:spPr>
      </p:sp>
      <p:sp>
        <p:nvSpPr>
          <p:cNvPr name="Freeform 71" id="71"/>
          <p:cNvSpPr/>
          <p:nvPr/>
        </p:nvSpPr>
        <p:spPr>
          <a:xfrm flipH="false" flipV="false" rot="0">
            <a:off x="10622947" y="5916539"/>
            <a:ext cx="654234" cy="683495"/>
          </a:xfrm>
          <a:custGeom>
            <a:avLst/>
            <a:gdLst/>
            <a:ahLst/>
            <a:cxnLst/>
            <a:rect r="r" b="b" t="t" l="l"/>
            <a:pathLst>
              <a:path h="683495" w="654234">
                <a:moveTo>
                  <a:pt x="0" y="0"/>
                </a:moveTo>
                <a:lnTo>
                  <a:pt x="654234" y="0"/>
                </a:lnTo>
                <a:lnTo>
                  <a:pt x="654234" y="683495"/>
                </a:lnTo>
                <a:lnTo>
                  <a:pt x="0" y="683495"/>
                </a:lnTo>
                <a:lnTo>
                  <a:pt x="0" y="0"/>
                </a:lnTo>
                <a:close/>
              </a:path>
            </a:pathLst>
          </a:custGeom>
          <a:blipFill>
            <a:blip r:embed="rId137">
              <a:extLst>
                <a:ext uri="{96DAC541-7B7A-43D3-8B79-37D633B846F1}">
                  <asvg:svgBlip xmlns:asvg="http://schemas.microsoft.com/office/drawing/2016/SVG/main" r:embed="rId138"/>
                </a:ext>
              </a:extLst>
            </a:blip>
            <a:stretch>
              <a:fillRect l="0" t="0" r="0" b="0"/>
            </a:stretch>
          </a:blipFill>
        </p:spPr>
      </p:sp>
      <p:sp>
        <p:nvSpPr>
          <p:cNvPr name="Freeform 72" id="72"/>
          <p:cNvSpPr/>
          <p:nvPr/>
        </p:nvSpPr>
        <p:spPr>
          <a:xfrm flipH="false" flipV="false" rot="0">
            <a:off x="16063189" y="5153168"/>
            <a:ext cx="645109" cy="684657"/>
          </a:xfrm>
          <a:custGeom>
            <a:avLst/>
            <a:gdLst/>
            <a:ahLst/>
            <a:cxnLst/>
            <a:rect r="r" b="b" t="t" l="l"/>
            <a:pathLst>
              <a:path h="684657" w="645109">
                <a:moveTo>
                  <a:pt x="0" y="0"/>
                </a:moveTo>
                <a:lnTo>
                  <a:pt x="645109" y="0"/>
                </a:lnTo>
                <a:lnTo>
                  <a:pt x="645109" y="684657"/>
                </a:lnTo>
                <a:lnTo>
                  <a:pt x="0" y="684657"/>
                </a:lnTo>
                <a:lnTo>
                  <a:pt x="0" y="0"/>
                </a:lnTo>
                <a:close/>
              </a:path>
            </a:pathLst>
          </a:custGeom>
          <a:blipFill>
            <a:blip r:embed="rId139">
              <a:extLst>
                <a:ext uri="{96DAC541-7B7A-43D3-8B79-37D633B846F1}">
                  <asvg:svgBlip xmlns:asvg="http://schemas.microsoft.com/office/drawing/2016/SVG/main" r:embed="rId140"/>
                </a:ext>
              </a:extLst>
            </a:blip>
            <a:stretch>
              <a:fillRect l="0" t="0" r="0" b="0"/>
            </a:stretch>
          </a:blipFill>
        </p:spPr>
      </p:sp>
      <p:sp>
        <p:nvSpPr>
          <p:cNvPr name="Freeform 73" id="73"/>
          <p:cNvSpPr/>
          <p:nvPr/>
        </p:nvSpPr>
        <p:spPr>
          <a:xfrm flipH="false" flipV="false" rot="0">
            <a:off x="13322360" y="5915187"/>
            <a:ext cx="704450" cy="686200"/>
          </a:xfrm>
          <a:custGeom>
            <a:avLst/>
            <a:gdLst/>
            <a:ahLst/>
            <a:cxnLst/>
            <a:rect r="r" b="b" t="t" l="l"/>
            <a:pathLst>
              <a:path h="686200" w="704450">
                <a:moveTo>
                  <a:pt x="0" y="0"/>
                </a:moveTo>
                <a:lnTo>
                  <a:pt x="704450" y="0"/>
                </a:lnTo>
                <a:lnTo>
                  <a:pt x="704450" y="686200"/>
                </a:lnTo>
                <a:lnTo>
                  <a:pt x="0" y="686200"/>
                </a:lnTo>
                <a:lnTo>
                  <a:pt x="0" y="0"/>
                </a:lnTo>
                <a:close/>
              </a:path>
            </a:pathLst>
          </a:custGeom>
          <a:blipFill>
            <a:blip r:embed="rId141">
              <a:extLst>
                <a:ext uri="{96DAC541-7B7A-43D3-8B79-37D633B846F1}">
                  <asvg:svgBlip xmlns:asvg="http://schemas.microsoft.com/office/drawing/2016/SVG/main" r:embed="rId142"/>
                </a:ext>
              </a:extLst>
            </a:blip>
            <a:stretch>
              <a:fillRect l="0" t="0" r="0" b="0"/>
            </a:stretch>
          </a:blipFill>
        </p:spPr>
      </p:sp>
      <p:sp>
        <p:nvSpPr>
          <p:cNvPr name="Freeform 74" id="74"/>
          <p:cNvSpPr/>
          <p:nvPr/>
        </p:nvSpPr>
        <p:spPr>
          <a:xfrm flipH="false" flipV="false" rot="0">
            <a:off x="11547415" y="2607393"/>
            <a:ext cx="601018" cy="681619"/>
          </a:xfrm>
          <a:custGeom>
            <a:avLst/>
            <a:gdLst/>
            <a:ahLst/>
            <a:cxnLst/>
            <a:rect r="r" b="b" t="t" l="l"/>
            <a:pathLst>
              <a:path h="681619" w="601018">
                <a:moveTo>
                  <a:pt x="0" y="0"/>
                </a:moveTo>
                <a:lnTo>
                  <a:pt x="601018" y="0"/>
                </a:lnTo>
                <a:lnTo>
                  <a:pt x="601018" y="681618"/>
                </a:lnTo>
                <a:lnTo>
                  <a:pt x="0" y="681618"/>
                </a:lnTo>
                <a:lnTo>
                  <a:pt x="0" y="0"/>
                </a:lnTo>
                <a:close/>
              </a:path>
            </a:pathLst>
          </a:custGeom>
          <a:blipFill>
            <a:blip r:embed="rId143">
              <a:extLst>
                <a:ext uri="{96DAC541-7B7A-43D3-8B79-37D633B846F1}">
                  <asvg:svgBlip xmlns:asvg="http://schemas.microsoft.com/office/drawing/2016/SVG/main" r:embed="rId144"/>
                </a:ext>
              </a:extLst>
            </a:blip>
            <a:stretch>
              <a:fillRect l="0" t="0" r="0" b="0"/>
            </a:stretch>
          </a:blipFill>
        </p:spPr>
      </p:sp>
      <p:sp>
        <p:nvSpPr>
          <p:cNvPr name="Freeform 75" id="75"/>
          <p:cNvSpPr/>
          <p:nvPr/>
        </p:nvSpPr>
        <p:spPr>
          <a:xfrm flipH="false" flipV="false" rot="0">
            <a:off x="11504076" y="3422113"/>
            <a:ext cx="687695" cy="683447"/>
          </a:xfrm>
          <a:custGeom>
            <a:avLst/>
            <a:gdLst/>
            <a:ahLst/>
            <a:cxnLst/>
            <a:rect r="r" b="b" t="t" l="l"/>
            <a:pathLst>
              <a:path h="683447" w="687695">
                <a:moveTo>
                  <a:pt x="0" y="0"/>
                </a:moveTo>
                <a:lnTo>
                  <a:pt x="687695" y="0"/>
                </a:lnTo>
                <a:lnTo>
                  <a:pt x="687695" y="683448"/>
                </a:lnTo>
                <a:lnTo>
                  <a:pt x="0" y="683448"/>
                </a:lnTo>
                <a:lnTo>
                  <a:pt x="0" y="0"/>
                </a:lnTo>
                <a:close/>
              </a:path>
            </a:pathLst>
          </a:custGeom>
          <a:blipFill>
            <a:blip r:embed="rId145">
              <a:extLst>
                <a:ext uri="{96DAC541-7B7A-43D3-8B79-37D633B846F1}">
                  <asvg:svgBlip xmlns:asvg="http://schemas.microsoft.com/office/drawing/2016/SVG/main" r:embed="rId146"/>
                </a:ext>
              </a:extLst>
            </a:blip>
            <a:stretch>
              <a:fillRect l="0" t="0" r="0" b="0"/>
            </a:stretch>
          </a:blipFill>
        </p:spPr>
      </p:sp>
      <p:sp>
        <p:nvSpPr>
          <p:cNvPr name="Freeform 76" id="76"/>
          <p:cNvSpPr/>
          <p:nvPr/>
        </p:nvSpPr>
        <p:spPr>
          <a:xfrm flipH="false" flipV="false" rot="0">
            <a:off x="11506352" y="4240197"/>
            <a:ext cx="683162" cy="681619"/>
          </a:xfrm>
          <a:custGeom>
            <a:avLst/>
            <a:gdLst/>
            <a:ahLst/>
            <a:cxnLst/>
            <a:rect r="r" b="b" t="t" l="l"/>
            <a:pathLst>
              <a:path h="681619" w="683162">
                <a:moveTo>
                  <a:pt x="0" y="0"/>
                </a:moveTo>
                <a:lnTo>
                  <a:pt x="683162" y="0"/>
                </a:lnTo>
                <a:lnTo>
                  <a:pt x="683162" y="681618"/>
                </a:lnTo>
                <a:lnTo>
                  <a:pt x="0" y="681618"/>
                </a:lnTo>
                <a:lnTo>
                  <a:pt x="0" y="0"/>
                </a:lnTo>
                <a:close/>
              </a:path>
            </a:pathLst>
          </a:custGeom>
          <a:blipFill>
            <a:blip r:embed="rId147">
              <a:extLst>
                <a:ext uri="{96DAC541-7B7A-43D3-8B79-37D633B846F1}">
                  <asvg:svgBlip xmlns:asvg="http://schemas.microsoft.com/office/drawing/2016/SVG/main" r:embed="rId148"/>
                </a:ext>
              </a:extLst>
            </a:blip>
            <a:stretch>
              <a:fillRect l="0" t="0" r="0" b="0"/>
            </a:stretch>
          </a:blipFill>
        </p:spPr>
      </p:sp>
      <p:sp>
        <p:nvSpPr>
          <p:cNvPr name="Freeform 77" id="77"/>
          <p:cNvSpPr/>
          <p:nvPr/>
        </p:nvSpPr>
        <p:spPr>
          <a:xfrm flipH="false" flipV="false" rot="0">
            <a:off x="15153570" y="2605773"/>
            <a:ext cx="686200" cy="684847"/>
          </a:xfrm>
          <a:custGeom>
            <a:avLst/>
            <a:gdLst/>
            <a:ahLst/>
            <a:cxnLst/>
            <a:rect r="r" b="b" t="t" l="l"/>
            <a:pathLst>
              <a:path h="684847" w="686200">
                <a:moveTo>
                  <a:pt x="0" y="0"/>
                </a:moveTo>
                <a:lnTo>
                  <a:pt x="686200" y="0"/>
                </a:lnTo>
                <a:lnTo>
                  <a:pt x="686200" y="684848"/>
                </a:lnTo>
                <a:lnTo>
                  <a:pt x="0" y="684848"/>
                </a:lnTo>
                <a:lnTo>
                  <a:pt x="0" y="0"/>
                </a:lnTo>
                <a:close/>
              </a:path>
            </a:pathLst>
          </a:custGeom>
          <a:blipFill>
            <a:blip r:embed="rId149">
              <a:extLst>
                <a:ext uri="{96DAC541-7B7A-43D3-8B79-37D633B846F1}">
                  <asvg:svgBlip xmlns:asvg="http://schemas.microsoft.com/office/drawing/2016/SVG/main" r:embed="rId150"/>
                </a:ext>
              </a:extLst>
            </a:blip>
            <a:stretch>
              <a:fillRect l="0" t="0" r="0" b="0"/>
            </a:stretch>
          </a:blipFill>
        </p:spPr>
      </p:sp>
      <p:sp>
        <p:nvSpPr>
          <p:cNvPr name="Freeform 78" id="78"/>
          <p:cNvSpPr/>
          <p:nvPr/>
        </p:nvSpPr>
        <p:spPr>
          <a:xfrm flipH="false" flipV="false" rot="0">
            <a:off x="15151303" y="3424561"/>
            <a:ext cx="690743" cy="678571"/>
          </a:xfrm>
          <a:custGeom>
            <a:avLst/>
            <a:gdLst/>
            <a:ahLst/>
            <a:cxnLst/>
            <a:rect r="r" b="b" t="t" l="l"/>
            <a:pathLst>
              <a:path h="678571" w="690743">
                <a:moveTo>
                  <a:pt x="0" y="0"/>
                </a:moveTo>
                <a:lnTo>
                  <a:pt x="690744" y="0"/>
                </a:lnTo>
                <a:lnTo>
                  <a:pt x="690744" y="678571"/>
                </a:lnTo>
                <a:lnTo>
                  <a:pt x="0" y="678571"/>
                </a:lnTo>
                <a:lnTo>
                  <a:pt x="0" y="0"/>
                </a:lnTo>
                <a:close/>
              </a:path>
            </a:pathLst>
          </a:custGeom>
          <a:blipFill>
            <a:blip r:embed="rId151">
              <a:extLst>
                <a:ext uri="{96DAC541-7B7A-43D3-8B79-37D633B846F1}">
                  <asvg:svgBlip xmlns:asvg="http://schemas.microsoft.com/office/drawing/2016/SVG/main" r:embed="rId152"/>
                </a:ext>
              </a:extLst>
            </a:blip>
            <a:stretch>
              <a:fillRect l="0" t="0" r="0" b="0"/>
            </a:stretch>
          </a:blipFill>
        </p:spPr>
      </p:sp>
      <p:sp>
        <p:nvSpPr>
          <p:cNvPr name="Freeform 79" id="79"/>
          <p:cNvSpPr/>
          <p:nvPr/>
        </p:nvSpPr>
        <p:spPr>
          <a:xfrm flipH="false" flipV="false" rot="0">
            <a:off x="15152827" y="4282011"/>
            <a:ext cx="687695" cy="597979"/>
          </a:xfrm>
          <a:custGeom>
            <a:avLst/>
            <a:gdLst/>
            <a:ahLst/>
            <a:cxnLst/>
            <a:rect r="r" b="b" t="t" l="l"/>
            <a:pathLst>
              <a:path h="597979" w="687695">
                <a:moveTo>
                  <a:pt x="0" y="0"/>
                </a:moveTo>
                <a:lnTo>
                  <a:pt x="687696" y="0"/>
                </a:lnTo>
                <a:lnTo>
                  <a:pt x="687696" y="597980"/>
                </a:lnTo>
                <a:lnTo>
                  <a:pt x="0" y="597980"/>
                </a:lnTo>
                <a:lnTo>
                  <a:pt x="0" y="0"/>
                </a:lnTo>
                <a:close/>
              </a:path>
            </a:pathLst>
          </a:custGeom>
          <a:blipFill>
            <a:blip r:embed="rId153">
              <a:extLst>
                <a:ext uri="{96DAC541-7B7A-43D3-8B79-37D633B846F1}">
                  <asvg:svgBlip xmlns:asvg="http://schemas.microsoft.com/office/drawing/2016/SVG/main" r:embed="rId154"/>
                </a:ext>
              </a:extLst>
            </a:blip>
            <a:stretch>
              <a:fillRect l="0" t="0" r="0" b="0"/>
            </a:stretch>
          </a:blipFill>
        </p:spPr>
      </p:sp>
      <p:sp>
        <p:nvSpPr>
          <p:cNvPr name="Freeform 80" id="80"/>
          <p:cNvSpPr/>
          <p:nvPr/>
        </p:nvSpPr>
        <p:spPr>
          <a:xfrm flipH="false" flipV="false" rot="0">
            <a:off x="11548196" y="5098790"/>
            <a:ext cx="599475" cy="687695"/>
          </a:xfrm>
          <a:custGeom>
            <a:avLst/>
            <a:gdLst/>
            <a:ahLst/>
            <a:cxnLst/>
            <a:rect r="r" b="b" t="t" l="l"/>
            <a:pathLst>
              <a:path h="687695" w="599475">
                <a:moveTo>
                  <a:pt x="0" y="0"/>
                </a:moveTo>
                <a:lnTo>
                  <a:pt x="599475" y="0"/>
                </a:lnTo>
                <a:lnTo>
                  <a:pt x="599475" y="687695"/>
                </a:lnTo>
                <a:lnTo>
                  <a:pt x="0" y="687695"/>
                </a:lnTo>
                <a:lnTo>
                  <a:pt x="0" y="0"/>
                </a:lnTo>
                <a:close/>
              </a:path>
            </a:pathLst>
          </a:custGeom>
          <a:blipFill>
            <a:blip r:embed="rId155">
              <a:extLst>
                <a:ext uri="{96DAC541-7B7A-43D3-8B79-37D633B846F1}">
                  <asvg:svgBlip xmlns:asvg="http://schemas.microsoft.com/office/drawing/2016/SVG/main" r:embed="rId156"/>
                </a:ext>
              </a:extLst>
            </a:blip>
            <a:stretch>
              <a:fillRect l="0" t="0" r="0" b="0"/>
            </a:stretch>
          </a:blipFill>
        </p:spPr>
      </p:sp>
      <p:sp>
        <p:nvSpPr>
          <p:cNvPr name="Freeform 81" id="81"/>
          <p:cNvSpPr/>
          <p:nvPr/>
        </p:nvSpPr>
        <p:spPr>
          <a:xfrm flipH="false" flipV="false" rot="0">
            <a:off x="11505600" y="5916701"/>
            <a:ext cx="684657" cy="683162"/>
          </a:xfrm>
          <a:custGeom>
            <a:avLst/>
            <a:gdLst/>
            <a:ahLst/>
            <a:cxnLst/>
            <a:rect r="r" b="b" t="t" l="l"/>
            <a:pathLst>
              <a:path h="683162" w="684657">
                <a:moveTo>
                  <a:pt x="0" y="0"/>
                </a:moveTo>
                <a:lnTo>
                  <a:pt x="684657" y="0"/>
                </a:lnTo>
                <a:lnTo>
                  <a:pt x="684657" y="683162"/>
                </a:lnTo>
                <a:lnTo>
                  <a:pt x="0" y="683162"/>
                </a:lnTo>
                <a:lnTo>
                  <a:pt x="0" y="0"/>
                </a:lnTo>
                <a:close/>
              </a:path>
            </a:pathLst>
          </a:custGeom>
          <a:blipFill>
            <a:blip r:embed="rId157">
              <a:extLst>
                <a:ext uri="{96DAC541-7B7A-43D3-8B79-37D633B846F1}">
                  <asvg:svgBlip xmlns:asvg="http://schemas.microsoft.com/office/drawing/2016/SVG/main" r:embed="rId158"/>
                </a:ext>
              </a:extLst>
            </a:blip>
            <a:stretch>
              <a:fillRect l="0" t="0" r="0" b="0"/>
            </a:stretch>
          </a:blipFill>
        </p:spPr>
      </p:sp>
      <p:sp>
        <p:nvSpPr>
          <p:cNvPr name="Freeform 82" id="82"/>
          <p:cNvSpPr/>
          <p:nvPr/>
        </p:nvSpPr>
        <p:spPr>
          <a:xfrm flipH="false" flipV="false" rot="0">
            <a:off x="14246000" y="5977585"/>
            <a:ext cx="684705" cy="561423"/>
          </a:xfrm>
          <a:custGeom>
            <a:avLst/>
            <a:gdLst/>
            <a:ahLst/>
            <a:cxnLst/>
            <a:rect r="r" b="b" t="t" l="l"/>
            <a:pathLst>
              <a:path h="561423" w="684705">
                <a:moveTo>
                  <a:pt x="0" y="0"/>
                </a:moveTo>
                <a:lnTo>
                  <a:pt x="684704" y="0"/>
                </a:lnTo>
                <a:lnTo>
                  <a:pt x="684704" y="561423"/>
                </a:lnTo>
                <a:lnTo>
                  <a:pt x="0" y="561423"/>
                </a:lnTo>
                <a:lnTo>
                  <a:pt x="0" y="0"/>
                </a:lnTo>
                <a:close/>
              </a:path>
            </a:pathLst>
          </a:custGeom>
          <a:blipFill>
            <a:blip r:embed="rId159">
              <a:extLst>
                <a:ext uri="{96DAC541-7B7A-43D3-8B79-37D633B846F1}">
                  <asvg:svgBlip xmlns:asvg="http://schemas.microsoft.com/office/drawing/2016/SVG/main" r:embed="rId160"/>
                </a:ext>
              </a:extLst>
            </a:blip>
            <a:stretch>
              <a:fillRect l="0" t="0" r="0" b="0"/>
            </a:stretch>
          </a:blipFill>
        </p:spPr>
      </p:sp>
      <p:sp>
        <p:nvSpPr>
          <p:cNvPr name="Freeform 83" id="83"/>
          <p:cNvSpPr/>
          <p:nvPr/>
        </p:nvSpPr>
        <p:spPr>
          <a:xfrm flipH="false" flipV="false" rot="0">
            <a:off x="12416961" y="2607383"/>
            <a:ext cx="684657" cy="681619"/>
          </a:xfrm>
          <a:custGeom>
            <a:avLst/>
            <a:gdLst/>
            <a:ahLst/>
            <a:cxnLst/>
            <a:rect r="r" b="b" t="t" l="l"/>
            <a:pathLst>
              <a:path h="681619" w="684657">
                <a:moveTo>
                  <a:pt x="0" y="0"/>
                </a:moveTo>
                <a:lnTo>
                  <a:pt x="684657" y="0"/>
                </a:lnTo>
                <a:lnTo>
                  <a:pt x="684657" y="681619"/>
                </a:lnTo>
                <a:lnTo>
                  <a:pt x="0" y="681619"/>
                </a:lnTo>
                <a:lnTo>
                  <a:pt x="0" y="0"/>
                </a:lnTo>
                <a:close/>
              </a:path>
            </a:pathLst>
          </a:custGeom>
          <a:blipFill>
            <a:blip r:embed="rId161">
              <a:extLst>
                <a:ext uri="{96DAC541-7B7A-43D3-8B79-37D633B846F1}">
                  <asvg:svgBlip xmlns:asvg="http://schemas.microsoft.com/office/drawing/2016/SVG/main" r:embed="rId162"/>
                </a:ext>
              </a:extLst>
            </a:blip>
            <a:stretch>
              <a:fillRect l="0" t="0" r="0" b="0"/>
            </a:stretch>
          </a:blipFill>
        </p:spPr>
      </p:sp>
      <p:sp>
        <p:nvSpPr>
          <p:cNvPr name="Freeform 84" id="84"/>
          <p:cNvSpPr/>
          <p:nvPr/>
        </p:nvSpPr>
        <p:spPr>
          <a:xfrm flipH="false" flipV="false" rot="0">
            <a:off x="12417714" y="3464462"/>
            <a:ext cx="683162" cy="598751"/>
          </a:xfrm>
          <a:custGeom>
            <a:avLst/>
            <a:gdLst/>
            <a:ahLst/>
            <a:cxnLst/>
            <a:rect r="r" b="b" t="t" l="l"/>
            <a:pathLst>
              <a:path h="598751" w="683162">
                <a:moveTo>
                  <a:pt x="0" y="0"/>
                </a:moveTo>
                <a:lnTo>
                  <a:pt x="683161" y="0"/>
                </a:lnTo>
                <a:lnTo>
                  <a:pt x="683161" y="598751"/>
                </a:lnTo>
                <a:lnTo>
                  <a:pt x="0" y="598751"/>
                </a:lnTo>
                <a:lnTo>
                  <a:pt x="0" y="0"/>
                </a:lnTo>
                <a:close/>
              </a:path>
            </a:pathLst>
          </a:custGeom>
          <a:blipFill>
            <a:blip r:embed="rId163">
              <a:extLst>
                <a:ext uri="{96DAC541-7B7A-43D3-8B79-37D633B846F1}">
                  <asvg:svgBlip xmlns:asvg="http://schemas.microsoft.com/office/drawing/2016/SVG/main" r:embed="rId164"/>
                </a:ext>
              </a:extLst>
            </a:blip>
            <a:stretch>
              <a:fillRect l="0" t="0" r="0" b="0"/>
            </a:stretch>
          </a:blipFill>
        </p:spPr>
      </p:sp>
      <p:sp>
        <p:nvSpPr>
          <p:cNvPr name="Freeform 85" id="85"/>
          <p:cNvSpPr/>
          <p:nvPr/>
        </p:nvSpPr>
        <p:spPr>
          <a:xfrm flipH="false" flipV="false" rot="0">
            <a:off x="12414666" y="4239054"/>
            <a:ext cx="689248" cy="683885"/>
          </a:xfrm>
          <a:custGeom>
            <a:avLst/>
            <a:gdLst/>
            <a:ahLst/>
            <a:cxnLst/>
            <a:rect r="r" b="b" t="t" l="l"/>
            <a:pathLst>
              <a:path h="683885" w="689248">
                <a:moveTo>
                  <a:pt x="0" y="0"/>
                </a:moveTo>
                <a:lnTo>
                  <a:pt x="689248" y="0"/>
                </a:lnTo>
                <a:lnTo>
                  <a:pt x="689248" y="683885"/>
                </a:lnTo>
                <a:lnTo>
                  <a:pt x="0" y="683885"/>
                </a:lnTo>
                <a:lnTo>
                  <a:pt x="0" y="0"/>
                </a:lnTo>
                <a:close/>
              </a:path>
            </a:pathLst>
          </a:custGeom>
          <a:blipFill>
            <a:blip r:embed="rId165">
              <a:extLst>
                <a:ext uri="{96DAC541-7B7A-43D3-8B79-37D633B846F1}">
                  <asvg:svgBlip xmlns:asvg="http://schemas.microsoft.com/office/drawing/2016/SVG/main" r:embed="rId166"/>
                </a:ext>
              </a:extLst>
            </a:blip>
            <a:stretch>
              <a:fillRect l="0" t="0" r="0" b="0"/>
            </a:stretch>
          </a:blipFill>
        </p:spPr>
      </p:sp>
      <p:sp>
        <p:nvSpPr>
          <p:cNvPr name="Freeform 86" id="86"/>
          <p:cNvSpPr/>
          <p:nvPr/>
        </p:nvSpPr>
        <p:spPr>
          <a:xfrm flipH="false" flipV="false" rot="0">
            <a:off x="16044939" y="2606612"/>
            <a:ext cx="681619" cy="683162"/>
          </a:xfrm>
          <a:custGeom>
            <a:avLst/>
            <a:gdLst/>
            <a:ahLst/>
            <a:cxnLst/>
            <a:rect r="r" b="b" t="t" l="l"/>
            <a:pathLst>
              <a:path h="683162" w="681619">
                <a:moveTo>
                  <a:pt x="0" y="0"/>
                </a:moveTo>
                <a:lnTo>
                  <a:pt x="681618" y="0"/>
                </a:lnTo>
                <a:lnTo>
                  <a:pt x="681618" y="683161"/>
                </a:lnTo>
                <a:lnTo>
                  <a:pt x="0" y="683161"/>
                </a:lnTo>
                <a:lnTo>
                  <a:pt x="0" y="0"/>
                </a:lnTo>
                <a:close/>
              </a:path>
            </a:pathLst>
          </a:custGeom>
          <a:blipFill>
            <a:blip r:embed="rId167">
              <a:extLst>
                <a:ext uri="{96DAC541-7B7A-43D3-8B79-37D633B846F1}">
                  <asvg:svgBlip xmlns:asvg="http://schemas.microsoft.com/office/drawing/2016/SVG/main" r:embed="rId168"/>
                </a:ext>
              </a:extLst>
            </a:blip>
            <a:stretch>
              <a:fillRect l="0" t="0" r="0" b="0"/>
            </a:stretch>
          </a:blipFill>
        </p:spPr>
      </p:sp>
      <p:sp>
        <p:nvSpPr>
          <p:cNvPr name="Freeform 87" id="87"/>
          <p:cNvSpPr/>
          <p:nvPr/>
        </p:nvSpPr>
        <p:spPr>
          <a:xfrm flipH="false" flipV="false" rot="0">
            <a:off x="16123282" y="3422113"/>
            <a:ext cx="524913" cy="683447"/>
          </a:xfrm>
          <a:custGeom>
            <a:avLst/>
            <a:gdLst/>
            <a:ahLst/>
            <a:cxnLst/>
            <a:rect r="r" b="b" t="t" l="l"/>
            <a:pathLst>
              <a:path h="683447" w="524913">
                <a:moveTo>
                  <a:pt x="0" y="0"/>
                </a:moveTo>
                <a:lnTo>
                  <a:pt x="524913" y="0"/>
                </a:lnTo>
                <a:lnTo>
                  <a:pt x="524913" y="683448"/>
                </a:lnTo>
                <a:lnTo>
                  <a:pt x="0" y="683448"/>
                </a:lnTo>
                <a:lnTo>
                  <a:pt x="0" y="0"/>
                </a:lnTo>
                <a:close/>
              </a:path>
            </a:pathLst>
          </a:custGeom>
          <a:blipFill>
            <a:blip r:embed="rId169">
              <a:extLst>
                <a:ext uri="{96DAC541-7B7A-43D3-8B79-37D633B846F1}">
                  <asvg:svgBlip xmlns:asvg="http://schemas.microsoft.com/office/drawing/2016/SVG/main" r:embed="rId170"/>
                </a:ext>
              </a:extLst>
            </a:blip>
            <a:stretch>
              <a:fillRect l="0" t="0" r="0" b="0"/>
            </a:stretch>
          </a:blipFill>
        </p:spPr>
      </p:sp>
      <p:sp>
        <p:nvSpPr>
          <p:cNvPr name="Freeform 88" id="88"/>
          <p:cNvSpPr/>
          <p:nvPr/>
        </p:nvSpPr>
        <p:spPr>
          <a:xfrm flipH="false" flipV="false" rot="0">
            <a:off x="16044167" y="4261485"/>
            <a:ext cx="683162" cy="639023"/>
          </a:xfrm>
          <a:custGeom>
            <a:avLst/>
            <a:gdLst/>
            <a:ahLst/>
            <a:cxnLst/>
            <a:rect r="r" b="b" t="t" l="l"/>
            <a:pathLst>
              <a:path h="639023" w="683162">
                <a:moveTo>
                  <a:pt x="0" y="0"/>
                </a:moveTo>
                <a:lnTo>
                  <a:pt x="683162" y="0"/>
                </a:lnTo>
                <a:lnTo>
                  <a:pt x="683162" y="639023"/>
                </a:lnTo>
                <a:lnTo>
                  <a:pt x="0" y="639023"/>
                </a:lnTo>
                <a:lnTo>
                  <a:pt x="0" y="0"/>
                </a:lnTo>
                <a:close/>
              </a:path>
            </a:pathLst>
          </a:custGeom>
          <a:blipFill>
            <a:blip r:embed="rId171">
              <a:extLst>
                <a:ext uri="{96DAC541-7B7A-43D3-8B79-37D633B846F1}">
                  <asvg:svgBlip xmlns:asvg="http://schemas.microsoft.com/office/drawing/2016/SVG/main" r:embed="rId172"/>
                </a:ext>
              </a:extLst>
            </a:blip>
            <a:stretch>
              <a:fillRect l="0" t="0" r="0" b="0"/>
            </a:stretch>
          </a:blipFill>
        </p:spPr>
      </p:sp>
      <p:sp>
        <p:nvSpPr>
          <p:cNvPr name="Freeform 89" id="89"/>
          <p:cNvSpPr/>
          <p:nvPr/>
        </p:nvSpPr>
        <p:spPr>
          <a:xfrm flipH="false" flipV="false" rot="0">
            <a:off x="12419238" y="5103209"/>
            <a:ext cx="680114" cy="678856"/>
          </a:xfrm>
          <a:custGeom>
            <a:avLst/>
            <a:gdLst/>
            <a:ahLst/>
            <a:cxnLst/>
            <a:rect r="r" b="b" t="t" l="l"/>
            <a:pathLst>
              <a:path h="678856" w="680114">
                <a:moveTo>
                  <a:pt x="0" y="0"/>
                </a:moveTo>
                <a:lnTo>
                  <a:pt x="680114" y="0"/>
                </a:lnTo>
                <a:lnTo>
                  <a:pt x="680114" y="678857"/>
                </a:lnTo>
                <a:lnTo>
                  <a:pt x="0" y="678857"/>
                </a:lnTo>
                <a:lnTo>
                  <a:pt x="0" y="0"/>
                </a:lnTo>
                <a:close/>
              </a:path>
            </a:pathLst>
          </a:custGeom>
          <a:blipFill>
            <a:blip r:embed="rId173">
              <a:extLst>
                <a:ext uri="{96DAC541-7B7A-43D3-8B79-37D633B846F1}">
                  <asvg:svgBlip xmlns:asvg="http://schemas.microsoft.com/office/drawing/2016/SVG/main" r:embed="rId174"/>
                </a:ext>
              </a:extLst>
            </a:blip>
            <a:stretch>
              <a:fillRect l="0" t="0" r="0" b="0"/>
            </a:stretch>
          </a:blipFill>
        </p:spPr>
      </p:sp>
      <p:sp>
        <p:nvSpPr>
          <p:cNvPr name="Freeform 90" id="90"/>
          <p:cNvSpPr/>
          <p:nvPr/>
        </p:nvSpPr>
        <p:spPr>
          <a:xfrm flipH="false" flipV="false" rot="0">
            <a:off x="12495314" y="5919749"/>
            <a:ext cx="527952" cy="677075"/>
          </a:xfrm>
          <a:custGeom>
            <a:avLst/>
            <a:gdLst/>
            <a:ahLst/>
            <a:cxnLst/>
            <a:rect r="r" b="b" t="t" l="l"/>
            <a:pathLst>
              <a:path h="677075" w="527952">
                <a:moveTo>
                  <a:pt x="0" y="0"/>
                </a:moveTo>
                <a:lnTo>
                  <a:pt x="527952" y="0"/>
                </a:lnTo>
                <a:lnTo>
                  <a:pt x="527952" y="677075"/>
                </a:lnTo>
                <a:lnTo>
                  <a:pt x="0" y="677075"/>
                </a:lnTo>
                <a:lnTo>
                  <a:pt x="0" y="0"/>
                </a:lnTo>
                <a:close/>
              </a:path>
            </a:pathLst>
          </a:custGeom>
          <a:blipFill>
            <a:blip r:embed="rId175">
              <a:extLst>
                <a:ext uri="{96DAC541-7B7A-43D3-8B79-37D633B846F1}">
                  <asvg:svgBlip xmlns:asvg="http://schemas.microsoft.com/office/drawing/2016/SVG/main" r:embed="rId176"/>
                </a:ext>
              </a:extLst>
            </a:blip>
            <a:stretch>
              <a:fillRect l="0" t="0" r="0" b="0"/>
            </a:stretch>
          </a:blipFill>
        </p:spPr>
      </p:sp>
      <p:sp>
        <p:nvSpPr>
          <p:cNvPr name="Freeform 91" id="91"/>
          <p:cNvSpPr/>
          <p:nvPr/>
        </p:nvSpPr>
        <p:spPr>
          <a:xfrm flipH="false" flipV="false" rot="0">
            <a:off x="16045682" y="5977595"/>
            <a:ext cx="680114" cy="683114"/>
          </a:xfrm>
          <a:custGeom>
            <a:avLst/>
            <a:gdLst/>
            <a:ahLst/>
            <a:cxnLst/>
            <a:rect r="r" b="b" t="t" l="l"/>
            <a:pathLst>
              <a:path h="683114" w="680114">
                <a:moveTo>
                  <a:pt x="0" y="0"/>
                </a:moveTo>
                <a:lnTo>
                  <a:pt x="680113" y="0"/>
                </a:lnTo>
                <a:lnTo>
                  <a:pt x="680113" y="683114"/>
                </a:lnTo>
                <a:lnTo>
                  <a:pt x="0" y="683114"/>
                </a:lnTo>
                <a:lnTo>
                  <a:pt x="0" y="0"/>
                </a:lnTo>
                <a:close/>
              </a:path>
            </a:pathLst>
          </a:custGeom>
          <a:blipFill>
            <a:blip r:embed="rId177">
              <a:extLst>
                <a:ext uri="{96DAC541-7B7A-43D3-8B79-37D633B846F1}">
                  <asvg:svgBlip xmlns:asvg="http://schemas.microsoft.com/office/drawing/2016/SVG/main" r:embed="rId178"/>
                </a:ext>
              </a:extLst>
            </a:blip>
            <a:stretch>
              <a:fillRect l="0" t="0" r="0" b="0"/>
            </a:stretch>
          </a:blipFill>
        </p:spPr>
      </p:sp>
      <p:sp>
        <p:nvSpPr>
          <p:cNvPr name="Freeform 92" id="92"/>
          <p:cNvSpPr/>
          <p:nvPr/>
        </p:nvSpPr>
        <p:spPr>
          <a:xfrm flipH="false" flipV="false" rot="0">
            <a:off x="14287129" y="5101095"/>
            <a:ext cx="602466" cy="683114"/>
          </a:xfrm>
          <a:custGeom>
            <a:avLst/>
            <a:gdLst/>
            <a:ahLst/>
            <a:cxnLst/>
            <a:rect r="r" b="b" t="t" l="l"/>
            <a:pathLst>
              <a:path h="683114" w="602466">
                <a:moveTo>
                  <a:pt x="0" y="0"/>
                </a:moveTo>
                <a:lnTo>
                  <a:pt x="602465" y="0"/>
                </a:lnTo>
                <a:lnTo>
                  <a:pt x="602465" y="683114"/>
                </a:lnTo>
                <a:lnTo>
                  <a:pt x="0" y="683114"/>
                </a:lnTo>
                <a:lnTo>
                  <a:pt x="0" y="0"/>
                </a:lnTo>
                <a:close/>
              </a:path>
            </a:pathLst>
          </a:custGeom>
          <a:blipFill>
            <a:blip r:embed="rId179">
              <a:extLst>
                <a:ext uri="{96DAC541-7B7A-43D3-8B79-37D633B846F1}">
                  <asvg:svgBlip xmlns:asvg="http://schemas.microsoft.com/office/drawing/2016/SVG/main" r:embed="rId180"/>
                </a:ext>
              </a:extLst>
            </a:blip>
            <a:stretch>
              <a:fillRect l="0" t="0" r="0" b="0"/>
            </a:stretch>
          </a:blipFill>
        </p:spPr>
      </p:sp>
      <p:sp>
        <p:nvSpPr>
          <p:cNvPr name="Freeform 93" id="93"/>
          <p:cNvSpPr/>
          <p:nvPr/>
        </p:nvSpPr>
        <p:spPr>
          <a:xfrm flipH="false" flipV="false" rot="0">
            <a:off x="15153580" y="5978557"/>
            <a:ext cx="686191" cy="683143"/>
          </a:xfrm>
          <a:custGeom>
            <a:avLst/>
            <a:gdLst/>
            <a:ahLst/>
            <a:cxnLst/>
            <a:rect r="r" b="b" t="t" l="l"/>
            <a:pathLst>
              <a:path h="683143" w="686191">
                <a:moveTo>
                  <a:pt x="0" y="0"/>
                </a:moveTo>
                <a:lnTo>
                  <a:pt x="686190" y="0"/>
                </a:lnTo>
                <a:lnTo>
                  <a:pt x="686190" y="683142"/>
                </a:lnTo>
                <a:lnTo>
                  <a:pt x="0" y="683142"/>
                </a:lnTo>
                <a:lnTo>
                  <a:pt x="0" y="0"/>
                </a:lnTo>
                <a:close/>
              </a:path>
            </a:pathLst>
          </a:custGeom>
          <a:blipFill>
            <a:blip r:embed="rId181">
              <a:extLst>
                <a:ext uri="{96DAC541-7B7A-43D3-8B79-37D633B846F1}">
                  <asvg:svgBlip xmlns:asvg="http://schemas.microsoft.com/office/drawing/2016/SVG/main" r:embed="rId182"/>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Freeform 2" id="2"/>
          <p:cNvSpPr/>
          <p:nvPr/>
        </p:nvSpPr>
        <p:spPr>
          <a:xfrm flipH="false" flipV="false" rot="0">
            <a:off x="1770964" y="3376917"/>
            <a:ext cx="722500" cy="947842"/>
          </a:xfrm>
          <a:custGeom>
            <a:avLst/>
            <a:gdLst/>
            <a:ahLst/>
            <a:cxnLst/>
            <a:rect r="r" b="b" t="t" l="l"/>
            <a:pathLst>
              <a:path h="947842" w="722500">
                <a:moveTo>
                  <a:pt x="0" y="0"/>
                </a:moveTo>
                <a:lnTo>
                  <a:pt x="722500" y="0"/>
                </a:lnTo>
                <a:lnTo>
                  <a:pt x="722500" y="947843"/>
                </a:lnTo>
                <a:lnTo>
                  <a:pt x="0" y="9478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658455" y="4546387"/>
            <a:ext cx="952662" cy="952424"/>
          </a:xfrm>
          <a:custGeom>
            <a:avLst/>
            <a:gdLst/>
            <a:ahLst/>
            <a:cxnLst/>
            <a:rect r="r" b="b" t="t" l="l"/>
            <a:pathLst>
              <a:path h="952424" w="952662">
                <a:moveTo>
                  <a:pt x="0" y="0"/>
                </a:moveTo>
                <a:lnTo>
                  <a:pt x="952662" y="0"/>
                </a:lnTo>
                <a:lnTo>
                  <a:pt x="952662" y="952424"/>
                </a:lnTo>
                <a:lnTo>
                  <a:pt x="0" y="9524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657207" y="5730259"/>
            <a:ext cx="955148" cy="890864"/>
          </a:xfrm>
          <a:custGeom>
            <a:avLst/>
            <a:gdLst/>
            <a:ahLst/>
            <a:cxnLst/>
            <a:rect r="r" b="b" t="t" l="l"/>
            <a:pathLst>
              <a:path h="890864" w="955148">
                <a:moveTo>
                  <a:pt x="0" y="0"/>
                </a:moveTo>
                <a:lnTo>
                  <a:pt x="955148" y="0"/>
                </a:lnTo>
                <a:lnTo>
                  <a:pt x="955148" y="890864"/>
                </a:lnTo>
                <a:lnTo>
                  <a:pt x="0" y="8908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7500328" y="3379680"/>
            <a:ext cx="945356" cy="942318"/>
          </a:xfrm>
          <a:custGeom>
            <a:avLst/>
            <a:gdLst/>
            <a:ahLst/>
            <a:cxnLst/>
            <a:rect r="r" b="b" t="t" l="l"/>
            <a:pathLst>
              <a:path h="942318" w="945356">
                <a:moveTo>
                  <a:pt x="0" y="0"/>
                </a:moveTo>
                <a:lnTo>
                  <a:pt x="945356" y="0"/>
                </a:lnTo>
                <a:lnTo>
                  <a:pt x="945356" y="942317"/>
                </a:lnTo>
                <a:lnTo>
                  <a:pt x="0" y="9423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7499118" y="4547864"/>
            <a:ext cx="947766" cy="950252"/>
          </a:xfrm>
          <a:custGeom>
            <a:avLst/>
            <a:gdLst/>
            <a:ahLst/>
            <a:cxnLst/>
            <a:rect r="r" b="b" t="t" l="l"/>
            <a:pathLst>
              <a:path h="950252" w="947766">
                <a:moveTo>
                  <a:pt x="0" y="0"/>
                </a:moveTo>
                <a:lnTo>
                  <a:pt x="947766" y="0"/>
                </a:lnTo>
                <a:lnTo>
                  <a:pt x="947766" y="950252"/>
                </a:lnTo>
                <a:lnTo>
                  <a:pt x="0" y="9502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7483183" y="5702256"/>
            <a:ext cx="979637" cy="947766"/>
          </a:xfrm>
          <a:custGeom>
            <a:avLst/>
            <a:gdLst/>
            <a:ahLst/>
            <a:cxnLst/>
            <a:rect r="r" b="b" t="t" l="l"/>
            <a:pathLst>
              <a:path h="947766" w="979637">
                <a:moveTo>
                  <a:pt x="0" y="0"/>
                </a:moveTo>
                <a:lnTo>
                  <a:pt x="979637" y="0"/>
                </a:lnTo>
                <a:lnTo>
                  <a:pt x="979637" y="947766"/>
                </a:lnTo>
                <a:lnTo>
                  <a:pt x="0" y="9477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3395922" y="3377832"/>
            <a:ext cx="827827" cy="945356"/>
          </a:xfrm>
          <a:custGeom>
            <a:avLst/>
            <a:gdLst/>
            <a:ahLst/>
            <a:cxnLst/>
            <a:rect r="r" b="b" t="t" l="l"/>
            <a:pathLst>
              <a:path h="945356" w="827827">
                <a:moveTo>
                  <a:pt x="0" y="0"/>
                </a:moveTo>
                <a:lnTo>
                  <a:pt x="827827" y="0"/>
                </a:lnTo>
                <a:lnTo>
                  <a:pt x="827827" y="945356"/>
                </a:lnTo>
                <a:lnTo>
                  <a:pt x="0" y="94535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3333828" y="4547902"/>
            <a:ext cx="947766" cy="950176"/>
          </a:xfrm>
          <a:custGeom>
            <a:avLst/>
            <a:gdLst/>
            <a:ahLst/>
            <a:cxnLst/>
            <a:rect r="r" b="b" t="t" l="l"/>
            <a:pathLst>
              <a:path h="950176" w="947766">
                <a:moveTo>
                  <a:pt x="0" y="0"/>
                </a:moveTo>
                <a:lnTo>
                  <a:pt x="947766" y="0"/>
                </a:lnTo>
                <a:lnTo>
                  <a:pt x="947766" y="950176"/>
                </a:lnTo>
                <a:lnTo>
                  <a:pt x="0" y="95017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13337153" y="5731145"/>
            <a:ext cx="945356" cy="889073"/>
          </a:xfrm>
          <a:custGeom>
            <a:avLst/>
            <a:gdLst/>
            <a:ahLst/>
            <a:cxnLst/>
            <a:rect r="r" b="b" t="t" l="l"/>
            <a:pathLst>
              <a:path h="889073" w="945356">
                <a:moveTo>
                  <a:pt x="0" y="0"/>
                </a:moveTo>
                <a:lnTo>
                  <a:pt x="945356" y="0"/>
                </a:lnTo>
                <a:lnTo>
                  <a:pt x="945356" y="889073"/>
                </a:lnTo>
                <a:lnTo>
                  <a:pt x="0" y="8890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1" id="11"/>
          <p:cNvSpPr/>
          <p:nvPr/>
        </p:nvSpPr>
        <p:spPr>
          <a:xfrm flipH="false" flipV="false" rot="0">
            <a:off x="5329018" y="6893138"/>
            <a:ext cx="720014" cy="942946"/>
          </a:xfrm>
          <a:custGeom>
            <a:avLst/>
            <a:gdLst/>
            <a:ahLst/>
            <a:cxnLst/>
            <a:rect r="r" b="b" t="t" l="l"/>
            <a:pathLst>
              <a:path h="942946" w="720014">
                <a:moveTo>
                  <a:pt x="0" y="0"/>
                </a:moveTo>
                <a:lnTo>
                  <a:pt x="720014" y="0"/>
                </a:lnTo>
                <a:lnTo>
                  <a:pt x="720014" y="942946"/>
                </a:lnTo>
                <a:lnTo>
                  <a:pt x="0" y="942946"/>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2" id="12"/>
          <p:cNvSpPr/>
          <p:nvPr/>
        </p:nvSpPr>
        <p:spPr>
          <a:xfrm flipH="false" flipV="false" rot="0">
            <a:off x="2825258" y="3376917"/>
            <a:ext cx="942946" cy="947842"/>
          </a:xfrm>
          <a:custGeom>
            <a:avLst/>
            <a:gdLst/>
            <a:ahLst/>
            <a:cxnLst/>
            <a:rect r="r" b="b" t="t" l="l"/>
            <a:pathLst>
              <a:path h="947842" w="942946">
                <a:moveTo>
                  <a:pt x="0" y="0"/>
                </a:moveTo>
                <a:lnTo>
                  <a:pt x="942946" y="0"/>
                </a:lnTo>
                <a:lnTo>
                  <a:pt x="942946" y="947843"/>
                </a:lnTo>
                <a:lnTo>
                  <a:pt x="0" y="94784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3" id="13"/>
          <p:cNvSpPr/>
          <p:nvPr/>
        </p:nvSpPr>
        <p:spPr>
          <a:xfrm flipH="false" flipV="false" rot="0">
            <a:off x="2825258" y="4549378"/>
            <a:ext cx="942946" cy="947214"/>
          </a:xfrm>
          <a:custGeom>
            <a:avLst/>
            <a:gdLst/>
            <a:ahLst/>
            <a:cxnLst/>
            <a:rect r="r" b="b" t="t" l="l"/>
            <a:pathLst>
              <a:path h="947214" w="942946">
                <a:moveTo>
                  <a:pt x="0" y="0"/>
                </a:moveTo>
                <a:lnTo>
                  <a:pt x="942946" y="0"/>
                </a:lnTo>
                <a:lnTo>
                  <a:pt x="942946" y="947214"/>
                </a:lnTo>
                <a:lnTo>
                  <a:pt x="0" y="94721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4" id="14"/>
          <p:cNvSpPr/>
          <p:nvPr/>
        </p:nvSpPr>
        <p:spPr>
          <a:xfrm flipH="false" flipV="false" rot="0">
            <a:off x="2882970" y="5701808"/>
            <a:ext cx="832571" cy="947766"/>
          </a:xfrm>
          <a:custGeom>
            <a:avLst/>
            <a:gdLst/>
            <a:ahLst/>
            <a:cxnLst/>
            <a:rect r="r" b="b" t="t" l="l"/>
            <a:pathLst>
              <a:path h="947766" w="832571">
                <a:moveTo>
                  <a:pt x="0" y="0"/>
                </a:moveTo>
                <a:lnTo>
                  <a:pt x="832571" y="0"/>
                </a:lnTo>
                <a:lnTo>
                  <a:pt x="832571" y="947766"/>
                </a:lnTo>
                <a:lnTo>
                  <a:pt x="0" y="947766"/>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5" id="15"/>
          <p:cNvSpPr/>
          <p:nvPr/>
        </p:nvSpPr>
        <p:spPr>
          <a:xfrm flipH="false" flipV="false" rot="0">
            <a:off x="8763800" y="4551131"/>
            <a:ext cx="720090" cy="942946"/>
          </a:xfrm>
          <a:custGeom>
            <a:avLst/>
            <a:gdLst/>
            <a:ahLst/>
            <a:cxnLst/>
            <a:rect r="r" b="b" t="t" l="l"/>
            <a:pathLst>
              <a:path h="942946" w="720090">
                <a:moveTo>
                  <a:pt x="0" y="0"/>
                </a:moveTo>
                <a:lnTo>
                  <a:pt x="720090" y="0"/>
                </a:lnTo>
                <a:lnTo>
                  <a:pt x="720090" y="942946"/>
                </a:lnTo>
                <a:lnTo>
                  <a:pt x="0" y="942946"/>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6" id="16"/>
          <p:cNvSpPr/>
          <p:nvPr/>
        </p:nvSpPr>
        <p:spPr>
          <a:xfrm flipH="false" flipV="false" rot="0">
            <a:off x="8648871" y="5703456"/>
            <a:ext cx="945356" cy="945356"/>
          </a:xfrm>
          <a:custGeom>
            <a:avLst/>
            <a:gdLst/>
            <a:ahLst/>
            <a:cxnLst/>
            <a:rect r="r" b="b" t="t" l="l"/>
            <a:pathLst>
              <a:path h="945356" w="945356">
                <a:moveTo>
                  <a:pt x="0" y="0"/>
                </a:moveTo>
                <a:lnTo>
                  <a:pt x="945357" y="0"/>
                </a:lnTo>
                <a:lnTo>
                  <a:pt x="945357" y="945356"/>
                </a:lnTo>
                <a:lnTo>
                  <a:pt x="0" y="945356"/>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7" id="17"/>
          <p:cNvSpPr/>
          <p:nvPr/>
        </p:nvSpPr>
        <p:spPr>
          <a:xfrm flipH="false" flipV="false" rot="0">
            <a:off x="14577689" y="3376955"/>
            <a:ext cx="830237" cy="947766"/>
          </a:xfrm>
          <a:custGeom>
            <a:avLst/>
            <a:gdLst/>
            <a:ahLst/>
            <a:cxnLst/>
            <a:rect r="r" b="b" t="t" l="l"/>
            <a:pathLst>
              <a:path h="947766" w="830237">
                <a:moveTo>
                  <a:pt x="0" y="0"/>
                </a:moveTo>
                <a:lnTo>
                  <a:pt x="830237" y="0"/>
                </a:lnTo>
                <a:lnTo>
                  <a:pt x="830237" y="947766"/>
                </a:lnTo>
                <a:lnTo>
                  <a:pt x="0" y="94776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18" id="18"/>
          <p:cNvSpPr/>
          <p:nvPr/>
        </p:nvSpPr>
        <p:spPr>
          <a:xfrm flipH="false" flipV="false" rot="0">
            <a:off x="14521005" y="4578106"/>
            <a:ext cx="947766" cy="888997"/>
          </a:xfrm>
          <a:custGeom>
            <a:avLst/>
            <a:gdLst/>
            <a:ahLst/>
            <a:cxnLst/>
            <a:rect r="r" b="b" t="t" l="l"/>
            <a:pathLst>
              <a:path h="888997" w="947766">
                <a:moveTo>
                  <a:pt x="0" y="0"/>
                </a:moveTo>
                <a:lnTo>
                  <a:pt x="947766" y="0"/>
                </a:lnTo>
                <a:lnTo>
                  <a:pt x="947766" y="888996"/>
                </a:lnTo>
                <a:lnTo>
                  <a:pt x="0" y="888996"/>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19" id="19"/>
          <p:cNvSpPr/>
          <p:nvPr/>
        </p:nvSpPr>
        <p:spPr>
          <a:xfrm flipH="false" flipV="false" rot="0">
            <a:off x="14523815" y="5707113"/>
            <a:ext cx="937965" cy="938051"/>
          </a:xfrm>
          <a:custGeom>
            <a:avLst/>
            <a:gdLst/>
            <a:ahLst/>
            <a:cxnLst/>
            <a:rect r="r" b="b" t="t" l="l"/>
            <a:pathLst>
              <a:path h="938051" w="937965">
                <a:moveTo>
                  <a:pt x="0" y="0"/>
                </a:moveTo>
                <a:lnTo>
                  <a:pt x="937965" y="0"/>
                </a:lnTo>
                <a:lnTo>
                  <a:pt x="937965" y="938051"/>
                </a:lnTo>
                <a:lnTo>
                  <a:pt x="0" y="938051"/>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0" id="20"/>
          <p:cNvSpPr/>
          <p:nvPr/>
        </p:nvSpPr>
        <p:spPr>
          <a:xfrm flipH="false" flipV="false" rot="0">
            <a:off x="9830457" y="6889299"/>
            <a:ext cx="952662" cy="950176"/>
          </a:xfrm>
          <a:custGeom>
            <a:avLst/>
            <a:gdLst/>
            <a:ahLst/>
            <a:cxnLst/>
            <a:rect r="r" b="b" t="t" l="l"/>
            <a:pathLst>
              <a:path h="950176" w="952662">
                <a:moveTo>
                  <a:pt x="0" y="0"/>
                </a:moveTo>
                <a:lnTo>
                  <a:pt x="952662" y="0"/>
                </a:lnTo>
                <a:lnTo>
                  <a:pt x="952662" y="950176"/>
                </a:lnTo>
                <a:lnTo>
                  <a:pt x="0" y="950176"/>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1" id="21"/>
          <p:cNvSpPr/>
          <p:nvPr/>
        </p:nvSpPr>
        <p:spPr>
          <a:xfrm flipH="false" flipV="false" rot="0">
            <a:off x="4003005" y="3375088"/>
            <a:ext cx="955072" cy="951490"/>
          </a:xfrm>
          <a:custGeom>
            <a:avLst/>
            <a:gdLst/>
            <a:ahLst/>
            <a:cxnLst/>
            <a:rect r="r" b="b" t="t" l="l"/>
            <a:pathLst>
              <a:path h="951490" w="955072">
                <a:moveTo>
                  <a:pt x="0" y="0"/>
                </a:moveTo>
                <a:lnTo>
                  <a:pt x="955072" y="0"/>
                </a:lnTo>
                <a:lnTo>
                  <a:pt x="955072" y="951491"/>
                </a:lnTo>
                <a:lnTo>
                  <a:pt x="0" y="951491"/>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2" id="22"/>
          <p:cNvSpPr/>
          <p:nvPr/>
        </p:nvSpPr>
        <p:spPr>
          <a:xfrm flipH="false" flipV="false" rot="0">
            <a:off x="4006663" y="4663650"/>
            <a:ext cx="947766" cy="718690"/>
          </a:xfrm>
          <a:custGeom>
            <a:avLst/>
            <a:gdLst/>
            <a:ahLst/>
            <a:cxnLst/>
            <a:rect r="r" b="b" t="t" l="l"/>
            <a:pathLst>
              <a:path h="718690" w="947766">
                <a:moveTo>
                  <a:pt x="0" y="0"/>
                </a:moveTo>
                <a:lnTo>
                  <a:pt x="947766" y="0"/>
                </a:lnTo>
                <a:lnTo>
                  <a:pt x="947766" y="718689"/>
                </a:lnTo>
                <a:lnTo>
                  <a:pt x="0" y="718689"/>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3" id="23"/>
          <p:cNvSpPr/>
          <p:nvPr/>
        </p:nvSpPr>
        <p:spPr>
          <a:xfrm flipH="false" flipV="false" rot="0">
            <a:off x="4003043" y="5703008"/>
            <a:ext cx="959968" cy="945356"/>
          </a:xfrm>
          <a:custGeom>
            <a:avLst/>
            <a:gdLst/>
            <a:ahLst/>
            <a:cxnLst/>
            <a:rect r="r" b="b" t="t" l="l"/>
            <a:pathLst>
              <a:path h="945356" w="959968">
                <a:moveTo>
                  <a:pt x="0" y="0"/>
                </a:moveTo>
                <a:lnTo>
                  <a:pt x="959968" y="0"/>
                </a:lnTo>
                <a:lnTo>
                  <a:pt x="959968" y="945356"/>
                </a:lnTo>
                <a:lnTo>
                  <a:pt x="0" y="945356"/>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4" id="24"/>
          <p:cNvSpPr/>
          <p:nvPr/>
        </p:nvSpPr>
        <p:spPr>
          <a:xfrm flipH="false" flipV="false" rot="0">
            <a:off x="9833772" y="3376317"/>
            <a:ext cx="947842" cy="948385"/>
          </a:xfrm>
          <a:custGeom>
            <a:avLst/>
            <a:gdLst/>
            <a:ahLst/>
            <a:cxnLst/>
            <a:rect r="r" b="b" t="t" l="l"/>
            <a:pathLst>
              <a:path h="948385" w="947842">
                <a:moveTo>
                  <a:pt x="0" y="0"/>
                </a:moveTo>
                <a:lnTo>
                  <a:pt x="947842" y="0"/>
                </a:lnTo>
                <a:lnTo>
                  <a:pt x="947842" y="948385"/>
                </a:lnTo>
                <a:lnTo>
                  <a:pt x="0" y="948385"/>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5" id="25"/>
          <p:cNvSpPr/>
          <p:nvPr/>
        </p:nvSpPr>
        <p:spPr>
          <a:xfrm flipH="false" flipV="false" rot="0">
            <a:off x="9832572" y="4551169"/>
            <a:ext cx="950252" cy="942861"/>
          </a:xfrm>
          <a:custGeom>
            <a:avLst/>
            <a:gdLst/>
            <a:ahLst/>
            <a:cxnLst/>
            <a:rect r="r" b="b" t="t" l="l"/>
            <a:pathLst>
              <a:path h="942861" w="950252">
                <a:moveTo>
                  <a:pt x="0" y="0"/>
                </a:moveTo>
                <a:lnTo>
                  <a:pt x="950252" y="0"/>
                </a:lnTo>
                <a:lnTo>
                  <a:pt x="950252" y="942861"/>
                </a:lnTo>
                <a:lnTo>
                  <a:pt x="0" y="942861"/>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6" id="26"/>
          <p:cNvSpPr/>
          <p:nvPr/>
        </p:nvSpPr>
        <p:spPr>
          <a:xfrm flipH="false" flipV="false" rot="0">
            <a:off x="9831362" y="5701808"/>
            <a:ext cx="952662" cy="947766"/>
          </a:xfrm>
          <a:custGeom>
            <a:avLst/>
            <a:gdLst/>
            <a:ahLst/>
            <a:cxnLst/>
            <a:rect r="r" b="b" t="t" l="l"/>
            <a:pathLst>
              <a:path h="947766" w="952662">
                <a:moveTo>
                  <a:pt x="0" y="0"/>
                </a:moveTo>
                <a:lnTo>
                  <a:pt x="952662" y="0"/>
                </a:lnTo>
                <a:lnTo>
                  <a:pt x="952662" y="947766"/>
                </a:lnTo>
                <a:lnTo>
                  <a:pt x="0" y="947766"/>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7" id="27"/>
          <p:cNvSpPr/>
          <p:nvPr/>
        </p:nvSpPr>
        <p:spPr>
          <a:xfrm flipH="false" flipV="false" rot="0">
            <a:off x="15739300" y="3375384"/>
            <a:ext cx="832723" cy="950252"/>
          </a:xfrm>
          <a:custGeom>
            <a:avLst/>
            <a:gdLst/>
            <a:ahLst/>
            <a:cxnLst/>
            <a:rect r="r" b="b" t="t" l="l"/>
            <a:pathLst>
              <a:path h="950252" w="832723">
                <a:moveTo>
                  <a:pt x="0" y="0"/>
                </a:moveTo>
                <a:lnTo>
                  <a:pt x="832724" y="0"/>
                </a:lnTo>
                <a:lnTo>
                  <a:pt x="832724" y="950252"/>
                </a:lnTo>
                <a:lnTo>
                  <a:pt x="0" y="950252"/>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28" id="28"/>
          <p:cNvSpPr/>
          <p:nvPr/>
        </p:nvSpPr>
        <p:spPr>
          <a:xfrm flipH="false" flipV="false" rot="0">
            <a:off x="15680541" y="5704256"/>
            <a:ext cx="950252" cy="942861"/>
          </a:xfrm>
          <a:custGeom>
            <a:avLst/>
            <a:gdLst/>
            <a:ahLst/>
            <a:cxnLst/>
            <a:rect r="r" b="b" t="t" l="l"/>
            <a:pathLst>
              <a:path h="942861" w="950252">
                <a:moveTo>
                  <a:pt x="0" y="0"/>
                </a:moveTo>
                <a:lnTo>
                  <a:pt x="950252" y="0"/>
                </a:lnTo>
                <a:lnTo>
                  <a:pt x="950252" y="942860"/>
                </a:lnTo>
                <a:lnTo>
                  <a:pt x="0" y="942860"/>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29" id="29"/>
          <p:cNvSpPr/>
          <p:nvPr/>
        </p:nvSpPr>
        <p:spPr>
          <a:xfrm flipH="false" flipV="false" rot="0">
            <a:off x="14494783" y="6889232"/>
            <a:ext cx="952662" cy="950252"/>
          </a:xfrm>
          <a:custGeom>
            <a:avLst/>
            <a:gdLst/>
            <a:ahLst/>
            <a:cxnLst/>
            <a:rect r="r" b="b" t="t" l="l"/>
            <a:pathLst>
              <a:path h="950252" w="952662">
                <a:moveTo>
                  <a:pt x="0" y="0"/>
                </a:moveTo>
                <a:lnTo>
                  <a:pt x="952662" y="0"/>
                </a:lnTo>
                <a:lnTo>
                  <a:pt x="952662" y="950253"/>
                </a:lnTo>
                <a:lnTo>
                  <a:pt x="0" y="950253"/>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0" id="30"/>
          <p:cNvSpPr/>
          <p:nvPr/>
        </p:nvSpPr>
        <p:spPr>
          <a:xfrm flipH="false" flipV="false" rot="0">
            <a:off x="5169922" y="3376593"/>
            <a:ext cx="950252" cy="947842"/>
          </a:xfrm>
          <a:custGeom>
            <a:avLst/>
            <a:gdLst/>
            <a:ahLst/>
            <a:cxnLst/>
            <a:rect r="r" b="b" t="t" l="l"/>
            <a:pathLst>
              <a:path h="947842" w="950252">
                <a:moveTo>
                  <a:pt x="0" y="0"/>
                </a:moveTo>
                <a:lnTo>
                  <a:pt x="950252" y="0"/>
                </a:lnTo>
                <a:lnTo>
                  <a:pt x="950252" y="947843"/>
                </a:lnTo>
                <a:lnTo>
                  <a:pt x="0" y="947843"/>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1" id="31"/>
          <p:cNvSpPr/>
          <p:nvPr/>
        </p:nvSpPr>
        <p:spPr>
          <a:xfrm flipH="false" flipV="false" rot="0">
            <a:off x="5169932" y="4550931"/>
            <a:ext cx="945356" cy="944108"/>
          </a:xfrm>
          <a:custGeom>
            <a:avLst/>
            <a:gdLst/>
            <a:ahLst/>
            <a:cxnLst/>
            <a:rect r="r" b="b" t="t" l="l"/>
            <a:pathLst>
              <a:path h="944108" w="945356">
                <a:moveTo>
                  <a:pt x="0" y="0"/>
                </a:moveTo>
                <a:lnTo>
                  <a:pt x="945356" y="0"/>
                </a:lnTo>
                <a:lnTo>
                  <a:pt x="945356" y="944108"/>
                </a:lnTo>
                <a:lnTo>
                  <a:pt x="0" y="944108"/>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2" id="32"/>
          <p:cNvSpPr/>
          <p:nvPr/>
        </p:nvSpPr>
        <p:spPr>
          <a:xfrm flipH="false" flipV="false" rot="0">
            <a:off x="5172370" y="5700560"/>
            <a:ext cx="945356" cy="950252"/>
          </a:xfrm>
          <a:custGeom>
            <a:avLst/>
            <a:gdLst/>
            <a:ahLst/>
            <a:cxnLst/>
            <a:rect r="r" b="b" t="t" l="l"/>
            <a:pathLst>
              <a:path h="950252" w="945356">
                <a:moveTo>
                  <a:pt x="0" y="0"/>
                </a:moveTo>
                <a:lnTo>
                  <a:pt x="945357" y="0"/>
                </a:lnTo>
                <a:lnTo>
                  <a:pt x="945357" y="950252"/>
                </a:lnTo>
                <a:lnTo>
                  <a:pt x="0" y="950252"/>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3" id="33"/>
          <p:cNvSpPr/>
          <p:nvPr/>
        </p:nvSpPr>
        <p:spPr>
          <a:xfrm flipH="false" flipV="false" rot="0">
            <a:off x="11022340" y="4551131"/>
            <a:ext cx="947766" cy="942946"/>
          </a:xfrm>
          <a:custGeom>
            <a:avLst/>
            <a:gdLst/>
            <a:ahLst/>
            <a:cxnLst/>
            <a:rect r="r" b="b" t="t" l="l"/>
            <a:pathLst>
              <a:path h="942946" w="947766">
                <a:moveTo>
                  <a:pt x="0" y="0"/>
                </a:moveTo>
                <a:lnTo>
                  <a:pt x="947766" y="0"/>
                </a:lnTo>
                <a:lnTo>
                  <a:pt x="947766" y="942946"/>
                </a:lnTo>
                <a:lnTo>
                  <a:pt x="0" y="942946"/>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4" id="34"/>
          <p:cNvSpPr/>
          <p:nvPr/>
        </p:nvSpPr>
        <p:spPr>
          <a:xfrm flipH="false" flipV="false" rot="0">
            <a:off x="11134973" y="5704218"/>
            <a:ext cx="722500" cy="942946"/>
          </a:xfrm>
          <a:custGeom>
            <a:avLst/>
            <a:gdLst/>
            <a:ahLst/>
            <a:cxnLst/>
            <a:rect r="r" b="b" t="t" l="l"/>
            <a:pathLst>
              <a:path h="942946" w="722500">
                <a:moveTo>
                  <a:pt x="0" y="0"/>
                </a:moveTo>
                <a:lnTo>
                  <a:pt x="722499" y="0"/>
                </a:lnTo>
                <a:lnTo>
                  <a:pt x="722499" y="942946"/>
                </a:lnTo>
                <a:lnTo>
                  <a:pt x="0" y="942946"/>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5" id="35"/>
          <p:cNvSpPr/>
          <p:nvPr/>
        </p:nvSpPr>
        <p:spPr>
          <a:xfrm flipH="false" flipV="false" rot="0">
            <a:off x="2881170" y="6889490"/>
            <a:ext cx="942946" cy="950252"/>
          </a:xfrm>
          <a:custGeom>
            <a:avLst/>
            <a:gdLst/>
            <a:ahLst/>
            <a:cxnLst/>
            <a:rect r="r" b="b" t="t" l="l"/>
            <a:pathLst>
              <a:path h="950252" w="942946">
                <a:moveTo>
                  <a:pt x="0" y="0"/>
                </a:moveTo>
                <a:lnTo>
                  <a:pt x="942946" y="0"/>
                </a:lnTo>
                <a:lnTo>
                  <a:pt x="942946" y="950252"/>
                </a:lnTo>
                <a:lnTo>
                  <a:pt x="0" y="950252"/>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6" id="36"/>
          <p:cNvSpPr/>
          <p:nvPr/>
        </p:nvSpPr>
        <p:spPr>
          <a:xfrm flipH="false" flipV="false" rot="0">
            <a:off x="7555373" y="6890471"/>
            <a:ext cx="830237" cy="947842"/>
          </a:xfrm>
          <a:custGeom>
            <a:avLst/>
            <a:gdLst/>
            <a:ahLst/>
            <a:cxnLst/>
            <a:rect r="r" b="b" t="t" l="l"/>
            <a:pathLst>
              <a:path h="947842" w="830237">
                <a:moveTo>
                  <a:pt x="0" y="0"/>
                </a:moveTo>
                <a:lnTo>
                  <a:pt x="830237" y="0"/>
                </a:lnTo>
                <a:lnTo>
                  <a:pt x="830237" y="947842"/>
                </a:lnTo>
                <a:lnTo>
                  <a:pt x="0" y="947842"/>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7" id="37"/>
          <p:cNvSpPr/>
          <p:nvPr/>
        </p:nvSpPr>
        <p:spPr>
          <a:xfrm flipH="false" flipV="false" rot="0">
            <a:off x="12160891" y="6891680"/>
            <a:ext cx="947842" cy="945356"/>
          </a:xfrm>
          <a:custGeom>
            <a:avLst/>
            <a:gdLst/>
            <a:ahLst/>
            <a:cxnLst/>
            <a:rect r="r" b="b" t="t" l="l"/>
            <a:pathLst>
              <a:path h="945356" w="947842">
                <a:moveTo>
                  <a:pt x="0" y="0"/>
                </a:moveTo>
                <a:lnTo>
                  <a:pt x="947843" y="0"/>
                </a:lnTo>
                <a:lnTo>
                  <a:pt x="947843" y="945357"/>
                </a:lnTo>
                <a:lnTo>
                  <a:pt x="0" y="945357"/>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38" id="38"/>
          <p:cNvSpPr/>
          <p:nvPr/>
        </p:nvSpPr>
        <p:spPr>
          <a:xfrm flipH="false" flipV="false" rot="0">
            <a:off x="6383312" y="6894386"/>
            <a:ext cx="942861" cy="940460"/>
          </a:xfrm>
          <a:custGeom>
            <a:avLst/>
            <a:gdLst/>
            <a:ahLst/>
            <a:cxnLst/>
            <a:rect r="r" b="b" t="t" l="l"/>
            <a:pathLst>
              <a:path h="940460" w="942861">
                <a:moveTo>
                  <a:pt x="0" y="0"/>
                </a:moveTo>
                <a:lnTo>
                  <a:pt x="942861" y="0"/>
                </a:lnTo>
                <a:lnTo>
                  <a:pt x="942861" y="940460"/>
                </a:lnTo>
                <a:lnTo>
                  <a:pt x="0" y="940460"/>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39" id="39"/>
          <p:cNvSpPr/>
          <p:nvPr/>
        </p:nvSpPr>
        <p:spPr>
          <a:xfrm flipH="false" flipV="false" rot="0">
            <a:off x="6316066" y="3412750"/>
            <a:ext cx="950252" cy="876176"/>
          </a:xfrm>
          <a:custGeom>
            <a:avLst/>
            <a:gdLst/>
            <a:ahLst/>
            <a:cxnLst/>
            <a:rect r="r" b="b" t="t" l="l"/>
            <a:pathLst>
              <a:path h="876176" w="950252">
                <a:moveTo>
                  <a:pt x="0" y="0"/>
                </a:moveTo>
                <a:lnTo>
                  <a:pt x="950252" y="0"/>
                </a:lnTo>
                <a:lnTo>
                  <a:pt x="950252" y="876177"/>
                </a:lnTo>
                <a:lnTo>
                  <a:pt x="0" y="876177"/>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0" id="40"/>
          <p:cNvSpPr/>
          <p:nvPr/>
        </p:nvSpPr>
        <p:spPr>
          <a:xfrm flipH="false" flipV="false" rot="0">
            <a:off x="6312322" y="4552683"/>
            <a:ext cx="962530" cy="939832"/>
          </a:xfrm>
          <a:custGeom>
            <a:avLst/>
            <a:gdLst/>
            <a:ahLst/>
            <a:cxnLst/>
            <a:rect r="r" b="b" t="t" l="l"/>
            <a:pathLst>
              <a:path h="939832" w="962530">
                <a:moveTo>
                  <a:pt x="0" y="0"/>
                </a:moveTo>
                <a:lnTo>
                  <a:pt x="962530" y="0"/>
                </a:lnTo>
                <a:lnTo>
                  <a:pt x="962530" y="939832"/>
                </a:lnTo>
                <a:lnTo>
                  <a:pt x="0" y="939832"/>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1" id="41"/>
          <p:cNvSpPr/>
          <p:nvPr/>
        </p:nvSpPr>
        <p:spPr>
          <a:xfrm flipH="false" flipV="false" rot="0">
            <a:off x="6318466" y="5703008"/>
            <a:ext cx="950252" cy="945356"/>
          </a:xfrm>
          <a:custGeom>
            <a:avLst/>
            <a:gdLst/>
            <a:ahLst/>
            <a:cxnLst/>
            <a:rect r="r" b="b" t="t" l="l"/>
            <a:pathLst>
              <a:path h="945356" w="950252">
                <a:moveTo>
                  <a:pt x="0" y="0"/>
                </a:moveTo>
                <a:lnTo>
                  <a:pt x="950252" y="0"/>
                </a:lnTo>
                <a:lnTo>
                  <a:pt x="950252" y="945356"/>
                </a:lnTo>
                <a:lnTo>
                  <a:pt x="0" y="945356"/>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2" id="42"/>
          <p:cNvSpPr/>
          <p:nvPr/>
        </p:nvSpPr>
        <p:spPr>
          <a:xfrm flipH="false" flipV="false" rot="0">
            <a:off x="12228614" y="3377832"/>
            <a:ext cx="844925" cy="945356"/>
          </a:xfrm>
          <a:custGeom>
            <a:avLst/>
            <a:gdLst/>
            <a:ahLst/>
            <a:cxnLst/>
            <a:rect r="r" b="b" t="t" l="l"/>
            <a:pathLst>
              <a:path h="945356" w="844925">
                <a:moveTo>
                  <a:pt x="0" y="0"/>
                </a:moveTo>
                <a:lnTo>
                  <a:pt x="844925" y="0"/>
                </a:lnTo>
                <a:lnTo>
                  <a:pt x="844925" y="945356"/>
                </a:lnTo>
                <a:lnTo>
                  <a:pt x="0" y="945356"/>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3" id="43"/>
          <p:cNvSpPr/>
          <p:nvPr/>
        </p:nvSpPr>
        <p:spPr>
          <a:xfrm flipH="false" flipV="false" rot="0">
            <a:off x="12177198" y="4549921"/>
            <a:ext cx="947766" cy="945356"/>
          </a:xfrm>
          <a:custGeom>
            <a:avLst/>
            <a:gdLst/>
            <a:ahLst/>
            <a:cxnLst/>
            <a:rect r="r" b="b" t="t" l="l"/>
            <a:pathLst>
              <a:path h="945356" w="947766">
                <a:moveTo>
                  <a:pt x="0" y="0"/>
                </a:moveTo>
                <a:lnTo>
                  <a:pt x="947766" y="0"/>
                </a:lnTo>
                <a:lnTo>
                  <a:pt x="947766" y="945356"/>
                </a:lnTo>
                <a:lnTo>
                  <a:pt x="0" y="945356"/>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4" id="44"/>
          <p:cNvSpPr/>
          <p:nvPr/>
        </p:nvSpPr>
        <p:spPr>
          <a:xfrm flipH="false" flipV="false" rot="0">
            <a:off x="12234720" y="5705456"/>
            <a:ext cx="832723" cy="940460"/>
          </a:xfrm>
          <a:custGeom>
            <a:avLst/>
            <a:gdLst/>
            <a:ahLst/>
            <a:cxnLst/>
            <a:rect r="r" b="b" t="t" l="l"/>
            <a:pathLst>
              <a:path h="940460" w="832723">
                <a:moveTo>
                  <a:pt x="0" y="0"/>
                </a:moveTo>
                <a:lnTo>
                  <a:pt x="832723" y="0"/>
                </a:lnTo>
                <a:lnTo>
                  <a:pt x="832723" y="940460"/>
                </a:lnTo>
                <a:lnTo>
                  <a:pt x="0" y="940460"/>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5" id="45"/>
          <p:cNvSpPr/>
          <p:nvPr/>
        </p:nvSpPr>
        <p:spPr>
          <a:xfrm flipH="false" flipV="false" rot="0">
            <a:off x="4046420" y="6922332"/>
            <a:ext cx="945356" cy="884177"/>
          </a:xfrm>
          <a:custGeom>
            <a:avLst/>
            <a:gdLst/>
            <a:ahLst/>
            <a:cxnLst/>
            <a:rect r="r" b="b" t="t" l="l"/>
            <a:pathLst>
              <a:path h="884177" w="945356">
                <a:moveTo>
                  <a:pt x="0" y="0"/>
                </a:moveTo>
                <a:lnTo>
                  <a:pt x="945356" y="0"/>
                </a:lnTo>
                <a:lnTo>
                  <a:pt x="945356" y="884177"/>
                </a:lnTo>
                <a:lnTo>
                  <a:pt x="0" y="884177"/>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6" id="46"/>
          <p:cNvSpPr/>
          <p:nvPr/>
        </p:nvSpPr>
        <p:spPr>
          <a:xfrm flipH="false" flipV="false" rot="0">
            <a:off x="8657892" y="6889528"/>
            <a:ext cx="950252" cy="950176"/>
          </a:xfrm>
          <a:custGeom>
            <a:avLst/>
            <a:gdLst/>
            <a:ahLst/>
            <a:cxnLst/>
            <a:rect r="r" b="b" t="t" l="l"/>
            <a:pathLst>
              <a:path h="950176" w="950252">
                <a:moveTo>
                  <a:pt x="0" y="0"/>
                </a:moveTo>
                <a:lnTo>
                  <a:pt x="950252" y="0"/>
                </a:lnTo>
                <a:lnTo>
                  <a:pt x="950252" y="950176"/>
                </a:lnTo>
                <a:lnTo>
                  <a:pt x="0" y="950176"/>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7" id="47"/>
          <p:cNvSpPr/>
          <p:nvPr/>
        </p:nvSpPr>
        <p:spPr>
          <a:xfrm flipH="false" flipV="false" rot="0">
            <a:off x="13405466" y="6889794"/>
            <a:ext cx="783755" cy="949623"/>
          </a:xfrm>
          <a:custGeom>
            <a:avLst/>
            <a:gdLst/>
            <a:ahLst/>
            <a:cxnLst/>
            <a:rect r="r" b="b" t="t" l="l"/>
            <a:pathLst>
              <a:path h="949623" w="783755">
                <a:moveTo>
                  <a:pt x="0" y="0"/>
                </a:moveTo>
                <a:lnTo>
                  <a:pt x="783755" y="0"/>
                </a:lnTo>
                <a:lnTo>
                  <a:pt x="783755" y="949624"/>
                </a:lnTo>
                <a:lnTo>
                  <a:pt x="0" y="949624"/>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48" id="48"/>
          <p:cNvSpPr/>
          <p:nvPr/>
        </p:nvSpPr>
        <p:spPr>
          <a:xfrm flipH="false" flipV="false" rot="0">
            <a:off x="10995517" y="6893757"/>
            <a:ext cx="950176" cy="941699"/>
          </a:xfrm>
          <a:custGeom>
            <a:avLst/>
            <a:gdLst/>
            <a:ahLst/>
            <a:cxnLst/>
            <a:rect r="r" b="b" t="t" l="l"/>
            <a:pathLst>
              <a:path h="941699" w="950176">
                <a:moveTo>
                  <a:pt x="0" y="0"/>
                </a:moveTo>
                <a:lnTo>
                  <a:pt x="950176" y="0"/>
                </a:lnTo>
                <a:lnTo>
                  <a:pt x="950176" y="941699"/>
                </a:lnTo>
                <a:lnTo>
                  <a:pt x="0" y="941699"/>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49" id="49"/>
          <p:cNvSpPr/>
          <p:nvPr/>
        </p:nvSpPr>
        <p:spPr>
          <a:xfrm flipH="false" flipV="false" rot="0">
            <a:off x="15815834" y="4595498"/>
            <a:ext cx="736721" cy="838629"/>
          </a:xfrm>
          <a:custGeom>
            <a:avLst/>
            <a:gdLst/>
            <a:ahLst/>
            <a:cxnLst/>
            <a:rect r="r" b="b" t="t" l="l"/>
            <a:pathLst>
              <a:path h="838629" w="736721">
                <a:moveTo>
                  <a:pt x="0" y="0"/>
                </a:moveTo>
                <a:lnTo>
                  <a:pt x="736721" y="0"/>
                </a:lnTo>
                <a:lnTo>
                  <a:pt x="736721" y="838629"/>
                </a:lnTo>
                <a:lnTo>
                  <a:pt x="0" y="838629"/>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0" id="50"/>
          <p:cNvSpPr/>
          <p:nvPr/>
        </p:nvSpPr>
        <p:spPr>
          <a:xfrm flipH="false" flipV="false" rot="0">
            <a:off x="11015424" y="3379489"/>
            <a:ext cx="967502" cy="962587"/>
          </a:xfrm>
          <a:custGeom>
            <a:avLst/>
            <a:gdLst/>
            <a:ahLst/>
            <a:cxnLst/>
            <a:rect r="r" b="b" t="t" l="l"/>
            <a:pathLst>
              <a:path h="962587" w="967502">
                <a:moveTo>
                  <a:pt x="0" y="0"/>
                </a:moveTo>
                <a:lnTo>
                  <a:pt x="967502" y="0"/>
                </a:lnTo>
                <a:lnTo>
                  <a:pt x="967502" y="962587"/>
                </a:lnTo>
                <a:lnTo>
                  <a:pt x="0" y="962587"/>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1" id="51"/>
          <p:cNvSpPr/>
          <p:nvPr/>
        </p:nvSpPr>
        <p:spPr>
          <a:xfrm flipH="false" flipV="false" rot="0">
            <a:off x="8749636" y="3367745"/>
            <a:ext cx="778850" cy="935641"/>
          </a:xfrm>
          <a:custGeom>
            <a:avLst/>
            <a:gdLst/>
            <a:ahLst/>
            <a:cxnLst/>
            <a:rect r="r" b="b" t="t" l="l"/>
            <a:pathLst>
              <a:path h="935641" w="778850">
                <a:moveTo>
                  <a:pt x="0" y="0"/>
                </a:moveTo>
                <a:lnTo>
                  <a:pt x="778850" y="0"/>
                </a:lnTo>
                <a:lnTo>
                  <a:pt x="778850" y="935640"/>
                </a:lnTo>
                <a:lnTo>
                  <a:pt x="0" y="935640"/>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TextBox 52" id="52"/>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Nature Icons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sp>
        <p:nvSpPr>
          <p:cNvPr name="TextBox 2" id="2"/>
          <p:cNvSpPr txBox="true"/>
          <p:nvPr/>
        </p:nvSpPr>
        <p:spPr>
          <a:xfrm rot="0">
            <a:off x="1524829" y="1094423"/>
            <a:ext cx="15238352" cy="800995"/>
          </a:xfrm>
          <a:prstGeom prst="rect">
            <a:avLst/>
          </a:prstGeom>
        </p:spPr>
        <p:txBody>
          <a:bodyPr anchor="t" rtlCol="false" tIns="0" lIns="0" bIns="0" rIns="0">
            <a:spAutoFit/>
          </a:bodyPr>
          <a:lstStyle/>
          <a:p>
            <a:pPr algn="ctr">
              <a:lnSpc>
                <a:spcPts val="5759"/>
              </a:lnSpc>
            </a:pPr>
            <a:r>
              <a:rPr lang="en-US" sz="4800">
                <a:solidFill>
                  <a:srgbClr val="FFFFFF"/>
                </a:solidFill>
                <a:latin typeface="Arial"/>
                <a:ea typeface="Arial"/>
                <a:cs typeface="Arial"/>
                <a:sym typeface="Arial"/>
              </a:rPr>
              <a:t>SEO &amp; Marketing Icons</a:t>
            </a:r>
          </a:p>
        </p:txBody>
      </p:sp>
      <p:sp>
        <p:nvSpPr>
          <p:cNvPr name="Freeform 3" id="3"/>
          <p:cNvSpPr/>
          <p:nvPr/>
        </p:nvSpPr>
        <p:spPr>
          <a:xfrm flipH="false" flipV="false" rot="0">
            <a:off x="1665199" y="3260274"/>
            <a:ext cx="866565" cy="845563"/>
          </a:xfrm>
          <a:custGeom>
            <a:avLst/>
            <a:gdLst/>
            <a:ahLst/>
            <a:cxnLst/>
            <a:rect r="r" b="b" t="t" l="l"/>
            <a:pathLst>
              <a:path h="845563" w="866565">
                <a:moveTo>
                  <a:pt x="0" y="0"/>
                </a:moveTo>
                <a:lnTo>
                  <a:pt x="866565" y="0"/>
                </a:lnTo>
                <a:lnTo>
                  <a:pt x="866565" y="845563"/>
                </a:lnTo>
                <a:lnTo>
                  <a:pt x="0" y="8455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71161" y="4280821"/>
            <a:ext cx="852926" cy="841591"/>
          </a:xfrm>
          <a:custGeom>
            <a:avLst/>
            <a:gdLst/>
            <a:ahLst/>
            <a:cxnLst/>
            <a:rect r="r" b="b" t="t" l="l"/>
            <a:pathLst>
              <a:path h="841591" w="852926">
                <a:moveTo>
                  <a:pt x="0" y="0"/>
                </a:moveTo>
                <a:lnTo>
                  <a:pt x="852926" y="0"/>
                </a:lnTo>
                <a:lnTo>
                  <a:pt x="852926" y="841591"/>
                </a:lnTo>
                <a:lnTo>
                  <a:pt x="0" y="8415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95841" y="5320455"/>
            <a:ext cx="853002" cy="843829"/>
          </a:xfrm>
          <a:custGeom>
            <a:avLst/>
            <a:gdLst/>
            <a:ahLst/>
            <a:cxnLst/>
            <a:rect r="r" b="b" t="t" l="l"/>
            <a:pathLst>
              <a:path h="843829" w="853002">
                <a:moveTo>
                  <a:pt x="0" y="0"/>
                </a:moveTo>
                <a:lnTo>
                  <a:pt x="853001" y="0"/>
                </a:lnTo>
                <a:lnTo>
                  <a:pt x="853001" y="843830"/>
                </a:lnTo>
                <a:lnTo>
                  <a:pt x="0" y="8438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080685" y="3262798"/>
            <a:ext cx="846134" cy="841010"/>
          </a:xfrm>
          <a:custGeom>
            <a:avLst/>
            <a:gdLst/>
            <a:ahLst/>
            <a:cxnLst/>
            <a:rect r="r" b="b" t="t" l="l"/>
            <a:pathLst>
              <a:path h="841010" w="846134">
                <a:moveTo>
                  <a:pt x="0" y="0"/>
                </a:moveTo>
                <a:lnTo>
                  <a:pt x="846134" y="0"/>
                </a:lnTo>
                <a:lnTo>
                  <a:pt x="846134" y="841010"/>
                </a:lnTo>
                <a:lnTo>
                  <a:pt x="0" y="8410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7083590" y="4281649"/>
            <a:ext cx="841591" cy="839353"/>
          </a:xfrm>
          <a:custGeom>
            <a:avLst/>
            <a:gdLst/>
            <a:ahLst/>
            <a:cxnLst/>
            <a:rect r="r" b="b" t="t" l="l"/>
            <a:pathLst>
              <a:path h="839353" w="841591">
                <a:moveTo>
                  <a:pt x="0" y="0"/>
                </a:moveTo>
                <a:lnTo>
                  <a:pt x="841591" y="0"/>
                </a:lnTo>
                <a:lnTo>
                  <a:pt x="841591" y="839353"/>
                </a:lnTo>
                <a:lnTo>
                  <a:pt x="0" y="8393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7104545" y="5321913"/>
            <a:ext cx="846134" cy="841591"/>
          </a:xfrm>
          <a:custGeom>
            <a:avLst/>
            <a:gdLst/>
            <a:ahLst/>
            <a:cxnLst/>
            <a:rect r="r" b="b" t="t" l="l"/>
            <a:pathLst>
              <a:path h="841591" w="846134">
                <a:moveTo>
                  <a:pt x="0" y="0"/>
                </a:moveTo>
                <a:lnTo>
                  <a:pt x="846134" y="0"/>
                </a:lnTo>
                <a:lnTo>
                  <a:pt x="846134" y="841591"/>
                </a:lnTo>
                <a:lnTo>
                  <a:pt x="0" y="8415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2515679" y="3312576"/>
            <a:ext cx="841591" cy="741464"/>
          </a:xfrm>
          <a:custGeom>
            <a:avLst/>
            <a:gdLst/>
            <a:ahLst/>
            <a:cxnLst/>
            <a:rect r="r" b="b" t="t" l="l"/>
            <a:pathLst>
              <a:path h="741464" w="841591">
                <a:moveTo>
                  <a:pt x="0" y="0"/>
                </a:moveTo>
                <a:lnTo>
                  <a:pt x="841590" y="0"/>
                </a:lnTo>
                <a:lnTo>
                  <a:pt x="841590" y="741464"/>
                </a:lnTo>
                <a:lnTo>
                  <a:pt x="0" y="74146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2515679" y="4279849"/>
            <a:ext cx="841591" cy="843544"/>
          </a:xfrm>
          <a:custGeom>
            <a:avLst/>
            <a:gdLst/>
            <a:ahLst/>
            <a:cxnLst/>
            <a:rect r="r" b="b" t="t" l="l"/>
            <a:pathLst>
              <a:path h="843544" w="841591">
                <a:moveTo>
                  <a:pt x="0" y="0"/>
                </a:moveTo>
                <a:lnTo>
                  <a:pt x="841590" y="0"/>
                </a:lnTo>
                <a:lnTo>
                  <a:pt x="841590" y="843544"/>
                </a:lnTo>
                <a:lnTo>
                  <a:pt x="0" y="8435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12539539" y="5370824"/>
            <a:ext cx="841591" cy="743779"/>
          </a:xfrm>
          <a:custGeom>
            <a:avLst/>
            <a:gdLst/>
            <a:ahLst/>
            <a:cxnLst/>
            <a:rect r="r" b="b" t="t" l="l"/>
            <a:pathLst>
              <a:path h="743779" w="841591">
                <a:moveTo>
                  <a:pt x="0" y="0"/>
                </a:moveTo>
                <a:lnTo>
                  <a:pt x="841591" y="0"/>
                </a:lnTo>
                <a:lnTo>
                  <a:pt x="841591" y="743778"/>
                </a:lnTo>
                <a:lnTo>
                  <a:pt x="0" y="74377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2" id="12"/>
          <p:cNvSpPr/>
          <p:nvPr/>
        </p:nvSpPr>
        <p:spPr>
          <a:xfrm flipH="false" flipV="false" rot="0">
            <a:off x="2695261" y="6589233"/>
            <a:ext cx="841591" cy="591379"/>
          </a:xfrm>
          <a:custGeom>
            <a:avLst/>
            <a:gdLst/>
            <a:ahLst/>
            <a:cxnLst/>
            <a:rect r="r" b="b" t="t" l="l"/>
            <a:pathLst>
              <a:path h="591379" w="841591">
                <a:moveTo>
                  <a:pt x="0" y="0"/>
                </a:moveTo>
                <a:lnTo>
                  <a:pt x="841591" y="0"/>
                </a:lnTo>
                <a:lnTo>
                  <a:pt x="841591" y="591379"/>
                </a:lnTo>
                <a:lnTo>
                  <a:pt x="0" y="59137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3" id="13"/>
          <p:cNvSpPr/>
          <p:nvPr/>
        </p:nvSpPr>
        <p:spPr>
          <a:xfrm flipH="false" flipV="false" rot="0">
            <a:off x="2752849" y="3260960"/>
            <a:ext cx="843829" cy="844191"/>
          </a:xfrm>
          <a:custGeom>
            <a:avLst/>
            <a:gdLst/>
            <a:ahLst/>
            <a:cxnLst/>
            <a:rect r="r" b="b" t="t" l="l"/>
            <a:pathLst>
              <a:path h="844191" w="843829">
                <a:moveTo>
                  <a:pt x="0" y="0"/>
                </a:moveTo>
                <a:lnTo>
                  <a:pt x="843829" y="0"/>
                </a:lnTo>
                <a:lnTo>
                  <a:pt x="843829" y="844191"/>
                </a:lnTo>
                <a:lnTo>
                  <a:pt x="0" y="84419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14" id="14"/>
          <p:cNvSpPr/>
          <p:nvPr/>
        </p:nvSpPr>
        <p:spPr>
          <a:xfrm flipH="false" flipV="false" rot="0">
            <a:off x="2749420" y="4278544"/>
            <a:ext cx="850687" cy="845563"/>
          </a:xfrm>
          <a:custGeom>
            <a:avLst/>
            <a:gdLst/>
            <a:ahLst/>
            <a:cxnLst/>
            <a:rect r="r" b="b" t="t" l="l"/>
            <a:pathLst>
              <a:path h="845563" w="850687">
                <a:moveTo>
                  <a:pt x="0" y="0"/>
                </a:moveTo>
                <a:lnTo>
                  <a:pt x="850687" y="0"/>
                </a:lnTo>
                <a:lnTo>
                  <a:pt x="850687" y="845563"/>
                </a:lnTo>
                <a:lnTo>
                  <a:pt x="0" y="845563"/>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15" id="15"/>
          <p:cNvSpPr/>
          <p:nvPr/>
        </p:nvSpPr>
        <p:spPr>
          <a:xfrm flipH="false" flipV="false" rot="0">
            <a:off x="2775899" y="5320798"/>
            <a:ext cx="843829" cy="843829"/>
          </a:xfrm>
          <a:custGeom>
            <a:avLst/>
            <a:gdLst/>
            <a:ahLst/>
            <a:cxnLst/>
            <a:rect r="r" b="b" t="t" l="l"/>
            <a:pathLst>
              <a:path h="843829" w="843829">
                <a:moveTo>
                  <a:pt x="0" y="0"/>
                </a:moveTo>
                <a:lnTo>
                  <a:pt x="843830" y="0"/>
                </a:lnTo>
                <a:lnTo>
                  <a:pt x="843830" y="843830"/>
                </a:lnTo>
                <a:lnTo>
                  <a:pt x="0" y="843830"/>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6" id="16"/>
          <p:cNvSpPr/>
          <p:nvPr/>
        </p:nvSpPr>
        <p:spPr>
          <a:xfrm flipH="false" flipV="false" rot="0">
            <a:off x="8163906" y="3259122"/>
            <a:ext cx="848373" cy="848373"/>
          </a:xfrm>
          <a:custGeom>
            <a:avLst/>
            <a:gdLst/>
            <a:ahLst/>
            <a:cxnLst/>
            <a:rect r="r" b="b" t="t" l="l"/>
            <a:pathLst>
              <a:path h="848373" w="848373">
                <a:moveTo>
                  <a:pt x="0" y="0"/>
                </a:moveTo>
                <a:lnTo>
                  <a:pt x="848373" y="0"/>
                </a:lnTo>
                <a:lnTo>
                  <a:pt x="848373" y="848372"/>
                </a:lnTo>
                <a:lnTo>
                  <a:pt x="0" y="848372"/>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17" id="17"/>
          <p:cNvSpPr/>
          <p:nvPr/>
        </p:nvSpPr>
        <p:spPr>
          <a:xfrm flipH="false" flipV="false" rot="0">
            <a:off x="8162744" y="4277401"/>
            <a:ext cx="850687" cy="848449"/>
          </a:xfrm>
          <a:custGeom>
            <a:avLst/>
            <a:gdLst/>
            <a:ahLst/>
            <a:cxnLst/>
            <a:rect r="r" b="b" t="t" l="l"/>
            <a:pathLst>
              <a:path h="848449" w="850687">
                <a:moveTo>
                  <a:pt x="0" y="0"/>
                </a:moveTo>
                <a:lnTo>
                  <a:pt x="850687" y="0"/>
                </a:lnTo>
                <a:lnTo>
                  <a:pt x="850687" y="848449"/>
                </a:lnTo>
                <a:lnTo>
                  <a:pt x="0" y="848449"/>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18" id="18"/>
          <p:cNvSpPr/>
          <p:nvPr/>
        </p:nvSpPr>
        <p:spPr>
          <a:xfrm flipH="false" flipV="false" rot="0">
            <a:off x="8188881" y="5319674"/>
            <a:ext cx="846134" cy="846068"/>
          </a:xfrm>
          <a:custGeom>
            <a:avLst/>
            <a:gdLst/>
            <a:ahLst/>
            <a:cxnLst/>
            <a:rect r="r" b="b" t="t" l="l"/>
            <a:pathLst>
              <a:path h="846068" w="846134">
                <a:moveTo>
                  <a:pt x="0" y="0"/>
                </a:moveTo>
                <a:lnTo>
                  <a:pt x="846134" y="0"/>
                </a:lnTo>
                <a:lnTo>
                  <a:pt x="846134" y="846068"/>
                </a:lnTo>
                <a:lnTo>
                  <a:pt x="0" y="846068"/>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19" id="19"/>
          <p:cNvSpPr/>
          <p:nvPr/>
        </p:nvSpPr>
        <p:spPr>
          <a:xfrm flipH="false" flipV="false" rot="0">
            <a:off x="13626408" y="3262474"/>
            <a:ext cx="829685" cy="841667"/>
          </a:xfrm>
          <a:custGeom>
            <a:avLst/>
            <a:gdLst/>
            <a:ahLst/>
            <a:cxnLst/>
            <a:rect r="r" b="b" t="t" l="l"/>
            <a:pathLst>
              <a:path h="841667" w="829685">
                <a:moveTo>
                  <a:pt x="0" y="0"/>
                </a:moveTo>
                <a:lnTo>
                  <a:pt x="829685" y="0"/>
                </a:lnTo>
                <a:lnTo>
                  <a:pt x="829685" y="841668"/>
                </a:lnTo>
                <a:lnTo>
                  <a:pt x="0" y="841668"/>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20" id="20"/>
          <p:cNvSpPr/>
          <p:nvPr/>
        </p:nvSpPr>
        <p:spPr>
          <a:xfrm flipH="false" flipV="false" rot="0">
            <a:off x="13619331" y="4280859"/>
            <a:ext cx="843829" cy="841515"/>
          </a:xfrm>
          <a:custGeom>
            <a:avLst/>
            <a:gdLst/>
            <a:ahLst/>
            <a:cxnLst/>
            <a:rect r="r" b="b" t="t" l="l"/>
            <a:pathLst>
              <a:path h="841515" w="843829">
                <a:moveTo>
                  <a:pt x="0" y="0"/>
                </a:moveTo>
                <a:lnTo>
                  <a:pt x="843829" y="0"/>
                </a:lnTo>
                <a:lnTo>
                  <a:pt x="843829" y="841515"/>
                </a:lnTo>
                <a:lnTo>
                  <a:pt x="0" y="841515"/>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1" id="21"/>
          <p:cNvSpPr/>
          <p:nvPr/>
        </p:nvSpPr>
        <p:spPr>
          <a:xfrm flipH="false" flipV="false" rot="0">
            <a:off x="13619331" y="5323065"/>
            <a:ext cx="843829" cy="839276"/>
          </a:xfrm>
          <a:custGeom>
            <a:avLst/>
            <a:gdLst/>
            <a:ahLst/>
            <a:cxnLst/>
            <a:rect r="r" b="b" t="t" l="l"/>
            <a:pathLst>
              <a:path h="839276" w="843829">
                <a:moveTo>
                  <a:pt x="0" y="0"/>
                </a:moveTo>
                <a:lnTo>
                  <a:pt x="843829" y="0"/>
                </a:lnTo>
                <a:lnTo>
                  <a:pt x="843829" y="839277"/>
                </a:lnTo>
                <a:lnTo>
                  <a:pt x="0" y="839277"/>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22" id="22"/>
          <p:cNvSpPr/>
          <p:nvPr/>
        </p:nvSpPr>
        <p:spPr>
          <a:xfrm flipH="false" flipV="false" rot="0">
            <a:off x="6018333" y="6461074"/>
            <a:ext cx="843829" cy="847725"/>
          </a:xfrm>
          <a:custGeom>
            <a:avLst/>
            <a:gdLst/>
            <a:ahLst/>
            <a:cxnLst/>
            <a:rect r="r" b="b" t="t" l="l"/>
            <a:pathLst>
              <a:path h="847725" w="843829">
                <a:moveTo>
                  <a:pt x="0" y="0"/>
                </a:moveTo>
                <a:lnTo>
                  <a:pt x="843829" y="0"/>
                </a:lnTo>
                <a:lnTo>
                  <a:pt x="843829" y="847725"/>
                </a:lnTo>
                <a:lnTo>
                  <a:pt x="0" y="847725"/>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23" id="23"/>
          <p:cNvSpPr/>
          <p:nvPr/>
        </p:nvSpPr>
        <p:spPr>
          <a:xfrm flipH="false" flipV="false" rot="0">
            <a:off x="3885286" y="5320798"/>
            <a:ext cx="796042" cy="843829"/>
          </a:xfrm>
          <a:custGeom>
            <a:avLst/>
            <a:gdLst/>
            <a:ahLst/>
            <a:cxnLst/>
            <a:rect r="r" b="b" t="t" l="l"/>
            <a:pathLst>
              <a:path h="843829" w="796042">
                <a:moveTo>
                  <a:pt x="0" y="0"/>
                </a:moveTo>
                <a:lnTo>
                  <a:pt x="796042" y="0"/>
                </a:lnTo>
                <a:lnTo>
                  <a:pt x="796042" y="843830"/>
                </a:lnTo>
                <a:lnTo>
                  <a:pt x="0" y="843830"/>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
        <p:nvSpPr>
          <p:cNvPr name="Freeform 24" id="24"/>
          <p:cNvSpPr/>
          <p:nvPr/>
        </p:nvSpPr>
        <p:spPr>
          <a:xfrm flipH="false" flipV="false" rot="0">
            <a:off x="9245860" y="3263636"/>
            <a:ext cx="843905" cy="839353"/>
          </a:xfrm>
          <a:custGeom>
            <a:avLst/>
            <a:gdLst/>
            <a:ahLst/>
            <a:cxnLst/>
            <a:rect r="r" b="b" t="t" l="l"/>
            <a:pathLst>
              <a:path h="839353" w="843905">
                <a:moveTo>
                  <a:pt x="0" y="0"/>
                </a:moveTo>
                <a:lnTo>
                  <a:pt x="843906" y="0"/>
                </a:lnTo>
                <a:lnTo>
                  <a:pt x="843906" y="839353"/>
                </a:lnTo>
                <a:lnTo>
                  <a:pt x="0" y="839353"/>
                </a:lnTo>
                <a:lnTo>
                  <a:pt x="0" y="0"/>
                </a:lnTo>
                <a:close/>
              </a:path>
            </a:pathLst>
          </a:custGeom>
          <a:blipFill>
            <a:blip r:embed="rId45">
              <a:extLst>
                <a:ext uri="{96DAC541-7B7A-43D3-8B79-37D633B846F1}">
                  <asvg:svgBlip xmlns:asvg="http://schemas.microsoft.com/office/drawing/2016/SVG/main" r:embed="rId46"/>
                </a:ext>
              </a:extLst>
            </a:blip>
            <a:stretch>
              <a:fillRect l="0" t="0" r="0" b="0"/>
            </a:stretch>
          </a:blipFill>
        </p:spPr>
      </p:sp>
      <p:sp>
        <p:nvSpPr>
          <p:cNvPr name="Freeform 25" id="25"/>
          <p:cNvSpPr/>
          <p:nvPr/>
        </p:nvSpPr>
        <p:spPr>
          <a:xfrm flipH="false" flipV="false" rot="0">
            <a:off x="9345949" y="4277401"/>
            <a:ext cx="643719" cy="848449"/>
          </a:xfrm>
          <a:custGeom>
            <a:avLst/>
            <a:gdLst/>
            <a:ahLst/>
            <a:cxnLst/>
            <a:rect r="r" b="b" t="t" l="l"/>
            <a:pathLst>
              <a:path h="848449" w="643719">
                <a:moveTo>
                  <a:pt x="0" y="0"/>
                </a:moveTo>
                <a:lnTo>
                  <a:pt x="643719" y="0"/>
                </a:lnTo>
                <a:lnTo>
                  <a:pt x="643719" y="848449"/>
                </a:lnTo>
                <a:lnTo>
                  <a:pt x="0" y="848449"/>
                </a:lnTo>
                <a:lnTo>
                  <a:pt x="0" y="0"/>
                </a:lnTo>
                <a:close/>
              </a:path>
            </a:pathLst>
          </a:custGeom>
          <a:blipFill>
            <a:blip r:embed="rId47">
              <a:extLst>
                <a:ext uri="{96DAC541-7B7A-43D3-8B79-37D633B846F1}">
                  <asvg:svgBlip xmlns:asvg="http://schemas.microsoft.com/office/drawing/2016/SVG/main" r:embed="rId48"/>
                </a:ext>
              </a:extLst>
            </a:blip>
            <a:stretch>
              <a:fillRect l="0" t="0" r="0" b="0"/>
            </a:stretch>
          </a:blipFill>
        </p:spPr>
      </p:sp>
      <p:sp>
        <p:nvSpPr>
          <p:cNvPr name="Freeform 26" id="26"/>
          <p:cNvSpPr/>
          <p:nvPr/>
        </p:nvSpPr>
        <p:spPr>
          <a:xfrm flipH="false" flipV="false" rot="0">
            <a:off x="9270883" y="5346964"/>
            <a:ext cx="841591" cy="791489"/>
          </a:xfrm>
          <a:custGeom>
            <a:avLst/>
            <a:gdLst/>
            <a:ahLst/>
            <a:cxnLst/>
            <a:rect r="r" b="b" t="t" l="l"/>
            <a:pathLst>
              <a:path h="791489" w="841591">
                <a:moveTo>
                  <a:pt x="0" y="0"/>
                </a:moveTo>
                <a:lnTo>
                  <a:pt x="841590" y="0"/>
                </a:lnTo>
                <a:lnTo>
                  <a:pt x="841590" y="791489"/>
                </a:lnTo>
                <a:lnTo>
                  <a:pt x="0" y="791489"/>
                </a:lnTo>
                <a:lnTo>
                  <a:pt x="0" y="0"/>
                </a:lnTo>
                <a:close/>
              </a:path>
            </a:pathLst>
          </a:custGeom>
          <a:blipFill>
            <a:blip r:embed="rId49">
              <a:extLst>
                <a:ext uri="{96DAC541-7B7A-43D3-8B79-37D633B846F1}">
                  <asvg:svgBlip xmlns:asvg="http://schemas.microsoft.com/office/drawing/2016/SVG/main" r:embed="rId50"/>
                </a:ext>
              </a:extLst>
            </a:blip>
            <a:stretch>
              <a:fillRect l="0" t="0" r="0" b="0"/>
            </a:stretch>
          </a:blipFill>
        </p:spPr>
      </p:sp>
      <p:sp>
        <p:nvSpPr>
          <p:cNvPr name="Freeform 27" id="27"/>
          <p:cNvSpPr/>
          <p:nvPr/>
        </p:nvSpPr>
        <p:spPr>
          <a:xfrm flipH="false" flipV="false" rot="0">
            <a:off x="14702666" y="3259988"/>
            <a:ext cx="798347" cy="846134"/>
          </a:xfrm>
          <a:custGeom>
            <a:avLst/>
            <a:gdLst/>
            <a:ahLst/>
            <a:cxnLst/>
            <a:rect r="r" b="b" t="t" l="l"/>
            <a:pathLst>
              <a:path h="846134" w="798347">
                <a:moveTo>
                  <a:pt x="0" y="0"/>
                </a:moveTo>
                <a:lnTo>
                  <a:pt x="798348" y="0"/>
                </a:lnTo>
                <a:lnTo>
                  <a:pt x="798348" y="846135"/>
                </a:lnTo>
                <a:lnTo>
                  <a:pt x="0" y="846135"/>
                </a:lnTo>
                <a:lnTo>
                  <a:pt x="0" y="0"/>
                </a:lnTo>
                <a:close/>
              </a:path>
            </a:pathLst>
          </a:custGeom>
          <a:blipFill>
            <a:blip r:embed="rId51">
              <a:extLst>
                <a:ext uri="{96DAC541-7B7A-43D3-8B79-37D633B846F1}">
                  <asvg:svgBlip xmlns:asvg="http://schemas.microsoft.com/office/drawing/2016/SVG/main" r:embed="rId52"/>
                </a:ext>
              </a:extLst>
            </a:blip>
            <a:stretch>
              <a:fillRect l="0" t="0" r="0" b="0"/>
            </a:stretch>
          </a:blipFill>
        </p:spPr>
      </p:sp>
      <p:sp>
        <p:nvSpPr>
          <p:cNvPr name="Freeform 28" id="28"/>
          <p:cNvSpPr/>
          <p:nvPr/>
        </p:nvSpPr>
        <p:spPr>
          <a:xfrm flipH="false" flipV="false" rot="0">
            <a:off x="14680740" y="4280830"/>
            <a:ext cx="841591" cy="841591"/>
          </a:xfrm>
          <a:custGeom>
            <a:avLst/>
            <a:gdLst/>
            <a:ahLst/>
            <a:cxnLst/>
            <a:rect r="r" b="b" t="t" l="l"/>
            <a:pathLst>
              <a:path h="841591" w="841591">
                <a:moveTo>
                  <a:pt x="0" y="0"/>
                </a:moveTo>
                <a:lnTo>
                  <a:pt x="841591" y="0"/>
                </a:lnTo>
                <a:lnTo>
                  <a:pt x="841591" y="841591"/>
                </a:lnTo>
                <a:lnTo>
                  <a:pt x="0" y="841591"/>
                </a:lnTo>
                <a:lnTo>
                  <a:pt x="0" y="0"/>
                </a:lnTo>
                <a:close/>
              </a:path>
            </a:pathLst>
          </a:custGeom>
          <a:blipFill>
            <a:blip r:embed="rId53">
              <a:extLst>
                <a:ext uri="{96DAC541-7B7A-43D3-8B79-37D633B846F1}">
                  <asvg:svgBlip xmlns:asvg="http://schemas.microsoft.com/office/drawing/2016/SVG/main" r:embed="rId54"/>
                </a:ext>
              </a:extLst>
            </a:blip>
            <a:stretch>
              <a:fillRect l="0" t="0" r="0" b="0"/>
            </a:stretch>
          </a:blipFill>
        </p:spPr>
      </p:sp>
      <p:sp>
        <p:nvSpPr>
          <p:cNvPr name="Freeform 29" id="29"/>
          <p:cNvSpPr/>
          <p:nvPr/>
        </p:nvSpPr>
        <p:spPr>
          <a:xfrm flipH="false" flipV="false" rot="0">
            <a:off x="14701514" y="5319303"/>
            <a:ext cx="848373" cy="846134"/>
          </a:xfrm>
          <a:custGeom>
            <a:avLst/>
            <a:gdLst/>
            <a:ahLst/>
            <a:cxnLst/>
            <a:rect r="r" b="b" t="t" l="l"/>
            <a:pathLst>
              <a:path h="846134" w="848373">
                <a:moveTo>
                  <a:pt x="0" y="0"/>
                </a:moveTo>
                <a:lnTo>
                  <a:pt x="848372" y="0"/>
                </a:lnTo>
                <a:lnTo>
                  <a:pt x="848372" y="846134"/>
                </a:lnTo>
                <a:lnTo>
                  <a:pt x="0" y="846134"/>
                </a:lnTo>
                <a:lnTo>
                  <a:pt x="0" y="0"/>
                </a:lnTo>
                <a:close/>
              </a:path>
            </a:pathLst>
          </a:custGeom>
          <a:blipFill>
            <a:blip r:embed="rId55">
              <a:extLst>
                <a:ext uri="{96DAC541-7B7A-43D3-8B79-37D633B846F1}">
                  <asvg:svgBlip xmlns:asvg="http://schemas.microsoft.com/office/drawing/2016/SVG/main" r:embed="rId56"/>
                </a:ext>
              </a:extLst>
            </a:blip>
            <a:stretch>
              <a:fillRect l="0" t="0" r="0" b="0"/>
            </a:stretch>
          </a:blipFill>
        </p:spPr>
      </p:sp>
      <p:sp>
        <p:nvSpPr>
          <p:cNvPr name="Freeform 30" id="30"/>
          <p:cNvSpPr/>
          <p:nvPr/>
        </p:nvSpPr>
        <p:spPr>
          <a:xfrm flipH="false" flipV="false" rot="0">
            <a:off x="9323784" y="6463027"/>
            <a:ext cx="841591" cy="843829"/>
          </a:xfrm>
          <a:custGeom>
            <a:avLst/>
            <a:gdLst/>
            <a:ahLst/>
            <a:cxnLst/>
            <a:rect r="r" b="b" t="t" l="l"/>
            <a:pathLst>
              <a:path h="843829" w="841591">
                <a:moveTo>
                  <a:pt x="0" y="0"/>
                </a:moveTo>
                <a:lnTo>
                  <a:pt x="841591" y="0"/>
                </a:lnTo>
                <a:lnTo>
                  <a:pt x="841591" y="843829"/>
                </a:lnTo>
                <a:lnTo>
                  <a:pt x="0" y="843829"/>
                </a:lnTo>
                <a:lnTo>
                  <a:pt x="0" y="0"/>
                </a:lnTo>
                <a:close/>
              </a:path>
            </a:pathLst>
          </a:custGeom>
          <a:blipFill>
            <a:blip r:embed="rId57">
              <a:extLst>
                <a:ext uri="{96DAC541-7B7A-43D3-8B79-37D633B846F1}">
                  <asvg:svgBlip xmlns:asvg="http://schemas.microsoft.com/office/drawing/2016/SVG/main" r:embed="rId58"/>
                </a:ext>
              </a:extLst>
            </a:blip>
            <a:stretch>
              <a:fillRect l="0" t="0" r="0" b="0"/>
            </a:stretch>
          </a:blipFill>
        </p:spPr>
      </p:sp>
      <p:sp>
        <p:nvSpPr>
          <p:cNvPr name="Freeform 31" id="31"/>
          <p:cNvSpPr/>
          <p:nvPr/>
        </p:nvSpPr>
        <p:spPr>
          <a:xfrm flipH="false" flipV="false" rot="0">
            <a:off x="4917015" y="3262513"/>
            <a:ext cx="846134" cy="841591"/>
          </a:xfrm>
          <a:custGeom>
            <a:avLst/>
            <a:gdLst/>
            <a:ahLst/>
            <a:cxnLst/>
            <a:rect r="r" b="b" t="t" l="l"/>
            <a:pathLst>
              <a:path h="841591" w="846134">
                <a:moveTo>
                  <a:pt x="0" y="0"/>
                </a:moveTo>
                <a:lnTo>
                  <a:pt x="846134" y="0"/>
                </a:lnTo>
                <a:lnTo>
                  <a:pt x="846134" y="841590"/>
                </a:lnTo>
                <a:lnTo>
                  <a:pt x="0" y="841590"/>
                </a:lnTo>
                <a:lnTo>
                  <a:pt x="0" y="0"/>
                </a:lnTo>
                <a:close/>
              </a:path>
            </a:pathLst>
          </a:custGeom>
          <a:blipFill>
            <a:blip r:embed="rId59">
              <a:extLst>
                <a:ext uri="{96DAC541-7B7A-43D3-8B79-37D633B846F1}">
                  <asvg:svgBlip xmlns:asvg="http://schemas.microsoft.com/office/drawing/2016/SVG/main" r:embed="rId60"/>
                </a:ext>
              </a:extLst>
            </a:blip>
            <a:stretch>
              <a:fillRect l="0" t="0" r="0" b="0"/>
            </a:stretch>
          </a:blipFill>
        </p:spPr>
      </p:sp>
      <p:sp>
        <p:nvSpPr>
          <p:cNvPr name="Freeform 32" id="32"/>
          <p:cNvSpPr/>
          <p:nvPr/>
        </p:nvSpPr>
        <p:spPr>
          <a:xfrm flipH="false" flipV="false" rot="0">
            <a:off x="4913586" y="4280821"/>
            <a:ext cx="853002" cy="841591"/>
          </a:xfrm>
          <a:custGeom>
            <a:avLst/>
            <a:gdLst/>
            <a:ahLst/>
            <a:cxnLst/>
            <a:rect r="r" b="b" t="t" l="l"/>
            <a:pathLst>
              <a:path h="841591" w="853002">
                <a:moveTo>
                  <a:pt x="0" y="0"/>
                </a:moveTo>
                <a:lnTo>
                  <a:pt x="853001" y="0"/>
                </a:lnTo>
                <a:lnTo>
                  <a:pt x="853001" y="841591"/>
                </a:lnTo>
                <a:lnTo>
                  <a:pt x="0" y="841591"/>
                </a:lnTo>
                <a:lnTo>
                  <a:pt x="0" y="0"/>
                </a:lnTo>
                <a:close/>
              </a:path>
            </a:pathLst>
          </a:custGeom>
          <a:blipFill>
            <a:blip r:embed="rId61">
              <a:extLst>
                <a:ext uri="{96DAC541-7B7A-43D3-8B79-37D633B846F1}">
                  <asvg:svgBlip xmlns:asvg="http://schemas.microsoft.com/office/drawing/2016/SVG/main" r:embed="rId62"/>
                </a:ext>
              </a:extLst>
            </a:blip>
            <a:stretch>
              <a:fillRect l="0" t="0" r="0" b="0"/>
            </a:stretch>
          </a:blipFill>
        </p:spPr>
      </p:sp>
      <p:sp>
        <p:nvSpPr>
          <p:cNvPr name="Freeform 33" id="33"/>
          <p:cNvSpPr/>
          <p:nvPr/>
        </p:nvSpPr>
        <p:spPr>
          <a:xfrm flipH="false" flipV="false" rot="0">
            <a:off x="4940913" y="5320798"/>
            <a:ext cx="846068" cy="843829"/>
          </a:xfrm>
          <a:custGeom>
            <a:avLst/>
            <a:gdLst/>
            <a:ahLst/>
            <a:cxnLst/>
            <a:rect r="r" b="b" t="t" l="l"/>
            <a:pathLst>
              <a:path h="843829" w="846068">
                <a:moveTo>
                  <a:pt x="0" y="0"/>
                </a:moveTo>
                <a:lnTo>
                  <a:pt x="846067" y="0"/>
                </a:lnTo>
                <a:lnTo>
                  <a:pt x="846067" y="843830"/>
                </a:lnTo>
                <a:lnTo>
                  <a:pt x="0" y="843830"/>
                </a:lnTo>
                <a:lnTo>
                  <a:pt x="0" y="0"/>
                </a:lnTo>
                <a:close/>
              </a:path>
            </a:pathLst>
          </a:custGeom>
          <a:blipFill>
            <a:blip r:embed="rId63">
              <a:extLst>
                <a:ext uri="{96DAC541-7B7A-43D3-8B79-37D633B846F1}">
                  <asvg:svgBlip xmlns:asvg="http://schemas.microsoft.com/office/drawing/2016/SVG/main" r:embed="rId64"/>
                </a:ext>
              </a:extLst>
            </a:blip>
            <a:stretch>
              <a:fillRect l="0" t="0" r="0" b="0"/>
            </a:stretch>
          </a:blipFill>
        </p:spPr>
      </p:sp>
      <p:sp>
        <p:nvSpPr>
          <p:cNvPr name="Freeform 34" id="34"/>
          <p:cNvSpPr/>
          <p:nvPr/>
        </p:nvSpPr>
        <p:spPr>
          <a:xfrm flipH="false" flipV="false" rot="0">
            <a:off x="10308784" y="3262513"/>
            <a:ext cx="846134" cy="841591"/>
          </a:xfrm>
          <a:custGeom>
            <a:avLst/>
            <a:gdLst/>
            <a:ahLst/>
            <a:cxnLst/>
            <a:rect r="r" b="b" t="t" l="l"/>
            <a:pathLst>
              <a:path h="841591" w="846134">
                <a:moveTo>
                  <a:pt x="0" y="0"/>
                </a:moveTo>
                <a:lnTo>
                  <a:pt x="846134" y="0"/>
                </a:lnTo>
                <a:lnTo>
                  <a:pt x="846134" y="841590"/>
                </a:lnTo>
                <a:lnTo>
                  <a:pt x="0" y="841590"/>
                </a:lnTo>
                <a:lnTo>
                  <a:pt x="0" y="0"/>
                </a:lnTo>
                <a:close/>
              </a:path>
            </a:pathLst>
          </a:custGeom>
          <a:blipFill>
            <a:blip r:embed="rId65">
              <a:extLst>
                <a:ext uri="{96DAC541-7B7A-43D3-8B79-37D633B846F1}">
                  <asvg:svgBlip xmlns:asvg="http://schemas.microsoft.com/office/drawing/2016/SVG/main" r:embed="rId66"/>
                </a:ext>
              </a:extLst>
            </a:blip>
            <a:stretch>
              <a:fillRect l="0" t="0" r="0" b="0"/>
            </a:stretch>
          </a:blipFill>
        </p:spPr>
      </p:sp>
      <p:sp>
        <p:nvSpPr>
          <p:cNvPr name="Freeform 35" id="35"/>
          <p:cNvSpPr/>
          <p:nvPr/>
        </p:nvSpPr>
        <p:spPr>
          <a:xfrm flipH="false" flipV="false" rot="0">
            <a:off x="10306507" y="4277430"/>
            <a:ext cx="850687" cy="848373"/>
          </a:xfrm>
          <a:custGeom>
            <a:avLst/>
            <a:gdLst/>
            <a:ahLst/>
            <a:cxnLst/>
            <a:rect r="r" b="b" t="t" l="l"/>
            <a:pathLst>
              <a:path h="848373" w="850687">
                <a:moveTo>
                  <a:pt x="0" y="0"/>
                </a:moveTo>
                <a:lnTo>
                  <a:pt x="850687" y="0"/>
                </a:lnTo>
                <a:lnTo>
                  <a:pt x="850687" y="848373"/>
                </a:lnTo>
                <a:lnTo>
                  <a:pt x="0" y="848373"/>
                </a:lnTo>
                <a:lnTo>
                  <a:pt x="0" y="0"/>
                </a:lnTo>
                <a:close/>
              </a:path>
            </a:pathLst>
          </a:custGeom>
          <a:blipFill>
            <a:blip r:embed="rId67">
              <a:extLst>
                <a:ext uri="{96DAC541-7B7A-43D3-8B79-37D633B846F1}">
                  <asvg:svgBlip xmlns:asvg="http://schemas.microsoft.com/office/drawing/2016/SVG/main" r:embed="rId68"/>
                </a:ext>
              </a:extLst>
            </a:blip>
            <a:stretch>
              <a:fillRect l="0" t="0" r="0" b="0"/>
            </a:stretch>
          </a:blipFill>
        </p:spPr>
      </p:sp>
      <p:sp>
        <p:nvSpPr>
          <p:cNvPr name="Freeform 36" id="36"/>
          <p:cNvSpPr/>
          <p:nvPr/>
        </p:nvSpPr>
        <p:spPr>
          <a:xfrm flipH="false" flipV="false" rot="0">
            <a:off x="10334920" y="5319674"/>
            <a:ext cx="841591" cy="846068"/>
          </a:xfrm>
          <a:custGeom>
            <a:avLst/>
            <a:gdLst/>
            <a:ahLst/>
            <a:cxnLst/>
            <a:rect r="r" b="b" t="t" l="l"/>
            <a:pathLst>
              <a:path h="846068" w="841591">
                <a:moveTo>
                  <a:pt x="0" y="0"/>
                </a:moveTo>
                <a:lnTo>
                  <a:pt x="841591" y="0"/>
                </a:lnTo>
                <a:lnTo>
                  <a:pt x="841591" y="846068"/>
                </a:lnTo>
                <a:lnTo>
                  <a:pt x="0" y="846068"/>
                </a:lnTo>
                <a:lnTo>
                  <a:pt x="0" y="0"/>
                </a:lnTo>
                <a:close/>
              </a:path>
            </a:pathLst>
          </a:custGeom>
          <a:blipFill>
            <a:blip r:embed="rId69">
              <a:extLst>
                <a:ext uri="{96DAC541-7B7A-43D3-8B79-37D633B846F1}">
                  <asvg:svgBlip xmlns:asvg="http://schemas.microsoft.com/office/drawing/2016/SVG/main" r:embed="rId70"/>
                </a:ext>
              </a:extLst>
            </a:blip>
            <a:stretch>
              <a:fillRect l="0" t="0" r="0" b="0"/>
            </a:stretch>
          </a:blipFill>
        </p:spPr>
      </p:sp>
      <p:sp>
        <p:nvSpPr>
          <p:cNvPr name="Freeform 37" id="37"/>
          <p:cNvSpPr/>
          <p:nvPr/>
        </p:nvSpPr>
        <p:spPr>
          <a:xfrm flipH="false" flipV="false" rot="0">
            <a:off x="15778972" y="3363506"/>
            <a:ext cx="843829" cy="639099"/>
          </a:xfrm>
          <a:custGeom>
            <a:avLst/>
            <a:gdLst/>
            <a:ahLst/>
            <a:cxnLst/>
            <a:rect r="r" b="b" t="t" l="l"/>
            <a:pathLst>
              <a:path h="639099" w="843829">
                <a:moveTo>
                  <a:pt x="0" y="0"/>
                </a:moveTo>
                <a:lnTo>
                  <a:pt x="843829" y="0"/>
                </a:lnTo>
                <a:lnTo>
                  <a:pt x="843829" y="639099"/>
                </a:lnTo>
                <a:lnTo>
                  <a:pt x="0" y="639099"/>
                </a:lnTo>
                <a:lnTo>
                  <a:pt x="0" y="0"/>
                </a:lnTo>
                <a:close/>
              </a:path>
            </a:pathLst>
          </a:custGeom>
          <a:blipFill>
            <a:blip r:embed="rId71">
              <a:extLst>
                <a:ext uri="{96DAC541-7B7A-43D3-8B79-37D633B846F1}">
                  <asvg:svgBlip xmlns:asvg="http://schemas.microsoft.com/office/drawing/2016/SVG/main" r:embed="rId72"/>
                </a:ext>
              </a:extLst>
            </a:blip>
            <a:stretch>
              <a:fillRect l="0" t="0" r="0" b="0"/>
            </a:stretch>
          </a:blipFill>
        </p:spPr>
      </p:sp>
      <p:sp>
        <p:nvSpPr>
          <p:cNvPr name="Freeform 38" id="38"/>
          <p:cNvSpPr/>
          <p:nvPr/>
        </p:nvSpPr>
        <p:spPr>
          <a:xfrm flipH="false" flipV="false" rot="0">
            <a:off x="15778972" y="4280564"/>
            <a:ext cx="843829" cy="841515"/>
          </a:xfrm>
          <a:custGeom>
            <a:avLst/>
            <a:gdLst/>
            <a:ahLst/>
            <a:cxnLst/>
            <a:rect r="r" b="b" t="t" l="l"/>
            <a:pathLst>
              <a:path h="841515" w="843829">
                <a:moveTo>
                  <a:pt x="0" y="0"/>
                </a:moveTo>
                <a:lnTo>
                  <a:pt x="843829" y="0"/>
                </a:lnTo>
                <a:lnTo>
                  <a:pt x="843829" y="841514"/>
                </a:lnTo>
                <a:lnTo>
                  <a:pt x="0" y="841514"/>
                </a:lnTo>
                <a:lnTo>
                  <a:pt x="0" y="0"/>
                </a:lnTo>
                <a:close/>
              </a:path>
            </a:pathLst>
          </a:custGeom>
          <a:blipFill>
            <a:blip r:embed="rId73">
              <a:extLst>
                <a:ext uri="{96DAC541-7B7A-43D3-8B79-37D633B846F1}">
                  <asvg:svgBlip xmlns:asvg="http://schemas.microsoft.com/office/drawing/2016/SVG/main" r:embed="rId74"/>
                </a:ext>
              </a:extLst>
            </a:blip>
            <a:stretch>
              <a:fillRect l="0" t="0" r="0" b="0"/>
            </a:stretch>
          </a:blipFill>
        </p:spPr>
      </p:sp>
      <p:sp>
        <p:nvSpPr>
          <p:cNvPr name="Freeform 39" id="39"/>
          <p:cNvSpPr/>
          <p:nvPr/>
        </p:nvSpPr>
        <p:spPr>
          <a:xfrm flipH="false" flipV="false" rot="0">
            <a:off x="15780096" y="5320798"/>
            <a:ext cx="841591" cy="843829"/>
          </a:xfrm>
          <a:custGeom>
            <a:avLst/>
            <a:gdLst/>
            <a:ahLst/>
            <a:cxnLst/>
            <a:rect r="r" b="b" t="t" l="l"/>
            <a:pathLst>
              <a:path h="843829" w="841591">
                <a:moveTo>
                  <a:pt x="0" y="0"/>
                </a:moveTo>
                <a:lnTo>
                  <a:pt x="841591" y="0"/>
                </a:lnTo>
                <a:lnTo>
                  <a:pt x="841591" y="843830"/>
                </a:lnTo>
                <a:lnTo>
                  <a:pt x="0" y="843830"/>
                </a:lnTo>
                <a:lnTo>
                  <a:pt x="0" y="0"/>
                </a:lnTo>
                <a:close/>
              </a:path>
            </a:pathLst>
          </a:custGeom>
          <a:blipFill>
            <a:blip r:embed="rId75">
              <a:extLst>
                <a:ext uri="{96DAC541-7B7A-43D3-8B79-37D633B846F1}">
                  <asvg:svgBlip xmlns:asvg="http://schemas.microsoft.com/office/drawing/2016/SVG/main" r:embed="rId76"/>
                </a:ext>
              </a:extLst>
            </a:blip>
            <a:stretch>
              <a:fillRect l="0" t="0" r="0" b="0"/>
            </a:stretch>
          </a:blipFill>
        </p:spPr>
      </p:sp>
      <p:sp>
        <p:nvSpPr>
          <p:cNvPr name="Freeform 40" id="40"/>
          <p:cNvSpPr/>
          <p:nvPr/>
        </p:nvSpPr>
        <p:spPr>
          <a:xfrm flipH="false" flipV="false" rot="0">
            <a:off x="3807314" y="6464141"/>
            <a:ext cx="843829" cy="841591"/>
          </a:xfrm>
          <a:custGeom>
            <a:avLst/>
            <a:gdLst/>
            <a:ahLst/>
            <a:cxnLst/>
            <a:rect r="r" b="b" t="t" l="l"/>
            <a:pathLst>
              <a:path h="841591" w="843829">
                <a:moveTo>
                  <a:pt x="0" y="0"/>
                </a:moveTo>
                <a:lnTo>
                  <a:pt x="843829" y="0"/>
                </a:lnTo>
                <a:lnTo>
                  <a:pt x="843829" y="841591"/>
                </a:lnTo>
                <a:lnTo>
                  <a:pt x="0" y="841591"/>
                </a:lnTo>
                <a:lnTo>
                  <a:pt x="0" y="0"/>
                </a:lnTo>
                <a:close/>
              </a:path>
            </a:pathLst>
          </a:custGeom>
          <a:blipFill>
            <a:blip r:embed="rId77">
              <a:extLst>
                <a:ext uri="{96DAC541-7B7A-43D3-8B79-37D633B846F1}">
                  <asvg:svgBlip xmlns:asvg="http://schemas.microsoft.com/office/drawing/2016/SVG/main" r:embed="rId78"/>
                </a:ext>
              </a:extLst>
            </a:blip>
            <a:stretch>
              <a:fillRect l="0" t="0" r="0" b="0"/>
            </a:stretch>
          </a:blipFill>
        </p:spPr>
      </p:sp>
      <p:sp>
        <p:nvSpPr>
          <p:cNvPr name="Freeform 41" id="41"/>
          <p:cNvSpPr/>
          <p:nvPr/>
        </p:nvSpPr>
        <p:spPr>
          <a:xfrm flipH="false" flipV="false" rot="0">
            <a:off x="6013637" y="3261398"/>
            <a:ext cx="843905" cy="843829"/>
          </a:xfrm>
          <a:custGeom>
            <a:avLst/>
            <a:gdLst/>
            <a:ahLst/>
            <a:cxnLst/>
            <a:rect r="r" b="b" t="t" l="l"/>
            <a:pathLst>
              <a:path h="843829" w="843905">
                <a:moveTo>
                  <a:pt x="0" y="0"/>
                </a:moveTo>
                <a:lnTo>
                  <a:pt x="843906" y="0"/>
                </a:lnTo>
                <a:lnTo>
                  <a:pt x="843906" y="843829"/>
                </a:lnTo>
                <a:lnTo>
                  <a:pt x="0" y="843829"/>
                </a:lnTo>
                <a:lnTo>
                  <a:pt x="0" y="0"/>
                </a:lnTo>
                <a:close/>
              </a:path>
            </a:pathLst>
          </a:custGeom>
          <a:blipFill>
            <a:blip r:embed="rId79">
              <a:extLst>
                <a:ext uri="{96DAC541-7B7A-43D3-8B79-37D633B846F1}">
                  <asvg:svgBlip xmlns:asvg="http://schemas.microsoft.com/office/drawing/2016/SVG/main" r:embed="rId80"/>
                </a:ext>
              </a:extLst>
            </a:blip>
            <a:stretch>
              <a:fillRect l="0" t="0" r="0" b="0"/>
            </a:stretch>
          </a:blipFill>
        </p:spPr>
      </p:sp>
      <p:sp>
        <p:nvSpPr>
          <p:cNvPr name="Freeform 42" id="42"/>
          <p:cNvSpPr/>
          <p:nvPr/>
        </p:nvSpPr>
        <p:spPr>
          <a:xfrm flipH="false" flipV="false" rot="0">
            <a:off x="6006370" y="4305833"/>
            <a:ext cx="859784" cy="790985"/>
          </a:xfrm>
          <a:custGeom>
            <a:avLst/>
            <a:gdLst/>
            <a:ahLst/>
            <a:cxnLst/>
            <a:rect r="r" b="b" t="t" l="l"/>
            <a:pathLst>
              <a:path h="790985" w="859784">
                <a:moveTo>
                  <a:pt x="0" y="0"/>
                </a:moveTo>
                <a:lnTo>
                  <a:pt x="859783" y="0"/>
                </a:lnTo>
                <a:lnTo>
                  <a:pt x="859783" y="790985"/>
                </a:lnTo>
                <a:lnTo>
                  <a:pt x="0" y="790985"/>
                </a:lnTo>
                <a:lnTo>
                  <a:pt x="0" y="0"/>
                </a:lnTo>
                <a:close/>
              </a:path>
            </a:pathLst>
          </a:custGeom>
          <a:blipFill>
            <a:blip r:embed="rId81">
              <a:extLst>
                <a:ext uri="{96DAC541-7B7A-43D3-8B79-37D633B846F1}">
                  <asvg:svgBlip xmlns:asvg="http://schemas.microsoft.com/office/drawing/2016/SVG/main" r:embed="rId82"/>
                </a:ext>
              </a:extLst>
            </a:blip>
            <a:stretch>
              <a:fillRect l="0" t="0" r="0" b="0"/>
            </a:stretch>
          </a:blipFill>
        </p:spPr>
      </p:sp>
      <p:sp>
        <p:nvSpPr>
          <p:cNvPr name="Freeform 43" id="43"/>
          <p:cNvSpPr/>
          <p:nvPr/>
        </p:nvSpPr>
        <p:spPr>
          <a:xfrm flipH="false" flipV="false" rot="0">
            <a:off x="6038212" y="5321608"/>
            <a:ext cx="843829" cy="841515"/>
          </a:xfrm>
          <a:custGeom>
            <a:avLst/>
            <a:gdLst/>
            <a:ahLst/>
            <a:cxnLst/>
            <a:rect r="r" b="b" t="t" l="l"/>
            <a:pathLst>
              <a:path h="841515" w="843829">
                <a:moveTo>
                  <a:pt x="0" y="0"/>
                </a:moveTo>
                <a:lnTo>
                  <a:pt x="843829" y="0"/>
                </a:lnTo>
                <a:lnTo>
                  <a:pt x="843829" y="841515"/>
                </a:lnTo>
                <a:lnTo>
                  <a:pt x="0" y="841515"/>
                </a:lnTo>
                <a:lnTo>
                  <a:pt x="0" y="0"/>
                </a:lnTo>
                <a:close/>
              </a:path>
            </a:pathLst>
          </a:custGeom>
          <a:blipFill>
            <a:blip r:embed="rId83">
              <a:extLst>
                <a:ext uri="{96DAC541-7B7A-43D3-8B79-37D633B846F1}">
                  <asvg:svgBlip xmlns:asvg="http://schemas.microsoft.com/office/drawing/2016/SVG/main" r:embed="rId84"/>
                </a:ext>
              </a:extLst>
            </a:blip>
            <a:stretch>
              <a:fillRect l="0" t="0" r="0" b="0"/>
            </a:stretch>
          </a:blipFill>
        </p:spPr>
      </p:sp>
      <p:sp>
        <p:nvSpPr>
          <p:cNvPr name="Freeform 44" id="44"/>
          <p:cNvSpPr/>
          <p:nvPr/>
        </p:nvSpPr>
        <p:spPr>
          <a:xfrm flipH="false" flipV="false" rot="0">
            <a:off x="11531270" y="3262513"/>
            <a:ext cx="648262" cy="841591"/>
          </a:xfrm>
          <a:custGeom>
            <a:avLst/>
            <a:gdLst/>
            <a:ahLst/>
            <a:cxnLst/>
            <a:rect r="r" b="b" t="t" l="l"/>
            <a:pathLst>
              <a:path h="841591" w="648262">
                <a:moveTo>
                  <a:pt x="0" y="0"/>
                </a:moveTo>
                <a:lnTo>
                  <a:pt x="648262" y="0"/>
                </a:lnTo>
                <a:lnTo>
                  <a:pt x="648262" y="841590"/>
                </a:lnTo>
                <a:lnTo>
                  <a:pt x="0" y="841590"/>
                </a:lnTo>
                <a:lnTo>
                  <a:pt x="0" y="0"/>
                </a:lnTo>
                <a:close/>
              </a:path>
            </a:pathLst>
          </a:custGeom>
          <a:blipFill>
            <a:blip r:embed="rId85">
              <a:extLst>
                <a:ext uri="{96DAC541-7B7A-43D3-8B79-37D633B846F1}">
                  <asvg:svgBlip xmlns:asvg="http://schemas.microsoft.com/office/drawing/2016/SVG/main" r:embed="rId86"/>
                </a:ext>
              </a:extLst>
            </a:blip>
            <a:stretch>
              <a:fillRect l="0" t="0" r="0" b="0"/>
            </a:stretch>
          </a:blipFill>
        </p:spPr>
      </p:sp>
      <p:sp>
        <p:nvSpPr>
          <p:cNvPr name="Freeform 45" id="45"/>
          <p:cNvSpPr/>
          <p:nvPr/>
        </p:nvSpPr>
        <p:spPr>
          <a:xfrm flipH="false" flipV="false" rot="0">
            <a:off x="11482397" y="4278554"/>
            <a:ext cx="746008" cy="846134"/>
          </a:xfrm>
          <a:custGeom>
            <a:avLst/>
            <a:gdLst/>
            <a:ahLst/>
            <a:cxnLst/>
            <a:rect r="r" b="b" t="t" l="l"/>
            <a:pathLst>
              <a:path h="846134" w="746008">
                <a:moveTo>
                  <a:pt x="0" y="0"/>
                </a:moveTo>
                <a:lnTo>
                  <a:pt x="746008" y="0"/>
                </a:lnTo>
                <a:lnTo>
                  <a:pt x="746008" y="846134"/>
                </a:lnTo>
                <a:lnTo>
                  <a:pt x="0" y="846134"/>
                </a:lnTo>
                <a:lnTo>
                  <a:pt x="0" y="0"/>
                </a:lnTo>
                <a:close/>
              </a:path>
            </a:pathLst>
          </a:custGeom>
          <a:blipFill>
            <a:blip r:embed="rId87">
              <a:extLst>
                <a:ext uri="{96DAC541-7B7A-43D3-8B79-37D633B846F1}">
                  <asvg:svgBlip xmlns:asvg="http://schemas.microsoft.com/office/drawing/2016/SVG/main" r:embed="rId88"/>
                </a:ext>
              </a:extLst>
            </a:blip>
            <a:stretch>
              <a:fillRect l="0" t="0" r="0" b="0"/>
            </a:stretch>
          </a:blipFill>
        </p:spPr>
      </p:sp>
      <p:sp>
        <p:nvSpPr>
          <p:cNvPr name="Freeform 46" id="46"/>
          <p:cNvSpPr/>
          <p:nvPr/>
        </p:nvSpPr>
        <p:spPr>
          <a:xfrm flipH="false" flipV="false" rot="0">
            <a:off x="11607432" y="5320798"/>
            <a:ext cx="543658" cy="843829"/>
          </a:xfrm>
          <a:custGeom>
            <a:avLst/>
            <a:gdLst/>
            <a:ahLst/>
            <a:cxnLst/>
            <a:rect r="r" b="b" t="t" l="l"/>
            <a:pathLst>
              <a:path h="843829" w="543658">
                <a:moveTo>
                  <a:pt x="0" y="0"/>
                </a:moveTo>
                <a:lnTo>
                  <a:pt x="543658" y="0"/>
                </a:lnTo>
                <a:lnTo>
                  <a:pt x="543658" y="843830"/>
                </a:lnTo>
                <a:lnTo>
                  <a:pt x="0" y="843830"/>
                </a:lnTo>
                <a:lnTo>
                  <a:pt x="0" y="0"/>
                </a:lnTo>
                <a:close/>
              </a:path>
            </a:pathLst>
          </a:custGeom>
          <a:blipFill>
            <a:blip r:embed="rId89">
              <a:extLst>
                <a:ext uri="{96DAC541-7B7A-43D3-8B79-37D633B846F1}">
                  <asvg:svgBlip xmlns:asvg="http://schemas.microsoft.com/office/drawing/2016/SVG/main" r:embed="rId90"/>
                </a:ext>
              </a:extLst>
            </a:blip>
            <a:stretch>
              <a:fillRect l="0" t="0" r="0" b="0"/>
            </a:stretch>
          </a:blipFill>
        </p:spPr>
      </p:sp>
      <p:sp>
        <p:nvSpPr>
          <p:cNvPr name="Freeform 47" id="47"/>
          <p:cNvSpPr/>
          <p:nvPr/>
        </p:nvSpPr>
        <p:spPr>
          <a:xfrm flipH="false" flipV="false" rot="0">
            <a:off x="1665227" y="6461865"/>
            <a:ext cx="743779" cy="846134"/>
          </a:xfrm>
          <a:custGeom>
            <a:avLst/>
            <a:gdLst/>
            <a:ahLst/>
            <a:cxnLst/>
            <a:rect r="r" b="b" t="t" l="l"/>
            <a:pathLst>
              <a:path h="846134" w="743779">
                <a:moveTo>
                  <a:pt x="0" y="0"/>
                </a:moveTo>
                <a:lnTo>
                  <a:pt x="743779" y="0"/>
                </a:lnTo>
                <a:lnTo>
                  <a:pt x="743779" y="846134"/>
                </a:lnTo>
                <a:lnTo>
                  <a:pt x="0" y="846134"/>
                </a:lnTo>
                <a:lnTo>
                  <a:pt x="0" y="0"/>
                </a:lnTo>
                <a:close/>
              </a:path>
            </a:pathLst>
          </a:custGeom>
          <a:blipFill>
            <a:blip r:embed="rId91">
              <a:extLst>
                <a:ext uri="{96DAC541-7B7A-43D3-8B79-37D633B846F1}">
                  <asvg:svgBlip xmlns:asvg="http://schemas.microsoft.com/office/drawing/2016/SVG/main" r:embed="rId92"/>
                </a:ext>
              </a:extLst>
            </a:blip>
            <a:stretch>
              <a:fillRect l="0" t="0" r="0" b="0"/>
            </a:stretch>
          </a:blipFill>
        </p:spPr>
      </p:sp>
      <p:sp>
        <p:nvSpPr>
          <p:cNvPr name="Freeform 48" id="48"/>
          <p:cNvSpPr/>
          <p:nvPr/>
        </p:nvSpPr>
        <p:spPr>
          <a:xfrm flipH="false" flipV="false" rot="0">
            <a:off x="4921587" y="6463551"/>
            <a:ext cx="880215" cy="842743"/>
          </a:xfrm>
          <a:custGeom>
            <a:avLst/>
            <a:gdLst/>
            <a:ahLst/>
            <a:cxnLst/>
            <a:rect r="r" b="b" t="t" l="l"/>
            <a:pathLst>
              <a:path h="842743" w="880215">
                <a:moveTo>
                  <a:pt x="0" y="0"/>
                </a:moveTo>
                <a:lnTo>
                  <a:pt x="880214" y="0"/>
                </a:lnTo>
                <a:lnTo>
                  <a:pt x="880214" y="842743"/>
                </a:lnTo>
                <a:lnTo>
                  <a:pt x="0" y="842743"/>
                </a:lnTo>
                <a:lnTo>
                  <a:pt x="0" y="0"/>
                </a:lnTo>
                <a:close/>
              </a:path>
            </a:pathLst>
          </a:custGeom>
          <a:blipFill>
            <a:blip r:embed="rId93">
              <a:extLst>
                <a:ext uri="{96DAC541-7B7A-43D3-8B79-37D633B846F1}">
                  <asvg:svgBlip xmlns:asvg="http://schemas.microsoft.com/office/drawing/2016/SVG/main" r:embed="rId94"/>
                </a:ext>
              </a:extLst>
            </a:blip>
            <a:stretch>
              <a:fillRect l="0" t="0" r="0" b="0"/>
            </a:stretch>
          </a:blipFill>
        </p:spPr>
      </p:sp>
      <p:sp>
        <p:nvSpPr>
          <p:cNvPr name="Freeform 49" id="49"/>
          <p:cNvSpPr/>
          <p:nvPr/>
        </p:nvSpPr>
        <p:spPr>
          <a:xfrm flipH="false" flipV="false" rot="0">
            <a:off x="8245011" y="6463027"/>
            <a:ext cx="841591" cy="843829"/>
          </a:xfrm>
          <a:custGeom>
            <a:avLst/>
            <a:gdLst/>
            <a:ahLst/>
            <a:cxnLst/>
            <a:rect r="r" b="b" t="t" l="l"/>
            <a:pathLst>
              <a:path h="843829" w="841591">
                <a:moveTo>
                  <a:pt x="0" y="0"/>
                </a:moveTo>
                <a:lnTo>
                  <a:pt x="841591" y="0"/>
                </a:lnTo>
                <a:lnTo>
                  <a:pt x="841591" y="843829"/>
                </a:lnTo>
                <a:lnTo>
                  <a:pt x="0" y="843829"/>
                </a:lnTo>
                <a:lnTo>
                  <a:pt x="0" y="0"/>
                </a:lnTo>
                <a:close/>
              </a:path>
            </a:pathLst>
          </a:custGeom>
          <a:blipFill>
            <a:blip r:embed="rId95">
              <a:extLst>
                <a:ext uri="{96DAC541-7B7A-43D3-8B79-37D633B846F1}">
                  <asvg:svgBlip xmlns:asvg="http://schemas.microsoft.com/office/drawing/2016/SVG/main" r:embed="rId96"/>
                </a:ext>
              </a:extLst>
            </a:blip>
            <a:stretch>
              <a:fillRect l="0" t="0" r="0" b="0"/>
            </a:stretch>
          </a:blipFill>
        </p:spPr>
      </p:sp>
      <p:sp>
        <p:nvSpPr>
          <p:cNvPr name="Freeform 50" id="50"/>
          <p:cNvSpPr/>
          <p:nvPr/>
        </p:nvSpPr>
        <p:spPr>
          <a:xfrm flipH="false" flipV="false" rot="0">
            <a:off x="7181707" y="6461874"/>
            <a:ext cx="743779" cy="846134"/>
          </a:xfrm>
          <a:custGeom>
            <a:avLst/>
            <a:gdLst/>
            <a:ahLst/>
            <a:cxnLst/>
            <a:rect r="r" b="b" t="t" l="l"/>
            <a:pathLst>
              <a:path h="846134" w="743779">
                <a:moveTo>
                  <a:pt x="0" y="0"/>
                </a:moveTo>
                <a:lnTo>
                  <a:pt x="743779" y="0"/>
                </a:lnTo>
                <a:lnTo>
                  <a:pt x="743779" y="846135"/>
                </a:lnTo>
                <a:lnTo>
                  <a:pt x="0" y="846135"/>
                </a:lnTo>
                <a:lnTo>
                  <a:pt x="0" y="0"/>
                </a:lnTo>
                <a:close/>
              </a:path>
            </a:pathLst>
          </a:custGeom>
          <a:blipFill>
            <a:blip r:embed="rId97">
              <a:extLst>
                <a:ext uri="{96DAC541-7B7A-43D3-8B79-37D633B846F1}">
                  <asvg:svgBlip xmlns:asvg="http://schemas.microsoft.com/office/drawing/2016/SVG/main" r:embed="rId98"/>
                </a:ext>
              </a:extLst>
            </a:blip>
            <a:stretch>
              <a:fillRect l="0" t="0" r="0" b="0"/>
            </a:stretch>
          </a:blipFill>
        </p:spPr>
      </p:sp>
      <p:sp>
        <p:nvSpPr>
          <p:cNvPr name="Freeform 51" id="51"/>
          <p:cNvSpPr/>
          <p:nvPr/>
        </p:nvSpPr>
        <p:spPr>
          <a:xfrm flipH="false" flipV="false" rot="0">
            <a:off x="3852091" y="3291897"/>
            <a:ext cx="819064" cy="821236"/>
          </a:xfrm>
          <a:custGeom>
            <a:avLst/>
            <a:gdLst/>
            <a:ahLst/>
            <a:cxnLst/>
            <a:rect r="r" b="b" t="t" l="l"/>
            <a:pathLst>
              <a:path h="821236" w="819064">
                <a:moveTo>
                  <a:pt x="0" y="0"/>
                </a:moveTo>
                <a:lnTo>
                  <a:pt x="819064" y="0"/>
                </a:lnTo>
                <a:lnTo>
                  <a:pt x="819064" y="821236"/>
                </a:lnTo>
                <a:lnTo>
                  <a:pt x="0" y="821236"/>
                </a:lnTo>
                <a:lnTo>
                  <a:pt x="0" y="0"/>
                </a:lnTo>
                <a:close/>
              </a:path>
            </a:pathLst>
          </a:custGeom>
          <a:blipFill>
            <a:blip r:embed="rId99">
              <a:extLst>
                <a:ext uri="{96DAC541-7B7A-43D3-8B79-37D633B846F1}">
                  <asvg:svgBlip xmlns:asvg="http://schemas.microsoft.com/office/drawing/2016/SVG/main" r:embed="rId100"/>
                </a:ext>
              </a:extLst>
            </a:blip>
            <a:stretch>
              <a:fillRect l="0" t="0" r="0" b="0"/>
            </a:stretch>
          </a:blipFill>
        </p:spPr>
      </p:sp>
      <p:sp>
        <p:nvSpPr>
          <p:cNvPr name="Freeform 52" id="52"/>
          <p:cNvSpPr/>
          <p:nvPr/>
        </p:nvSpPr>
        <p:spPr>
          <a:xfrm flipH="false" flipV="false" rot="0">
            <a:off x="3831241" y="4284221"/>
            <a:ext cx="841058" cy="834523"/>
          </a:xfrm>
          <a:custGeom>
            <a:avLst/>
            <a:gdLst/>
            <a:ahLst/>
            <a:cxnLst/>
            <a:rect r="r" b="b" t="t" l="l"/>
            <a:pathLst>
              <a:path h="834523" w="841058">
                <a:moveTo>
                  <a:pt x="0" y="0"/>
                </a:moveTo>
                <a:lnTo>
                  <a:pt x="841057" y="0"/>
                </a:lnTo>
                <a:lnTo>
                  <a:pt x="841057" y="834524"/>
                </a:lnTo>
                <a:lnTo>
                  <a:pt x="0" y="834524"/>
                </a:lnTo>
                <a:lnTo>
                  <a:pt x="0" y="0"/>
                </a:lnTo>
                <a:close/>
              </a:path>
            </a:pathLst>
          </a:custGeom>
          <a:blipFill>
            <a:blip r:embed="rId101">
              <a:extLst>
                <a:ext uri="{96DAC541-7B7A-43D3-8B79-37D633B846F1}">
                  <asvg:svgBlip xmlns:asvg="http://schemas.microsoft.com/office/drawing/2016/SVG/main" r:embed="rId102"/>
                </a:ext>
              </a:extLst>
            </a:blip>
            <a:stretch>
              <a:fillRect l="0" t="0" r="0" b="0"/>
            </a:stretch>
          </a:blipFill>
        </p:spPr>
      </p:sp>
      <p:sp>
        <p:nvSpPr>
          <p:cNvPr name="Freeform 53" id="53"/>
          <p:cNvSpPr/>
          <p:nvPr/>
        </p:nvSpPr>
        <p:spPr>
          <a:xfrm flipH="false" flipV="false" rot="0">
            <a:off x="13085464" y="7510872"/>
            <a:ext cx="716185" cy="814778"/>
          </a:xfrm>
          <a:custGeom>
            <a:avLst/>
            <a:gdLst/>
            <a:ahLst/>
            <a:cxnLst/>
            <a:rect r="r" b="b" t="t" l="l"/>
            <a:pathLst>
              <a:path h="814778" w="716185">
                <a:moveTo>
                  <a:pt x="0" y="0"/>
                </a:moveTo>
                <a:lnTo>
                  <a:pt x="716185" y="0"/>
                </a:lnTo>
                <a:lnTo>
                  <a:pt x="716185" y="814778"/>
                </a:lnTo>
                <a:lnTo>
                  <a:pt x="0" y="814778"/>
                </a:lnTo>
                <a:lnTo>
                  <a:pt x="0" y="0"/>
                </a:lnTo>
                <a:close/>
              </a:path>
            </a:pathLst>
          </a:custGeom>
          <a:blipFill>
            <a:blip r:embed="rId103">
              <a:extLst>
                <a:ext uri="{96DAC541-7B7A-43D3-8B79-37D633B846F1}">
                  <asvg:svgBlip xmlns:asvg="http://schemas.microsoft.com/office/drawing/2016/SVG/main" r:embed="rId104"/>
                </a:ext>
              </a:extLst>
            </a:blip>
            <a:stretch>
              <a:fillRect l="0" t="0" r="0" b="0"/>
            </a:stretch>
          </a:blipFill>
        </p:spPr>
      </p:sp>
      <p:sp>
        <p:nvSpPr>
          <p:cNvPr name="Freeform 54" id="54"/>
          <p:cNvSpPr/>
          <p:nvPr/>
        </p:nvSpPr>
        <p:spPr>
          <a:xfrm flipH="false" flipV="false" rot="0">
            <a:off x="8154829" y="7510872"/>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05">
              <a:extLst>
                <a:ext uri="{96DAC541-7B7A-43D3-8B79-37D633B846F1}">
                  <asvg:svgBlip xmlns:asvg="http://schemas.microsoft.com/office/drawing/2016/SVG/main" r:embed="rId106"/>
                </a:ext>
              </a:extLst>
            </a:blip>
            <a:stretch>
              <a:fillRect l="0" t="0" r="0" b="0"/>
            </a:stretch>
          </a:blipFill>
        </p:spPr>
      </p:sp>
      <p:sp>
        <p:nvSpPr>
          <p:cNvPr name="Freeform 55" id="55"/>
          <p:cNvSpPr/>
          <p:nvPr/>
        </p:nvSpPr>
        <p:spPr>
          <a:xfrm flipH="false" flipV="false" rot="0">
            <a:off x="9387488" y="7715383"/>
            <a:ext cx="814759" cy="405755"/>
          </a:xfrm>
          <a:custGeom>
            <a:avLst/>
            <a:gdLst/>
            <a:ahLst/>
            <a:cxnLst/>
            <a:rect r="r" b="b" t="t" l="l"/>
            <a:pathLst>
              <a:path h="405755" w="814759">
                <a:moveTo>
                  <a:pt x="0" y="0"/>
                </a:moveTo>
                <a:lnTo>
                  <a:pt x="814759" y="0"/>
                </a:lnTo>
                <a:lnTo>
                  <a:pt x="814759" y="405756"/>
                </a:lnTo>
                <a:lnTo>
                  <a:pt x="0" y="405756"/>
                </a:lnTo>
                <a:lnTo>
                  <a:pt x="0" y="0"/>
                </a:lnTo>
                <a:close/>
              </a:path>
            </a:pathLst>
          </a:custGeom>
          <a:blipFill>
            <a:blip r:embed="rId107">
              <a:extLst>
                <a:ext uri="{96DAC541-7B7A-43D3-8B79-37D633B846F1}">
                  <asvg:svgBlip xmlns:asvg="http://schemas.microsoft.com/office/drawing/2016/SVG/main" r:embed="rId108"/>
                </a:ext>
              </a:extLst>
            </a:blip>
            <a:stretch>
              <a:fillRect l="0" t="0" r="0" b="0"/>
            </a:stretch>
          </a:blipFill>
        </p:spPr>
      </p:sp>
      <p:sp>
        <p:nvSpPr>
          <p:cNvPr name="Freeform 56" id="56"/>
          <p:cNvSpPr/>
          <p:nvPr/>
        </p:nvSpPr>
        <p:spPr>
          <a:xfrm flipH="false" flipV="false" rot="0">
            <a:off x="11852796" y="7510872"/>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09">
              <a:extLst>
                <a:ext uri="{96DAC541-7B7A-43D3-8B79-37D633B846F1}">
                  <asvg:svgBlip xmlns:asvg="http://schemas.microsoft.com/office/drawing/2016/SVG/main" r:embed="rId110"/>
                </a:ext>
              </a:extLst>
            </a:blip>
            <a:stretch>
              <a:fillRect l="0" t="0" r="0" b="0"/>
            </a:stretch>
          </a:blipFill>
        </p:spPr>
      </p:sp>
      <p:sp>
        <p:nvSpPr>
          <p:cNvPr name="Freeform 57" id="57"/>
          <p:cNvSpPr/>
          <p:nvPr/>
        </p:nvSpPr>
        <p:spPr>
          <a:xfrm flipH="false" flipV="false" rot="0">
            <a:off x="10620127" y="7510872"/>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11">
              <a:extLst>
                <a:ext uri="{96DAC541-7B7A-43D3-8B79-37D633B846F1}">
                  <asvg:svgBlip xmlns:asvg="http://schemas.microsoft.com/office/drawing/2016/SVG/main" r:embed="rId112"/>
                </a:ext>
              </a:extLst>
            </a:blip>
            <a:stretch>
              <a:fillRect l="0" t="0" r="0" b="0"/>
            </a:stretch>
          </a:blipFill>
        </p:spPr>
      </p:sp>
      <p:sp>
        <p:nvSpPr>
          <p:cNvPr name="Freeform 58" id="58"/>
          <p:cNvSpPr/>
          <p:nvPr/>
        </p:nvSpPr>
        <p:spPr>
          <a:xfrm flipH="false" flipV="false" rot="0">
            <a:off x="15793479" y="6477562"/>
            <a:ext cx="814826" cy="814826"/>
          </a:xfrm>
          <a:custGeom>
            <a:avLst/>
            <a:gdLst/>
            <a:ahLst/>
            <a:cxnLst/>
            <a:rect r="r" b="b" t="t" l="l"/>
            <a:pathLst>
              <a:path h="814826" w="814826">
                <a:moveTo>
                  <a:pt x="0" y="0"/>
                </a:moveTo>
                <a:lnTo>
                  <a:pt x="814825" y="0"/>
                </a:lnTo>
                <a:lnTo>
                  <a:pt x="814825" y="814826"/>
                </a:lnTo>
                <a:lnTo>
                  <a:pt x="0" y="814826"/>
                </a:lnTo>
                <a:lnTo>
                  <a:pt x="0" y="0"/>
                </a:lnTo>
                <a:close/>
              </a:path>
            </a:pathLst>
          </a:custGeom>
          <a:blipFill>
            <a:blip r:embed="rId113">
              <a:extLst>
                <a:ext uri="{96DAC541-7B7A-43D3-8B79-37D633B846F1}">
                  <asvg:svgBlip xmlns:asvg="http://schemas.microsoft.com/office/drawing/2016/SVG/main" r:embed="rId114"/>
                </a:ext>
              </a:extLst>
            </a:blip>
            <a:stretch>
              <a:fillRect l="0" t="0" r="0" b="0"/>
            </a:stretch>
          </a:blipFill>
        </p:spPr>
      </p:sp>
      <p:sp>
        <p:nvSpPr>
          <p:cNvPr name="Freeform 59" id="59"/>
          <p:cNvSpPr/>
          <p:nvPr/>
        </p:nvSpPr>
        <p:spPr>
          <a:xfrm flipH="false" flipV="false" rot="0">
            <a:off x="3224127" y="7631792"/>
            <a:ext cx="814778" cy="572938"/>
          </a:xfrm>
          <a:custGeom>
            <a:avLst/>
            <a:gdLst/>
            <a:ahLst/>
            <a:cxnLst/>
            <a:rect r="r" b="b" t="t" l="l"/>
            <a:pathLst>
              <a:path h="572938" w="814778">
                <a:moveTo>
                  <a:pt x="0" y="0"/>
                </a:moveTo>
                <a:lnTo>
                  <a:pt x="814778" y="0"/>
                </a:lnTo>
                <a:lnTo>
                  <a:pt x="814778" y="572938"/>
                </a:lnTo>
                <a:lnTo>
                  <a:pt x="0" y="572938"/>
                </a:lnTo>
                <a:lnTo>
                  <a:pt x="0" y="0"/>
                </a:lnTo>
                <a:close/>
              </a:path>
            </a:pathLst>
          </a:custGeom>
          <a:blipFill>
            <a:blip r:embed="rId115">
              <a:extLst>
                <a:ext uri="{96DAC541-7B7A-43D3-8B79-37D633B846F1}">
                  <asvg:svgBlip xmlns:asvg="http://schemas.microsoft.com/office/drawing/2016/SVG/main" r:embed="rId116"/>
                </a:ext>
              </a:extLst>
            </a:blip>
            <a:stretch>
              <a:fillRect l="0" t="0" r="0" b="0"/>
            </a:stretch>
          </a:blipFill>
        </p:spPr>
      </p:sp>
      <p:sp>
        <p:nvSpPr>
          <p:cNvPr name="Freeform 60" id="60"/>
          <p:cNvSpPr/>
          <p:nvPr/>
        </p:nvSpPr>
        <p:spPr>
          <a:xfrm flipH="false" flipV="false" rot="0">
            <a:off x="4456786" y="7511015"/>
            <a:ext cx="814826" cy="814492"/>
          </a:xfrm>
          <a:custGeom>
            <a:avLst/>
            <a:gdLst/>
            <a:ahLst/>
            <a:cxnLst/>
            <a:rect r="r" b="b" t="t" l="l"/>
            <a:pathLst>
              <a:path h="814492" w="814826">
                <a:moveTo>
                  <a:pt x="0" y="0"/>
                </a:moveTo>
                <a:lnTo>
                  <a:pt x="814825" y="0"/>
                </a:lnTo>
                <a:lnTo>
                  <a:pt x="814825" y="814492"/>
                </a:lnTo>
                <a:lnTo>
                  <a:pt x="0" y="814492"/>
                </a:lnTo>
                <a:lnTo>
                  <a:pt x="0" y="0"/>
                </a:lnTo>
                <a:close/>
              </a:path>
            </a:pathLst>
          </a:custGeom>
          <a:blipFill>
            <a:blip r:embed="rId117">
              <a:extLst>
                <a:ext uri="{96DAC541-7B7A-43D3-8B79-37D633B846F1}">
                  <asvg:svgBlip xmlns:asvg="http://schemas.microsoft.com/office/drawing/2016/SVG/main" r:embed="rId118"/>
                </a:ext>
              </a:extLst>
            </a:blip>
            <a:stretch>
              <a:fillRect l="0" t="0" r="0" b="0"/>
            </a:stretch>
          </a:blipFill>
        </p:spPr>
      </p:sp>
      <p:sp>
        <p:nvSpPr>
          <p:cNvPr name="Freeform 61" id="61"/>
          <p:cNvSpPr/>
          <p:nvPr/>
        </p:nvSpPr>
        <p:spPr>
          <a:xfrm flipH="false" flipV="false" rot="0">
            <a:off x="5689492" y="7510872"/>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19">
              <a:extLst>
                <a:ext uri="{96DAC541-7B7A-43D3-8B79-37D633B846F1}">
                  <asvg:svgBlip xmlns:asvg="http://schemas.microsoft.com/office/drawing/2016/SVG/main" r:embed="rId120"/>
                </a:ext>
              </a:extLst>
            </a:blip>
            <a:stretch>
              <a:fillRect l="0" t="0" r="0" b="0"/>
            </a:stretch>
          </a:blipFill>
        </p:spPr>
      </p:sp>
      <p:sp>
        <p:nvSpPr>
          <p:cNvPr name="Freeform 62" id="62"/>
          <p:cNvSpPr/>
          <p:nvPr/>
        </p:nvSpPr>
        <p:spPr>
          <a:xfrm flipH="false" flipV="false" rot="0">
            <a:off x="6922160" y="7510872"/>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21">
              <a:extLst>
                <a:ext uri="{96DAC541-7B7A-43D3-8B79-37D633B846F1}">
                  <asvg:svgBlip xmlns:asvg="http://schemas.microsoft.com/office/drawing/2016/SVG/main" r:embed="rId122"/>
                </a:ext>
              </a:extLst>
            </a:blip>
            <a:stretch>
              <a:fillRect l="0" t="0" r="0" b="0"/>
            </a:stretch>
          </a:blipFill>
        </p:spPr>
      </p:sp>
      <p:sp>
        <p:nvSpPr>
          <p:cNvPr name="Freeform 63" id="63"/>
          <p:cNvSpPr/>
          <p:nvPr/>
        </p:nvSpPr>
        <p:spPr>
          <a:xfrm flipH="false" flipV="false" rot="0">
            <a:off x="10402576" y="6477705"/>
            <a:ext cx="814768" cy="814768"/>
          </a:xfrm>
          <a:custGeom>
            <a:avLst/>
            <a:gdLst/>
            <a:ahLst/>
            <a:cxnLst/>
            <a:rect r="r" b="b" t="t" l="l"/>
            <a:pathLst>
              <a:path h="814768" w="814768">
                <a:moveTo>
                  <a:pt x="0" y="0"/>
                </a:moveTo>
                <a:lnTo>
                  <a:pt x="814769" y="0"/>
                </a:lnTo>
                <a:lnTo>
                  <a:pt x="814769" y="814768"/>
                </a:lnTo>
                <a:lnTo>
                  <a:pt x="0" y="814768"/>
                </a:lnTo>
                <a:lnTo>
                  <a:pt x="0" y="0"/>
                </a:lnTo>
                <a:close/>
              </a:path>
            </a:pathLst>
          </a:custGeom>
          <a:blipFill>
            <a:blip r:embed="rId123">
              <a:extLst>
                <a:ext uri="{96DAC541-7B7A-43D3-8B79-37D633B846F1}">
                  <asvg:svgBlip xmlns:asvg="http://schemas.microsoft.com/office/drawing/2016/SVG/main" r:embed="rId124"/>
                </a:ext>
              </a:extLst>
            </a:blip>
            <a:stretch>
              <a:fillRect l="0" t="0" r="0" b="0"/>
            </a:stretch>
          </a:blipFill>
        </p:spPr>
      </p:sp>
      <p:sp>
        <p:nvSpPr>
          <p:cNvPr name="Freeform 64" id="64"/>
          <p:cNvSpPr/>
          <p:nvPr/>
        </p:nvSpPr>
        <p:spPr>
          <a:xfrm flipH="false" flipV="false" rot="0">
            <a:off x="11443649" y="6477581"/>
            <a:ext cx="814864" cy="814778"/>
          </a:xfrm>
          <a:custGeom>
            <a:avLst/>
            <a:gdLst/>
            <a:ahLst/>
            <a:cxnLst/>
            <a:rect r="r" b="b" t="t" l="l"/>
            <a:pathLst>
              <a:path h="814778" w="814864">
                <a:moveTo>
                  <a:pt x="0" y="0"/>
                </a:moveTo>
                <a:lnTo>
                  <a:pt x="814864" y="0"/>
                </a:lnTo>
                <a:lnTo>
                  <a:pt x="814864" y="814778"/>
                </a:lnTo>
                <a:lnTo>
                  <a:pt x="0" y="814778"/>
                </a:lnTo>
                <a:lnTo>
                  <a:pt x="0" y="0"/>
                </a:lnTo>
                <a:close/>
              </a:path>
            </a:pathLst>
          </a:custGeom>
          <a:blipFill>
            <a:blip r:embed="rId125">
              <a:extLst>
                <a:ext uri="{96DAC541-7B7A-43D3-8B79-37D633B846F1}">
                  <asvg:svgBlip xmlns:asvg="http://schemas.microsoft.com/office/drawing/2016/SVG/main" r:embed="rId126"/>
                </a:ext>
              </a:extLst>
            </a:blip>
            <a:stretch>
              <a:fillRect l="0" t="0" r="0" b="0"/>
            </a:stretch>
          </a:blipFill>
        </p:spPr>
      </p:sp>
      <p:sp>
        <p:nvSpPr>
          <p:cNvPr name="Freeform 65" id="65"/>
          <p:cNvSpPr/>
          <p:nvPr/>
        </p:nvSpPr>
        <p:spPr>
          <a:xfrm flipH="false" flipV="false" rot="0">
            <a:off x="12484837" y="6477581"/>
            <a:ext cx="814778" cy="814778"/>
          </a:xfrm>
          <a:custGeom>
            <a:avLst/>
            <a:gdLst/>
            <a:ahLst/>
            <a:cxnLst/>
            <a:rect r="r" b="b" t="t" l="l"/>
            <a:pathLst>
              <a:path h="814778" w="814778">
                <a:moveTo>
                  <a:pt x="0" y="0"/>
                </a:moveTo>
                <a:lnTo>
                  <a:pt x="814778" y="0"/>
                </a:lnTo>
                <a:lnTo>
                  <a:pt x="814778" y="814778"/>
                </a:lnTo>
                <a:lnTo>
                  <a:pt x="0" y="814778"/>
                </a:lnTo>
                <a:lnTo>
                  <a:pt x="0" y="0"/>
                </a:lnTo>
                <a:close/>
              </a:path>
            </a:pathLst>
          </a:custGeom>
          <a:blipFill>
            <a:blip r:embed="rId127">
              <a:extLst>
                <a:ext uri="{96DAC541-7B7A-43D3-8B79-37D633B846F1}">
                  <asvg:svgBlip xmlns:asvg="http://schemas.microsoft.com/office/drawing/2016/SVG/main" r:embed="rId128"/>
                </a:ext>
              </a:extLst>
            </a:blip>
            <a:stretch>
              <a:fillRect l="0" t="0" r="0" b="0"/>
            </a:stretch>
          </a:blipFill>
        </p:spPr>
      </p:sp>
      <p:sp>
        <p:nvSpPr>
          <p:cNvPr name="Freeform 66" id="66"/>
          <p:cNvSpPr/>
          <p:nvPr/>
        </p:nvSpPr>
        <p:spPr>
          <a:xfrm flipH="false" flipV="false" rot="0">
            <a:off x="13631847" y="6551209"/>
            <a:ext cx="818798" cy="667769"/>
          </a:xfrm>
          <a:custGeom>
            <a:avLst/>
            <a:gdLst/>
            <a:ahLst/>
            <a:cxnLst/>
            <a:rect r="r" b="b" t="t" l="l"/>
            <a:pathLst>
              <a:path h="667769" w="818798">
                <a:moveTo>
                  <a:pt x="0" y="0"/>
                </a:moveTo>
                <a:lnTo>
                  <a:pt x="818797" y="0"/>
                </a:lnTo>
                <a:lnTo>
                  <a:pt x="818797" y="667769"/>
                </a:lnTo>
                <a:lnTo>
                  <a:pt x="0" y="667769"/>
                </a:lnTo>
                <a:lnTo>
                  <a:pt x="0" y="0"/>
                </a:lnTo>
                <a:close/>
              </a:path>
            </a:pathLst>
          </a:custGeom>
          <a:blipFill>
            <a:blip r:embed="rId129">
              <a:extLst>
                <a:ext uri="{96DAC541-7B7A-43D3-8B79-37D633B846F1}">
                  <asvg:svgBlip xmlns:asvg="http://schemas.microsoft.com/office/drawing/2016/SVG/main" r:embed="rId130"/>
                </a:ext>
              </a:extLst>
            </a:blip>
            <a:stretch>
              <a:fillRect l="0" t="0" r="0" b="0"/>
            </a:stretch>
          </a:blipFill>
        </p:spPr>
      </p:sp>
      <p:sp>
        <p:nvSpPr>
          <p:cNvPr name="Freeform 67" id="67"/>
          <p:cNvSpPr/>
          <p:nvPr/>
        </p:nvSpPr>
        <p:spPr>
          <a:xfrm flipH="false" flipV="false" rot="0">
            <a:off x="14757787" y="6477686"/>
            <a:ext cx="816045" cy="814826"/>
          </a:xfrm>
          <a:custGeom>
            <a:avLst/>
            <a:gdLst/>
            <a:ahLst/>
            <a:cxnLst/>
            <a:rect r="r" b="b" t="t" l="l"/>
            <a:pathLst>
              <a:path h="814826" w="816045">
                <a:moveTo>
                  <a:pt x="0" y="0"/>
                </a:moveTo>
                <a:lnTo>
                  <a:pt x="816045" y="0"/>
                </a:lnTo>
                <a:lnTo>
                  <a:pt x="816045" y="814825"/>
                </a:lnTo>
                <a:lnTo>
                  <a:pt x="0" y="814825"/>
                </a:lnTo>
                <a:lnTo>
                  <a:pt x="0" y="0"/>
                </a:lnTo>
                <a:close/>
              </a:path>
            </a:pathLst>
          </a:custGeom>
          <a:blipFill>
            <a:blip r:embed="rId131">
              <a:extLst>
                <a:ext uri="{96DAC541-7B7A-43D3-8B79-37D633B846F1}">
                  <asvg:svgBlip xmlns:asvg="http://schemas.microsoft.com/office/drawing/2016/SVG/main" r:embed="rId132"/>
                </a:ext>
              </a:extLst>
            </a:blip>
            <a:stretch>
              <a:fillRect l="0" t="0" r="0" b="0"/>
            </a:stretch>
          </a:blipFill>
        </p:spPr>
      </p:sp>
      <p:sp>
        <p:nvSpPr>
          <p:cNvPr name="Freeform 68" id="68"/>
          <p:cNvSpPr/>
          <p:nvPr/>
        </p:nvSpPr>
        <p:spPr>
          <a:xfrm flipH="false" flipV="false" rot="0">
            <a:off x="14219511" y="7519073"/>
            <a:ext cx="798357" cy="798357"/>
          </a:xfrm>
          <a:custGeom>
            <a:avLst/>
            <a:gdLst/>
            <a:ahLst/>
            <a:cxnLst/>
            <a:rect r="r" b="b" t="t" l="l"/>
            <a:pathLst>
              <a:path h="798357" w="798357">
                <a:moveTo>
                  <a:pt x="0" y="0"/>
                </a:moveTo>
                <a:lnTo>
                  <a:pt x="798356" y="0"/>
                </a:lnTo>
                <a:lnTo>
                  <a:pt x="798356" y="798357"/>
                </a:lnTo>
                <a:lnTo>
                  <a:pt x="0" y="798357"/>
                </a:lnTo>
                <a:lnTo>
                  <a:pt x="0" y="0"/>
                </a:lnTo>
                <a:close/>
              </a:path>
            </a:pathLst>
          </a:custGeom>
          <a:blipFill>
            <a:blip r:embed="rId133">
              <a:extLst>
                <a:ext uri="{96DAC541-7B7A-43D3-8B79-37D633B846F1}">
                  <asvg:svgBlip xmlns:asvg="http://schemas.microsoft.com/office/drawing/2016/SVG/main" r:embed="rId134"/>
                </a:ext>
              </a:extLst>
            </a:blip>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0E2A47"/>
        </a:solidFill>
      </p:bgPr>
    </p:bg>
    <p:spTree>
      <p:nvGrpSpPr>
        <p:cNvPr id="1" name=""/>
        <p:cNvGrpSpPr/>
        <p:nvPr/>
      </p:nvGrpSpPr>
      <p:grpSpPr>
        <a:xfrm>
          <a:off x="0" y="0"/>
          <a:ext cx="0" cy="0"/>
          <a:chOff x="0" y="0"/>
          <a:chExt cx="0" cy="0"/>
        </a:xfrm>
      </p:grpSpPr>
      <p:grpSp>
        <p:nvGrpSpPr>
          <p:cNvPr name="Group 2" id="2"/>
          <p:cNvGrpSpPr/>
          <p:nvPr/>
        </p:nvGrpSpPr>
        <p:grpSpPr>
          <a:xfrm rot="0">
            <a:off x="6902129" y="4246150"/>
            <a:ext cx="4483751" cy="1794700"/>
            <a:chOff x="0" y="0"/>
            <a:chExt cx="5978334" cy="2392934"/>
          </a:xfrm>
        </p:grpSpPr>
        <p:sp>
          <p:nvSpPr>
            <p:cNvPr name="Freeform 3" id="3">
              <a:hlinkClick r:id="rId3" tooltip="http://bit.ly/2PfT4lq"/>
            </p:cNvPr>
            <p:cNvSpPr/>
            <p:nvPr/>
          </p:nvSpPr>
          <p:spPr>
            <a:xfrm flipH="false" flipV="false" rot="0">
              <a:off x="0" y="0"/>
              <a:ext cx="5978271" cy="2392934"/>
            </a:xfrm>
            <a:custGeom>
              <a:avLst/>
              <a:gdLst/>
              <a:ahLst/>
              <a:cxnLst/>
              <a:rect r="r" b="b" t="t" l="l"/>
              <a:pathLst>
                <a:path h="2392934" w="5978271">
                  <a:moveTo>
                    <a:pt x="0" y="0"/>
                  </a:moveTo>
                  <a:lnTo>
                    <a:pt x="5978271" y="0"/>
                  </a:lnTo>
                  <a:lnTo>
                    <a:pt x="5978271" y="2392934"/>
                  </a:lnTo>
                  <a:lnTo>
                    <a:pt x="0" y="2392934"/>
                  </a:lnTo>
                  <a:lnTo>
                    <a:pt x="0" y="0"/>
                  </a:lnTo>
                  <a:close/>
                </a:path>
              </a:pathLst>
            </a:custGeom>
            <a:blipFill>
              <a:blip r:embed="rId4"/>
              <a:stretch>
                <a:fillRect l="0" t="0" r="-1"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DAHQRgqIHFo</dc:identifier>
  <dcterms:modified xsi:type="dcterms:W3CDTF">2011-08-01T06:04:30Z</dcterms:modified>
  <cp:revision>1</cp:revision>
  <dc:title>Mini Project 3 Intro.pptx</dc:title>
</cp:coreProperties>
</file>